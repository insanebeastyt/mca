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drawingml.diagramData+xml" PartName="/ppt/diagrams/data1.xml"/>
  <Override ContentType="application/vnd.openxmlformats-officedocument.drawingml.diagramLayout+xml" PartName="/ppt/diagrams/layout1.xml"/>
  <Override ContentType="application/vnd.openxmlformats-officedocument.drawingml.diagramStyle+xml" PartName="/ppt/diagrams/quickStyle1.xml"/>
  <Override ContentType="application/vnd.openxmlformats-officedocument.drawingml.diagramColors+xml" PartName="/ppt/diagrams/colors1.xml"/>
  <Override ContentType="application/vnd.ms-office.drawingml.diagramDrawing+xml" PartName="/ppt/diagrams/drawing1.xml"/>
  <Override ContentType="application/vnd.openxmlformats-officedocument.drawingml.diagramData+xml" PartName="/ppt/diagrams/data2.xml"/>
  <Override ContentType="application/vnd.openxmlformats-officedocument.drawingml.diagramLayout+xml" PartName="/ppt/diagrams/layout2.xml"/>
  <Override ContentType="application/vnd.openxmlformats-officedocument.drawingml.diagramStyle+xml" PartName="/ppt/diagrams/quickStyle2.xml"/>
  <Override ContentType="application/vnd.openxmlformats-officedocument.drawingml.diagramColors+xml" PartName="/ppt/diagrams/colors2.xml"/>
  <Override ContentType="application/vnd.ms-office.drawingml.diagramDrawing+xml" PartName="/ppt/diagrams/drawing2.xml"/>
  <Override ContentType="application/vnd.openxmlformats-officedocument.drawingml.diagramData+xml" PartName="/ppt/diagrams/data3.xml"/>
  <Override ContentType="application/vnd.openxmlformats-officedocument.drawingml.diagramLayout+xml" PartName="/ppt/diagrams/layout3.xml"/>
  <Override ContentType="application/vnd.openxmlformats-officedocument.drawingml.diagramStyle+xml" PartName="/ppt/diagrams/quickStyle3.xml"/>
  <Override ContentType="application/vnd.openxmlformats-officedocument.drawingml.diagramColors+xml" PartName="/ppt/diagrams/colors3.xml"/>
  <Override ContentType="application/vnd.ms-office.drawingml.diagramDrawing+xml" PartName="/ppt/diagrams/drawing3.xml"/>
  <Override ContentType="application/vnd.openxmlformats-officedocument.drawingml.diagramData+xml" PartName="/ppt/diagrams/data4.xml"/>
  <Override ContentType="application/vnd.openxmlformats-officedocument.drawingml.diagramLayout+xml" PartName="/ppt/diagrams/layout4.xml"/>
  <Override ContentType="application/vnd.openxmlformats-officedocument.drawingml.diagramStyle+xml" PartName="/ppt/diagrams/quickStyle4.xml"/>
  <Override ContentType="application/vnd.openxmlformats-officedocument.drawingml.diagramColors+xml" PartName="/ppt/diagrams/colors4.xml"/>
  <Override ContentType="application/vnd.ms-office.drawingml.diagramDrawing+xml" PartName="/ppt/diagrams/drawing4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41"/>
  </p:handoutMasterIdLst>
  <p:sldIdLst>
    <p:sldId id="266" r:id="rId2"/>
    <p:sldId id="261" r:id="rId3"/>
    <p:sldId id="268" r:id="rId4"/>
    <p:sldId id="273" r:id="rId5"/>
    <p:sldId id="274" r:id="rId6"/>
    <p:sldId id="275" r:id="rId7"/>
    <p:sldId id="276" r:id="rId8"/>
    <p:sldId id="277" r:id="rId9"/>
    <p:sldId id="269" r:id="rId10"/>
    <p:sldId id="317" r:id="rId11"/>
    <p:sldId id="271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4" r:id="rId27"/>
    <p:sldId id="295" r:id="rId28"/>
    <p:sldId id="319" r:id="rId29"/>
    <p:sldId id="318" r:id="rId30"/>
    <p:sldId id="303" r:id="rId31"/>
    <p:sldId id="306" r:id="rId32"/>
    <p:sldId id="307" r:id="rId33"/>
    <p:sldId id="308" r:id="rId34"/>
    <p:sldId id="309" r:id="rId35"/>
    <p:sldId id="311" r:id="rId36"/>
    <p:sldId id="310" r:id="rId37"/>
    <p:sldId id="312" r:id="rId38"/>
    <p:sldId id="314" r:id="rId39"/>
    <p:sldId id="263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44525A"/>
    <a:srgbClr val="E4E7E9"/>
    <a:srgbClr val="E1E4E6"/>
    <a:srgbClr val="618495"/>
    <a:srgbClr val="44525B"/>
    <a:srgbClr val="072235"/>
    <a:srgbClr val="453A38"/>
    <a:srgbClr val="B8B192"/>
    <a:srgbClr val="473B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3" autoAdjust="0"/>
    <p:restoredTop sz="94660"/>
  </p:normalViewPr>
  <p:slideViewPr>
    <p:cSldViewPr snapToGrid="0">
      <p:cViewPr varScale="1">
        <p:scale>
          <a:sx n="68" d="100"/>
          <a:sy n="68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61C52F-762F-477E-BDD9-E4504E41DE33}" type="doc">
      <dgm:prSet loTypeId="urn:microsoft.com/office/officeart/2005/8/layout/pyramid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620DB77C-F89C-4296-AC67-060991025613}">
      <dgm:prSet custT="1"/>
      <dgm:spPr>
        <a:ln>
          <a:solidFill>
            <a:srgbClr val="262626"/>
          </a:solidFill>
        </a:ln>
      </dgm:spPr>
      <dgm:t>
        <a:bodyPr/>
        <a:lstStyle/>
        <a:p>
          <a:r>
            <a:rPr lang="en-US" sz="2800" dirty="0">
              <a:latin typeface="Bahnschrift" panose="020B0502040204020203" pitchFamily="34" charset="0"/>
            </a:rPr>
            <a:t>measurement system errors</a:t>
          </a:r>
        </a:p>
      </dgm:t>
    </dgm:pt>
    <dgm:pt modelId="{EFD409D3-9A93-4970-B0DC-C08185153721}" type="parTrans" cxnId="{FF5F17B9-75E9-4EB3-B3FF-4A4D40F7E729}">
      <dgm:prSet/>
      <dgm:spPr/>
      <dgm:t>
        <a:bodyPr/>
        <a:lstStyle/>
        <a:p>
          <a:endParaRPr lang="en-IN"/>
        </a:p>
      </dgm:t>
    </dgm:pt>
    <dgm:pt modelId="{E4379248-38FC-4DFD-BC66-A2473023F929}" type="sibTrans" cxnId="{FF5F17B9-75E9-4EB3-B3FF-4A4D40F7E729}">
      <dgm:prSet/>
      <dgm:spPr/>
      <dgm:t>
        <a:bodyPr/>
        <a:lstStyle/>
        <a:p>
          <a:endParaRPr lang="en-IN"/>
        </a:p>
      </dgm:t>
    </dgm:pt>
    <dgm:pt modelId="{08D09EA8-6101-4FE0-8A21-2657FE1EFA72}">
      <dgm:prSet custT="1"/>
      <dgm:spPr>
        <a:ln>
          <a:solidFill>
            <a:srgbClr val="262626"/>
          </a:solidFill>
        </a:ln>
      </dgm:spPr>
      <dgm:t>
        <a:bodyPr/>
        <a:lstStyle/>
        <a:p>
          <a:r>
            <a:rPr lang="en-US" sz="2800" dirty="0">
              <a:latin typeface="Bahnschrift" panose="020B0502040204020203" pitchFamily="34" charset="0"/>
            </a:rPr>
            <a:t>noise</a:t>
          </a:r>
        </a:p>
      </dgm:t>
    </dgm:pt>
    <dgm:pt modelId="{0DF5FAA4-8E3C-46A6-B1FD-4BFF80BCA8FC}" type="parTrans" cxnId="{8E5D2A86-F01F-4B3F-BB1A-816F2DBE7BC9}">
      <dgm:prSet/>
      <dgm:spPr/>
      <dgm:t>
        <a:bodyPr/>
        <a:lstStyle/>
        <a:p>
          <a:endParaRPr lang="en-IN"/>
        </a:p>
      </dgm:t>
    </dgm:pt>
    <dgm:pt modelId="{7B9CCD1A-0BD4-416C-9882-99583843E562}" type="sibTrans" cxnId="{8E5D2A86-F01F-4B3F-BB1A-816F2DBE7BC9}">
      <dgm:prSet/>
      <dgm:spPr/>
      <dgm:t>
        <a:bodyPr/>
        <a:lstStyle/>
        <a:p>
          <a:endParaRPr lang="en-IN"/>
        </a:p>
      </dgm:t>
    </dgm:pt>
    <dgm:pt modelId="{C9986C0B-1A0C-4774-B65F-778131BF391A}">
      <dgm:prSet custT="1"/>
      <dgm:spPr>
        <a:ln>
          <a:solidFill>
            <a:srgbClr val="262626"/>
          </a:solidFill>
        </a:ln>
      </dgm:spPr>
      <dgm:t>
        <a:bodyPr/>
        <a:lstStyle/>
        <a:p>
          <a:r>
            <a:rPr lang="en-US" sz="2800" dirty="0">
              <a:latin typeface="Bahnschrift" panose="020B0502040204020203" pitchFamily="34" charset="0"/>
            </a:rPr>
            <a:t>uncontrolled conditions</a:t>
          </a:r>
          <a:endParaRPr lang="en-IN" sz="2800" dirty="0">
            <a:latin typeface="Bahnschrift" panose="020B0502040204020203" pitchFamily="34" charset="0"/>
          </a:endParaRPr>
        </a:p>
      </dgm:t>
    </dgm:pt>
    <dgm:pt modelId="{232A6286-AF89-440A-8109-25D83D5FDF00}" type="parTrans" cxnId="{3070A7C1-8C72-4674-BBA4-7123E7670941}">
      <dgm:prSet/>
      <dgm:spPr/>
      <dgm:t>
        <a:bodyPr/>
        <a:lstStyle/>
        <a:p>
          <a:endParaRPr lang="en-IN"/>
        </a:p>
      </dgm:t>
    </dgm:pt>
    <dgm:pt modelId="{D92B4BC1-F698-4AFF-B6C1-05404B00D604}" type="sibTrans" cxnId="{3070A7C1-8C72-4674-BBA4-7123E7670941}">
      <dgm:prSet/>
      <dgm:spPr/>
      <dgm:t>
        <a:bodyPr/>
        <a:lstStyle/>
        <a:p>
          <a:endParaRPr lang="en-IN"/>
        </a:p>
      </dgm:t>
    </dgm:pt>
    <dgm:pt modelId="{E3C2D379-1CF8-441B-B3B3-DF75425C5BD8}" type="pres">
      <dgm:prSet presAssocID="{CE61C52F-762F-477E-BDD9-E4504E41DE33}" presName="compositeShape" presStyleCnt="0">
        <dgm:presLayoutVars>
          <dgm:dir/>
          <dgm:resizeHandles/>
        </dgm:presLayoutVars>
      </dgm:prSet>
      <dgm:spPr/>
    </dgm:pt>
    <dgm:pt modelId="{B47A14EF-665D-4C22-95BA-FDC3039C1EE1}" type="pres">
      <dgm:prSet presAssocID="{CE61C52F-762F-477E-BDD9-E4504E41DE33}" presName="pyramid" presStyleLbl="node1" presStyleIdx="0" presStyleCnt="1"/>
      <dgm:spPr>
        <a:solidFill>
          <a:schemeClr val="tx1">
            <a:lumMod val="75000"/>
            <a:lumOff val="25000"/>
          </a:schemeClr>
        </a:solidFill>
      </dgm:spPr>
    </dgm:pt>
    <dgm:pt modelId="{F9F73973-B729-4FDA-91A8-D9D98BBFD451}" type="pres">
      <dgm:prSet presAssocID="{CE61C52F-762F-477E-BDD9-E4504E41DE33}" presName="theList" presStyleCnt="0"/>
      <dgm:spPr/>
    </dgm:pt>
    <dgm:pt modelId="{9E4BC636-0839-4203-B814-1602EBEF85FF}" type="pres">
      <dgm:prSet presAssocID="{620DB77C-F89C-4296-AC67-060991025613}" presName="aNode" presStyleLbl="fgAcc1" presStyleIdx="0" presStyleCnt="3">
        <dgm:presLayoutVars>
          <dgm:bulletEnabled val="1"/>
        </dgm:presLayoutVars>
      </dgm:prSet>
      <dgm:spPr/>
    </dgm:pt>
    <dgm:pt modelId="{DAD49CFB-72BC-4ED2-AF56-155BC4835ACD}" type="pres">
      <dgm:prSet presAssocID="{620DB77C-F89C-4296-AC67-060991025613}" presName="aSpace" presStyleCnt="0"/>
      <dgm:spPr/>
    </dgm:pt>
    <dgm:pt modelId="{EE5B1A55-904F-4580-8F1E-7188A7B67C56}" type="pres">
      <dgm:prSet presAssocID="{08D09EA8-6101-4FE0-8A21-2657FE1EFA72}" presName="aNode" presStyleLbl="fgAcc1" presStyleIdx="1" presStyleCnt="3">
        <dgm:presLayoutVars>
          <dgm:bulletEnabled val="1"/>
        </dgm:presLayoutVars>
      </dgm:prSet>
      <dgm:spPr/>
    </dgm:pt>
    <dgm:pt modelId="{1202084F-78F8-4345-BDBF-D0D3DF85CC41}" type="pres">
      <dgm:prSet presAssocID="{08D09EA8-6101-4FE0-8A21-2657FE1EFA72}" presName="aSpace" presStyleCnt="0"/>
      <dgm:spPr/>
    </dgm:pt>
    <dgm:pt modelId="{135B76DD-85D0-4278-B823-735CAB7AA84E}" type="pres">
      <dgm:prSet presAssocID="{C9986C0B-1A0C-4774-B65F-778131BF391A}" presName="aNode" presStyleLbl="fgAcc1" presStyleIdx="2" presStyleCnt="3">
        <dgm:presLayoutVars>
          <dgm:bulletEnabled val="1"/>
        </dgm:presLayoutVars>
      </dgm:prSet>
      <dgm:spPr/>
    </dgm:pt>
    <dgm:pt modelId="{23DDB342-C750-4434-9054-D46DC8C9A8CE}" type="pres">
      <dgm:prSet presAssocID="{C9986C0B-1A0C-4774-B65F-778131BF391A}" presName="aSpace" presStyleCnt="0"/>
      <dgm:spPr/>
    </dgm:pt>
  </dgm:ptLst>
  <dgm:cxnLst>
    <dgm:cxn modelId="{776D2B20-1208-445A-93EC-5570420BDD08}" type="presOf" srcId="{620DB77C-F89C-4296-AC67-060991025613}" destId="{9E4BC636-0839-4203-B814-1602EBEF85FF}" srcOrd="0" destOrd="0" presId="urn:microsoft.com/office/officeart/2005/8/layout/pyramid2"/>
    <dgm:cxn modelId="{FE7BFC69-4BAC-46DF-B6C4-28416AD9E0AF}" type="presOf" srcId="{08D09EA8-6101-4FE0-8A21-2657FE1EFA72}" destId="{EE5B1A55-904F-4580-8F1E-7188A7B67C56}" srcOrd="0" destOrd="0" presId="urn:microsoft.com/office/officeart/2005/8/layout/pyramid2"/>
    <dgm:cxn modelId="{D90ECB76-94A7-4678-BB19-1EC22E8F9200}" type="presOf" srcId="{C9986C0B-1A0C-4774-B65F-778131BF391A}" destId="{135B76DD-85D0-4278-B823-735CAB7AA84E}" srcOrd="0" destOrd="0" presId="urn:microsoft.com/office/officeart/2005/8/layout/pyramid2"/>
    <dgm:cxn modelId="{8E5D2A86-F01F-4B3F-BB1A-816F2DBE7BC9}" srcId="{CE61C52F-762F-477E-BDD9-E4504E41DE33}" destId="{08D09EA8-6101-4FE0-8A21-2657FE1EFA72}" srcOrd="1" destOrd="0" parTransId="{0DF5FAA4-8E3C-46A6-B1FD-4BFF80BCA8FC}" sibTransId="{7B9CCD1A-0BD4-416C-9882-99583843E562}"/>
    <dgm:cxn modelId="{FF5F17B9-75E9-4EB3-B3FF-4A4D40F7E729}" srcId="{CE61C52F-762F-477E-BDD9-E4504E41DE33}" destId="{620DB77C-F89C-4296-AC67-060991025613}" srcOrd="0" destOrd="0" parTransId="{EFD409D3-9A93-4970-B0DC-C08185153721}" sibTransId="{E4379248-38FC-4DFD-BC66-A2473023F929}"/>
    <dgm:cxn modelId="{3070A7C1-8C72-4674-BBA4-7123E7670941}" srcId="{CE61C52F-762F-477E-BDD9-E4504E41DE33}" destId="{C9986C0B-1A0C-4774-B65F-778131BF391A}" srcOrd="2" destOrd="0" parTransId="{232A6286-AF89-440A-8109-25D83D5FDF00}" sibTransId="{D92B4BC1-F698-4AFF-B6C1-05404B00D604}"/>
    <dgm:cxn modelId="{973E49FD-46F3-4051-BEC9-FE1DD1462D17}" type="presOf" srcId="{CE61C52F-762F-477E-BDD9-E4504E41DE33}" destId="{E3C2D379-1CF8-441B-B3B3-DF75425C5BD8}" srcOrd="0" destOrd="0" presId="urn:microsoft.com/office/officeart/2005/8/layout/pyramid2"/>
    <dgm:cxn modelId="{8C4C5E8A-F8E9-4F0A-9CB5-73F165E79498}" type="presParOf" srcId="{E3C2D379-1CF8-441B-B3B3-DF75425C5BD8}" destId="{B47A14EF-665D-4C22-95BA-FDC3039C1EE1}" srcOrd="0" destOrd="0" presId="urn:microsoft.com/office/officeart/2005/8/layout/pyramid2"/>
    <dgm:cxn modelId="{46E0C1A2-9104-474D-83B4-33EAF912192A}" type="presParOf" srcId="{E3C2D379-1CF8-441B-B3B3-DF75425C5BD8}" destId="{F9F73973-B729-4FDA-91A8-D9D98BBFD451}" srcOrd="1" destOrd="0" presId="urn:microsoft.com/office/officeart/2005/8/layout/pyramid2"/>
    <dgm:cxn modelId="{CE1F348D-A49D-4E91-8D95-F2D9178C2007}" type="presParOf" srcId="{F9F73973-B729-4FDA-91A8-D9D98BBFD451}" destId="{9E4BC636-0839-4203-B814-1602EBEF85FF}" srcOrd="0" destOrd="0" presId="urn:microsoft.com/office/officeart/2005/8/layout/pyramid2"/>
    <dgm:cxn modelId="{C1CB9F5D-A9C9-4AFD-80A2-4F207F6223AF}" type="presParOf" srcId="{F9F73973-B729-4FDA-91A8-D9D98BBFD451}" destId="{DAD49CFB-72BC-4ED2-AF56-155BC4835ACD}" srcOrd="1" destOrd="0" presId="urn:microsoft.com/office/officeart/2005/8/layout/pyramid2"/>
    <dgm:cxn modelId="{27DCB16B-F3E2-4321-B9B6-CC6C8EB940AF}" type="presParOf" srcId="{F9F73973-B729-4FDA-91A8-D9D98BBFD451}" destId="{EE5B1A55-904F-4580-8F1E-7188A7B67C56}" srcOrd="2" destOrd="0" presId="urn:microsoft.com/office/officeart/2005/8/layout/pyramid2"/>
    <dgm:cxn modelId="{F1969B04-CA0E-49C1-ABD8-44DA07ED3340}" type="presParOf" srcId="{F9F73973-B729-4FDA-91A8-D9D98BBFD451}" destId="{1202084F-78F8-4345-BDBF-D0D3DF85CC41}" srcOrd="3" destOrd="0" presId="urn:microsoft.com/office/officeart/2005/8/layout/pyramid2"/>
    <dgm:cxn modelId="{7AD801B9-D9DF-4FC9-9CBC-2907A16D1413}" type="presParOf" srcId="{F9F73973-B729-4FDA-91A8-D9D98BBFD451}" destId="{135B76DD-85D0-4278-B823-735CAB7AA84E}" srcOrd="4" destOrd="0" presId="urn:microsoft.com/office/officeart/2005/8/layout/pyramid2"/>
    <dgm:cxn modelId="{667C57DB-E3F1-4A24-B688-733506B6D156}" type="presParOf" srcId="{F9F73973-B729-4FDA-91A8-D9D98BBFD451}" destId="{23DDB342-C750-4434-9054-D46DC8C9A8CE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3FC081-C701-47C1-9042-9F675ACDDAAF}" type="doc">
      <dgm:prSet loTypeId="urn:microsoft.com/office/officeart/2005/8/layout/architecture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E205F3A7-A891-4481-9367-2EA551DE7633}">
      <dgm:prSet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r>
            <a:rPr lang="en-US" dirty="0">
              <a:latin typeface="Bahnschrift" panose="020B0502040204020203" pitchFamily="34" charset="0"/>
            </a:rPr>
            <a:t>A couple of remarks to sketch the situation:</a:t>
          </a:r>
        </a:p>
      </dgm:t>
    </dgm:pt>
    <dgm:pt modelId="{4DB0E819-812D-4A6F-B683-294BA5871F70}" type="parTrans" cxnId="{B9E43D60-0458-4419-B986-54A8F970DF91}">
      <dgm:prSet/>
      <dgm:spPr/>
      <dgm:t>
        <a:bodyPr/>
        <a:lstStyle/>
        <a:p>
          <a:endParaRPr lang="en-IN"/>
        </a:p>
      </dgm:t>
    </dgm:pt>
    <dgm:pt modelId="{A801AA18-8635-4652-8814-D14066B1F902}" type="sibTrans" cxnId="{B9E43D60-0458-4419-B986-54A8F970DF91}">
      <dgm:prSet/>
      <dgm:spPr/>
      <dgm:t>
        <a:bodyPr/>
        <a:lstStyle/>
        <a:p>
          <a:endParaRPr lang="en-IN"/>
        </a:p>
      </dgm:t>
    </dgm:pt>
    <dgm:pt modelId="{2D198E13-A145-4D0C-9BCB-2B4304DE06CE}">
      <dgm:prSet custT="1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sz="2000" dirty="0">
              <a:latin typeface="Bahnschrift" panose="020B0502040204020203" pitchFamily="34" charset="0"/>
            </a:rPr>
            <a:t>Sensors come and sensors go.</a:t>
          </a:r>
        </a:p>
      </dgm:t>
    </dgm:pt>
    <dgm:pt modelId="{920AE1D8-6011-4367-8FC0-045FFE330F6E}" type="parTrans" cxnId="{65DB6ED5-E670-4FE2-8D6F-D793BA594161}">
      <dgm:prSet/>
      <dgm:spPr/>
      <dgm:t>
        <a:bodyPr/>
        <a:lstStyle/>
        <a:p>
          <a:endParaRPr lang="en-IN"/>
        </a:p>
      </dgm:t>
    </dgm:pt>
    <dgm:pt modelId="{A022416B-6738-4594-976C-F5047BCA7DCF}" type="sibTrans" cxnId="{65DB6ED5-E670-4FE2-8D6F-D793BA594161}">
      <dgm:prSet/>
      <dgm:spPr/>
      <dgm:t>
        <a:bodyPr/>
        <a:lstStyle/>
        <a:p>
          <a:endParaRPr lang="en-IN"/>
        </a:p>
      </dgm:t>
    </dgm:pt>
    <dgm:pt modelId="{0650BD5F-D8FC-4B75-96A4-F56DF90D4CC4}">
      <dgm:prSet custT="1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sz="2000" dirty="0">
              <a:latin typeface="Bahnschrift" panose="020B0502040204020203" pitchFamily="34" charset="0"/>
            </a:rPr>
            <a:t>Sensors do not produce clean data.</a:t>
          </a:r>
        </a:p>
      </dgm:t>
    </dgm:pt>
    <dgm:pt modelId="{8F202DD3-2F6A-49FA-BC1D-5EB4D696254D}" type="parTrans" cxnId="{EAEC6B2B-C724-4B89-878D-FABC75345081}">
      <dgm:prSet/>
      <dgm:spPr/>
      <dgm:t>
        <a:bodyPr/>
        <a:lstStyle/>
        <a:p>
          <a:endParaRPr lang="en-IN"/>
        </a:p>
      </dgm:t>
    </dgm:pt>
    <dgm:pt modelId="{F40B41CE-69E5-4079-93A6-802104C056BD}" type="sibTrans" cxnId="{EAEC6B2B-C724-4B89-878D-FABC75345081}">
      <dgm:prSet/>
      <dgm:spPr/>
      <dgm:t>
        <a:bodyPr/>
        <a:lstStyle/>
        <a:p>
          <a:endParaRPr lang="en-IN"/>
        </a:p>
      </dgm:t>
    </dgm:pt>
    <dgm:pt modelId="{36220F2C-065A-4EC0-BF1E-2202DC2DF223}">
      <dgm:prSet custT="1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sz="2000">
              <a:latin typeface="Bahnschrift" panose="020B0502040204020203" pitchFamily="34" charset="0"/>
            </a:rPr>
            <a:t>The same sensor may be used for different purposes</a:t>
          </a:r>
          <a:endParaRPr lang="en-US" sz="2000" dirty="0">
            <a:latin typeface="Bahnschrift" panose="020B0502040204020203" pitchFamily="34" charset="0"/>
          </a:endParaRPr>
        </a:p>
      </dgm:t>
    </dgm:pt>
    <dgm:pt modelId="{986170ED-523D-4E18-B0F0-25D11F1AE8C3}" type="parTrans" cxnId="{668030AF-42B4-42D7-884E-622670A05C52}">
      <dgm:prSet/>
      <dgm:spPr/>
      <dgm:t>
        <a:bodyPr/>
        <a:lstStyle/>
        <a:p>
          <a:endParaRPr lang="en-IN"/>
        </a:p>
      </dgm:t>
    </dgm:pt>
    <dgm:pt modelId="{F0DCC0BF-D5C7-4D95-B34C-5AF74B3C8E63}" type="sibTrans" cxnId="{668030AF-42B4-42D7-884E-622670A05C52}">
      <dgm:prSet/>
      <dgm:spPr/>
      <dgm:t>
        <a:bodyPr/>
        <a:lstStyle/>
        <a:p>
          <a:endParaRPr lang="en-IN"/>
        </a:p>
      </dgm:t>
    </dgm:pt>
    <dgm:pt modelId="{6D4FCB09-604F-420B-B832-317B7B51A4DE}">
      <dgm:prSet custT="1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sz="1900" dirty="0">
              <a:latin typeface="Bahnschrift" panose="020B0502040204020203" pitchFamily="34" charset="0"/>
            </a:rPr>
            <a:t>The data rate and latency may differ greatly between sensors/algorithms, and over time. </a:t>
          </a:r>
        </a:p>
      </dgm:t>
    </dgm:pt>
    <dgm:pt modelId="{C35707BB-5BB3-4C7B-974B-A54C62C5AB1A}" type="parTrans" cxnId="{FB5A82CE-6C7B-4362-B763-8AEE1886E498}">
      <dgm:prSet/>
      <dgm:spPr/>
      <dgm:t>
        <a:bodyPr/>
        <a:lstStyle/>
        <a:p>
          <a:endParaRPr lang="en-IN"/>
        </a:p>
      </dgm:t>
    </dgm:pt>
    <dgm:pt modelId="{4BAF1E0B-FE20-4089-B2AE-A73067B904E1}" type="sibTrans" cxnId="{FB5A82CE-6C7B-4362-B763-8AEE1886E498}">
      <dgm:prSet/>
      <dgm:spPr/>
      <dgm:t>
        <a:bodyPr/>
        <a:lstStyle/>
        <a:p>
          <a:endParaRPr lang="en-IN"/>
        </a:p>
      </dgm:t>
    </dgm:pt>
    <dgm:pt modelId="{876F8B5F-E087-4BEF-98A5-782B2C62FA6D}">
      <dgm:prSet custT="1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sz="2000" dirty="0">
              <a:latin typeface="Bahnschrift" panose="020B0502040204020203" pitchFamily="34" charset="0"/>
            </a:rPr>
            <a:t>They might only produce data “on demand”</a:t>
          </a:r>
          <a:endParaRPr lang="en-IN" sz="2000" dirty="0">
            <a:latin typeface="Bahnschrift" panose="020B0502040204020203" pitchFamily="34" charset="0"/>
          </a:endParaRPr>
        </a:p>
      </dgm:t>
    </dgm:pt>
    <dgm:pt modelId="{2004B418-108F-4589-9E07-C4CAFD956CA3}" type="parTrans" cxnId="{DD65C403-5232-4832-AFB1-E0EB7AE79342}">
      <dgm:prSet/>
      <dgm:spPr/>
      <dgm:t>
        <a:bodyPr/>
        <a:lstStyle/>
        <a:p>
          <a:endParaRPr lang="en-IN"/>
        </a:p>
      </dgm:t>
    </dgm:pt>
    <dgm:pt modelId="{FB698BD8-663F-409A-8F38-BC16C8319E7A}" type="sibTrans" cxnId="{DD65C403-5232-4832-AFB1-E0EB7AE79342}">
      <dgm:prSet/>
      <dgm:spPr/>
      <dgm:t>
        <a:bodyPr/>
        <a:lstStyle/>
        <a:p>
          <a:endParaRPr lang="en-IN"/>
        </a:p>
      </dgm:t>
    </dgm:pt>
    <dgm:pt modelId="{F8205065-6FE5-4AE1-8105-A78496BAE4F6}" type="pres">
      <dgm:prSet presAssocID="{2E3FC081-C701-47C1-9042-9F675ACDDAAF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D4BA93B-A093-4D17-9F19-5C50679A2B46}" type="pres">
      <dgm:prSet presAssocID="{E205F3A7-A891-4481-9367-2EA551DE7633}" presName="vertOne" presStyleCnt="0"/>
      <dgm:spPr/>
    </dgm:pt>
    <dgm:pt modelId="{2EB0D532-CC0A-4F79-83BD-2A4AFCA2C900}" type="pres">
      <dgm:prSet presAssocID="{E205F3A7-A891-4481-9367-2EA551DE7633}" presName="txOne" presStyleLbl="node0" presStyleIdx="0" presStyleCnt="1" custScaleY="20883">
        <dgm:presLayoutVars>
          <dgm:chPref val="3"/>
        </dgm:presLayoutVars>
      </dgm:prSet>
      <dgm:spPr/>
    </dgm:pt>
    <dgm:pt modelId="{F930DAA0-60A6-4A6F-9EA2-9846136EC897}" type="pres">
      <dgm:prSet presAssocID="{E205F3A7-A891-4481-9367-2EA551DE7633}" presName="parTransOne" presStyleCnt="0"/>
      <dgm:spPr/>
    </dgm:pt>
    <dgm:pt modelId="{1B245DE6-7491-40B8-85F7-90B06FDF59F0}" type="pres">
      <dgm:prSet presAssocID="{E205F3A7-A891-4481-9367-2EA551DE7633}" presName="horzOne" presStyleCnt="0"/>
      <dgm:spPr/>
    </dgm:pt>
    <dgm:pt modelId="{D992634E-10E0-43E2-A0FC-FF100EFEA211}" type="pres">
      <dgm:prSet presAssocID="{2D198E13-A145-4D0C-9BCB-2B4304DE06CE}" presName="vertTwo" presStyleCnt="0"/>
      <dgm:spPr/>
    </dgm:pt>
    <dgm:pt modelId="{EE1E40A0-1E22-4172-9B24-F95E43323452}" type="pres">
      <dgm:prSet presAssocID="{2D198E13-A145-4D0C-9BCB-2B4304DE06CE}" presName="txTwo" presStyleLbl="node2" presStyleIdx="0" presStyleCnt="5">
        <dgm:presLayoutVars>
          <dgm:chPref val="3"/>
        </dgm:presLayoutVars>
      </dgm:prSet>
      <dgm:spPr/>
    </dgm:pt>
    <dgm:pt modelId="{5FFEA236-2FA4-48D5-A070-690CC17F2D83}" type="pres">
      <dgm:prSet presAssocID="{2D198E13-A145-4D0C-9BCB-2B4304DE06CE}" presName="horzTwo" presStyleCnt="0"/>
      <dgm:spPr/>
    </dgm:pt>
    <dgm:pt modelId="{64502920-88ED-498A-A3AA-94B6689755FC}" type="pres">
      <dgm:prSet presAssocID="{A022416B-6738-4594-976C-F5047BCA7DCF}" presName="sibSpaceTwo" presStyleCnt="0"/>
      <dgm:spPr/>
    </dgm:pt>
    <dgm:pt modelId="{5EDB8351-7AC4-40CA-BA59-4EE28BD684DF}" type="pres">
      <dgm:prSet presAssocID="{0650BD5F-D8FC-4B75-96A4-F56DF90D4CC4}" presName="vertTwo" presStyleCnt="0"/>
      <dgm:spPr/>
    </dgm:pt>
    <dgm:pt modelId="{67CFD8AC-731D-4A8B-899F-82EB83F7EA5B}" type="pres">
      <dgm:prSet presAssocID="{0650BD5F-D8FC-4B75-96A4-F56DF90D4CC4}" presName="txTwo" presStyleLbl="node2" presStyleIdx="1" presStyleCnt="5">
        <dgm:presLayoutVars>
          <dgm:chPref val="3"/>
        </dgm:presLayoutVars>
      </dgm:prSet>
      <dgm:spPr/>
    </dgm:pt>
    <dgm:pt modelId="{464D3EEC-0633-45AB-9BA5-DC238CFD0D46}" type="pres">
      <dgm:prSet presAssocID="{0650BD5F-D8FC-4B75-96A4-F56DF90D4CC4}" presName="horzTwo" presStyleCnt="0"/>
      <dgm:spPr/>
    </dgm:pt>
    <dgm:pt modelId="{C7226DD5-DAA4-4570-8A47-F96BC76C7CD9}" type="pres">
      <dgm:prSet presAssocID="{F40B41CE-69E5-4079-93A6-802104C056BD}" presName="sibSpaceTwo" presStyleCnt="0"/>
      <dgm:spPr/>
    </dgm:pt>
    <dgm:pt modelId="{77572956-CB53-408F-9265-D70CF8D2F0E6}" type="pres">
      <dgm:prSet presAssocID="{36220F2C-065A-4EC0-BF1E-2202DC2DF223}" presName="vertTwo" presStyleCnt="0"/>
      <dgm:spPr/>
    </dgm:pt>
    <dgm:pt modelId="{5EA3CC39-02A2-41CD-B885-9EA9346C8CD5}" type="pres">
      <dgm:prSet presAssocID="{36220F2C-065A-4EC0-BF1E-2202DC2DF223}" presName="txTwo" presStyleLbl="node2" presStyleIdx="2" presStyleCnt="5">
        <dgm:presLayoutVars>
          <dgm:chPref val="3"/>
        </dgm:presLayoutVars>
      </dgm:prSet>
      <dgm:spPr/>
    </dgm:pt>
    <dgm:pt modelId="{20101F6B-DB62-488A-9218-1B95FFD1A782}" type="pres">
      <dgm:prSet presAssocID="{36220F2C-065A-4EC0-BF1E-2202DC2DF223}" presName="horzTwo" presStyleCnt="0"/>
      <dgm:spPr/>
    </dgm:pt>
    <dgm:pt modelId="{122E1429-0FC4-404A-9A35-6E8EDBB94161}" type="pres">
      <dgm:prSet presAssocID="{F0DCC0BF-D5C7-4D95-B34C-5AF74B3C8E63}" presName="sibSpaceTwo" presStyleCnt="0"/>
      <dgm:spPr/>
    </dgm:pt>
    <dgm:pt modelId="{7037C9F4-9C2B-403C-93D5-0C8E60F03DA3}" type="pres">
      <dgm:prSet presAssocID="{6D4FCB09-604F-420B-B832-317B7B51A4DE}" presName="vertTwo" presStyleCnt="0"/>
      <dgm:spPr/>
    </dgm:pt>
    <dgm:pt modelId="{553C3437-212D-4C5E-9384-E4B2ABE3E0C9}" type="pres">
      <dgm:prSet presAssocID="{6D4FCB09-604F-420B-B832-317B7B51A4DE}" presName="txTwo" presStyleLbl="node2" presStyleIdx="3" presStyleCnt="5">
        <dgm:presLayoutVars>
          <dgm:chPref val="3"/>
        </dgm:presLayoutVars>
      </dgm:prSet>
      <dgm:spPr/>
    </dgm:pt>
    <dgm:pt modelId="{46FF8E47-3F48-4E7A-9AC3-B483759639AC}" type="pres">
      <dgm:prSet presAssocID="{6D4FCB09-604F-420B-B832-317B7B51A4DE}" presName="horzTwo" presStyleCnt="0"/>
      <dgm:spPr/>
    </dgm:pt>
    <dgm:pt modelId="{1AE4891C-0D78-45E9-B6C4-D0F375F3A421}" type="pres">
      <dgm:prSet presAssocID="{4BAF1E0B-FE20-4089-B2AE-A73067B904E1}" presName="sibSpaceTwo" presStyleCnt="0"/>
      <dgm:spPr/>
    </dgm:pt>
    <dgm:pt modelId="{8F8E2896-9F12-44FD-88A1-30E7F287A26A}" type="pres">
      <dgm:prSet presAssocID="{876F8B5F-E087-4BEF-98A5-782B2C62FA6D}" presName="vertTwo" presStyleCnt="0"/>
      <dgm:spPr/>
    </dgm:pt>
    <dgm:pt modelId="{2F5E7556-9B3C-4C46-957F-D5DC1EFF6CE6}" type="pres">
      <dgm:prSet presAssocID="{876F8B5F-E087-4BEF-98A5-782B2C62FA6D}" presName="txTwo" presStyleLbl="node2" presStyleIdx="4" presStyleCnt="5">
        <dgm:presLayoutVars>
          <dgm:chPref val="3"/>
        </dgm:presLayoutVars>
      </dgm:prSet>
      <dgm:spPr/>
    </dgm:pt>
    <dgm:pt modelId="{626FCF13-A0F8-44E7-9A0F-5E7CBF256948}" type="pres">
      <dgm:prSet presAssocID="{876F8B5F-E087-4BEF-98A5-782B2C62FA6D}" presName="horzTwo" presStyleCnt="0"/>
      <dgm:spPr/>
    </dgm:pt>
  </dgm:ptLst>
  <dgm:cxnLst>
    <dgm:cxn modelId="{DD65C403-5232-4832-AFB1-E0EB7AE79342}" srcId="{E205F3A7-A891-4481-9367-2EA551DE7633}" destId="{876F8B5F-E087-4BEF-98A5-782B2C62FA6D}" srcOrd="4" destOrd="0" parTransId="{2004B418-108F-4589-9E07-C4CAFD956CA3}" sibTransId="{FB698BD8-663F-409A-8F38-BC16C8319E7A}"/>
    <dgm:cxn modelId="{EAEC6B2B-C724-4B89-878D-FABC75345081}" srcId="{E205F3A7-A891-4481-9367-2EA551DE7633}" destId="{0650BD5F-D8FC-4B75-96A4-F56DF90D4CC4}" srcOrd="1" destOrd="0" parTransId="{8F202DD3-2F6A-49FA-BC1D-5EB4D696254D}" sibTransId="{F40B41CE-69E5-4079-93A6-802104C056BD}"/>
    <dgm:cxn modelId="{6668AD3A-63D0-4A17-A4A2-95DAC49C3911}" type="presOf" srcId="{36220F2C-065A-4EC0-BF1E-2202DC2DF223}" destId="{5EA3CC39-02A2-41CD-B885-9EA9346C8CD5}" srcOrd="0" destOrd="0" presId="urn:microsoft.com/office/officeart/2005/8/layout/architecture"/>
    <dgm:cxn modelId="{B9E43D60-0458-4419-B986-54A8F970DF91}" srcId="{2E3FC081-C701-47C1-9042-9F675ACDDAAF}" destId="{E205F3A7-A891-4481-9367-2EA551DE7633}" srcOrd="0" destOrd="0" parTransId="{4DB0E819-812D-4A6F-B683-294BA5871F70}" sibTransId="{A801AA18-8635-4652-8814-D14066B1F902}"/>
    <dgm:cxn modelId="{EBB31F7A-BD8C-4DB5-9F3A-957FD560563C}" type="presOf" srcId="{E205F3A7-A891-4481-9367-2EA551DE7633}" destId="{2EB0D532-CC0A-4F79-83BD-2A4AFCA2C900}" srcOrd="0" destOrd="0" presId="urn:microsoft.com/office/officeart/2005/8/layout/architecture"/>
    <dgm:cxn modelId="{6F33F285-9A75-45CE-B1B8-C037F33F3AA3}" type="presOf" srcId="{6D4FCB09-604F-420B-B832-317B7B51A4DE}" destId="{553C3437-212D-4C5E-9384-E4B2ABE3E0C9}" srcOrd="0" destOrd="0" presId="urn:microsoft.com/office/officeart/2005/8/layout/architecture"/>
    <dgm:cxn modelId="{131B0891-07C6-4429-A5B1-C5A8BB8D49DA}" type="presOf" srcId="{2D198E13-A145-4D0C-9BCB-2B4304DE06CE}" destId="{EE1E40A0-1E22-4172-9B24-F95E43323452}" srcOrd="0" destOrd="0" presId="urn:microsoft.com/office/officeart/2005/8/layout/architecture"/>
    <dgm:cxn modelId="{03EBE3A4-E81D-456F-A7BF-FEE3074162BE}" type="presOf" srcId="{2E3FC081-C701-47C1-9042-9F675ACDDAAF}" destId="{F8205065-6FE5-4AE1-8105-A78496BAE4F6}" srcOrd="0" destOrd="0" presId="urn:microsoft.com/office/officeart/2005/8/layout/architecture"/>
    <dgm:cxn modelId="{668030AF-42B4-42D7-884E-622670A05C52}" srcId="{E205F3A7-A891-4481-9367-2EA551DE7633}" destId="{36220F2C-065A-4EC0-BF1E-2202DC2DF223}" srcOrd="2" destOrd="0" parTransId="{986170ED-523D-4E18-B0F0-25D11F1AE8C3}" sibTransId="{F0DCC0BF-D5C7-4D95-B34C-5AF74B3C8E63}"/>
    <dgm:cxn modelId="{23DCD9B3-04C1-47AD-A0FD-21263DEC4F37}" type="presOf" srcId="{876F8B5F-E087-4BEF-98A5-782B2C62FA6D}" destId="{2F5E7556-9B3C-4C46-957F-D5DC1EFF6CE6}" srcOrd="0" destOrd="0" presId="urn:microsoft.com/office/officeart/2005/8/layout/architecture"/>
    <dgm:cxn modelId="{FB5A82CE-6C7B-4362-B763-8AEE1886E498}" srcId="{E205F3A7-A891-4481-9367-2EA551DE7633}" destId="{6D4FCB09-604F-420B-B832-317B7B51A4DE}" srcOrd="3" destOrd="0" parTransId="{C35707BB-5BB3-4C7B-974B-A54C62C5AB1A}" sibTransId="{4BAF1E0B-FE20-4089-B2AE-A73067B904E1}"/>
    <dgm:cxn modelId="{65DB6ED5-E670-4FE2-8D6F-D793BA594161}" srcId="{E205F3A7-A891-4481-9367-2EA551DE7633}" destId="{2D198E13-A145-4D0C-9BCB-2B4304DE06CE}" srcOrd="0" destOrd="0" parTransId="{920AE1D8-6011-4367-8FC0-045FFE330F6E}" sibTransId="{A022416B-6738-4594-976C-F5047BCA7DCF}"/>
    <dgm:cxn modelId="{A8705DE7-C922-435A-8526-DF7DAA31C690}" type="presOf" srcId="{0650BD5F-D8FC-4B75-96A4-F56DF90D4CC4}" destId="{67CFD8AC-731D-4A8B-899F-82EB83F7EA5B}" srcOrd="0" destOrd="0" presId="urn:microsoft.com/office/officeart/2005/8/layout/architecture"/>
    <dgm:cxn modelId="{36EEEC18-677D-4163-8DA9-C907867754D3}" type="presParOf" srcId="{F8205065-6FE5-4AE1-8105-A78496BAE4F6}" destId="{8D4BA93B-A093-4D17-9F19-5C50679A2B46}" srcOrd="0" destOrd="0" presId="urn:microsoft.com/office/officeart/2005/8/layout/architecture"/>
    <dgm:cxn modelId="{1C2504D4-6E98-4C39-8DD5-6BD424E5BD2E}" type="presParOf" srcId="{8D4BA93B-A093-4D17-9F19-5C50679A2B46}" destId="{2EB0D532-CC0A-4F79-83BD-2A4AFCA2C900}" srcOrd="0" destOrd="0" presId="urn:microsoft.com/office/officeart/2005/8/layout/architecture"/>
    <dgm:cxn modelId="{FE97B000-9C2E-41B0-A54A-4E0BA5ED3A74}" type="presParOf" srcId="{8D4BA93B-A093-4D17-9F19-5C50679A2B46}" destId="{F930DAA0-60A6-4A6F-9EA2-9846136EC897}" srcOrd="1" destOrd="0" presId="urn:microsoft.com/office/officeart/2005/8/layout/architecture"/>
    <dgm:cxn modelId="{E474C2E2-7D8B-43E3-9D8A-7CF6391B3566}" type="presParOf" srcId="{8D4BA93B-A093-4D17-9F19-5C50679A2B46}" destId="{1B245DE6-7491-40B8-85F7-90B06FDF59F0}" srcOrd="2" destOrd="0" presId="urn:microsoft.com/office/officeart/2005/8/layout/architecture"/>
    <dgm:cxn modelId="{2FEB8939-E427-4D38-B468-79FB2CDA95B2}" type="presParOf" srcId="{1B245DE6-7491-40B8-85F7-90B06FDF59F0}" destId="{D992634E-10E0-43E2-A0FC-FF100EFEA211}" srcOrd="0" destOrd="0" presId="urn:microsoft.com/office/officeart/2005/8/layout/architecture"/>
    <dgm:cxn modelId="{0E733A7E-F7A3-4D3C-BCAB-550BB46D6A50}" type="presParOf" srcId="{D992634E-10E0-43E2-A0FC-FF100EFEA211}" destId="{EE1E40A0-1E22-4172-9B24-F95E43323452}" srcOrd="0" destOrd="0" presId="urn:microsoft.com/office/officeart/2005/8/layout/architecture"/>
    <dgm:cxn modelId="{27E6CC88-3B01-4E5D-9DA0-1B394B592B85}" type="presParOf" srcId="{D992634E-10E0-43E2-A0FC-FF100EFEA211}" destId="{5FFEA236-2FA4-48D5-A070-690CC17F2D83}" srcOrd="1" destOrd="0" presId="urn:microsoft.com/office/officeart/2005/8/layout/architecture"/>
    <dgm:cxn modelId="{7B52A82C-975B-498B-A1FE-B1F71D73471A}" type="presParOf" srcId="{1B245DE6-7491-40B8-85F7-90B06FDF59F0}" destId="{64502920-88ED-498A-A3AA-94B6689755FC}" srcOrd="1" destOrd="0" presId="urn:microsoft.com/office/officeart/2005/8/layout/architecture"/>
    <dgm:cxn modelId="{44A44D73-1BEF-4CDA-9FFA-055F339C987E}" type="presParOf" srcId="{1B245DE6-7491-40B8-85F7-90B06FDF59F0}" destId="{5EDB8351-7AC4-40CA-BA59-4EE28BD684DF}" srcOrd="2" destOrd="0" presId="urn:microsoft.com/office/officeart/2005/8/layout/architecture"/>
    <dgm:cxn modelId="{DDDA7B28-5FE5-49C6-9F22-73E3B915267A}" type="presParOf" srcId="{5EDB8351-7AC4-40CA-BA59-4EE28BD684DF}" destId="{67CFD8AC-731D-4A8B-899F-82EB83F7EA5B}" srcOrd="0" destOrd="0" presId="urn:microsoft.com/office/officeart/2005/8/layout/architecture"/>
    <dgm:cxn modelId="{27A187FF-EA9F-4FF8-A48A-7D7F070E5346}" type="presParOf" srcId="{5EDB8351-7AC4-40CA-BA59-4EE28BD684DF}" destId="{464D3EEC-0633-45AB-9BA5-DC238CFD0D46}" srcOrd="1" destOrd="0" presId="urn:microsoft.com/office/officeart/2005/8/layout/architecture"/>
    <dgm:cxn modelId="{56ED5BC4-8D24-4F87-97E6-D9610913E784}" type="presParOf" srcId="{1B245DE6-7491-40B8-85F7-90B06FDF59F0}" destId="{C7226DD5-DAA4-4570-8A47-F96BC76C7CD9}" srcOrd="3" destOrd="0" presId="urn:microsoft.com/office/officeart/2005/8/layout/architecture"/>
    <dgm:cxn modelId="{FDD6676A-58FE-421F-B251-3176DF919C69}" type="presParOf" srcId="{1B245DE6-7491-40B8-85F7-90B06FDF59F0}" destId="{77572956-CB53-408F-9265-D70CF8D2F0E6}" srcOrd="4" destOrd="0" presId="urn:microsoft.com/office/officeart/2005/8/layout/architecture"/>
    <dgm:cxn modelId="{A6366F08-6B11-466E-AFCF-0B7BF6BA0ADF}" type="presParOf" srcId="{77572956-CB53-408F-9265-D70CF8D2F0E6}" destId="{5EA3CC39-02A2-41CD-B885-9EA9346C8CD5}" srcOrd="0" destOrd="0" presId="urn:microsoft.com/office/officeart/2005/8/layout/architecture"/>
    <dgm:cxn modelId="{E3E8A13C-0003-4B05-AB75-655FDAC2348E}" type="presParOf" srcId="{77572956-CB53-408F-9265-D70CF8D2F0E6}" destId="{20101F6B-DB62-488A-9218-1B95FFD1A782}" srcOrd="1" destOrd="0" presId="urn:microsoft.com/office/officeart/2005/8/layout/architecture"/>
    <dgm:cxn modelId="{33B7DDD0-BFD0-4B87-8100-41C6AE097044}" type="presParOf" srcId="{1B245DE6-7491-40B8-85F7-90B06FDF59F0}" destId="{122E1429-0FC4-404A-9A35-6E8EDBB94161}" srcOrd="5" destOrd="0" presId="urn:microsoft.com/office/officeart/2005/8/layout/architecture"/>
    <dgm:cxn modelId="{382FAC96-E46D-404C-A340-9DBEC07A7DED}" type="presParOf" srcId="{1B245DE6-7491-40B8-85F7-90B06FDF59F0}" destId="{7037C9F4-9C2B-403C-93D5-0C8E60F03DA3}" srcOrd="6" destOrd="0" presId="urn:microsoft.com/office/officeart/2005/8/layout/architecture"/>
    <dgm:cxn modelId="{E6602D56-24E0-4064-9357-BCF799FD8A74}" type="presParOf" srcId="{7037C9F4-9C2B-403C-93D5-0C8E60F03DA3}" destId="{553C3437-212D-4C5E-9384-E4B2ABE3E0C9}" srcOrd="0" destOrd="0" presId="urn:microsoft.com/office/officeart/2005/8/layout/architecture"/>
    <dgm:cxn modelId="{51D768C9-1B15-438A-8C09-91B5310AF082}" type="presParOf" srcId="{7037C9F4-9C2B-403C-93D5-0C8E60F03DA3}" destId="{46FF8E47-3F48-4E7A-9AC3-B483759639AC}" srcOrd="1" destOrd="0" presId="urn:microsoft.com/office/officeart/2005/8/layout/architecture"/>
    <dgm:cxn modelId="{8A88A17D-B5DD-4872-BE95-AF2D50C16EAF}" type="presParOf" srcId="{1B245DE6-7491-40B8-85F7-90B06FDF59F0}" destId="{1AE4891C-0D78-45E9-B6C4-D0F375F3A421}" srcOrd="7" destOrd="0" presId="urn:microsoft.com/office/officeart/2005/8/layout/architecture"/>
    <dgm:cxn modelId="{4674F86A-7247-45C3-9CF6-86193F0470CB}" type="presParOf" srcId="{1B245DE6-7491-40B8-85F7-90B06FDF59F0}" destId="{8F8E2896-9F12-44FD-88A1-30E7F287A26A}" srcOrd="8" destOrd="0" presId="urn:microsoft.com/office/officeart/2005/8/layout/architecture"/>
    <dgm:cxn modelId="{633E82D1-E2E5-4B71-A812-D93468321AD7}" type="presParOf" srcId="{8F8E2896-9F12-44FD-88A1-30E7F287A26A}" destId="{2F5E7556-9B3C-4C46-957F-D5DC1EFF6CE6}" srcOrd="0" destOrd="0" presId="urn:microsoft.com/office/officeart/2005/8/layout/architecture"/>
    <dgm:cxn modelId="{ADC1230A-8CC4-4D29-9074-F04D3AAD1CA7}" type="presParOf" srcId="{8F8E2896-9F12-44FD-88A1-30E7F287A26A}" destId="{626FCF13-A0F8-44E7-9A0F-5E7CBF256948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41D46FB-336B-47FF-AB08-CCAEA6DB0F4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E5B805C-4BAF-488C-A3F5-DD4301EDA5C9}">
      <dgm:prSet/>
      <dgm:spPr/>
      <dgm:t>
        <a:bodyPr/>
        <a:lstStyle/>
        <a:p>
          <a:r>
            <a:rPr lang="en-IN" dirty="0"/>
            <a:t>Demand side: applications</a:t>
          </a:r>
        </a:p>
      </dgm:t>
    </dgm:pt>
    <dgm:pt modelId="{BE388324-146B-493C-8434-6EBA130F5482}" type="parTrans" cxnId="{C5085FE6-F2D7-4821-8B09-078F5AA31A4E}">
      <dgm:prSet/>
      <dgm:spPr/>
      <dgm:t>
        <a:bodyPr/>
        <a:lstStyle/>
        <a:p>
          <a:endParaRPr lang="en-IN"/>
        </a:p>
      </dgm:t>
    </dgm:pt>
    <dgm:pt modelId="{5DFAB386-4870-4E37-82BE-212A4A15D367}" type="sibTrans" cxnId="{C5085FE6-F2D7-4821-8B09-078F5AA31A4E}">
      <dgm:prSet/>
      <dgm:spPr/>
      <dgm:t>
        <a:bodyPr/>
        <a:lstStyle/>
        <a:p>
          <a:endParaRPr lang="en-IN"/>
        </a:p>
      </dgm:t>
    </dgm:pt>
    <dgm:pt modelId="{5DE725DD-83EB-4450-AAE8-6BBA53EA3617}">
      <dgm:prSet/>
      <dgm:spPr/>
      <dgm:t>
        <a:bodyPr/>
        <a:lstStyle/>
        <a:p>
          <a:r>
            <a:rPr lang="en-IN" dirty="0"/>
            <a:t>Applications come and go</a:t>
          </a:r>
        </a:p>
      </dgm:t>
    </dgm:pt>
    <dgm:pt modelId="{0C3721CD-68DC-4707-A171-AD21CB52378F}" type="parTrans" cxnId="{82C1AA29-A1FF-4337-ABEF-6CC81C0D247C}">
      <dgm:prSet/>
      <dgm:spPr/>
      <dgm:t>
        <a:bodyPr/>
        <a:lstStyle/>
        <a:p>
          <a:endParaRPr lang="en-IN"/>
        </a:p>
      </dgm:t>
    </dgm:pt>
    <dgm:pt modelId="{D230D312-2664-413A-B58D-7FF83D005974}" type="sibTrans" cxnId="{82C1AA29-A1FF-4337-ABEF-6CC81C0D247C}">
      <dgm:prSet/>
      <dgm:spPr/>
      <dgm:t>
        <a:bodyPr/>
        <a:lstStyle/>
        <a:p>
          <a:endParaRPr lang="en-IN"/>
        </a:p>
      </dgm:t>
    </dgm:pt>
    <dgm:pt modelId="{76ADAA06-C56F-448A-B178-22F21A403FE9}">
      <dgm:prSet/>
      <dgm:spPr/>
      <dgm:t>
        <a:bodyPr/>
        <a:lstStyle/>
        <a:p>
          <a:r>
            <a:rPr lang="en-US" dirty="0"/>
            <a:t>They might want to know what kind of sensors are around,</a:t>
          </a:r>
          <a:endParaRPr lang="en-IN" dirty="0"/>
        </a:p>
      </dgm:t>
    </dgm:pt>
    <dgm:pt modelId="{2EFA3540-C40B-433D-B3A2-CA05CB4BE3EC}" type="parTrans" cxnId="{ADC72B34-04DE-4EDE-A654-A50BFFC3723A}">
      <dgm:prSet/>
      <dgm:spPr/>
      <dgm:t>
        <a:bodyPr/>
        <a:lstStyle/>
        <a:p>
          <a:endParaRPr lang="en-IN"/>
        </a:p>
      </dgm:t>
    </dgm:pt>
    <dgm:pt modelId="{3D3E5A0C-C7A8-439C-882A-5EAB417CFFAA}" type="sibTrans" cxnId="{ADC72B34-04DE-4EDE-A654-A50BFFC3723A}">
      <dgm:prSet/>
      <dgm:spPr/>
      <dgm:t>
        <a:bodyPr/>
        <a:lstStyle/>
        <a:p>
          <a:endParaRPr lang="en-IN"/>
        </a:p>
      </dgm:t>
    </dgm:pt>
    <dgm:pt modelId="{AB46DEA9-A8CA-47E9-A9D4-5225EDE69232}">
      <dgm:prSet/>
      <dgm:spPr/>
      <dgm:t>
        <a:bodyPr/>
        <a:lstStyle/>
        <a:p>
          <a:r>
            <a:rPr lang="en-US" dirty="0"/>
            <a:t>They might be totally decoupled from sensors</a:t>
          </a:r>
          <a:endParaRPr lang="en-IN" dirty="0"/>
        </a:p>
      </dgm:t>
    </dgm:pt>
    <dgm:pt modelId="{BA5AE3C8-3101-461F-AB38-80DF0804C369}" type="parTrans" cxnId="{BF1AF654-E766-4F53-887A-8D420EB85C80}">
      <dgm:prSet/>
      <dgm:spPr/>
      <dgm:t>
        <a:bodyPr/>
        <a:lstStyle/>
        <a:p>
          <a:endParaRPr lang="en-IN"/>
        </a:p>
      </dgm:t>
    </dgm:pt>
    <dgm:pt modelId="{3BF33CB8-F879-4015-AC81-A9BD6B1A350D}" type="sibTrans" cxnId="{BF1AF654-E766-4F53-887A-8D420EB85C80}">
      <dgm:prSet/>
      <dgm:spPr/>
      <dgm:t>
        <a:bodyPr/>
        <a:lstStyle/>
        <a:p>
          <a:endParaRPr lang="en-IN"/>
        </a:p>
      </dgm:t>
    </dgm:pt>
    <dgm:pt modelId="{E71ACDE8-5964-472B-AB4B-2DEC038EC50F}">
      <dgm:prSet/>
      <dgm:spPr/>
      <dgm:t>
        <a:bodyPr/>
        <a:lstStyle/>
        <a:p>
          <a:r>
            <a:rPr lang="en-US" dirty="0"/>
            <a:t>They might have (static or dynamic) requirements</a:t>
          </a:r>
          <a:endParaRPr lang="en-IN" dirty="0"/>
        </a:p>
      </dgm:t>
    </dgm:pt>
    <dgm:pt modelId="{66EC9FEE-59FB-40C1-8700-082EFF60B4CE}" type="parTrans" cxnId="{7F02D807-BDD4-43B7-B987-8463416A5ACD}">
      <dgm:prSet/>
      <dgm:spPr/>
      <dgm:t>
        <a:bodyPr/>
        <a:lstStyle/>
        <a:p>
          <a:endParaRPr lang="en-IN"/>
        </a:p>
      </dgm:t>
    </dgm:pt>
    <dgm:pt modelId="{32C7E3DC-B3F3-4BE9-BD6E-F449EE76DCB0}" type="sibTrans" cxnId="{7F02D807-BDD4-43B7-B987-8463416A5ACD}">
      <dgm:prSet/>
      <dgm:spPr/>
      <dgm:t>
        <a:bodyPr/>
        <a:lstStyle/>
        <a:p>
          <a:endParaRPr lang="en-IN"/>
        </a:p>
      </dgm:t>
    </dgm:pt>
    <dgm:pt modelId="{05DA8FAC-A337-46B5-8D47-8054F41CE021}">
      <dgm:prSet/>
      <dgm:spPr/>
      <dgm:t>
        <a:bodyPr/>
        <a:lstStyle/>
        <a:p>
          <a:r>
            <a:rPr lang="en-US" dirty="0"/>
            <a:t>They might demand a ‘memory’ from the environment</a:t>
          </a:r>
        </a:p>
      </dgm:t>
    </dgm:pt>
    <dgm:pt modelId="{54CEA9A9-7ED4-4031-8AF5-3B2B6CA2DC6F}" type="parTrans" cxnId="{B7134AC9-D903-4BB8-A58B-FA52DAD252E4}">
      <dgm:prSet/>
      <dgm:spPr/>
      <dgm:t>
        <a:bodyPr/>
        <a:lstStyle/>
        <a:p>
          <a:endParaRPr lang="en-IN"/>
        </a:p>
      </dgm:t>
    </dgm:pt>
    <dgm:pt modelId="{9800752A-E8ED-450A-B671-E713B0D33815}" type="sibTrans" cxnId="{B7134AC9-D903-4BB8-A58B-FA52DAD252E4}">
      <dgm:prSet/>
      <dgm:spPr/>
      <dgm:t>
        <a:bodyPr/>
        <a:lstStyle/>
        <a:p>
          <a:endParaRPr lang="en-IN"/>
        </a:p>
      </dgm:t>
    </dgm:pt>
    <dgm:pt modelId="{B1F02937-D504-4C58-9C53-18C6BE5729B6}">
      <dgm:prSet/>
      <dgm:spPr/>
      <dgm:t>
        <a:bodyPr/>
        <a:lstStyle/>
        <a:p>
          <a:r>
            <a:rPr lang="en-US" dirty="0"/>
            <a:t>They might be interested in trends or summaries</a:t>
          </a:r>
          <a:endParaRPr lang="en-IN" dirty="0"/>
        </a:p>
      </dgm:t>
    </dgm:pt>
    <dgm:pt modelId="{843A5788-180F-4AF3-8D63-15C63AA7216F}" type="parTrans" cxnId="{8031C5C7-8AC3-4B24-8E71-7E2D770D3894}">
      <dgm:prSet/>
      <dgm:spPr/>
      <dgm:t>
        <a:bodyPr/>
        <a:lstStyle/>
        <a:p>
          <a:endParaRPr lang="en-IN"/>
        </a:p>
      </dgm:t>
    </dgm:pt>
    <dgm:pt modelId="{83007477-FA86-442A-B32F-792443835830}" type="sibTrans" cxnId="{8031C5C7-8AC3-4B24-8E71-7E2D770D3894}">
      <dgm:prSet/>
      <dgm:spPr/>
      <dgm:t>
        <a:bodyPr/>
        <a:lstStyle/>
        <a:p>
          <a:endParaRPr lang="en-IN"/>
        </a:p>
      </dgm:t>
    </dgm:pt>
    <dgm:pt modelId="{0568FE32-A6EF-4272-A23E-D7F93567E6B2}" type="pres">
      <dgm:prSet presAssocID="{241D46FB-336B-47FF-AB08-CCAEA6DB0F40}" presName="linear" presStyleCnt="0">
        <dgm:presLayoutVars>
          <dgm:dir/>
          <dgm:animLvl val="lvl"/>
          <dgm:resizeHandles val="exact"/>
        </dgm:presLayoutVars>
      </dgm:prSet>
      <dgm:spPr/>
    </dgm:pt>
    <dgm:pt modelId="{5ECDAB79-2172-43DD-BF4E-34325F163062}" type="pres">
      <dgm:prSet presAssocID="{5E5B805C-4BAF-488C-A3F5-DD4301EDA5C9}" presName="parentLin" presStyleCnt="0"/>
      <dgm:spPr/>
    </dgm:pt>
    <dgm:pt modelId="{FB392439-72C8-4604-A895-8D332888BA56}" type="pres">
      <dgm:prSet presAssocID="{5E5B805C-4BAF-488C-A3F5-DD4301EDA5C9}" presName="parentLeftMargin" presStyleLbl="node1" presStyleIdx="0" presStyleCnt="1"/>
      <dgm:spPr/>
    </dgm:pt>
    <dgm:pt modelId="{7B7BDB10-550D-40A9-B8AC-8845AD0C57FC}" type="pres">
      <dgm:prSet presAssocID="{5E5B805C-4BAF-488C-A3F5-DD4301EDA5C9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C356AE-0EF1-4AFD-8DBF-1DB01601703D}" type="pres">
      <dgm:prSet presAssocID="{5E5B805C-4BAF-488C-A3F5-DD4301EDA5C9}" presName="negativeSpace" presStyleCnt="0"/>
      <dgm:spPr/>
    </dgm:pt>
    <dgm:pt modelId="{366E2BF0-1452-40EA-A761-BC4C58218A39}" type="pres">
      <dgm:prSet presAssocID="{5E5B805C-4BAF-488C-A3F5-DD4301EDA5C9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7F02D807-BDD4-43B7-B987-8463416A5ACD}" srcId="{5E5B805C-4BAF-488C-A3F5-DD4301EDA5C9}" destId="{E71ACDE8-5964-472B-AB4B-2DEC038EC50F}" srcOrd="3" destOrd="0" parTransId="{66EC9FEE-59FB-40C1-8700-082EFF60B4CE}" sibTransId="{32C7E3DC-B3F3-4BE9-BD6E-F449EE76DCB0}"/>
    <dgm:cxn modelId="{6D6A5312-2785-421F-91CA-A70FBAC941F7}" type="presOf" srcId="{5E5B805C-4BAF-488C-A3F5-DD4301EDA5C9}" destId="{7B7BDB10-550D-40A9-B8AC-8845AD0C57FC}" srcOrd="1" destOrd="0" presId="urn:microsoft.com/office/officeart/2005/8/layout/list1"/>
    <dgm:cxn modelId="{73554918-654E-489B-9D98-F639F62E4189}" type="presOf" srcId="{76ADAA06-C56F-448A-B178-22F21A403FE9}" destId="{366E2BF0-1452-40EA-A761-BC4C58218A39}" srcOrd="0" destOrd="1" presId="urn:microsoft.com/office/officeart/2005/8/layout/list1"/>
    <dgm:cxn modelId="{82C1AA29-A1FF-4337-ABEF-6CC81C0D247C}" srcId="{5E5B805C-4BAF-488C-A3F5-DD4301EDA5C9}" destId="{5DE725DD-83EB-4450-AAE8-6BBA53EA3617}" srcOrd="0" destOrd="0" parTransId="{0C3721CD-68DC-4707-A171-AD21CB52378F}" sibTransId="{D230D312-2664-413A-B58D-7FF83D005974}"/>
    <dgm:cxn modelId="{ADC72B34-04DE-4EDE-A654-A50BFFC3723A}" srcId="{5E5B805C-4BAF-488C-A3F5-DD4301EDA5C9}" destId="{76ADAA06-C56F-448A-B178-22F21A403FE9}" srcOrd="1" destOrd="0" parTransId="{2EFA3540-C40B-433D-B3A2-CA05CB4BE3EC}" sibTransId="{3D3E5A0C-C7A8-439C-882A-5EAB417CFFAA}"/>
    <dgm:cxn modelId="{6BEDEE5D-BBAF-42FF-B56A-89E435838D2A}" type="presOf" srcId="{241D46FB-336B-47FF-AB08-CCAEA6DB0F40}" destId="{0568FE32-A6EF-4272-A23E-D7F93567E6B2}" srcOrd="0" destOrd="0" presId="urn:microsoft.com/office/officeart/2005/8/layout/list1"/>
    <dgm:cxn modelId="{206F5E64-DB1F-4890-8E2A-997FD1F2D35C}" type="presOf" srcId="{5E5B805C-4BAF-488C-A3F5-DD4301EDA5C9}" destId="{FB392439-72C8-4604-A895-8D332888BA56}" srcOrd="0" destOrd="0" presId="urn:microsoft.com/office/officeart/2005/8/layout/list1"/>
    <dgm:cxn modelId="{C8DC8B6F-8CBB-4CEE-A232-B9B9C89EACA9}" type="presOf" srcId="{AB46DEA9-A8CA-47E9-A9D4-5225EDE69232}" destId="{366E2BF0-1452-40EA-A761-BC4C58218A39}" srcOrd="0" destOrd="2" presId="urn:microsoft.com/office/officeart/2005/8/layout/list1"/>
    <dgm:cxn modelId="{BF1AF654-E766-4F53-887A-8D420EB85C80}" srcId="{5E5B805C-4BAF-488C-A3F5-DD4301EDA5C9}" destId="{AB46DEA9-A8CA-47E9-A9D4-5225EDE69232}" srcOrd="2" destOrd="0" parTransId="{BA5AE3C8-3101-461F-AB38-80DF0804C369}" sibTransId="{3BF33CB8-F879-4015-AC81-A9BD6B1A350D}"/>
    <dgm:cxn modelId="{EC5A218B-E98D-4DB0-81E8-D8327D418279}" type="presOf" srcId="{05DA8FAC-A337-46B5-8D47-8054F41CE021}" destId="{366E2BF0-1452-40EA-A761-BC4C58218A39}" srcOrd="0" destOrd="4" presId="urn:microsoft.com/office/officeart/2005/8/layout/list1"/>
    <dgm:cxn modelId="{8031C5C7-8AC3-4B24-8E71-7E2D770D3894}" srcId="{5E5B805C-4BAF-488C-A3F5-DD4301EDA5C9}" destId="{B1F02937-D504-4C58-9C53-18C6BE5729B6}" srcOrd="5" destOrd="0" parTransId="{843A5788-180F-4AF3-8D63-15C63AA7216F}" sibTransId="{83007477-FA86-442A-B32F-792443835830}"/>
    <dgm:cxn modelId="{B7134AC9-D903-4BB8-A58B-FA52DAD252E4}" srcId="{5E5B805C-4BAF-488C-A3F5-DD4301EDA5C9}" destId="{05DA8FAC-A337-46B5-8D47-8054F41CE021}" srcOrd="4" destOrd="0" parTransId="{54CEA9A9-7ED4-4031-8AF5-3B2B6CA2DC6F}" sibTransId="{9800752A-E8ED-450A-B671-E713B0D33815}"/>
    <dgm:cxn modelId="{673A69CB-6566-421D-80E2-B278CA7ED735}" type="presOf" srcId="{E71ACDE8-5964-472B-AB4B-2DEC038EC50F}" destId="{366E2BF0-1452-40EA-A761-BC4C58218A39}" srcOrd="0" destOrd="3" presId="urn:microsoft.com/office/officeart/2005/8/layout/list1"/>
    <dgm:cxn modelId="{AE570ADA-A71A-459B-99AD-A41E3BB069A9}" type="presOf" srcId="{5DE725DD-83EB-4450-AAE8-6BBA53EA3617}" destId="{366E2BF0-1452-40EA-A761-BC4C58218A39}" srcOrd="0" destOrd="0" presId="urn:microsoft.com/office/officeart/2005/8/layout/list1"/>
    <dgm:cxn modelId="{C5085FE6-F2D7-4821-8B09-078F5AA31A4E}" srcId="{241D46FB-336B-47FF-AB08-CCAEA6DB0F40}" destId="{5E5B805C-4BAF-488C-A3F5-DD4301EDA5C9}" srcOrd="0" destOrd="0" parTransId="{BE388324-146B-493C-8434-6EBA130F5482}" sibTransId="{5DFAB386-4870-4E37-82BE-212A4A15D367}"/>
    <dgm:cxn modelId="{C2247AF6-AEC5-46BB-B3CD-D767232E7158}" type="presOf" srcId="{B1F02937-D504-4C58-9C53-18C6BE5729B6}" destId="{366E2BF0-1452-40EA-A761-BC4C58218A39}" srcOrd="0" destOrd="5" presId="urn:microsoft.com/office/officeart/2005/8/layout/list1"/>
    <dgm:cxn modelId="{3B80FF73-4725-402E-9B49-C002905C8D91}" type="presParOf" srcId="{0568FE32-A6EF-4272-A23E-D7F93567E6B2}" destId="{5ECDAB79-2172-43DD-BF4E-34325F163062}" srcOrd="0" destOrd="0" presId="urn:microsoft.com/office/officeart/2005/8/layout/list1"/>
    <dgm:cxn modelId="{B4C810A8-F349-4D05-B69E-A04841587644}" type="presParOf" srcId="{5ECDAB79-2172-43DD-BF4E-34325F163062}" destId="{FB392439-72C8-4604-A895-8D332888BA56}" srcOrd="0" destOrd="0" presId="urn:microsoft.com/office/officeart/2005/8/layout/list1"/>
    <dgm:cxn modelId="{C8838946-A7E8-410C-99D4-25C53AF8940A}" type="presParOf" srcId="{5ECDAB79-2172-43DD-BF4E-34325F163062}" destId="{7B7BDB10-550D-40A9-B8AC-8845AD0C57FC}" srcOrd="1" destOrd="0" presId="urn:microsoft.com/office/officeart/2005/8/layout/list1"/>
    <dgm:cxn modelId="{1E579960-6A84-4558-83D9-943B27FAC65C}" type="presParOf" srcId="{0568FE32-A6EF-4272-A23E-D7F93567E6B2}" destId="{DFC356AE-0EF1-4AFD-8DBF-1DB01601703D}" srcOrd="1" destOrd="0" presId="urn:microsoft.com/office/officeart/2005/8/layout/list1"/>
    <dgm:cxn modelId="{A94F95B1-DE37-430E-B191-013BBF86AE4B}" type="presParOf" srcId="{0568FE32-A6EF-4272-A23E-D7F93567E6B2}" destId="{366E2BF0-1452-40EA-A761-BC4C58218A39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18F93B-EBD9-44E4-BFFB-ABADFBED9200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8772D290-BDD3-4F86-896E-2AAA65320BEE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IN" sz="3600" dirty="0">
              <a:latin typeface="Bahnschrift" panose="020B0502040204020203" pitchFamily="34" charset="0"/>
            </a:rPr>
            <a:t>Health industry</a:t>
          </a:r>
        </a:p>
      </dgm:t>
    </dgm:pt>
    <dgm:pt modelId="{D301AED6-1564-489D-8437-7E1458FD3293}" type="parTrans" cxnId="{51220A04-3BEC-47A4-A77B-90C8A50AB447}">
      <dgm:prSet/>
      <dgm:spPr/>
      <dgm:t>
        <a:bodyPr/>
        <a:lstStyle/>
        <a:p>
          <a:endParaRPr lang="en-IN" sz="3600">
            <a:latin typeface="Bahnschrift" panose="020B0502040204020203" pitchFamily="34" charset="0"/>
          </a:endParaRPr>
        </a:p>
      </dgm:t>
    </dgm:pt>
    <dgm:pt modelId="{A76CA57A-CFCD-4FDC-9A68-D8566274C60E}" type="sibTrans" cxnId="{51220A04-3BEC-47A4-A77B-90C8A50AB447}">
      <dgm:prSet/>
      <dgm:spPr/>
      <dgm:t>
        <a:bodyPr/>
        <a:lstStyle/>
        <a:p>
          <a:endParaRPr lang="en-IN" sz="3600">
            <a:latin typeface="Bahnschrift" panose="020B0502040204020203" pitchFamily="34" charset="0"/>
          </a:endParaRPr>
        </a:p>
      </dgm:t>
    </dgm:pt>
    <dgm:pt modelId="{7FBCA5E4-8C7F-480D-BF1A-A32212C37DED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IN" sz="3600" dirty="0">
              <a:latin typeface="Bahnschrift" panose="020B0502040204020203" pitchFamily="34" charset="0"/>
            </a:rPr>
            <a:t>Weather prediction</a:t>
          </a:r>
        </a:p>
      </dgm:t>
    </dgm:pt>
    <dgm:pt modelId="{0CA38532-790C-46BF-AF50-F7EED6051F7F}" type="parTrans" cxnId="{5B3657AA-80BD-420E-862C-21179459C571}">
      <dgm:prSet/>
      <dgm:spPr/>
      <dgm:t>
        <a:bodyPr/>
        <a:lstStyle/>
        <a:p>
          <a:endParaRPr lang="en-IN" sz="3600">
            <a:latin typeface="Bahnschrift" panose="020B0502040204020203" pitchFamily="34" charset="0"/>
          </a:endParaRPr>
        </a:p>
      </dgm:t>
    </dgm:pt>
    <dgm:pt modelId="{5D8CC016-F6DF-42B9-8F52-FC8C1D194469}" type="sibTrans" cxnId="{5B3657AA-80BD-420E-862C-21179459C571}">
      <dgm:prSet/>
      <dgm:spPr/>
      <dgm:t>
        <a:bodyPr/>
        <a:lstStyle/>
        <a:p>
          <a:endParaRPr lang="en-IN" sz="3600">
            <a:latin typeface="Bahnschrift" panose="020B0502040204020203" pitchFamily="34" charset="0"/>
          </a:endParaRPr>
        </a:p>
      </dgm:t>
    </dgm:pt>
    <dgm:pt modelId="{DE278E70-DD1D-410B-AEF3-A3F2B532A314}">
      <dgm:prSet custT="1"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IN" sz="3600">
              <a:latin typeface="Bahnschrift" panose="020B0502040204020203" pitchFamily="34" charset="0"/>
            </a:rPr>
            <a:t>Sound analysis</a:t>
          </a:r>
          <a:endParaRPr lang="en-IN" sz="3600" dirty="0">
            <a:latin typeface="Bahnschrift" panose="020B0502040204020203" pitchFamily="34" charset="0"/>
          </a:endParaRPr>
        </a:p>
      </dgm:t>
    </dgm:pt>
    <dgm:pt modelId="{6C5FE059-DA5C-4116-ABC7-8218BC5D0FC3}" type="parTrans" cxnId="{7FAEF1C3-D6C4-40CF-81E0-438D1D193E60}">
      <dgm:prSet/>
      <dgm:spPr/>
      <dgm:t>
        <a:bodyPr/>
        <a:lstStyle/>
        <a:p>
          <a:endParaRPr lang="en-IN" sz="3600">
            <a:latin typeface="Bahnschrift" panose="020B0502040204020203" pitchFamily="34" charset="0"/>
          </a:endParaRPr>
        </a:p>
      </dgm:t>
    </dgm:pt>
    <dgm:pt modelId="{377FA561-42F0-45F3-A00D-D5515AAA5484}" type="sibTrans" cxnId="{7FAEF1C3-D6C4-40CF-81E0-438D1D193E60}">
      <dgm:prSet/>
      <dgm:spPr/>
      <dgm:t>
        <a:bodyPr/>
        <a:lstStyle/>
        <a:p>
          <a:endParaRPr lang="en-IN" sz="3600">
            <a:latin typeface="Bahnschrift" panose="020B0502040204020203" pitchFamily="34" charset="0"/>
          </a:endParaRPr>
        </a:p>
      </dgm:t>
    </dgm:pt>
    <dgm:pt modelId="{742AAA77-8924-43AF-9509-7432092BE30A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IN" sz="3600" dirty="0">
              <a:latin typeface="Bahnschrift" panose="020B0502040204020203" pitchFamily="34" charset="0"/>
            </a:rPr>
            <a:t>Video streaming</a:t>
          </a:r>
        </a:p>
      </dgm:t>
    </dgm:pt>
    <dgm:pt modelId="{DE42B435-5EB0-4D1F-9550-AC1E86007856}" type="parTrans" cxnId="{D2EAD7A9-592A-402F-9589-378A31D9D51A}">
      <dgm:prSet/>
      <dgm:spPr/>
      <dgm:t>
        <a:bodyPr/>
        <a:lstStyle/>
        <a:p>
          <a:endParaRPr lang="en-IN" sz="3600">
            <a:latin typeface="Bahnschrift" panose="020B0502040204020203" pitchFamily="34" charset="0"/>
          </a:endParaRPr>
        </a:p>
      </dgm:t>
    </dgm:pt>
    <dgm:pt modelId="{8279BA40-58E5-4239-B4ED-3EFB7694B3AF}" type="sibTrans" cxnId="{D2EAD7A9-592A-402F-9589-378A31D9D51A}">
      <dgm:prSet/>
      <dgm:spPr/>
      <dgm:t>
        <a:bodyPr/>
        <a:lstStyle/>
        <a:p>
          <a:endParaRPr lang="en-IN" sz="3600">
            <a:latin typeface="Bahnschrift" panose="020B0502040204020203" pitchFamily="34" charset="0"/>
          </a:endParaRPr>
        </a:p>
      </dgm:t>
    </dgm:pt>
    <dgm:pt modelId="{A6258C2E-01AB-4656-9D42-1ADEA6DDEBCF}" type="pres">
      <dgm:prSet presAssocID="{AC18F93B-EBD9-44E4-BFFB-ABADFBED9200}" presName="diagram" presStyleCnt="0">
        <dgm:presLayoutVars>
          <dgm:dir/>
          <dgm:resizeHandles val="exact"/>
        </dgm:presLayoutVars>
      </dgm:prSet>
      <dgm:spPr/>
    </dgm:pt>
    <dgm:pt modelId="{C13F7D40-C988-4A14-8420-9F6438C5E18D}" type="pres">
      <dgm:prSet presAssocID="{8772D290-BDD3-4F86-896E-2AAA65320BEE}" presName="node" presStyleLbl="node1" presStyleIdx="0" presStyleCnt="4">
        <dgm:presLayoutVars>
          <dgm:bulletEnabled val="1"/>
        </dgm:presLayoutVars>
      </dgm:prSet>
      <dgm:spPr/>
    </dgm:pt>
    <dgm:pt modelId="{B079D482-F877-4889-BF33-DFE553A71E43}" type="pres">
      <dgm:prSet presAssocID="{A76CA57A-CFCD-4FDC-9A68-D8566274C60E}" presName="sibTrans" presStyleCnt="0"/>
      <dgm:spPr/>
    </dgm:pt>
    <dgm:pt modelId="{9FE8F221-7C90-4804-AFA1-7194C57A1D9D}" type="pres">
      <dgm:prSet presAssocID="{7FBCA5E4-8C7F-480D-BF1A-A32212C37DED}" presName="node" presStyleLbl="node1" presStyleIdx="1" presStyleCnt="4">
        <dgm:presLayoutVars>
          <dgm:bulletEnabled val="1"/>
        </dgm:presLayoutVars>
      </dgm:prSet>
      <dgm:spPr/>
    </dgm:pt>
    <dgm:pt modelId="{A2630AC3-5C9E-49EB-BB19-4641773C6618}" type="pres">
      <dgm:prSet presAssocID="{5D8CC016-F6DF-42B9-8F52-FC8C1D194469}" presName="sibTrans" presStyleCnt="0"/>
      <dgm:spPr/>
    </dgm:pt>
    <dgm:pt modelId="{BF0A5B69-387F-4E01-8D45-C587D36272D1}" type="pres">
      <dgm:prSet presAssocID="{DE278E70-DD1D-410B-AEF3-A3F2B532A314}" presName="node" presStyleLbl="node1" presStyleIdx="2" presStyleCnt="4">
        <dgm:presLayoutVars>
          <dgm:bulletEnabled val="1"/>
        </dgm:presLayoutVars>
      </dgm:prSet>
      <dgm:spPr/>
    </dgm:pt>
    <dgm:pt modelId="{B2DCB3D1-3AF1-47C1-A820-89F47D64505B}" type="pres">
      <dgm:prSet presAssocID="{377FA561-42F0-45F3-A00D-D5515AAA5484}" presName="sibTrans" presStyleCnt="0"/>
      <dgm:spPr/>
    </dgm:pt>
    <dgm:pt modelId="{8575913C-7136-4CFB-B454-DACFCF2E7FD1}" type="pres">
      <dgm:prSet presAssocID="{742AAA77-8924-43AF-9509-7432092BE30A}" presName="node" presStyleLbl="node1" presStyleIdx="3" presStyleCnt="4">
        <dgm:presLayoutVars>
          <dgm:bulletEnabled val="1"/>
        </dgm:presLayoutVars>
      </dgm:prSet>
      <dgm:spPr/>
    </dgm:pt>
  </dgm:ptLst>
  <dgm:cxnLst>
    <dgm:cxn modelId="{51220A04-3BEC-47A4-A77B-90C8A50AB447}" srcId="{AC18F93B-EBD9-44E4-BFFB-ABADFBED9200}" destId="{8772D290-BDD3-4F86-896E-2AAA65320BEE}" srcOrd="0" destOrd="0" parTransId="{D301AED6-1564-489D-8437-7E1458FD3293}" sibTransId="{A76CA57A-CFCD-4FDC-9A68-D8566274C60E}"/>
    <dgm:cxn modelId="{63D0500D-3135-461A-93A1-8C6E30423769}" type="presOf" srcId="{7FBCA5E4-8C7F-480D-BF1A-A32212C37DED}" destId="{9FE8F221-7C90-4804-AFA1-7194C57A1D9D}" srcOrd="0" destOrd="0" presId="urn:microsoft.com/office/officeart/2005/8/layout/default"/>
    <dgm:cxn modelId="{BB82C25D-6E84-48EC-B67A-257E47379338}" type="presOf" srcId="{8772D290-BDD3-4F86-896E-2AAA65320BEE}" destId="{C13F7D40-C988-4A14-8420-9F6438C5E18D}" srcOrd="0" destOrd="0" presId="urn:microsoft.com/office/officeart/2005/8/layout/default"/>
    <dgm:cxn modelId="{1A989F77-0B17-4D21-8585-BC12F86CC36D}" type="presOf" srcId="{742AAA77-8924-43AF-9509-7432092BE30A}" destId="{8575913C-7136-4CFB-B454-DACFCF2E7FD1}" srcOrd="0" destOrd="0" presId="urn:microsoft.com/office/officeart/2005/8/layout/default"/>
    <dgm:cxn modelId="{96C35E58-02BA-41B8-9568-7D068063D676}" type="presOf" srcId="{AC18F93B-EBD9-44E4-BFFB-ABADFBED9200}" destId="{A6258C2E-01AB-4656-9D42-1ADEA6DDEBCF}" srcOrd="0" destOrd="0" presId="urn:microsoft.com/office/officeart/2005/8/layout/default"/>
    <dgm:cxn modelId="{0BCAF19E-7499-423C-B257-8AE40D2C229E}" type="presOf" srcId="{DE278E70-DD1D-410B-AEF3-A3F2B532A314}" destId="{BF0A5B69-387F-4E01-8D45-C587D36272D1}" srcOrd="0" destOrd="0" presId="urn:microsoft.com/office/officeart/2005/8/layout/default"/>
    <dgm:cxn modelId="{D2EAD7A9-592A-402F-9589-378A31D9D51A}" srcId="{AC18F93B-EBD9-44E4-BFFB-ABADFBED9200}" destId="{742AAA77-8924-43AF-9509-7432092BE30A}" srcOrd="3" destOrd="0" parTransId="{DE42B435-5EB0-4D1F-9550-AC1E86007856}" sibTransId="{8279BA40-58E5-4239-B4ED-3EFB7694B3AF}"/>
    <dgm:cxn modelId="{5B3657AA-80BD-420E-862C-21179459C571}" srcId="{AC18F93B-EBD9-44E4-BFFB-ABADFBED9200}" destId="{7FBCA5E4-8C7F-480D-BF1A-A32212C37DED}" srcOrd="1" destOrd="0" parTransId="{0CA38532-790C-46BF-AF50-F7EED6051F7F}" sibTransId="{5D8CC016-F6DF-42B9-8F52-FC8C1D194469}"/>
    <dgm:cxn modelId="{7FAEF1C3-D6C4-40CF-81E0-438D1D193E60}" srcId="{AC18F93B-EBD9-44E4-BFFB-ABADFBED9200}" destId="{DE278E70-DD1D-410B-AEF3-A3F2B532A314}" srcOrd="2" destOrd="0" parTransId="{6C5FE059-DA5C-4116-ABC7-8218BC5D0FC3}" sibTransId="{377FA561-42F0-45F3-A00D-D5515AAA5484}"/>
    <dgm:cxn modelId="{9E30A518-8F9C-44DC-941D-787DFB32F82E}" type="presParOf" srcId="{A6258C2E-01AB-4656-9D42-1ADEA6DDEBCF}" destId="{C13F7D40-C988-4A14-8420-9F6438C5E18D}" srcOrd="0" destOrd="0" presId="urn:microsoft.com/office/officeart/2005/8/layout/default"/>
    <dgm:cxn modelId="{C6CC7288-49B3-4D00-BC12-D18C1A1092DB}" type="presParOf" srcId="{A6258C2E-01AB-4656-9D42-1ADEA6DDEBCF}" destId="{B079D482-F877-4889-BF33-DFE553A71E43}" srcOrd="1" destOrd="0" presId="urn:microsoft.com/office/officeart/2005/8/layout/default"/>
    <dgm:cxn modelId="{243D8F28-62D3-4217-A4EE-359923A791FE}" type="presParOf" srcId="{A6258C2E-01AB-4656-9D42-1ADEA6DDEBCF}" destId="{9FE8F221-7C90-4804-AFA1-7194C57A1D9D}" srcOrd="2" destOrd="0" presId="urn:microsoft.com/office/officeart/2005/8/layout/default"/>
    <dgm:cxn modelId="{A815CA07-DE54-412D-8FA1-B0B10FF41F9C}" type="presParOf" srcId="{A6258C2E-01AB-4656-9D42-1ADEA6DDEBCF}" destId="{A2630AC3-5C9E-49EB-BB19-4641773C6618}" srcOrd="3" destOrd="0" presId="urn:microsoft.com/office/officeart/2005/8/layout/default"/>
    <dgm:cxn modelId="{08E29573-87C1-4A96-A2B4-9C7A2679D9B1}" type="presParOf" srcId="{A6258C2E-01AB-4656-9D42-1ADEA6DDEBCF}" destId="{BF0A5B69-387F-4E01-8D45-C587D36272D1}" srcOrd="4" destOrd="0" presId="urn:microsoft.com/office/officeart/2005/8/layout/default"/>
    <dgm:cxn modelId="{3461C3B6-9A1A-496D-9DEB-28F5E5EEE138}" type="presParOf" srcId="{A6258C2E-01AB-4656-9D42-1ADEA6DDEBCF}" destId="{B2DCB3D1-3AF1-47C1-A820-89F47D64505B}" srcOrd="5" destOrd="0" presId="urn:microsoft.com/office/officeart/2005/8/layout/default"/>
    <dgm:cxn modelId="{47FD2B19-9323-47D2-9376-8460B31D5671}" type="presParOf" srcId="{A6258C2E-01AB-4656-9D42-1ADEA6DDEBCF}" destId="{8575913C-7136-4CFB-B454-DACFCF2E7FD1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7A14EF-665D-4C22-95BA-FDC3039C1EE1}">
      <dsp:nvSpPr>
        <dsp:cNvPr id="0" name=""/>
        <dsp:cNvSpPr/>
      </dsp:nvSpPr>
      <dsp:spPr>
        <a:xfrm>
          <a:off x="1316195" y="0"/>
          <a:ext cx="5003800" cy="5003800"/>
        </a:xfrm>
        <a:prstGeom prst="triangle">
          <a:avLst/>
        </a:prstGeom>
        <a:solidFill>
          <a:schemeClr val="tx1">
            <a:lumMod val="75000"/>
            <a:lumOff val="2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E4BC636-0839-4203-B814-1602EBEF85FF}">
      <dsp:nvSpPr>
        <dsp:cNvPr id="0" name=""/>
        <dsp:cNvSpPr/>
      </dsp:nvSpPr>
      <dsp:spPr>
        <a:xfrm>
          <a:off x="3818096" y="503067"/>
          <a:ext cx="3252470" cy="118449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rgbClr val="26262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Bahnschrift" panose="020B0502040204020203" pitchFamily="34" charset="0"/>
            </a:rPr>
            <a:t>measurement system errors</a:t>
          </a:r>
        </a:p>
      </dsp:txBody>
      <dsp:txXfrm>
        <a:off x="3875918" y="560889"/>
        <a:ext cx="3136826" cy="1068849"/>
      </dsp:txXfrm>
    </dsp:sp>
    <dsp:sp modelId="{EE5B1A55-904F-4580-8F1E-7188A7B67C56}">
      <dsp:nvSpPr>
        <dsp:cNvPr id="0" name=""/>
        <dsp:cNvSpPr/>
      </dsp:nvSpPr>
      <dsp:spPr>
        <a:xfrm>
          <a:off x="3818096" y="1835622"/>
          <a:ext cx="3252470" cy="118449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rgbClr val="26262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Bahnschrift" panose="020B0502040204020203" pitchFamily="34" charset="0"/>
            </a:rPr>
            <a:t>noise</a:t>
          </a:r>
        </a:p>
      </dsp:txBody>
      <dsp:txXfrm>
        <a:off x="3875918" y="1893444"/>
        <a:ext cx="3136826" cy="1068849"/>
      </dsp:txXfrm>
    </dsp:sp>
    <dsp:sp modelId="{135B76DD-85D0-4278-B823-735CAB7AA84E}">
      <dsp:nvSpPr>
        <dsp:cNvPr id="0" name=""/>
        <dsp:cNvSpPr/>
      </dsp:nvSpPr>
      <dsp:spPr>
        <a:xfrm>
          <a:off x="3818096" y="3168177"/>
          <a:ext cx="3252470" cy="118449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rgbClr val="26262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Bahnschrift" panose="020B0502040204020203" pitchFamily="34" charset="0"/>
            </a:rPr>
            <a:t>uncontrolled conditions</a:t>
          </a:r>
          <a:endParaRPr lang="en-IN" sz="2800" kern="1200" dirty="0">
            <a:latin typeface="Bahnschrift" panose="020B0502040204020203" pitchFamily="34" charset="0"/>
          </a:endParaRPr>
        </a:p>
      </dsp:txBody>
      <dsp:txXfrm>
        <a:off x="3875918" y="3225999"/>
        <a:ext cx="3136826" cy="10688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B0D532-CC0A-4F79-83BD-2A4AFCA2C900}">
      <dsp:nvSpPr>
        <dsp:cNvPr id="0" name=""/>
        <dsp:cNvSpPr/>
      </dsp:nvSpPr>
      <dsp:spPr>
        <a:xfrm>
          <a:off x="3366" y="3172191"/>
          <a:ext cx="8380029" cy="588566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Bahnschrift" panose="020B0502040204020203" pitchFamily="34" charset="0"/>
            </a:rPr>
            <a:t>A couple of remarks to sketch the situation:</a:t>
          </a:r>
        </a:p>
      </dsp:txBody>
      <dsp:txXfrm>
        <a:off x="20605" y="3189430"/>
        <a:ext cx="8345551" cy="554088"/>
      </dsp:txXfrm>
    </dsp:sp>
    <dsp:sp modelId="{EE1E40A0-1E22-4172-9B24-F95E43323452}">
      <dsp:nvSpPr>
        <dsp:cNvPr id="0" name=""/>
        <dsp:cNvSpPr/>
      </dsp:nvSpPr>
      <dsp:spPr>
        <a:xfrm>
          <a:off x="3366" y="2007"/>
          <a:ext cx="1570470" cy="2818399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Bahnschrift" panose="020B0502040204020203" pitchFamily="34" charset="0"/>
            </a:rPr>
            <a:t>Sensors come and sensors go.</a:t>
          </a:r>
        </a:p>
      </dsp:txBody>
      <dsp:txXfrm>
        <a:off x="49363" y="48004"/>
        <a:ext cx="1478476" cy="2726405"/>
      </dsp:txXfrm>
    </dsp:sp>
    <dsp:sp modelId="{67CFD8AC-731D-4A8B-899F-82EB83F7EA5B}">
      <dsp:nvSpPr>
        <dsp:cNvPr id="0" name=""/>
        <dsp:cNvSpPr/>
      </dsp:nvSpPr>
      <dsp:spPr>
        <a:xfrm>
          <a:off x="1705756" y="2007"/>
          <a:ext cx="1570470" cy="2818399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Bahnschrift" panose="020B0502040204020203" pitchFamily="34" charset="0"/>
            </a:rPr>
            <a:t>Sensors do not produce clean data.</a:t>
          </a:r>
        </a:p>
      </dsp:txBody>
      <dsp:txXfrm>
        <a:off x="1751753" y="48004"/>
        <a:ext cx="1478476" cy="2726405"/>
      </dsp:txXfrm>
    </dsp:sp>
    <dsp:sp modelId="{5EA3CC39-02A2-41CD-B885-9EA9346C8CD5}">
      <dsp:nvSpPr>
        <dsp:cNvPr id="0" name=""/>
        <dsp:cNvSpPr/>
      </dsp:nvSpPr>
      <dsp:spPr>
        <a:xfrm>
          <a:off x="3408145" y="2007"/>
          <a:ext cx="1570470" cy="2818399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Bahnschrift" panose="020B0502040204020203" pitchFamily="34" charset="0"/>
            </a:rPr>
            <a:t>The same sensor may be used for different purposes</a:t>
          </a:r>
          <a:endParaRPr lang="en-US" sz="2000" kern="1200" dirty="0">
            <a:latin typeface="Bahnschrift" panose="020B0502040204020203" pitchFamily="34" charset="0"/>
          </a:endParaRPr>
        </a:p>
      </dsp:txBody>
      <dsp:txXfrm>
        <a:off x="3454142" y="48004"/>
        <a:ext cx="1478476" cy="2726405"/>
      </dsp:txXfrm>
    </dsp:sp>
    <dsp:sp modelId="{553C3437-212D-4C5E-9384-E4B2ABE3E0C9}">
      <dsp:nvSpPr>
        <dsp:cNvPr id="0" name=""/>
        <dsp:cNvSpPr/>
      </dsp:nvSpPr>
      <dsp:spPr>
        <a:xfrm>
          <a:off x="5110535" y="2007"/>
          <a:ext cx="1570470" cy="2818399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Bahnschrift" panose="020B0502040204020203" pitchFamily="34" charset="0"/>
            </a:rPr>
            <a:t>The data rate and latency may differ greatly between sensors/algorithms, and over time. </a:t>
          </a:r>
        </a:p>
      </dsp:txBody>
      <dsp:txXfrm>
        <a:off x="5156532" y="48004"/>
        <a:ext cx="1478476" cy="2726405"/>
      </dsp:txXfrm>
    </dsp:sp>
    <dsp:sp modelId="{2F5E7556-9B3C-4C46-957F-D5DC1EFF6CE6}">
      <dsp:nvSpPr>
        <dsp:cNvPr id="0" name=""/>
        <dsp:cNvSpPr/>
      </dsp:nvSpPr>
      <dsp:spPr>
        <a:xfrm>
          <a:off x="6812925" y="2007"/>
          <a:ext cx="1570470" cy="2818399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Bahnschrift" panose="020B0502040204020203" pitchFamily="34" charset="0"/>
            </a:rPr>
            <a:t>They might only produce data “on demand”</a:t>
          </a:r>
          <a:endParaRPr lang="en-IN" sz="2000" kern="1200" dirty="0">
            <a:latin typeface="Bahnschrift" panose="020B0502040204020203" pitchFamily="34" charset="0"/>
          </a:endParaRPr>
        </a:p>
      </dsp:txBody>
      <dsp:txXfrm>
        <a:off x="6858922" y="48004"/>
        <a:ext cx="1478476" cy="27264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6E2BF0-1452-40EA-A761-BC4C58218A39}">
      <dsp:nvSpPr>
        <dsp:cNvPr id="0" name=""/>
        <dsp:cNvSpPr/>
      </dsp:nvSpPr>
      <dsp:spPr>
        <a:xfrm>
          <a:off x="0" y="447334"/>
          <a:ext cx="8386762" cy="4507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906" tIns="562356" rIns="650906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700" kern="1200" dirty="0"/>
            <a:t>Applications come and go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They might want to know what kind of sensors are around,</a:t>
          </a:r>
          <a:endParaRPr lang="en-IN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They might be totally decoupled from sensors</a:t>
          </a:r>
          <a:endParaRPr lang="en-IN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They might have (static or dynamic) requirements</a:t>
          </a:r>
          <a:endParaRPr lang="en-IN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They might demand a ‘memory’ from the environment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They might be interested in trends or summaries</a:t>
          </a:r>
          <a:endParaRPr lang="en-IN" sz="2700" kern="1200" dirty="0"/>
        </a:p>
      </dsp:txBody>
      <dsp:txXfrm>
        <a:off x="0" y="447334"/>
        <a:ext cx="8386762" cy="4507650"/>
      </dsp:txXfrm>
    </dsp:sp>
    <dsp:sp modelId="{7B7BDB10-550D-40A9-B8AC-8845AD0C57FC}">
      <dsp:nvSpPr>
        <dsp:cNvPr id="0" name=""/>
        <dsp:cNvSpPr/>
      </dsp:nvSpPr>
      <dsp:spPr>
        <a:xfrm>
          <a:off x="419338" y="48814"/>
          <a:ext cx="5870733" cy="797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1900" tIns="0" rIns="221900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Demand side: applications</a:t>
          </a:r>
        </a:p>
      </dsp:txBody>
      <dsp:txXfrm>
        <a:off x="458246" y="87722"/>
        <a:ext cx="5792917" cy="7192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3F7D40-C988-4A14-8420-9F6438C5E18D}">
      <dsp:nvSpPr>
        <dsp:cNvPr id="0" name=""/>
        <dsp:cNvSpPr/>
      </dsp:nvSpPr>
      <dsp:spPr>
        <a:xfrm>
          <a:off x="817" y="82070"/>
          <a:ext cx="3187631" cy="1912578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>
              <a:latin typeface="Bahnschrift" panose="020B0502040204020203" pitchFamily="34" charset="0"/>
            </a:rPr>
            <a:t>Health industry</a:t>
          </a:r>
        </a:p>
      </dsp:txBody>
      <dsp:txXfrm>
        <a:off x="817" y="82070"/>
        <a:ext cx="3187631" cy="1912578"/>
      </dsp:txXfrm>
    </dsp:sp>
    <dsp:sp modelId="{9FE8F221-7C90-4804-AFA1-7194C57A1D9D}">
      <dsp:nvSpPr>
        <dsp:cNvPr id="0" name=""/>
        <dsp:cNvSpPr/>
      </dsp:nvSpPr>
      <dsp:spPr>
        <a:xfrm>
          <a:off x="3507212" y="82070"/>
          <a:ext cx="3187631" cy="1912578"/>
        </a:xfrm>
        <a:prstGeom prst="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>
              <a:latin typeface="Bahnschrift" panose="020B0502040204020203" pitchFamily="34" charset="0"/>
            </a:rPr>
            <a:t>Weather prediction</a:t>
          </a:r>
        </a:p>
      </dsp:txBody>
      <dsp:txXfrm>
        <a:off x="3507212" y="82070"/>
        <a:ext cx="3187631" cy="1912578"/>
      </dsp:txXfrm>
    </dsp:sp>
    <dsp:sp modelId="{BF0A5B69-387F-4E01-8D45-C587D36272D1}">
      <dsp:nvSpPr>
        <dsp:cNvPr id="0" name=""/>
        <dsp:cNvSpPr/>
      </dsp:nvSpPr>
      <dsp:spPr>
        <a:xfrm>
          <a:off x="817" y="2313412"/>
          <a:ext cx="3187631" cy="1912578"/>
        </a:xfrm>
        <a:prstGeom prst="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>
              <a:latin typeface="Bahnschrift" panose="020B0502040204020203" pitchFamily="34" charset="0"/>
            </a:rPr>
            <a:t>Sound analysis</a:t>
          </a:r>
          <a:endParaRPr lang="en-IN" sz="3600" kern="1200" dirty="0">
            <a:latin typeface="Bahnschrift" panose="020B0502040204020203" pitchFamily="34" charset="0"/>
          </a:endParaRPr>
        </a:p>
      </dsp:txBody>
      <dsp:txXfrm>
        <a:off x="817" y="2313412"/>
        <a:ext cx="3187631" cy="1912578"/>
      </dsp:txXfrm>
    </dsp:sp>
    <dsp:sp modelId="{8575913C-7136-4CFB-B454-DACFCF2E7FD1}">
      <dsp:nvSpPr>
        <dsp:cNvPr id="0" name=""/>
        <dsp:cNvSpPr/>
      </dsp:nvSpPr>
      <dsp:spPr>
        <a:xfrm>
          <a:off x="3507212" y="2313412"/>
          <a:ext cx="3187631" cy="1912578"/>
        </a:xfrm>
        <a:prstGeom prst="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>
              <a:latin typeface="Bahnschrift" panose="020B0502040204020203" pitchFamily="34" charset="0"/>
            </a:rPr>
            <a:t>Video streaming</a:t>
          </a:r>
        </a:p>
      </dsp:txBody>
      <dsp:txXfrm>
        <a:off x="3507212" y="2313412"/>
        <a:ext cx="3187631" cy="1912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10/13/2021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10/13/2021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10/13/2021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10/13/2021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10/13/2021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10/13/2021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 ?><Relationships xmlns="http://schemas.openxmlformats.org/package/2006/relationships"><Relationship Id="rId2" Target="../media/image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5.xml.rels><?xml version="1.0" encoding="UTF-8" standalone="yes" ?><Relationships xmlns="http://schemas.openxmlformats.org/package/2006/relationships"><Relationship Id="rId2" Target="../media/image6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6.xml.rels><?xml version="1.0" encoding="UTF-8" standalone="yes" ?><Relationships xmlns="http://schemas.openxmlformats.org/package/2006/relationships"><Relationship Id="rId2" Target="../media/image7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7.xml.rels><?xml version="1.0" encoding="UTF-8" standalone="yes" ?><Relationships xmlns="http://schemas.openxmlformats.org/package/2006/relationships"><Relationship Id="rId2" Target="../media/image8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8.xml.rels><?xml version="1.0" encoding="UTF-8" standalone="yes" ?><Relationships xmlns="http://schemas.openxmlformats.org/package/2006/relationships"><Relationship Id="rId2" Target="../media/image9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9.xml.rels><?xml version="1.0" encoding="UTF-8" standalone="yes" ?><Relationships xmlns="http://schemas.openxmlformats.org/package/2006/relationships"><Relationship Id="rId2" Target="../media/image10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0.xml.rels><?xml version="1.0" encoding="UTF-8" standalone="yes" ?><Relationships xmlns="http://schemas.openxmlformats.org/package/2006/relationships"><Relationship Id="rId3" Target="../media/image11.png" Type="http://schemas.openxmlformats.org/officeDocument/2006/relationships/image"/><Relationship Id="rId2" Target="../media/image10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1.xml.rels><?xml version="1.0" encoding="UTF-8" standalone="yes" ?><Relationships xmlns="http://schemas.openxmlformats.org/package/2006/relationships"><Relationship Id="rId2" Target="../media/image12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 ?><Relationships xmlns="http://schemas.openxmlformats.org/package/2006/relationships"><Relationship Id="rId2" Target="../media/image13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4.xml.rels><?xml version="1.0" encoding="UTF-8" standalone="yes" ?><Relationships xmlns="http://schemas.openxmlformats.org/package/2006/relationships"><Relationship Id="rId2" Target="../media/image13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5.xml.rels><?xml version="1.0" encoding="UTF-8" standalone="yes" ?><Relationships xmlns="http://schemas.openxmlformats.org/package/2006/relationships"><Relationship Id="rId2" Target="../media/image13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6.xml.rels><?xml version="1.0" encoding="UTF-8" standalone="yes" ?><Relationships xmlns="http://schemas.openxmlformats.org/package/2006/relationships"><Relationship Id="rId2" Target="../media/image13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7.xml.rels><?xml version="1.0" encoding="UTF-8" standalone="yes" ?><Relationships xmlns="http://schemas.openxmlformats.org/package/2006/relationships"><Relationship Id="rId2" Target="../media/image13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8.xml.rels><?xml version="1.0" encoding="UTF-8" standalone="yes" ?><Relationships xmlns="http://schemas.openxmlformats.org/package/2006/relationships"><Relationship Id="rId2" Target="../media/image13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9.xml.rels><?xml version="1.0" encoding="UTF-8" standalone="yes" ?><Relationships xmlns="http://schemas.openxmlformats.org/package/2006/relationships"><Relationship Id="rId2" Target="../media/image13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0.xml.rels><?xml version="1.0" encoding="UTF-8" standalone="yes" ?><Relationships xmlns="http://schemas.openxmlformats.org/package/2006/relationships"><Relationship Id="rId2" Target="../media/image13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1.xml.rels><?xml version="1.0" encoding="UTF-8" standalone="yes" ?><Relationships xmlns="http://schemas.openxmlformats.org/package/2006/relationships"><Relationship Id="rId3" Target="../media/image19.png" Type="http://schemas.openxmlformats.org/officeDocument/2006/relationships/image"/><Relationship Id="rId2" Target="../media/image18.png" Type="http://schemas.openxmlformats.org/officeDocument/2006/relationships/image"/><Relationship Id="rId1" Target="../slideLayouts/slideLayout3.xml" Type="http://schemas.openxmlformats.org/officeDocument/2006/relationships/slideLayout"/><Relationship Id="rId5" Target="../media/image21.jpeg" Type="http://schemas.openxmlformats.org/officeDocument/2006/relationships/image"/><Relationship Id="rId4" Target="../media/image20.jpeg" Type="http://schemas.openxmlformats.org/officeDocument/2006/relationships/image"/></Relationships>
</file>

<file path=ppt/slides/_rels/slide32.xml.rels><?xml version="1.0" encoding="UTF-8" standalone="yes" ?><Relationships xmlns="http://schemas.openxmlformats.org/package/2006/relationships"><Relationship Id="rId2" Target="../media/image22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3.xml.rels><?xml version="1.0" encoding="UTF-8" standalone="yes" ?><Relationships xmlns="http://schemas.openxmlformats.org/package/2006/relationships"><Relationship Id="rId2" Target="../media/image23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5" Type="http://schemas.microsoft.com/office/2007/relationships/hdphoto" Target="../media/hdphoto4.wdp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 ?><Relationships xmlns="http://schemas.openxmlformats.org/package/2006/relationships"><Relationship Id="rId3" Target="../media/hdphoto5.wdp" Type="http://schemas.microsoft.com/office/2007/relationships/hdphoto"/><Relationship Id="rId2" Target="../media/image26.png" Type="http://schemas.openxmlformats.org/officeDocument/2006/relationships/image"/><Relationship Id="rId1" Target="../slideLayouts/slideLayout3.xml" Type="http://schemas.openxmlformats.org/officeDocument/2006/relationships/slideLayout"/><Relationship Id="rId4" Target="../media/image27.jpeg" Type="http://schemas.openxmlformats.org/officeDocument/2006/relationships/image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50" y="2818150"/>
            <a:ext cx="7830800" cy="3773150"/>
          </a:xfrm>
        </p:spPr>
        <p:txBody>
          <a:bodyPr/>
          <a:lstStyle/>
          <a:p>
            <a:pPr algn="just"/>
            <a:r>
              <a:rPr lang="en-US" dirty="0"/>
              <a:t>exploring streaming sensor data.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3002FB-4017-4539-823B-9AA8B53F2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9E9FC8-22C2-4400-BA9B-476E622AF474}"/>
              </a:ext>
            </a:extLst>
          </p:cNvPr>
          <p:cNvSpPr txBox="1"/>
          <p:nvPr/>
        </p:nvSpPr>
        <p:spPr>
          <a:xfrm>
            <a:off x="3011908" y="5958143"/>
            <a:ext cx="3189652" cy="369332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Low-power sensor hardware 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E02E5F5-22B7-4AEC-B819-8544C248CB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5750" r="90000">
                        <a14:foregroundMark x1="53625" y1="30375" x2="60750" y2="29000"/>
                        <a14:foregroundMark x1="63875" y1="41500" x2="66125" y2="42375"/>
                        <a14:foregroundMark x1="74250" y1="45375" x2="79625" y2="44750"/>
                        <a14:foregroundMark x1="64750" y1="51250" x2="65500" y2="52625"/>
                        <a14:foregroundMark x1="60750" y1="45125" x2="61375" y2="46125"/>
                        <a14:foregroundMark x1="61500" y1="44875" x2="62125" y2="45750"/>
                        <a14:foregroundMark x1="66750" y1="53625" x2="66750" y2="53625"/>
                        <a14:foregroundMark x1="54125" y1="39375" x2="54125" y2="39375"/>
                        <a14:foregroundMark x1="28125" y1="66000" x2="29750" y2="66750"/>
                        <a14:foregroundMark x1="22625" y1="62750" x2="22625" y2="62750"/>
                        <a14:foregroundMark x1="21375" y1="63375" x2="21375" y2="63375"/>
                        <a14:foregroundMark x1="28750" y1="68500" x2="28750" y2="68500"/>
                        <a14:foregroundMark x1="35125" y1="70375" x2="35125" y2="70375"/>
                        <a14:foregroundMark x1="41875" y1="65125" x2="41875" y2="65125"/>
                        <a14:foregroundMark x1="35500" y1="60750" x2="35500" y2="60750"/>
                        <a14:foregroundMark x1="35500" y1="60375" x2="35500" y2="60375"/>
                        <a14:foregroundMark x1="31500" y1="57250" x2="31500" y2="57250"/>
                        <a14:foregroundMark x1="24750" y1="52125" x2="24750" y2="52125"/>
                        <a14:foregroundMark x1="14875" y1="58000" x2="14875" y2="58000"/>
                        <a14:foregroundMark x1="14625" y1="68375" x2="19875" y2="69750"/>
                        <a14:foregroundMark x1="13625" y1="66750" x2="13250" y2="68125"/>
                        <a14:foregroundMark x1="18000" y1="74875" x2="19250" y2="74875"/>
                        <a14:foregroundMark x1="12875" y1="75125" x2="14250" y2="74375"/>
                        <a14:foregroundMark x1="6500" y1="61375" x2="5875" y2="62000"/>
                        <a14:foregroundMark x1="19000" y1="65375" x2="19250" y2="66625"/>
                        <a14:foregroundMark x1="32000" y1="57250" x2="32000" y2="57250"/>
                        <a14:foregroundMark x1="25625" y1="52250" x2="25625" y2="52250"/>
                        <a14:foregroundMark x1="13500" y1="64125" x2="13500" y2="64125"/>
                        <a14:foregroundMark x1="23000" y1="68125" x2="23000" y2="68125"/>
                        <a14:foregroundMark x1="28125" y1="77125" x2="28125" y2="77125"/>
                        <a14:foregroundMark x1="34750" y1="71875" x2="34750" y2="71875"/>
                        <a14:foregroundMark x1="33750" y1="72500" x2="33750" y2="72500"/>
                        <a14:foregroundMark x1="44250" y1="67000" x2="44250" y2="67000"/>
                        <a14:foregroundMark x1="37250" y1="61750" x2="37250" y2="61750"/>
                        <a14:foregroundMark x1="43875" y1="66625" x2="43875" y2="66625"/>
                        <a14:foregroundMark x1="75875" y1="38000" x2="75875" y2="38000"/>
                        <a14:foregroundMark x1="5750" y1="72375" x2="5750" y2="72375"/>
                        <a14:foregroundMark x1="15500" y1="59625" x2="15500" y2="59625"/>
                        <a14:foregroundMark x1="68500" y1="56375" x2="68500" y2="56375"/>
                        <a14:foregroundMark x1="81000" y1="47750" x2="73000" y2="50125"/>
                        <a14:foregroundMark x1="82375" y1="46500" x2="88000" y2="42875"/>
                        <a14:foregroundMark x1="67500" y1="58000" x2="67500" y2="58000"/>
                        <a14:foregroundMark x1="65500" y1="58250" x2="29750" y2="82875"/>
                        <a14:foregroundMark x1="29750" y1="82875" x2="29750" y2="8287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12626" y="1491175"/>
            <a:ext cx="4778685" cy="442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8030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3002FB-4017-4539-823B-9AA8B53F2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IN"/>
              <a:t>Introduction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EBF86E-979A-4828-87E7-77E73228115B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177"/>
          <a:stretch/>
        </p:blipFill>
        <p:spPr>
          <a:xfrm>
            <a:off x="1252330" y="1838770"/>
            <a:ext cx="6400800" cy="45143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9885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3002FB-4017-4539-823B-9AA8B53F2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D93CBFE-68A4-4726-B006-233956C052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9386" y="1674912"/>
            <a:ext cx="5693362" cy="409922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767595A-F7EA-4E7F-A0D3-F14F316CF469}"/>
              </a:ext>
            </a:extLst>
          </p:cNvPr>
          <p:cNvSpPr/>
          <p:nvPr/>
        </p:nvSpPr>
        <p:spPr>
          <a:xfrm>
            <a:off x="3548423" y="6020972"/>
            <a:ext cx="2136913" cy="366524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Road Traffic</a:t>
            </a:r>
          </a:p>
        </p:txBody>
      </p:sp>
    </p:spTree>
    <p:extLst>
      <p:ext uri="{BB962C8B-B14F-4D97-AF65-F5344CB8AC3E}">
        <p14:creationId xmlns:p14="http://schemas.microsoft.com/office/powerpoint/2010/main" val="2181902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3002FB-4017-4539-823B-9AA8B53F2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124837-6B3E-4A4E-8305-CBF4ADD6DF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907196" y="1929837"/>
            <a:ext cx="7348158" cy="413333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5330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3002FB-4017-4539-823B-9AA8B53F2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229BC05-5CFD-4D97-9A5D-B3CCC72950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4502" y="1710061"/>
            <a:ext cx="6186120" cy="412408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3461D7-5E2E-4259-93CE-490700530C59}"/>
              </a:ext>
            </a:extLst>
          </p:cNvPr>
          <p:cNvSpPr txBox="1"/>
          <p:nvPr/>
        </p:nvSpPr>
        <p:spPr>
          <a:xfrm>
            <a:off x="2753750" y="6176536"/>
            <a:ext cx="3399183" cy="400110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Prices on the stock market</a:t>
            </a:r>
            <a:endParaRPr lang="en-IN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568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3002FB-4017-4539-823B-9AA8B53F2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C34714-BDEA-4AC3-B73F-FD5168F143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1236" y="1751851"/>
            <a:ext cx="7480568" cy="450442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8660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741AF6-ACE4-4436-8940-916F5A5EA6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294" y="1901717"/>
            <a:ext cx="4962525" cy="35242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1DC80FD-310D-4E00-AA3C-D9D27552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DB40F6-48B1-4360-94FC-32D7056494B4}"/>
              </a:ext>
            </a:extLst>
          </p:cNvPr>
          <p:cNvSpPr txBox="1"/>
          <p:nvPr/>
        </p:nvSpPr>
        <p:spPr>
          <a:xfrm>
            <a:off x="360903" y="5763592"/>
            <a:ext cx="4914482" cy="646331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Detailed information about the situation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people are in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574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741AF6-ACE4-4436-8940-916F5A5EA6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294" y="1901717"/>
            <a:ext cx="4962525" cy="35242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1DC80FD-310D-4E00-AA3C-D9D27552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DB40F6-48B1-4360-94FC-32D7056494B4}"/>
              </a:ext>
            </a:extLst>
          </p:cNvPr>
          <p:cNvSpPr txBox="1"/>
          <p:nvPr/>
        </p:nvSpPr>
        <p:spPr>
          <a:xfrm>
            <a:off x="360903" y="5763592"/>
            <a:ext cx="4914482" cy="646331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Detailed information about the situation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people are in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5E11CA-19E8-459F-A6EF-D50BA52B0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557" y="3028456"/>
            <a:ext cx="3009464" cy="120592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27014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30C4CE-E854-4E01-AD76-20063DF137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364" y="1664799"/>
            <a:ext cx="5811566" cy="401526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1E2BBC0-D6DF-4CE2-9BDC-8ED3695A6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D9D576-2609-4EDB-A1E7-AF18D829B591}"/>
              </a:ext>
            </a:extLst>
          </p:cNvPr>
          <p:cNvSpPr txBox="1"/>
          <p:nvPr/>
        </p:nvSpPr>
        <p:spPr>
          <a:xfrm>
            <a:off x="1880213" y="5974607"/>
            <a:ext cx="4914482" cy="646331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Bridging the gap between sensor data and application information</a:t>
            </a:r>
          </a:p>
        </p:txBody>
      </p:sp>
    </p:spTree>
    <p:extLst>
      <p:ext uri="{BB962C8B-B14F-4D97-AF65-F5344CB8AC3E}">
        <p14:creationId xmlns:p14="http://schemas.microsoft.com/office/powerpoint/2010/main" val="3598281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BAE34-1381-4ABC-B9C3-4C21D460A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71336"/>
            <a:ext cx="9144000" cy="1256568"/>
          </a:xfrm>
          <a:solidFill>
            <a:schemeClr val="tx1">
              <a:lumMod val="85000"/>
              <a:lumOff val="15000"/>
            </a:schemeClr>
          </a:solidFill>
        </p:spPr>
        <p:txBody>
          <a:bodyPr anchor="ctr"/>
          <a:lstStyle/>
          <a:p>
            <a:pPr algn="ctr"/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Supply side: sensors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61191F7-B1E5-4C38-8193-C92D4ECB60CF}"/>
              </a:ext>
            </a:extLst>
          </p:cNvPr>
          <p:cNvCxnSpPr>
            <a:cxnSpLocks/>
          </p:cNvCxnSpPr>
          <p:nvPr/>
        </p:nvCxnSpPr>
        <p:spPr>
          <a:xfrm>
            <a:off x="0" y="2616590"/>
            <a:ext cx="9144000" cy="0"/>
          </a:xfrm>
          <a:prstGeom prst="line">
            <a:avLst/>
          </a:prstGeom>
          <a:ln w="38100"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A990E92-AA3C-4466-975A-C8621BC70389}"/>
              </a:ext>
            </a:extLst>
          </p:cNvPr>
          <p:cNvCxnSpPr>
            <a:cxnSpLocks/>
          </p:cNvCxnSpPr>
          <p:nvPr/>
        </p:nvCxnSpPr>
        <p:spPr>
          <a:xfrm>
            <a:off x="0" y="4161692"/>
            <a:ext cx="9144000" cy="0"/>
          </a:xfrm>
          <a:prstGeom prst="line">
            <a:avLst/>
          </a:prstGeom>
          <a:ln w="38100"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731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81AF61-5B7F-40C3-8555-4027893D7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Supply side: sensors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896431-7205-42BE-AC70-3047B7C06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238" y="2392911"/>
            <a:ext cx="4679999" cy="259820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5835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81AF61-5B7F-40C3-8555-4027893D7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Supply side: sensors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DD9C8EA1-90B9-4A2D-9CA7-893EBFCB00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679646"/>
              </p:ext>
            </p:extLst>
          </p:nvPr>
        </p:nvGraphicFramePr>
        <p:xfrm>
          <a:off x="99391" y="5366017"/>
          <a:ext cx="954157" cy="647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157">
                  <a:extLst>
                    <a:ext uri="{9D8B030D-6E8A-4147-A177-3AD203B41FA5}">
                      <a16:colId xmlns:a16="http://schemas.microsoft.com/office/drawing/2014/main" val="1053934851"/>
                    </a:ext>
                  </a:extLst>
                </a:gridCol>
              </a:tblGrid>
              <a:tr h="647157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motion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80581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D729056-13C0-4FED-9295-49140C3F2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238" y="2392911"/>
            <a:ext cx="4679999" cy="259820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7742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81AF61-5B7F-40C3-8555-4027893D7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Supply side: sensors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DD9C8EA1-90B9-4A2D-9CA7-893EBFCB00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962265"/>
              </p:ext>
            </p:extLst>
          </p:nvPr>
        </p:nvGraphicFramePr>
        <p:xfrm>
          <a:off x="99391" y="5366017"/>
          <a:ext cx="2561456" cy="647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157">
                  <a:extLst>
                    <a:ext uri="{9D8B030D-6E8A-4147-A177-3AD203B41FA5}">
                      <a16:colId xmlns:a16="http://schemas.microsoft.com/office/drawing/2014/main" val="1053934851"/>
                    </a:ext>
                  </a:extLst>
                </a:gridCol>
                <a:gridCol w="1607299">
                  <a:extLst>
                    <a:ext uri="{9D8B030D-6E8A-4147-A177-3AD203B41FA5}">
                      <a16:colId xmlns:a16="http://schemas.microsoft.com/office/drawing/2014/main" val="3472984929"/>
                    </a:ext>
                  </a:extLst>
                </a:gridCol>
              </a:tblGrid>
              <a:tr h="647157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motion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acceleration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80581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A253797-FB49-4F3E-8F84-D7A4F8DC8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238" y="2392911"/>
            <a:ext cx="4679999" cy="259820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301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81AF61-5B7F-40C3-8555-4027893D7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Supply side: sensors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DD9C8EA1-90B9-4A2D-9CA7-893EBFCB00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733534"/>
              </p:ext>
            </p:extLst>
          </p:nvPr>
        </p:nvGraphicFramePr>
        <p:xfrm>
          <a:off x="99391" y="5366017"/>
          <a:ext cx="3842184" cy="647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157">
                  <a:extLst>
                    <a:ext uri="{9D8B030D-6E8A-4147-A177-3AD203B41FA5}">
                      <a16:colId xmlns:a16="http://schemas.microsoft.com/office/drawing/2014/main" val="1053934851"/>
                    </a:ext>
                  </a:extLst>
                </a:gridCol>
                <a:gridCol w="1607299">
                  <a:extLst>
                    <a:ext uri="{9D8B030D-6E8A-4147-A177-3AD203B41FA5}">
                      <a16:colId xmlns:a16="http://schemas.microsoft.com/office/drawing/2014/main" val="3472984929"/>
                    </a:ext>
                  </a:extLst>
                </a:gridCol>
                <a:gridCol w="1280728">
                  <a:extLst>
                    <a:ext uri="{9D8B030D-6E8A-4147-A177-3AD203B41FA5}">
                      <a16:colId xmlns:a16="http://schemas.microsoft.com/office/drawing/2014/main" val="1895447128"/>
                    </a:ext>
                  </a:extLst>
                </a:gridCol>
              </a:tblGrid>
              <a:tr h="647157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motion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acceleration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angular velocity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80581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2BC953A-6E3C-4AEE-B7FE-459F0D56B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238" y="2392911"/>
            <a:ext cx="4679999" cy="259820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1177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81AF61-5B7F-40C3-8555-4027893D7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Supply side: sensors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DD9C8EA1-90B9-4A2D-9CA7-893EBFCB00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982284"/>
              </p:ext>
            </p:extLst>
          </p:nvPr>
        </p:nvGraphicFramePr>
        <p:xfrm>
          <a:off x="99391" y="5366017"/>
          <a:ext cx="5122912" cy="647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157">
                  <a:extLst>
                    <a:ext uri="{9D8B030D-6E8A-4147-A177-3AD203B41FA5}">
                      <a16:colId xmlns:a16="http://schemas.microsoft.com/office/drawing/2014/main" val="1053934851"/>
                    </a:ext>
                  </a:extLst>
                </a:gridCol>
                <a:gridCol w="1607299">
                  <a:extLst>
                    <a:ext uri="{9D8B030D-6E8A-4147-A177-3AD203B41FA5}">
                      <a16:colId xmlns:a16="http://schemas.microsoft.com/office/drawing/2014/main" val="3472984929"/>
                    </a:ext>
                  </a:extLst>
                </a:gridCol>
                <a:gridCol w="1280728">
                  <a:extLst>
                    <a:ext uri="{9D8B030D-6E8A-4147-A177-3AD203B41FA5}">
                      <a16:colId xmlns:a16="http://schemas.microsoft.com/office/drawing/2014/main" val="1895447128"/>
                    </a:ext>
                  </a:extLst>
                </a:gridCol>
                <a:gridCol w="1280728">
                  <a:extLst>
                    <a:ext uri="{9D8B030D-6E8A-4147-A177-3AD203B41FA5}">
                      <a16:colId xmlns:a16="http://schemas.microsoft.com/office/drawing/2014/main" val="2942138599"/>
                    </a:ext>
                  </a:extLst>
                </a:gridCol>
              </a:tblGrid>
              <a:tr h="647157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motion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acceleration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angular velocity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magnetic field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80581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6999D03-E55C-493E-BE1F-7BC66EB23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238" y="2392911"/>
            <a:ext cx="4679999" cy="259820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6359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81AF61-5B7F-40C3-8555-4027893D7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Supply side: sensors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DD9C8EA1-90B9-4A2D-9CA7-893EBFCB00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409675"/>
              </p:ext>
            </p:extLst>
          </p:nvPr>
        </p:nvGraphicFramePr>
        <p:xfrm>
          <a:off x="99391" y="5366017"/>
          <a:ext cx="6403640" cy="647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157">
                  <a:extLst>
                    <a:ext uri="{9D8B030D-6E8A-4147-A177-3AD203B41FA5}">
                      <a16:colId xmlns:a16="http://schemas.microsoft.com/office/drawing/2014/main" val="1053934851"/>
                    </a:ext>
                  </a:extLst>
                </a:gridCol>
                <a:gridCol w="1607299">
                  <a:extLst>
                    <a:ext uri="{9D8B030D-6E8A-4147-A177-3AD203B41FA5}">
                      <a16:colId xmlns:a16="http://schemas.microsoft.com/office/drawing/2014/main" val="3472984929"/>
                    </a:ext>
                  </a:extLst>
                </a:gridCol>
                <a:gridCol w="1280728">
                  <a:extLst>
                    <a:ext uri="{9D8B030D-6E8A-4147-A177-3AD203B41FA5}">
                      <a16:colId xmlns:a16="http://schemas.microsoft.com/office/drawing/2014/main" val="1895447128"/>
                    </a:ext>
                  </a:extLst>
                </a:gridCol>
                <a:gridCol w="1280728">
                  <a:extLst>
                    <a:ext uri="{9D8B030D-6E8A-4147-A177-3AD203B41FA5}">
                      <a16:colId xmlns:a16="http://schemas.microsoft.com/office/drawing/2014/main" val="2942138599"/>
                    </a:ext>
                  </a:extLst>
                </a:gridCol>
                <a:gridCol w="1280728">
                  <a:extLst>
                    <a:ext uri="{9D8B030D-6E8A-4147-A177-3AD203B41FA5}">
                      <a16:colId xmlns:a16="http://schemas.microsoft.com/office/drawing/2014/main" val="3496880437"/>
                    </a:ext>
                  </a:extLst>
                </a:gridCol>
              </a:tblGrid>
              <a:tr h="647157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motion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acceleration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angular velocity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magnetic field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pressure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80581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D4296A6-E4BE-483B-9055-66A09217F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238" y="2392911"/>
            <a:ext cx="4679999" cy="259820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5140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81AF61-5B7F-40C3-8555-4027893D7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Supply side: sensors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DD9C8EA1-90B9-4A2D-9CA7-893EBFCB00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689611"/>
              </p:ext>
            </p:extLst>
          </p:nvPr>
        </p:nvGraphicFramePr>
        <p:xfrm>
          <a:off x="99391" y="5366017"/>
          <a:ext cx="7464287" cy="647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157">
                  <a:extLst>
                    <a:ext uri="{9D8B030D-6E8A-4147-A177-3AD203B41FA5}">
                      <a16:colId xmlns:a16="http://schemas.microsoft.com/office/drawing/2014/main" val="1053934851"/>
                    </a:ext>
                  </a:extLst>
                </a:gridCol>
                <a:gridCol w="1607299">
                  <a:extLst>
                    <a:ext uri="{9D8B030D-6E8A-4147-A177-3AD203B41FA5}">
                      <a16:colId xmlns:a16="http://schemas.microsoft.com/office/drawing/2014/main" val="3472984929"/>
                    </a:ext>
                  </a:extLst>
                </a:gridCol>
                <a:gridCol w="1280728">
                  <a:extLst>
                    <a:ext uri="{9D8B030D-6E8A-4147-A177-3AD203B41FA5}">
                      <a16:colId xmlns:a16="http://schemas.microsoft.com/office/drawing/2014/main" val="1895447128"/>
                    </a:ext>
                  </a:extLst>
                </a:gridCol>
                <a:gridCol w="1280728">
                  <a:extLst>
                    <a:ext uri="{9D8B030D-6E8A-4147-A177-3AD203B41FA5}">
                      <a16:colId xmlns:a16="http://schemas.microsoft.com/office/drawing/2014/main" val="2942138599"/>
                    </a:ext>
                  </a:extLst>
                </a:gridCol>
                <a:gridCol w="1280728">
                  <a:extLst>
                    <a:ext uri="{9D8B030D-6E8A-4147-A177-3AD203B41FA5}">
                      <a16:colId xmlns:a16="http://schemas.microsoft.com/office/drawing/2014/main" val="3496880437"/>
                    </a:ext>
                  </a:extLst>
                </a:gridCol>
                <a:gridCol w="1060647">
                  <a:extLst>
                    <a:ext uri="{9D8B030D-6E8A-4147-A177-3AD203B41FA5}">
                      <a16:colId xmlns:a16="http://schemas.microsoft.com/office/drawing/2014/main" val="3902461828"/>
                    </a:ext>
                  </a:extLst>
                </a:gridCol>
              </a:tblGrid>
              <a:tr h="647157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motion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acceleration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angular velocity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magnetic field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pressure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 altitude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80581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22A0396-4CBE-4B4A-A05E-65ED72211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238" y="2392911"/>
            <a:ext cx="4679999" cy="259820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27930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81AF61-5B7F-40C3-8555-4027893D7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Supply side: sensors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DD9C8EA1-90B9-4A2D-9CA7-893EBFCB00B2}"/>
              </a:ext>
            </a:extLst>
          </p:cNvPr>
          <p:cNvGraphicFramePr>
            <a:graphicFrameLocks noGrp="1"/>
          </p:cNvGraphicFramePr>
          <p:nvPr/>
        </p:nvGraphicFramePr>
        <p:xfrm>
          <a:off x="99391" y="5366017"/>
          <a:ext cx="8965096" cy="647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157">
                  <a:extLst>
                    <a:ext uri="{9D8B030D-6E8A-4147-A177-3AD203B41FA5}">
                      <a16:colId xmlns:a16="http://schemas.microsoft.com/office/drawing/2014/main" val="1053934851"/>
                    </a:ext>
                  </a:extLst>
                </a:gridCol>
                <a:gridCol w="1607299">
                  <a:extLst>
                    <a:ext uri="{9D8B030D-6E8A-4147-A177-3AD203B41FA5}">
                      <a16:colId xmlns:a16="http://schemas.microsoft.com/office/drawing/2014/main" val="3472984929"/>
                    </a:ext>
                  </a:extLst>
                </a:gridCol>
                <a:gridCol w="1280728">
                  <a:extLst>
                    <a:ext uri="{9D8B030D-6E8A-4147-A177-3AD203B41FA5}">
                      <a16:colId xmlns:a16="http://schemas.microsoft.com/office/drawing/2014/main" val="1895447128"/>
                    </a:ext>
                  </a:extLst>
                </a:gridCol>
                <a:gridCol w="1280728">
                  <a:extLst>
                    <a:ext uri="{9D8B030D-6E8A-4147-A177-3AD203B41FA5}">
                      <a16:colId xmlns:a16="http://schemas.microsoft.com/office/drawing/2014/main" val="2942138599"/>
                    </a:ext>
                  </a:extLst>
                </a:gridCol>
                <a:gridCol w="1280728">
                  <a:extLst>
                    <a:ext uri="{9D8B030D-6E8A-4147-A177-3AD203B41FA5}">
                      <a16:colId xmlns:a16="http://schemas.microsoft.com/office/drawing/2014/main" val="3496880437"/>
                    </a:ext>
                  </a:extLst>
                </a:gridCol>
                <a:gridCol w="1060647">
                  <a:extLst>
                    <a:ext uri="{9D8B030D-6E8A-4147-A177-3AD203B41FA5}">
                      <a16:colId xmlns:a16="http://schemas.microsoft.com/office/drawing/2014/main" val="3902461828"/>
                    </a:ext>
                  </a:extLst>
                </a:gridCol>
                <a:gridCol w="1500809">
                  <a:extLst>
                    <a:ext uri="{9D8B030D-6E8A-4147-A177-3AD203B41FA5}">
                      <a16:colId xmlns:a16="http://schemas.microsoft.com/office/drawing/2014/main" val="2231652557"/>
                    </a:ext>
                  </a:extLst>
                </a:gridCol>
              </a:tblGrid>
              <a:tr h="647157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motion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acceleration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angular velocity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magnetic field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pressure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 altitude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temperature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80581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1A99C10-41AC-4AAE-9DAA-07E8E2ECE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238" y="2392911"/>
            <a:ext cx="4679999" cy="259820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00771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F3993B5-2227-4FC0-AE3A-C7A505C6CD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0860609"/>
              </p:ext>
            </p:extLst>
          </p:nvPr>
        </p:nvGraphicFramePr>
        <p:xfrm>
          <a:off x="338138" y="1628775"/>
          <a:ext cx="8386762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8F688491-BF89-41B3-AD72-7A3279848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Supply side: sensors</a:t>
            </a:r>
          </a:p>
        </p:txBody>
      </p:sp>
    </p:spTree>
    <p:extLst>
      <p:ext uri="{BB962C8B-B14F-4D97-AF65-F5344CB8AC3E}">
        <p14:creationId xmlns:p14="http://schemas.microsoft.com/office/powerpoint/2010/main" val="1991407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6427B07-95EB-416A-AFEB-0F6E4792A6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1508" y="1936118"/>
            <a:ext cx="4280022" cy="424843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769AB89-3775-442B-9E5E-3B7A7B3BA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Supply side: sensors</a:t>
            </a:r>
          </a:p>
        </p:txBody>
      </p:sp>
    </p:spTree>
    <p:extLst>
      <p:ext uri="{BB962C8B-B14F-4D97-AF65-F5344CB8AC3E}">
        <p14:creationId xmlns:p14="http://schemas.microsoft.com/office/powerpoint/2010/main" val="22427028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746BADD-D84F-4F7C-ADF0-A0F614C90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3291" y="1940740"/>
            <a:ext cx="5400675" cy="33147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D48A13A-62EF-4A03-8861-FE06675B6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Supply side: sensors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745F48-7E30-49FA-A7B8-4C96255DFA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189621"/>
              </p:ext>
            </p:extLst>
          </p:nvPr>
        </p:nvGraphicFramePr>
        <p:xfrm>
          <a:off x="3523844" y="5602722"/>
          <a:ext cx="1723406" cy="404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3406">
                  <a:extLst>
                    <a:ext uri="{9D8B030D-6E8A-4147-A177-3AD203B41FA5}">
                      <a16:colId xmlns:a16="http://schemas.microsoft.com/office/drawing/2014/main" val="1053934851"/>
                    </a:ext>
                  </a:extLst>
                </a:gridCol>
              </a:tblGrid>
              <a:tr h="404184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effectLst/>
                          <a:latin typeface="Bahnschrift" panose="020B0502040204020203" pitchFamily="34" charset="0"/>
                        </a:rPr>
                        <a:t>Sensor failure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805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828743"/>
      </p:ext>
    </p:extLst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48A13A-62EF-4A03-8861-FE06675B6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IN"/>
              <a:t>Supply side: sensors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745F48-7E30-49FA-A7B8-4C96255DFA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371555"/>
              </p:ext>
            </p:extLst>
          </p:nvPr>
        </p:nvGraphicFramePr>
        <p:xfrm>
          <a:off x="3411301" y="5532382"/>
          <a:ext cx="1958735" cy="607401"/>
        </p:xfrm>
        <a:graphic>
          <a:graphicData uri="http://schemas.openxmlformats.org/drawingml/2006/table">
            <a:tbl>
              <a:tblPr bandRow="1" firstRow="1">
                <a:tableStyleId>{5C22544A-7EE6-4342-B048-85BDC9FD1C3A}</a:tableStyleId>
              </a:tblPr>
              <a:tblGrid>
                <a:gridCol w="1958735">
                  <a:extLst>
                    <a:ext uri="{9D8B030D-6E8A-4147-A177-3AD203B41FA5}">
                      <a16:colId xmlns:a16="http://schemas.microsoft.com/office/drawing/2014/main" val="1053934851"/>
                    </a:ext>
                  </a:extLst>
                </a:gridCol>
              </a:tblGrid>
              <a:tr h="607401">
                <a:tc>
                  <a:txBody>
                    <a:bodyPr/>
                    <a:lstStyle/>
                    <a:p>
                      <a:pPr algn="ctr"/>
                      <a:r>
                        <a:rPr b="0" dirty="0" i="0" lang="en-US">
                          <a:effectLst/>
                          <a:latin charset="0" panose="020B0502040204020203" pitchFamily="34" typeface="Bahnschrift"/>
                        </a:rPr>
                        <a:t>Network latency</a:t>
                      </a:r>
                      <a:endParaRPr dirty="0" lang="en-IN">
                        <a:latin charset="0" panose="020B0502040204020203" pitchFamily="34" typeface="Bahnschrift"/>
                      </a:endParaRPr>
                    </a:p>
                  </a:txBody>
                  <a:tcPr anchor="ctr"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805815"/>
                  </a:ext>
                </a:extLst>
              </a:tr>
            </a:tbl>
          </a:graphicData>
        </a:graphic>
      </p:graphicFrame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4F253AA-1F99-4D09-927F-489280E6D655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133" l="-136" r="6"/>
          <a:stretch/>
        </p:blipFill>
        <p:spPr>
          <a:xfrm>
            <a:off x="0" y="2451306"/>
            <a:ext cx="8721969" cy="236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6220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48A13A-62EF-4A03-8861-FE06675B6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Supply side: sensors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114F446A-5C2E-42FD-AA7D-FFC70CF650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6155107"/>
              </p:ext>
            </p:extLst>
          </p:nvPr>
        </p:nvGraphicFramePr>
        <p:xfrm>
          <a:off x="310003" y="2067951"/>
          <a:ext cx="8386762" cy="3762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0700523"/>
      </p:ext>
    </p:extLst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pic>
        <p:nvPicPr>
          <p:cNvPr descr="Graph" id="5" name="Picture 4">
            <a:extLst>
              <a:ext uri="{FF2B5EF4-FFF2-40B4-BE49-F238E27FC236}">
                <a16:creationId xmlns:a16="http://schemas.microsoft.com/office/drawing/2014/main" id="{FFB96C65-748D-46A1-B47D-A807709A12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r="20"/>
          <a:stretch/>
        </p:blipFill>
        <p:spPr>
          <a:xfrm>
            <a:off x="20" y="1"/>
            <a:ext cx="9143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2E7E81-3389-4DE8-94EA-6FC120701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011680"/>
            <a:ext cx="6858000" cy="2011200"/>
          </a:xfrm>
        </p:spPr>
        <p:txBody>
          <a:bodyPr anchor="b" bIns="45720" lIns="91440" rIns="91440" rtlCol="0" tIns="45720" vert="horz">
            <a:normAutofit/>
          </a:bodyPr>
          <a:lstStyle/>
          <a:p>
            <a:pPr algn="ctr"/>
            <a:r>
              <a:rPr dirty="0" lang="en-US">
                <a:solidFill>
                  <a:srgbClr val="FFFFFF"/>
                </a:solidFill>
                <a:latin charset="0" panose="020B0502040204020203" pitchFamily="34" typeface="Bahnschrift"/>
              </a:rPr>
              <a:t>Demand side: applications</a:t>
            </a:r>
          </a:p>
        </p:txBody>
      </p:sp>
    </p:spTree>
    <p:extLst>
      <p:ext uri="{BB962C8B-B14F-4D97-AF65-F5344CB8AC3E}">
        <p14:creationId xmlns:p14="http://schemas.microsoft.com/office/powerpoint/2010/main" val="4057098746"/>
      </p:ext>
    </p:extLst>
  </p:cSld>
  <p:clrMapOvr>
    <a:overrideClrMapping accent1="accent1" accent2="accent2" accent3="accent3" accent4="accent4" accent5="accent5" accent6="accent6" bg1="dk1" bg2="dk2" folHlink="folHlink" hlink="hlink" tx1="lt1" tx2="lt2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594B12-E8A1-4969-920E-5B2FC4BE24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7171927"/>
              </p:ext>
            </p:extLst>
          </p:nvPr>
        </p:nvGraphicFramePr>
        <p:xfrm>
          <a:off x="338138" y="1628775"/>
          <a:ext cx="8386762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7F869A73-4DC5-44F2-B87C-E086D2F96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Demand side: applications</a:t>
            </a:r>
          </a:p>
        </p:txBody>
      </p:sp>
    </p:spTree>
    <p:extLst>
      <p:ext uri="{BB962C8B-B14F-4D97-AF65-F5344CB8AC3E}">
        <p14:creationId xmlns:p14="http://schemas.microsoft.com/office/powerpoint/2010/main" val="28383175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869A73-4DC5-44F2-B87C-E086D2F96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Demand side: applications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67E047-A8A4-46EA-B1A7-9E94071CF618}"/>
              </a:ext>
            </a:extLst>
          </p:cNvPr>
          <p:cNvSpPr txBox="1"/>
          <p:nvPr/>
        </p:nvSpPr>
        <p:spPr>
          <a:xfrm>
            <a:off x="407964" y="1586233"/>
            <a:ext cx="8342142" cy="4812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Bahnschrift" panose="020B0502040204020203" pitchFamily="34" charset="0"/>
              </a:rPr>
              <a:t>Applications come and go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Bahnschrift" panose="020B0502040204020203" pitchFamily="34" charset="0"/>
              </a:rPr>
              <a:t>They might want to know what kind of sensors are around,</a:t>
            </a:r>
            <a:endParaRPr lang="en-IN" sz="2600" dirty="0">
              <a:latin typeface="Bahnschrift" panose="020B0502040204020203" pitchFamily="34" charset="0"/>
            </a:endParaRP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Bahnschrift" panose="020B0502040204020203" pitchFamily="34" charset="0"/>
              </a:rPr>
              <a:t>They might be totally decoupled from sensors</a:t>
            </a:r>
            <a:endParaRPr lang="en-IN" sz="2600" dirty="0">
              <a:latin typeface="Bahnschrift" panose="020B0502040204020203" pitchFamily="34" charset="0"/>
            </a:endParaRP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Bahnschrift" panose="020B0502040204020203" pitchFamily="34" charset="0"/>
              </a:rPr>
              <a:t>They might have (static or dynamic) requirements</a:t>
            </a:r>
            <a:endParaRPr lang="en-IN" sz="2600" dirty="0">
              <a:latin typeface="Bahnschrift" panose="020B0502040204020203" pitchFamily="34" charset="0"/>
            </a:endParaRP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Bahnschrift" panose="020B0502040204020203" pitchFamily="34" charset="0"/>
              </a:rPr>
              <a:t>They might demand a ‘memory’ from the environment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Bahnschrift" panose="020B0502040204020203" pitchFamily="34" charset="0"/>
              </a:rPr>
              <a:t>They might be interested in trends or summaries</a:t>
            </a:r>
            <a:endParaRPr lang="en-IN" sz="26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6996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BAE34-1381-4ABC-B9C3-4C21D460A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71336"/>
            <a:ext cx="9144000" cy="1256568"/>
          </a:xfrm>
          <a:solidFill>
            <a:schemeClr val="tx1">
              <a:lumMod val="85000"/>
              <a:lumOff val="15000"/>
            </a:schemeClr>
          </a:solidFill>
        </p:spPr>
        <p:txBody>
          <a:bodyPr anchor="ctr"/>
          <a:lstStyle/>
          <a:p>
            <a:pPr algn="ctr"/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Uses of sensor data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61191F7-B1E5-4C38-8193-C92D4ECB60CF}"/>
              </a:ext>
            </a:extLst>
          </p:cNvPr>
          <p:cNvCxnSpPr>
            <a:cxnSpLocks/>
          </p:cNvCxnSpPr>
          <p:nvPr/>
        </p:nvCxnSpPr>
        <p:spPr>
          <a:xfrm>
            <a:off x="0" y="2616590"/>
            <a:ext cx="9144000" cy="0"/>
          </a:xfrm>
          <a:prstGeom prst="line">
            <a:avLst/>
          </a:prstGeom>
          <a:ln w="38100"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A990E92-AA3C-4466-975A-C8621BC70389}"/>
              </a:ext>
            </a:extLst>
          </p:cNvPr>
          <p:cNvCxnSpPr>
            <a:cxnSpLocks/>
          </p:cNvCxnSpPr>
          <p:nvPr/>
        </p:nvCxnSpPr>
        <p:spPr>
          <a:xfrm>
            <a:off x="0" y="4161692"/>
            <a:ext cx="9144000" cy="0"/>
          </a:xfrm>
          <a:prstGeom prst="line">
            <a:avLst/>
          </a:prstGeom>
          <a:ln w="38100"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9195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7696D7-4EA2-4F67-A355-7871EE41D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10923D-55DE-4C8D-B339-8FC06A307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Uses of sensor data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B2AEC582-9490-4A29-AB99-529A07DA7E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9395826"/>
              </p:ext>
            </p:extLst>
          </p:nvPr>
        </p:nvGraphicFramePr>
        <p:xfrm>
          <a:off x="1244940" y="1898374"/>
          <a:ext cx="6695661" cy="4308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66948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7696D7-4EA2-4F67-A355-7871EE41D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10923D-55DE-4C8D-B339-8FC06A307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Health sensor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63F9ED-971F-40B1-A429-EAE15D666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04" y="1676841"/>
            <a:ext cx="8262133" cy="175934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E3746E-4DBE-456A-A742-FC8B9AA6B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71" y="3717514"/>
            <a:ext cx="1883918" cy="194279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85E74B8-5F12-4597-AB4C-F29583D6A03F}"/>
              </a:ext>
            </a:extLst>
          </p:cNvPr>
          <p:cNvSpPr/>
          <p:nvPr/>
        </p:nvSpPr>
        <p:spPr>
          <a:xfrm>
            <a:off x="698986" y="5849102"/>
            <a:ext cx="1339299" cy="298174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Heart rate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01C085-6693-4FE0-B531-954990C1B6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835" y="3805511"/>
            <a:ext cx="2628900" cy="17430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146CDB2-26CC-4D6A-AE49-A2F303326D6D}"/>
              </a:ext>
            </a:extLst>
          </p:cNvPr>
          <p:cNvSpPr/>
          <p:nvPr/>
        </p:nvSpPr>
        <p:spPr>
          <a:xfrm>
            <a:off x="3457580" y="5816839"/>
            <a:ext cx="1693795" cy="516834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Electrodermal activities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1E7E52-87F1-442F-8602-1E697DD92C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672" y="3725233"/>
            <a:ext cx="2619375" cy="17430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3895FC7-3E39-494D-8D87-FC18377B4B92}"/>
              </a:ext>
            </a:extLst>
          </p:cNvPr>
          <p:cNvSpPr/>
          <p:nvPr/>
        </p:nvSpPr>
        <p:spPr>
          <a:xfrm>
            <a:off x="6525461" y="5728687"/>
            <a:ext cx="1693795" cy="516834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Brain waves</a:t>
            </a:r>
          </a:p>
        </p:txBody>
      </p:sp>
    </p:spTree>
    <p:extLst>
      <p:ext uri="{BB962C8B-B14F-4D97-AF65-F5344CB8AC3E}">
        <p14:creationId xmlns:p14="http://schemas.microsoft.com/office/powerpoint/2010/main" val="953375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10923D-55DE-4C8D-B339-8FC06A307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Health sensor data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E11B5D5-CBCE-40C3-AB4F-D4F4D9BA9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472" y="1530027"/>
            <a:ext cx="4487427" cy="448742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DD6D29D-575A-4059-800F-B6F0E7B2AC60}"/>
              </a:ext>
            </a:extLst>
          </p:cNvPr>
          <p:cNvSpPr/>
          <p:nvPr/>
        </p:nvSpPr>
        <p:spPr>
          <a:xfrm>
            <a:off x="2634787" y="6171435"/>
            <a:ext cx="3925956" cy="56653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 "/>
              </a:rPr>
              <a:t>ICT Technology to diagnose patients</a:t>
            </a:r>
          </a:p>
        </p:txBody>
      </p:sp>
    </p:spTree>
    <p:extLst>
      <p:ext uri="{BB962C8B-B14F-4D97-AF65-F5344CB8AC3E}">
        <p14:creationId xmlns:p14="http://schemas.microsoft.com/office/powerpoint/2010/main" val="6726826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4EF2637-5867-44D6-AE31-1B7747FC8C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5577" y="1628775"/>
            <a:ext cx="7251884" cy="50038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A95FE0C-4BDA-4E8A-B905-4DFA9A3D4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Weather data</a:t>
            </a:r>
          </a:p>
        </p:txBody>
      </p:sp>
    </p:spTree>
    <p:extLst>
      <p:ext uri="{BB962C8B-B14F-4D97-AF65-F5344CB8AC3E}">
        <p14:creationId xmlns:p14="http://schemas.microsoft.com/office/powerpoint/2010/main" val="25849201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9447CC-7A47-42CB-8111-595F8FB3CB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38688" y="1451465"/>
            <a:ext cx="4132531" cy="413253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EAC59F1-55EA-4F59-826C-A16418B0A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Sensor data from IOT things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3B59B1-9B82-4EA7-8D7E-727AC3650377}"/>
              </a:ext>
            </a:extLst>
          </p:cNvPr>
          <p:cNvSpPr/>
          <p:nvPr/>
        </p:nvSpPr>
        <p:spPr>
          <a:xfrm>
            <a:off x="650399" y="5151644"/>
            <a:ext cx="2554356" cy="66592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 "/>
              </a:rPr>
              <a:t>Raspberry Pi</a:t>
            </a:r>
          </a:p>
        </p:txBody>
      </p:sp>
    </p:spTree>
    <p:extLst>
      <p:ext uri="{BB962C8B-B14F-4D97-AF65-F5344CB8AC3E}">
        <p14:creationId xmlns:p14="http://schemas.microsoft.com/office/powerpoint/2010/main" val="25964117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9447CC-7A47-42CB-8111-595F8FB3CB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38688" y="1451465"/>
            <a:ext cx="4132531" cy="413253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EAC59F1-55EA-4F59-826C-A16418B0A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Sensor data from IOT things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3B59B1-9B82-4EA7-8D7E-727AC3650377}"/>
              </a:ext>
            </a:extLst>
          </p:cNvPr>
          <p:cNvSpPr/>
          <p:nvPr/>
        </p:nvSpPr>
        <p:spPr>
          <a:xfrm>
            <a:off x="650399" y="5151644"/>
            <a:ext cx="2554356" cy="66592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 "/>
              </a:rPr>
              <a:t>Raspberry Pi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A27604-5F99-4751-A703-AD4A950410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6071" l="10000" r="90000">
                        <a14:foregroundMark x1="47071" y1="15071" x2="47071" y2="15071"/>
                        <a14:foregroundMark x1="42643" y1="18429" x2="51429" y2="10714"/>
                        <a14:foregroundMark x1="51429" y1="11429" x2="67714" y2="11143"/>
                        <a14:foregroundMark x1="67714" y1="11143" x2="68000" y2="11143"/>
                        <a14:foregroundMark x1="68286" y1="11714" x2="74500" y2="19429"/>
                        <a14:foregroundMark x1="69143" y1="19857" x2="78571" y2="38000"/>
                        <a14:foregroundMark x1="78571" y1="38000" x2="79571" y2="43214"/>
                        <a14:foregroundMark x1="76071" y1="38429" x2="74786" y2="76357"/>
                        <a14:foregroundMark x1="69429" y1="62929" x2="63714" y2="95214"/>
                        <a14:foregroundMark x1="63714" y1="95214" x2="62929" y2="9607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7313" y="1634987"/>
            <a:ext cx="2966831" cy="296683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29FB760-01AE-4BAA-9BC6-3E8827AE3E1B}"/>
              </a:ext>
            </a:extLst>
          </p:cNvPr>
          <p:cNvSpPr/>
          <p:nvPr/>
        </p:nvSpPr>
        <p:spPr>
          <a:xfrm>
            <a:off x="5543550" y="5151644"/>
            <a:ext cx="2554356" cy="66592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 "/>
              </a:rPr>
              <a:t>Apple Watch</a:t>
            </a:r>
          </a:p>
        </p:txBody>
      </p:sp>
    </p:spTree>
    <p:extLst>
      <p:ext uri="{BB962C8B-B14F-4D97-AF65-F5344CB8AC3E}">
        <p14:creationId xmlns:p14="http://schemas.microsoft.com/office/powerpoint/2010/main" val="5099471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AC59F1-55EA-4F59-826C-A16418B0A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Sensor data from IOT things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3B59B1-9B82-4EA7-8D7E-727AC3650377}"/>
              </a:ext>
            </a:extLst>
          </p:cNvPr>
          <p:cNvSpPr/>
          <p:nvPr/>
        </p:nvSpPr>
        <p:spPr>
          <a:xfrm>
            <a:off x="650399" y="5151644"/>
            <a:ext cx="2554356" cy="66592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 "/>
              </a:rPr>
              <a:t>Smart Phone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F7BA4B-DEBE-435F-996C-2BC15E2174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00" b="97267" l="10000" r="90000">
                        <a14:foregroundMark x1="28667" y1="17533" x2="33200" y2="37400"/>
                        <a14:foregroundMark x1="21467" y1="6933" x2="33800" y2="6067"/>
                        <a14:foregroundMark x1="33800" y1="6067" x2="34067" y2="6067"/>
                        <a14:foregroundMark x1="38867" y1="3333" x2="24667" y2="2533"/>
                        <a14:foregroundMark x1="24667" y1="2533" x2="15000" y2="4867"/>
                        <a14:foregroundMark x1="15000" y1="4867" x2="23333" y2="86533"/>
                        <a14:foregroundMark x1="31867" y1="50267" x2="32733" y2="87133"/>
                        <a14:foregroundMark x1="32733" y1="87133" x2="32733" y2="87133"/>
                        <a14:foregroundMark x1="33467" y1="47267" x2="85933" y2="92733"/>
                        <a14:foregroundMark x1="33067" y1="11867" x2="44667" y2="65200"/>
                        <a14:foregroundMark x1="39133" y1="56933" x2="40600" y2="94333"/>
                        <a14:foregroundMark x1="18000" y1="92733" x2="43467" y2="96200"/>
                        <a14:foregroundMark x1="69000" y1="7267" x2="81000" y2="18400"/>
                        <a14:foregroundMark x1="75533" y1="2000" x2="88667" y2="23933"/>
                        <a14:foregroundMark x1="88667" y1="23933" x2="88667" y2="24667"/>
                        <a14:foregroundMark x1="56800" y1="97267" x2="69867" y2="969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8493" y="1862353"/>
            <a:ext cx="2966831" cy="296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439816"/>
      </p:ext>
    </p:extLst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AC59F1-55EA-4F59-826C-A16418B0A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IN"/>
              <a:t>Sensor data from IOT things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3B59B1-9B82-4EA7-8D7E-727AC3650377}"/>
              </a:ext>
            </a:extLst>
          </p:cNvPr>
          <p:cNvSpPr/>
          <p:nvPr/>
        </p:nvSpPr>
        <p:spPr>
          <a:xfrm>
            <a:off x="650399" y="5151644"/>
            <a:ext cx="2554356" cy="66592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IN">
                <a:latin typeface="Bahnschrift "/>
              </a:rPr>
              <a:t>Smart Phone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9FB760-01AE-4BAA-9BC6-3E8827AE3E1B}"/>
              </a:ext>
            </a:extLst>
          </p:cNvPr>
          <p:cNvSpPr/>
          <p:nvPr/>
        </p:nvSpPr>
        <p:spPr>
          <a:xfrm>
            <a:off x="5543550" y="5151644"/>
            <a:ext cx="2554356" cy="66592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IN">
                <a:latin typeface="Bahnschrift "/>
              </a:rPr>
              <a:t>Health watches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F7BA4B-DEBE-435F-996C-2BC15E2174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b="97267" l="10000" r="90000" t="2000">
                        <a14:foregroundMark x1="28667" x2="33200" y1="17533" y2="37400"/>
                        <a14:foregroundMark x1="21467" x2="33800" y1="6933" y2="6067"/>
                        <a14:foregroundMark x1="33800" x2="34067" y1="6067" y2="6067"/>
                        <a14:foregroundMark x1="38867" x2="24667" y1="3333" y2="2533"/>
                        <a14:foregroundMark x1="24667" x2="15000" y1="2533" y2="4867"/>
                        <a14:foregroundMark x1="15000" x2="23333" y1="4867" y2="86533"/>
                        <a14:foregroundMark x1="31867" x2="32733" y1="50267" y2="87133"/>
                        <a14:foregroundMark x1="32733" x2="32733" y1="87133" y2="87133"/>
                        <a14:foregroundMark x1="33467" x2="85933" y1="47267" y2="92733"/>
                        <a14:foregroundMark x1="33067" x2="44667" y1="11867" y2="65200"/>
                        <a14:foregroundMark x1="39133" x2="40600" y1="56933" y2="94333"/>
                        <a14:foregroundMark x1="18000" x2="43467" y1="92733" y2="96200"/>
                        <a14:foregroundMark x1="69000" x2="81000" y1="7267" y2="18400"/>
                        <a14:foregroundMark x1="75533" x2="88667" y1="2000" y2="23933"/>
                        <a14:foregroundMark x1="88667" x2="88667" y1="23933" y2="24667"/>
                        <a14:foregroundMark x1="56800" x2="69867" y1="97267" y2="969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8493" y="1862353"/>
            <a:ext cx="2966831" cy="29668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9851C9-FCF3-48CD-BB06-7481B32BE7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-77" r="-1"/>
          <a:stretch/>
        </p:blipFill>
        <p:spPr>
          <a:xfrm>
            <a:off x="5009322" y="1992795"/>
            <a:ext cx="3200400" cy="287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8198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976AB3-6161-493F-9F79-CF0C6707B0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0119" y="1628775"/>
            <a:ext cx="6562799" cy="50038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786638D-E327-46B1-81EB-B7D6CDF69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i="0" dirty="0">
                <a:effectLst/>
                <a:latin typeface="Bahnschrift" panose="020B0502040204020203" pitchFamily="34" charset="0"/>
              </a:rPr>
              <a:t>Exploring streaming sensor data from a weather station</a:t>
            </a:r>
          </a:p>
        </p:txBody>
      </p:sp>
    </p:spTree>
    <p:extLst>
      <p:ext uri="{BB962C8B-B14F-4D97-AF65-F5344CB8AC3E}">
        <p14:creationId xmlns:p14="http://schemas.microsoft.com/office/powerpoint/2010/main" val="21533115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2181</TotalTime>
  <Words>402</Words>
  <Application>Microsoft Office PowerPoint</Application>
  <PresentationFormat>On-screen Show (4:3)</PresentationFormat>
  <Paragraphs>111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Bahnschrift</vt:lpstr>
      <vt:lpstr>Bahnschrift 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Supply side: sensors</vt:lpstr>
      <vt:lpstr>Supply side: sensors</vt:lpstr>
      <vt:lpstr>Supply side: sensors</vt:lpstr>
      <vt:lpstr>Supply side: sensors</vt:lpstr>
      <vt:lpstr>Supply side: sensors</vt:lpstr>
      <vt:lpstr>Supply side: sensors</vt:lpstr>
      <vt:lpstr>Supply side: sensors</vt:lpstr>
      <vt:lpstr>Supply side: sensors</vt:lpstr>
      <vt:lpstr>Supply side: sensors</vt:lpstr>
      <vt:lpstr>Supply side: sensors</vt:lpstr>
      <vt:lpstr>Supply side: sensors</vt:lpstr>
      <vt:lpstr>Supply side: sensors</vt:lpstr>
      <vt:lpstr>Supply side: sensors</vt:lpstr>
      <vt:lpstr>Supply side: sensors</vt:lpstr>
      <vt:lpstr>Demand side: applications</vt:lpstr>
      <vt:lpstr>Demand side: applications</vt:lpstr>
      <vt:lpstr>Demand side: applications</vt:lpstr>
      <vt:lpstr>Uses of sensor data</vt:lpstr>
      <vt:lpstr>Uses of sensor data</vt:lpstr>
      <vt:lpstr>Health sensor data</vt:lpstr>
      <vt:lpstr>Health sensor data</vt:lpstr>
      <vt:lpstr>Weather data</vt:lpstr>
      <vt:lpstr>Sensor data from IOT things</vt:lpstr>
      <vt:lpstr>Sensor data from IOT things</vt:lpstr>
      <vt:lpstr>Sensor data from IOT things</vt:lpstr>
      <vt:lpstr>Sensor data from IOT things</vt:lpstr>
      <vt:lpstr>Exploring streaming sensor data from a weather station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recording2</cp:lastModifiedBy>
  <cp:revision>215</cp:revision>
  <dcterms:created xsi:type="dcterms:W3CDTF">2021-05-13T17:45:44Z</dcterms:created>
  <dcterms:modified xsi:type="dcterms:W3CDTF">2021-10-13T06:31:46Z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2251198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