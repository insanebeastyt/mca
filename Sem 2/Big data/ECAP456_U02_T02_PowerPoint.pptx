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vnd.ms-photo" Extension="wdp"/>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notesMaster+xml" PartName="/ppt/notesMasters/notesMaster1.xml"/>
  <Override ContentType="application/vnd.openxmlformats-officedocument.presentationml.handoutMaster+xml" PartName="/ppt/handoutMasters/handoutMaster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theme+xml" PartName="/ppt/theme/theme2.xml"/>
  <Override ContentType="application/vnd.openxmlformats-officedocument.theme+xml" PartName="/ppt/theme/theme3.xml"/>
  <Override ContentType="application/vnd.openxmlformats-officedocument.drawingml.diagramData+xml" PartName="/ppt/diagrams/data1.xml"/>
  <Override ContentType="application/vnd.openxmlformats-officedocument.drawingml.diagramLayout+xml" PartName="/ppt/diagrams/layout1.xml"/>
  <Override ContentType="application/vnd.openxmlformats-officedocument.drawingml.diagramStyle+xml" PartName="/ppt/diagrams/quickStyle1.xml"/>
  <Override ContentType="application/vnd.openxmlformats-officedocument.drawingml.diagramColors+xml" PartName="/ppt/diagrams/colors1.xml"/>
  <Override ContentType="application/vnd.ms-office.drawingml.diagramDrawing+xml" PartName="/ppt/diagrams/drawing1.xml"/>
  <Override ContentType="application/vnd.openxmlformats-officedocument.drawingml.diagramData+xml" PartName="/ppt/diagrams/data2.xml"/>
  <Override ContentType="application/vnd.openxmlformats-officedocument.drawingml.diagramLayout+xml" PartName="/ppt/diagrams/layout2.xml"/>
  <Override ContentType="application/vnd.openxmlformats-officedocument.drawingml.diagramStyle+xml" PartName="/ppt/diagrams/quickStyle2.xml"/>
  <Override ContentType="application/vnd.openxmlformats-officedocument.drawingml.diagramColors+xml" PartName="/ppt/diagrams/colors2.xml"/>
  <Override ContentType="application/vnd.ms-office.drawingml.diagramDrawing+xml" PartName="/ppt/diagrams/drawing2.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drawingml.diagramData+xml" PartName="/ppt/diagrams/data3.xml"/>
  <Override ContentType="application/vnd.openxmlformats-officedocument.drawingml.diagramLayout+xml" PartName="/ppt/diagrams/layout3.xml"/>
  <Override ContentType="application/vnd.openxmlformats-officedocument.drawingml.diagramStyle+xml" PartName="/ppt/diagrams/quickStyle3.xml"/>
  <Override ContentType="application/vnd.openxmlformats-officedocument.drawingml.diagramColors+xml" PartName="/ppt/diagrams/colors3.xml"/>
  <Override ContentType="application/vnd.ms-office.drawingml.diagramDrawing+xml" PartName="/ppt/diagrams/drawing3.xml"/>
  <Override ContentType="application/vnd.openxmlformats-officedocument.drawingml.diagramData+xml" PartName="/ppt/diagrams/data4.xml"/>
  <Override ContentType="application/vnd.openxmlformats-officedocument.drawingml.diagramLayout+xml" PartName="/ppt/diagrams/layout4.xml"/>
  <Override ContentType="application/vnd.openxmlformats-officedocument.drawingml.diagramStyle+xml" PartName="/ppt/diagrams/quickStyle4.xml"/>
  <Override ContentType="application/vnd.openxmlformats-officedocument.drawingml.diagramColors+xml" PartName="/ppt/diagrams/colors4.xml"/>
  <Override ContentType="application/vnd.ms-office.drawingml.diagramDrawing+xml" PartName="/ppt/diagrams/drawing4.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core.xml" Type="http://schemas.openxmlformats.org/package/2006/relationships/metadata/core-properties"/><Relationship Id="rId2" Target="docProps/thumbnail.jpeg" Type="http://schemas.openxmlformats.org/package/2006/relationships/metadata/thumbnail"/><Relationship Id="rId1" Target="ppt/presentation.xml" Type="http://schemas.openxmlformats.org/officeDocument/2006/relationships/officeDocument"/><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handoutMasterIdLst>
    <p:handoutMasterId r:id="rId45"/>
  </p:handoutMasterIdLst>
  <p:sldIdLst>
    <p:sldId id="266" r:id="rId2"/>
    <p:sldId id="261" r:id="rId3"/>
    <p:sldId id="264" r:id="rId4"/>
    <p:sldId id="313" r:id="rId5"/>
    <p:sldId id="314" r:id="rId6"/>
    <p:sldId id="315" r:id="rId7"/>
    <p:sldId id="297" r:id="rId8"/>
    <p:sldId id="298" r:id="rId9"/>
    <p:sldId id="299" r:id="rId10"/>
    <p:sldId id="273" r:id="rId11"/>
    <p:sldId id="270" r:id="rId12"/>
    <p:sldId id="272" r:id="rId13"/>
    <p:sldId id="316" r:id="rId14"/>
    <p:sldId id="300" r:id="rId15"/>
    <p:sldId id="277" r:id="rId16"/>
    <p:sldId id="278" r:id="rId17"/>
    <p:sldId id="317" r:id="rId18"/>
    <p:sldId id="301" r:id="rId19"/>
    <p:sldId id="302" r:id="rId20"/>
    <p:sldId id="303" r:id="rId21"/>
    <p:sldId id="280" r:id="rId22"/>
    <p:sldId id="281" r:id="rId23"/>
    <p:sldId id="282" r:id="rId24"/>
    <p:sldId id="283" r:id="rId25"/>
    <p:sldId id="284" r:id="rId26"/>
    <p:sldId id="285" r:id="rId27"/>
    <p:sldId id="304" r:id="rId28"/>
    <p:sldId id="287" r:id="rId29"/>
    <p:sldId id="286" r:id="rId30"/>
    <p:sldId id="305" r:id="rId31"/>
    <p:sldId id="306" r:id="rId32"/>
    <p:sldId id="291" r:id="rId33"/>
    <p:sldId id="293" r:id="rId34"/>
    <p:sldId id="294" r:id="rId35"/>
    <p:sldId id="295" r:id="rId36"/>
    <p:sldId id="296" r:id="rId37"/>
    <p:sldId id="307" r:id="rId38"/>
    <p:sldId id="308" r:id="rId39"/>
    <p:sldId id="309" r:id="rId40"/>
    <p:sldId id="310" r:id="rId41"/>
    <p:sldId id="311" r:id="rId42"/>
    <p:sldId id="263"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525A"/>
    <a:srgbClr val="618495"/>
    <a:srgbClr val="44525B"/>
    <a:srgbClr val="072235"/>
    <a:srgbClr val="453A38"/>
    <a:srgbClr val="B8B192"/>
    <a:srgbClr val="473B39"/>
    <a:srgbClr val="302C31"/>
    <a:srgbClr val="63504D"/>
    <a:srgbClr val="9478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53" autoAdjust="0"/>
    <p:restoredTop sz="94660"/>
  </p:normalViewPr>
  <p:slideViewPr>
    <p:cSldViewPr snapToGrid="0">
      <p:cViewPr varScale="1">
        <p:scale>
          <a:sx n="64" d="100"/>
          <a:sy n="64" d="100"/>
        </p:scale>
        <p:origin x="1386" y="192"/>
      </p:cViewPr>
      <p:guideLst>
        <p:guide orient="horz" pos="2160"/>
        <p:guide pos="2880"/>
      </p:guideLst>
    </p:cSldViewPr>
  </p:slideViewPr>
  <p:notesTextViewPr>
    <p:cViewPr>
      <p:scale>
        <a:sx n="1" d="1"/>
        <a:sy n="1" d="1"/>
      </p:scale>
      <p:origin x="0" y="0"/>
    </p:cViewPr>
  </p:notesTextViewPr>
  <p:notesViewPr>
    <p:cSldViewPr snapToGrid="0">
      <p:cViewPr varScale="1">
        <p:scale>
          <a:sx n="49" d="100"/>
          <a:sy n="49" d="100"/>
        </p:scale>
        <p:origin x="2910" y="3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2D133F-47D4-47A0-88D1-C3C7E2A173F3}"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80FCF951-5EA0-4C59-9628-8E226EC3BD88}">
      <dgm:prSet phldrT="[Text]" custT="1"/>
      <dgm:spPr>
        <a:ln>
          <a:solidFill>
            <a:schemeClr val="tx1"/>
          </a:solidFill>
        </a:ln>
      </dgm:spPr>
      <dgm:t>
        <a:bodyPr/>
        <a:lstStyle/>
        <a:p>
          <a:r>
            <a:rPr lang="en-US" sz="2800" b="0" i="0" dirty="0">
              <a:solidFill>
                <a:schemeClr val="tx1"/>
              </a:solidFill>
              <a:effectLst/>
              <a:latin typeface="Bahnschrift" panose="020B0502040204020203" pitchFamily="34" charset="0"/>
            </a:rPr>
            <a:t>MapReduce, </a:t>
          </a:r>
          <a:endParaRPr lang="en-US" sz="2800" dirty="0">
            <a:solidFill>
              <a:schemeClr val="tx1"/>
            </a:solidFill>
          </a:endParaRPr>
        </a:p>
      </dgm:t>
    </dgm:pt>
    <dgm:pt modelId="{7557F90E-9A04-4BF9-8B16-802489250206}" type="parTrans" cxnId="{A40D33E6-A17A-4705-ACC7-42F758BB9EA0}">
      <dgm:prSet/>
      <dgm:spPr/>
      <dgm:t>
        <a:bodyPr/>
        <a:lstStyle/>
        <a:p>
          <a:endParaRPr lang="en-US"/>
        </a:p>
      </dgm:t>
    </dgm:pt>
    <dgm:pt modelId="{ADD405B5-9816-4A94-8446-9EE665BCB981}" type="sibTrans" cxnId="{A40D33E6-A17A-4705-ACC7-42F758BB9EA0}">
      <dgm:prSet/>
      <dgm:spPr/>
      <dgm:t>
        <a:bodyPr/>
        <a:lstStyle/>
        <a:p>
          <a:endParaRPr lang="en-US"/>
        </a:p>
      </dgm:t>
    </dgm:pt>
    <dgm:pt modelId="{4C919DFE-B3E8-4E06-8B82-16B024284A97}">
      <dgm:prSet custT="1"/>
      <dgm:spPr>
        <a:ln>
          <a:solidFill>
            <a:schemeClr val="tx1"/>
          </a:solidFill>
        </a:ln>
      </dgm:spPr>
      <dgm:t>
        <a:bodyPr/>
        <a:lstStyle/>
        <a:p>
          <a:r>
            <a:rPr lang="en-US" sz="2800" b="0" i="0">
              <a:solidFill>
                <a:schemeClr val="tx1"/>
              </a:solidFill>
              <a:effectLst/>
              <a:latin typeface="Bahnschrift" panose="020B0502040204020203" pitchFamily="34" charset="0"/>
            </a:rPr>
            <a:t>Directed Acyclic Graph, </a:t>
          </a:r>
          <a:endParaRPr lang="en-US" sz="2800" b="0" i="0" dirty="0">
            <a:solidFill>
              <a:schemeClr val="tx1"/>
            </a:solidFill>
            <a:effectLst/>
            <a:latin typeface="Bahnschrift" panose="020B0502040204020203" pitchFamily="34" charset="0"/>
          </a:endParaRPr>
        </a:p>
      </dgm:t>
    </dgm:pt>
    <dgm:pt modelId="{F303A385-38D2-4852-9282-B137A8AECBF2}" type="parTrans" cxnId="{27D22259-A28B-4ADB-A7A6-25B1612BC755}">
      <dgm:prSet/>
      <dgm:spPr/>
      <dgm:t>
        <a:bodyPr/>
        <a:lstStyle/>
        <a:p>
          <a:endParaRPr lang="en-US"/>
        </a:p>
      </dgm:t>
    </dgm:pt>
    <dgm:pt modelId="{90607A3C-04CF-4AAF-AA8D-32596BC4B6CE}" type="sibTrans" cxnId="{27D22259-A28B-4ADB-A7A6-25B1612BC755}">
      <dgm:prSet/>
      <dgm:spPr/>
      <dgm:t>
        <a:bodyPr/>
        <a:lstStyle/>
        <a:p>
          <a:endParaRPr lang="en-US"/>
        </a:p>
      </dgm:t>
    </dgm:pt>
    <dgm:pt modelId="{5196D934-A6C6-42A0-9519-3BF33AF70871}">
      <dgm:prSet custT="1"/>
      <dgm:spPr>
        <a:ln>
          <a:solidFill>
            <a:schemeClr val="tx1"/>
          </a:solidFill>
        </a:ln>
      </dgm:spPr>
      <dgm:t>
        <a:bodyPr/>
        <a:lstStyle/>
        <a:p>
          <a:r>
            <a:rPr lang="en-US" sz="2800" b="0" i="0">
              <a:solidFill>
                <a:schemeClr val="tx1"/>
              </a:solidFill>
              <a:effectLst/>
              <a:latin typeface="Bahnschrift" panose="020B0502040204020203" pitchFamily="34" charset="0"/>
            </a:rPr>
            <a:t>Message Passing, </a:t>
          </a:r>
          <a:endParaRPr lang="en-US" sz="2800" b="0" i="0" dirty="0">
            <a:solidFill>
              <a:schemeClr val="tx1"/>
            </a:solidFill>
            <a:effectLst/>
            <a:latin typeface="Bahnschrift" panose="020B0502040204020203" pitchFamily="34" charset="0"/>
          </a:endParaRPr>
        </a:p>
      </dgm:t>
    </dgm:pt>
    <dgm:pt modelId="{B1123EF8-EEDC-4880-9A89-21E6A6B9ED3F}" type="parTrans" cxnId="{26ECAECF-DB58-41FF-A50A-0126BB42BBCF}">
      <dgm:prSet/>
      <dgm:spPr/>
      <dgm:t>
        <a:bodyPr/>
        <a:lstStyle/>
        <a:p>
          <a:endParaRPr lang="en-US"/>
        </a:p>
      </dgm:t>
    </dgm:pt>
    <dgm:pt modelId="{310CB1A7-1EC5-40F5-B43B-6442806632C5}" type="sibTrans" cxnId="{26ECAECF-DB58-41FF-A50A-0126BB42BBCF}">
      <dgm:prSet/>
      <dgm:spPr/>
      <dgm:t>
        <a:bodyPr/>
        <a:lstStyle/>
        <a:p>
          <a:endParaRPr lang="en-US"/>
        </a:p>
      </dgm:t>
    </dgm:pt>
    <dgm:pt modelId="{773D452A-CA3A-4AEF-9890-D3250FBC6DBC}">
      <dgm:prSet custT="1"/>
      <dgm:spPr>
        <a:ln>
          <a:solidFill>
            <a:schemeClr val="tx1"/>
          </a:solidFill>
        </a:ln>
      </dgm:spPr>
      <dgm:t>
        <a:bodyPr/>
        <a:lstStyle/>
        <a:p>
          <a:r>
            <a:rPr lang="en-US" sz="2800" b="0" i="0">
              <a:solidFill>
                <a:schemeClr val="tx1"/>
              </a:solidFill>
              <a:effectLst/>
              <a:latin typeface="Bahnschrift" panose="020B0502040204020203" pitchFamily="34" charset="0"/>
            </a:rPr>
            <a:t>Bulk Synchronous Parallel, </a:t>
          </a:r>
          <a:endParaRPr lang="en-US" sz="2800" b="0" i="0" dirty="0">
            <a:solidFill>
              <a:schemeClr val="tx1"/>
            </a:solidFill>
            <a:effectLst/>
            <a:latin typeface="Bahnschrift" panose="020B0502040204020203" pitchFamily="34" charset="0"/>
          </a:endParaRPr>
        </a:p>
      </dgm:t>
    </dgm:pt>
    <dgm:pt modelId="{87207048-AE29-4A8A-BF19-B960225B278D}" type="parTrans" cxnId="{25DBC317-DD61-42A0-B36E-8ADB8A5E29C4}">
      <dgm:prSet/>
      <dgm:spPr/>
      <dgm:t>
        <a:bodyPr/>
        <a:lstStyle/>
        <a:p>
          <a:endParaRPr lang="en-US"/>
        </a:p>
      </dgm:t>
    </dgm:pt>
    <dgm:pt modelId="{513AF6E1-BC1C-4047-96CC-822E3F996125}" type="sibTrans" cxnId="{25DBC317-DD61-42A0-B36E-8ADB8A5E29C4}">
      <dgm:prSet/>
      <dgm:spPr/>
      <dgm:t>
        <a:bodyPr/>
        <a:lstStyle/>
        <a:p>
          <a:endParaRPr lang="en-US"/>
        </a:p>
      </dgm:t>
    </dgm:pt>
    <dgm:pt modelId="{B67E6B04-0802-4106-90A8-4075CE01A53B}">
      <dgm:prSet custT="1"/>
      <dgm:spPr>
        <a:ln>
          <a:solidFill>
            <a:schemeClr val="tx1"/>
          </a:solidFill>
        </a:ln>
      </dgm:spPr>
      <dgm:t>
        <a:bodyPr/>
        <a:lstStyle/>
        <a:p>
          <a:r>
            <a:rPr lang="en-US" sz="2800" b="0" i="0" dirty="0">
              <a:solidFill>
                <a:schemeClr val="tx1"/>
              </a:solidFill>
              <a:effectLst/>
              <a:latin typeface="Bahnschrift" panose="020B0502040204020203" pitchFamily="34" charset="0"/>
            </a:rPr>
            <a:t>Workflow.</a:t>
          </a:r>
        </a:p>
      </dgm:t>
    </dgm:pt>
    <dgm:pt modelId="{D806E024-5EAE-4691-A349-3158401261A5}" type="parTrans" cxnId="{DDE12C5B-D255-4BC9-9DA0-D44D8414FD48}">
      <dgm:prSet/>
      <dgm:spPr/>
      <dgm:t>
        <a:bodyPr/>
        <a:lstStyle/>
        <a:p>
          <a:endParaRPr lang="en-US"/>
        </a:p>
      </dgm:t>
    </dgm:pt>
    <dgm:pt modelId="{E001E189-F633-4C13-93E4-D80357190D7C}" type="sibTrans" cxnId="{DDE12C5B-D255-4BC9-9DA0-D44D8414FD48}">
      <dgm:prSet/>
      <dgm:spPr/>
      <dgm:t>
        <a:bodyPr/>
        <a:lstStyle/>
        <a:p>
          <a:endParaRPr lang="en-US"/>
        </a:p>
      </dgm:t>
    </dgm:pt>
    <dgm:pt modelId="{C0D63000-060A-4B8D-98F0-8AE771949C9B}" type="pres">
      <dgm:prSet presAssocID="{F62D133F-47D4-47A0-88D1-C3C7E2A173F3}" presName="linear" presStyleCnt="0">
        <dgm:presLayoutVars>
          <dgm:dir/>
          <dgm:animLvl val="lvl"/>
          <dgm:resizeHandles val="exact"/>
        </dgm:presLayoutVars>
      </dgm:prSet>
      <dgm:spPr/>
    </dgm:pt>
    <dgm:pt modelId="{69E0D99A-5B0E-4BAE-8336-5F2280017137}" type="pres">
      <dgm:prSet presAssocID="{80FCF951-5EA0-4C59-9628-8E226EC3BD88}" presName="parentLin" presStyleCnt="0"/>
      <dgm:spPr/>
    </dgm:pt>
    <dgm:pt modelId="{5ED0C701-45DC-49D1-80C3-8F2C78A8532B}" type="pres">
      <dgm:prSet presAssocID="{80FCF951-5EA0-4C59-9628-8E226EC3BD88}" presName="parentLeftMargin" presStyleLbl="node1" presStyleIdx="0" presStyleCnt="5"/>
      <dgm:spPr/>
    </dgm:pt>
    <dgm:pt modelId="{A2BA89A8-CE8B-4D2A-A7A5-5639F5B42F9E}" type="pres">
      <dgm:prSet presAssocID="{80FCF951-5EA0-4C59-9628-8E226EC3BD88}" presName="parentText" presStyleLbl="node1" presStyleIdx="0" presStyleCnt="5">
        <dgm:presLayoutVars>
          <dgm:chMax val="0"/>
          <dgm:bulletEnabled val="1"/>
        </dgm:presLayoutVars>
      </dgm:prSet>
      <dgm:spPr/>
    </dgm:pt>
    <dgm:pt modelId="{C9DC597F-CBE5-466D-8AD5-1512BD1EFBBC}" type="pres">
      <dgm:prSet presAssocID="{80FCF951-5EA0-4C59-9628-8E226EC3BD88}" presName="negativeSpace" presStyleCnt="0"/>
      <dgm:spPr/>
    </dgm:pt>
    <dgm:pt modelId="{A98365CA-2805-45AB-A9E5-878D6AED731C}" type="pres">
      <dgm:prSet presAssocID="{80FCF951-5EA0-4C59-9628-8E226EC3BD88}" presName="childText" presStyleLbl="conFgAcc1" presStyleIdx="0" presStyleCnt="5">
        <dgm:presLayoutVars>
          <dgm:bulletEnabled val="1"/>
        </dgm:presLayoutVars>
      </dgm:prSet>
      <dgm:spPr/>
    </dgm:pt>
    <dgm:pt modelId="{CDA0DFAF-1CCF-4907-85CC-E8B482F2027F}" type="pres">
      <dgm:prSet presAssocID="{ADD405B5-9816-4A94-8446-9EE665BCB981}" presName="spaceBetweenRectangles" presStyleCnt="0"/>
      <dgm:spPr/>
    </dgm:pt>
    <dgm:pt modelId="{922AABF0-BB64-4B8C-BCBA-8B6E85E190C0}" type="pres">
      <dgm:prSet presAssocID="{4C919DFE-B3E8-4E06-8B82-16B024284A97}" presName="parentLin" presStyleCnt="0"/>
      <dgm:spPr/>
    </dgm:pt>
    <dgm:pt modelId="{28667DC9-E796-4C19-A67E-A45452205A14}" type="pres">
      <dgm:prSet presAssocID="{4C919DFE-B3E8-4E06-8B82-16B024284A97}" presName="parentLeftMargin" presStyleLbl="node1" presStyleIdx="0" presStyleCnt="5"/>
      <dgm:spPr/>
    </dgm:pt>
    <dgm:pt modelId="{75B1AC33-7363-4328-A8A3-5FAF70CA5CBA}" type="pres">
      <dgm:prSet presAssocID="{4C919DFE-B3E8-4E06-8B82-16B024284A97}" presName="parentText" presStyleLbl="node1" presStyleIdx="1" presStyleCnt="5">
        <dgm:presLayoutVars>
          <dgm:chMax val="0"/>
          <dgm:bulletEnabled val="1"/>
        </dgm:presLayoutVars>
      </dgm:prSet>
      <dgm:spPr/>
    </dgm:pt>
    <dgm:pt modelId="{CA4181E4-3D79-4ADA-A19F-83123545E888}" type="pres">
      <dgm:prSet presAssocID="{4C919DFE-B3E8-4E06-8B82-16B024284A97}" presName="negativeSpace" presStyleCnt="0"/>
      <dgm:spPr/>
    </dgm:pt>
    <dgm:pt modelId="{13AD295E-3281-441C-BCCC-35EBDA36CDA2}" type="pres">
      <dgm:prSet presAssocID="{4C919DFE-B3E8-4E06-8B82-16B024284A97}" presName="childText" presStyleLbl="conFgAcc1" presStyleIdx="1" presStyleCnt="5">
        <dgm:presLayoutVars>
          <dgm:bulletEnabled val="1"/>
        </dgm:presLayoutVars>
      </dgm:prSet>
      <dgm:spPr/>
    </dgm:pt>
    <dgm:pt modelId="{6C33380E-B4E9-46F4-A4DD-5A338AE76EBA}" type="pres">
      <dgm:prSet presAssocID="{90607A3C-04CF-4AAF-AA8D-32596BC4B6CE}" presName="spaceBetweenRectangles" presStyleCnt="0"/>
      <dgm:spPr/>
    </dgm:pt>
    <dgm:pt modelId="{C3C8789A-CD00-4464-8E88-21ACE6E28999}" type="pres">
      <dgm:prSet presAssocID="{5196D934-A6C6-42A0-9519-3BF33AF70871}" presName="parentLin" presStyleCnt="0"/>
      <dgm:spPr/>
    </dgm:pt>
    <dgm:pt modelId="{97A8E910-C080-4CE1-89D1-EB86AE7DD7A7}" type="pres">
      <dgm:prSet presAssocID="{5196D934-A6C6-42A0-9519-3BF33AF70871}" presName="parentLeftMargin" presStyleLbl="node1" presStyleIdx="1" presStyleCnt="5"/>
      <dgm:spPr/>
    </dgm:pt>
    <dgm:pt modelId="{E1923298-1980-483C-B7C3-00B3D95DC09F}" type="pres">
      <dgm:prSet presAssocID="{5196D934-A6C6-42A0-9519-3BF33AF70871}" presName="parentText" presStyleLbl="node1" presStyleIdx="2" presStyleCnt="5">
        <dgm:presLayoutVars>
          <dgm:chMax val="0"/>
          <dgm:bulletEnabled val="1"/>
        </dgm:presLayoutVars>
      </dgm:prSet>
      <dgm:spPr/>
    </dgm:pt>
    <dgm:pt modelId="{A76E7AC8-E59C-4B4B-A509-B7DD02D472C4}" type="pres">
      <dgm:prSet presAssocID="{5196D934-A6C6-42A0-9519-3BF33AF70871}" presName="negativeSpace" presStyleCnt="0"/>
      <dgm:spPr/>
    </dgm:pt>
    <dgm:pt modelId="{677C324F-4025-45F3-875A-4783AC467858}" type="pres">
      <dgm:prSet presAssocID="{5196D934-A6C6-42A0-9519-3BF33AF70871}" presName="childText" presStyleLbl="conFgAcc1" presStyleIdx="2" presStyleCnt="5">
        <dgm:presLayoutVars>
          <dgm:bulletEnabled val="1"/>
        </dgm:presLayoutVars>
      </dgm:prSet>
      <dgm:spPr/>
    </dgm:pt>
    <dgm:pt modelId="{EE8B3760-160A-4BD8-BDDE-D46B84DBC6CA}" type="pres">
      <dgm:prSet presAssocID="{310CB1A7-1EC5-40F5-B43B-6442806632C5}" presName="spaceBetweenRectangles" presStyleCnt="0"/>
      <dgm:spPr/>
    </dgm:pt>
    <dgm:pt modelId="{376288B6-FDFC-41F5-9D8A-716DC14CA23F}" type="pres">
      <dgm:prSet presAssocID="{773D452A-CA3A-4AEF-9890-D3250FBC6DBC}" presName="parentLin" presStyleCnt="0"/>
      <dgm:spPr/>
    </dgm:pt>
    <dgm:pt modelId="{691A1862-24F8-49D3-89A5-0477240DC64E}" type="pres">
      <dgm:prSet presAssocID="{773D452A-CA3A-4AEF-9890-D3250FBC6DBC}" presName="parentLeftMargin" presStyleLbl="node1" presStyleIdx="2" presStyleCnt="5"/>
      <dgm:spPr/>
    </dgm:pt>
    <dgm:pt modelId="{3CEA45D2-4A0C-4C43-A2BA-4250CB8EE65F}" type="pres">
      <dgm:prSet presAssocID="{773D452A-CA3A-4AEF-9890-D3250FBC6DBC}" presName="parentText" presStyleLbl="node1" presStyleIdx="3" presStyleCnt="5">
        <dgm:presLayoutVars>
          <dgm:chMax val="0"/>
          <dgm:bulletEnabled val="1"/>
        </dgm:presLayoutVars>
      </dgm:prSet>
      <dgm:spPr/>
    </dgm:pt>
    <dgm:pt modelId="{828FF3C8-5AAA-4612-9BA5-0CC6B85B8ED7}" type="pres">
      <dgm:prSet presAssocID="{773D452A-CA3A-4AEF-9890-D3250FBC6DBC}" presName="negativeSpace" presStyleCnt="0"/>
      <dgm:spPr/>
    </dgm:pt>
    <dgm:pt modelId="{DA733CF1-D23F-4729-959A-776FCE421126}" type="pres">
      <dgm:prSet presAssocID="{773D452A-CA3A-4AEF-9890-D3250FBC6DBC}" presName="childText" presStyleLbl="conFgAcc1" presStyleIdx="3" presStyleCnt="5">
        <dgm:presLayoutVars>
          <dgm:bulletEnabled val="1"/>
        </dgm:presLayoutVars>
      </dgm:prSet>
      <dgm:spPr/>
    </dgm:pt>
    <dgm:pt modelId="{6EA05522-2E46-4488-9FE7-EB43E27891C6}" type="pres">
      <dgm:prSet presAssocID="{513AF6E1-BC1C-4047-96CC-822E3F996125}" presName="spaceBetweenRectangles" presStyleCnt="0"/>
      <dgm:spPr/>
    </dgm:pt>
    <dgm:pt modelId="{1F0C9359-F83B-4337-91E1-2FF166A50852}" type="pres">
      <dgm:prSet presAssocID="{B67E6B04-0802-4106-90A8-4075CE01A53B}" presName="parentLin" presStyleCnt="0"/>
      <dgm:spPr/>
    </dgm:pt>
    <dgm:pt modelId="{CC5BB9EC-0680-4F57-B60B-6DC9296F7D70}" type="pres">
      <dgm:prSet presAssocID="{B67E6B04-0802-4106-90A8-4075CE01A53B}" presName="parentLeftMargin" presStyleLbl="node1" presStyleIdx="3" presStyleCnt="5"/>
      <dgm:spPr/>
    </dgm:pt>
    <dgm:pt modelId="{5466D45B-A039-4060-B317-E3303C3B79AE}" type="pres">
      <dgm:prSet presAssocID="{B67E6B04-0802-4106-90A8-4075CE01A53B}" presName="parentText" presStyleLbl="node1" presStyleIdx="4" presStyleCnt="5">
        <dgm:presLayoutVars>
          <dgm:chMax val="0"/>
          <dgm:bulletEnabled val="1"/>
        </dgm:presLayoutVars>
      </dgm:prSet>
      <dgm:spPr/>
    </dgm:pt>
    <dgm:pt modelId="{1C5853E8-53E8-4CEF-918F-0CADC52D1850}" type="pres">
      <dgm:prSet presAssocID="{B67E6B04-0802-4106-90A8-4075CE01A53B}" presName="negativeSpace" presStyleCnt="0"/>
      <dgm:spPr/>
    </dgm:pt>
    <dgm:pt modelId="{ACD60238-787D-4A53-B5BB-19EBABA0CFFC}" type="pres">
      <dgm:prSet presAssocID="{B67E6B04-0802-4106-90A8-4075CE01A53B}" presName="childText" presStyleLbl="conFgAcc1" presStyleIdx="4" presStyleCnt="5">
        <dgm:presLayoutVars>
          <dgm:bulletEnabled val="1"/>
        </dgm:presLayoutVars>
      </dgm:prSet>
      <dgm:spPr/>
    </dgm:pt>
  </dgm:ptLst>
  <dgm:cxnLst>
    <dgm:cxn modelId="{FF88B508-6632-4507-B4CC-5A3C6FEC1F93}" type="presOf" srcId="{4C919DFE-B3E8-4E06-8B82-16B024284A97}" destId="{28667DC9-E796-4C19-A67E-A45452205A14}" srcOrd="0" destOrd="0" presId="urn:microsoft.com/office/officeart/2005/8/layout/list1"/>
    <dgm:cxn modelId="{25DBC317-DD61-42A0-B36E-8ADB8A5E29C4}" srcId="{F62D133F-47D4-47A0-88D1-C3C7E2A173F3}" destId="{773D452A-CA3A-4AEF-9890-D3250FBC6DBC}" srcOrd="3" destOrd="0" parTransId="{87207048-AE29-4A8A-BF19-B960225B278D}" sibTransId="{513AF6E1-BC1C-4047-96CC-822E3F996125}"/>
    <dgm:cxn modelId="{33F14019-2ADE-4D8B-9FC9-51BEC4652269}" type="presOf" srcId="{4C919DFE-B3E8-4E06-8B82-16B024284A97}" destId="{75B1AC33-7363-4328-A8A3-5FAF70CA5CBA}" srcOrd="1" destOrd="0" presId="urn:microsoft.com/office/officeart/2005/8/layout/list1"/>
    <dgm:cxn modelId="{4CC93F3D-6FC6-4B9F-A929-36EBC0E460EA}" type="presOf" srcId="{B67E6B04-0802-4106-90A8-4075CE01A53B}" destId="{CC5BB9EC-0680-4F57-B60B-6DC9296F7D70}" srcOrd="0" destOrd="0" presId="urn:microsoft.com/office/officeart/2005/8/layout/list1"/>
    <dgm:cxn modelId="{DDE12C5B-D255-4BC9-9DA0-D44D8414FD48}" srcId="{F62D133F-47D4-47A0-88D1-C3C7E2A173F3}" destId="{B67E6B04-0802-4106-90A8-4075CE01A53B}" srcOrd="4" destOrd="0" parTransId="{D806E024-5EAE-4691-A349-3158401261A5}" sibTransId="{E001E189-F633-4C13-93E4-D80357190D7C}"/>
    <dgm:cxn modelId="{A8AE3942-EC07-438B-8B77-A12E8947B9AE}" type="presOf" srcId="{773D452A-CA3A-4AEF-9890-D3250FBC6DBC}" destId="{691A1862-24F8-49D3-89A5-0477240DC64E}" srcOrd="0" destOrd="0" presId="urn:microsoft.com/office/officeart/2005/8/layout/list1"/>
    <dgm:cxn modelId="{2EEBBC4A-64E7-4CAB-97B8-018731E779AA}" type="presOf" srcId="{80FCF951-5EA0-4C59-9628-8E226EC3BD88}" destId="{A2BA89A8-CE8B-4D2A-A7A5-5639F5B42F9E}" srcOrd="1" destOrd="0" presId="urn:microsoft.com/office/officeart/2005/8/layout/list1"/>
    <dgm:cxn modelId="{98FA476C-93A4-4357-BE48-FD7DDE94D010}" type="presOf" srcId="{5196D934-A6C6-42A0-9519-3BF33AF70871}" destId="{97A8E910-C080-4CE1-89D1-EB86AE7DD7A7}" srcOrd="0" destOrd="0" presId="urn:microsoft.com/office/officeart/2005/8/layout/list1"/>
    <dgm:cxn modelId="{B0F33878-FC7A-43E2-90BA-234F0440A9C9}" type="presOf" srcId="{80FCF951-5EA0-4C59-9628-8E226EC3BD88}" destId="{5ED0C701-45DC-49D1-80C3-8F2C78A8532B}" srcOrd="0" destOrd="0" presId="urn:microsoft.com/office/officeart/2005/8/layout/list1"/>
    <dgm:cxn modelId="{27D22259-A28B-4ADB-A7A6-25B1612BC755}" srcId="{F62D133F-47D4-47A0-88D1-C3C7E2A173F3}" destId="{4C919DFE-B3E8-4E06-8B82-16B024284A97}" srcOrd="1" destOrd="0" parTransId="{F303A385-38D2-4852-9282-B137A8AECBF2}" sibTransId="{90607A3C-04CF-4AAF-AA8D-32596BC4B6CE}"/>
    <dgm:cxn modelId="{D810837D-16BA-4138-BC7A-D72572D2D686}" type="presOf" srcId="{F62D133F-47D4-47A0-88D1-C3C7E2A173F3}" destId="{C0D63000-060A-4B8D-98F0-8AE771949C9B}" srcOrd="0" destOrd="0" presId="urn:microsoft.com/office/officeart/2005/8/layout/list1"/>
    <dgm:cxn modelId="{2157B89F-3D33-4072-8D1C-71D20C6521E6}" type="presOf" srcId="{773D452A-CA3A-4AEF-9890-D3250FBC6DBC}" destId="{3CEA45D2-4A0C-4C43-A2BA-4250CB8EE65F}" srcOrd="1" destOrd="0" presId="urn:microsoft.com/office/officeart/2005/8/layout/list1"/>
    <dgm:cxn modelId="{441161AD-B300-4DE0-933B-231CAB3BF681}" type="presOf" srcId="{B67E6B04-0802-4106-90A8-4075CE01A53B}" destId="{5466D45B-A039-4060-B317-E3303C3B79AE}" srcOrd="1" destOrd="0" presId="urn:microsoft.com/office/officeart/2005/8/layout/list1"/>
    <dgm:cxn modelId="{B9C255B2-3859-4C31-B716-14EC726FA9AF}" type="presOf" srcId="{5196D934-A6C6-42A0-9519-3BF33AF70871}" destId="{E1923298-1980-483C-B7C3-00B3D95DC09F}" srcOrd="1" destOrd="0" presId="urn:microsoft.com/office/officeart/2005/8/layout/list1"/>
    <dgm:cxn modelId="{26ECAECF-DB58-41FF-A50A-0126BB42BBCF}" srcId="{F62D133F-47D4-47A0-88D1-C3C7E2A173F3}" destId="{5196D934-A6C6-42A0-9519-3BF33AF70871}" srcOrd="2" destOrd="0" parTransId="{B1123EF8-EEDC-4880-9A89-21E6A6B9ED3F}" sibTransId="{310CB1A7-1EC5-40F5-B43B-6442806632C5}"/>
    <dgm:cxn modelId="{A40D33E6-A17A-4705-ACC7-42F758BB9EA0}" srcId="{F62D133F-47D4-47A0-88D1-C3C7E2A173F3}" destId="{80FCF951-5EA0-4C59-9628-8E226EC3BD88}" srcOrd="0" destOrd="0" parTransId="{7557F90E-9A04-4BF9-8B16-802489250206}" sibTransId="{ADD405B5-9816-4A94-8446-9EE665BCB981}"/>
    <dgm:cxn modelId="{D1D09E74-43A8-4CAA-90E1-01C2D8658FD7}" type="presParOf" srcId="{C0D63000-060A-4B8D-98F0-8AE771949C9B}" destId="{69E0D99A-5B0E-4BAE-8336-5F2280017137}" srcOrd="0" destOrd="0" presId="urn:microsoft.com/office/officeart/2005/8/layout/list1"/>
    <dgm:cxn modelId="{2EB623ED-12ED-4DB7-9CE9-F2B15960966D}" type="presParOf" srcId="{69E0D99A-5B0E-4BAE-8336-5F2280017137}" destId="{5ED0C701-45DC-49D1-80C3-8F2C78A8532B}" srcOrd="0" destOrd="0" presId="urn:microsoft.com/office/officeart/2005/8/layout/list1"/>
    <dgm:cxn modelId="{9F187790-6254-4066-B046-D445539F8847}" type="presParOf" srcId="{69E0D99A-5B0E-4BAE-8336-5F2280017137}" destId="{A2BA89A8-CE8B-4D2A-A7A5-5639F5B42F9E}" srcOrd="1" destOrd="0" presId="urn:microsoft.com/office/officeart/2005/8/layout/list1"/>
    <dgm:cxn modelId="{37390476-DC47-44D0-9E26-1C4DDAD42E0F}" type="presParOf" srcId="{C0D63000-060A-4B8D-98F0-8AE771949C9B}" destId="{C9DC597F-CBE5-466D-8AD5-1512BD1EFBBC}" srcOrd="1" destOrd="0" presId="urn:microsoft.com/office/officeart/2005/8/layout/list1"/>
    <dgm:cxn modelId="{C730F2C1-9449-4718-9655-1CD17B96D490}" type="presParOf" srcId="{C0D63000-060A-4B8D-98F0-8AE771949C9B}" destId="{A98365CA-2805-45AB-A9E5-878D6AED731C}" srcOrd="2" destOrd="0" presId="urn:microsoft.com/office/officeart/2005/8/layout/list1"/>
    <dgm:cxn modelId="{48D42F46-DE10-431E-B371-37AFBDCD2F60}" type="presParOf" srcId="{C0D63000-060A-4B8D-98F0-8AE771949C9B}" destId="{CDA0DFAF-1CCF-4907-85CC-E8B482F2027F}" srcOrd="3" destOrd="0" presId="urn:microsoft.com/office/officeart/2005/8/layout/list1"/>
    <dgm:cxn modelId="{CD1D7806-191B-485A-AAB9-9157B9A3A67F}" type="presParOf" srcId="{C0D63000-060A-4B8D-98F0-8AE771949C9B}" destId="{922AABF0-BB64-4B8C-BCBA-8B6E85E190C0}" srcOrd="4" destOrd="0" presId="urn:microsoft.com/office/officeart/2005/8/layout/list1"/>
    <dgm:cxn modelId="{CB7A8F10-7834-45FE-B638-9C996FC84797}" type="presParOf" srcId="{922AABF0-BB64-4B8C-BCBA-8B6E85E190C0}" destId="{28667DC9-E796-4C19-A67E-A45452205A14}" srcOrd="0" destOrd="0" presId="urn:microsoft.com/office/officeart/2005/8/layout/list1"/>
    <dgm:cxn modelId="{E9B5C4B2-E065-4751-88CA-D32B0216FB5B}" type="presParOf" srcId="{922AABF0-BB64-4B8C-BCBA-8B6E85E190C0}" destId="{75B1AC33-7363-4328-A8A3-5FAF70CA5CBA}" srcOrd="1" destOrd="0" presId="urn:microsoft.com/office/officeart/2005/8/layout/list1"/>
    <dgm:cxn modelId="{BED6DB33-61D0-49E4-B7F4-F7E1D10F012F}" type="presParOf" srcId="{C0D63000-060A-4B8D-98F0-8AE771949C9B}" destId="{CA4181E4-3D79-4ADA-A19F-83123545E888}" srcOrd="5" destOrd="0" presId="urn:microsoft.com/office/officeart/2005/8/layout/list1"/>
    <dgm:cxn modelId="{552AE63C-EED8-45AF-941E-6C90679BDC7A}" type="presParOf" srcId="{C0D63000-060A-4B8D-98F0-8AE771949C9B}" destId="{13AD295E-3281-441C-BCCC-35EBDA36CDA2}" srcOrd="6" destOrd="0" presId="urn:microsoft.com/office/officeart/2005/8/layout/list1"/>
    <dgm:cxn modelId="{4A65058D-78F4-45F9-86E8-C58A12C1EFD7}" type="presParOf" srcId="{C0D63000-060A-4B8D-98F0-8AE771949C9B}" destId="{6C33380E-B4E9-46F4-A4DD-5A338AE76EBA}" srcOrd="7" destOrd="0" presId="urn:microsoft.com/office/officeart/2005/8/layout/list1"/>
    <dgm:cxn modelId="{015D35FC-4B5A-4297-BA5E-7EF2CD94222E}" type="presParOf" srcId="{C0D63000-060A-4B8D-98F0-8AE771949C9B}" destId="{C3C8789A-CD00-4464-8E88-21ACE6E28999}" srcOrd="8" destOrd="0" presId="urn:microsoft.com/office/officeart/2005/8/layout/list1"/>
    <dgm:cxn modelId="{D0C30D23-5BFC-4778-8123-EAEC6950B6A4}" type="presParOf" srcId="{C3C8789A-CD00-4464-8E88-21ACE6E28999}" destId="{97A8E910-C080-4CE1-89D1-EB86AE7DD7A7}" srcOrd="0" destOrd="0" presId="urn:microsoft.com/office/officeart/2005/8/layout/list1"/>
    <dgm:cxn modelId="{0AF5636B-4640-47F4-9135-2601618D217B}" type="presParOf" srcId="{C3C8789A-CD00-4464-8E88-21ACE6E28999}" destId="{E1923298-1980-483C-B7C3-00B3D95DC09F}" srcOrd="1" destOrd="0" presId="urn:microsoft.com/office/officeart/2005/8/layout/list1"/>
    <dgm:cxn modelId="{A6B9866A-7D18-4002-A794-DAB6D9D0C585}" type="presParOf" srcId="{C0D63000-060A-4B8D-98F0-8AE771949C9B}" destId="{A76E7AC8-E59C-4B4B-A509-B7DD02D472C4}" srcOrd="9" destOrd="0" presId="urn:microsoft.com/office/officeart/2005/8/layout/list1"/>
    <dgm:cxn modelId="{4FD44FD8-278A-40A7-B0DC-1DFB84F63726}" type="presParOf" srcId="{C0D63000-060A-4B8D-98F0-8AE771949C9B}" destId="{677C324F-4025-45F3-875A-4783AC467858}" srcOrd="10" destOrd="0" presId="urn:microsoft.com/office/officeart/2005/8/layout/list1"/>
    <dgm:cxn modelId="{0B640F62-5176-4570-A3E8-50E3AEC4B3F5}" type="presParOf" srcId="{C0D63000-060A-4B8D-98F0-8AE771949C9B}" destId="{EE8B3760-160A-4BD8-BDDE-D46B84DBC6CA}" srcOrd="11" destOrd="0" presId="urn:microsoft.com/office/officeart/2005/8/layout/list1"/>
    <dgm:cxn modelId="{25AB533F-4725-4F33-99F4-AF6D255FA394}" type="presParOf" srcId="{C0D63000-060A-4B8D-98F0-8AE771949C9B}" destId="{376288B6-FDFC-41F5-9D8A-716DC14CA23F}" srcOrd="12" destOrd="0" presId="urn:microsoft.com/office/officeart/2005/8/layout/list1"/>
    <dgm:cxn modelId="{DAF9A2E3-4841-4417-81F1-C4F305740E62}" type="presParOf" srcId="{376288B6-FDFC-41F5-9D8A-716DC14CA23F}" destId="{691A1862-24F8-49D3-89A5-0477240DC64E}" srcOrd="0" destOrd="0" presId="urn:microsoft.com/office/officeart/2005/8/layout/list1"/>
    <dgm:cxn modelId="{5345CA68-BE08-40A5-93A7-D49522E95DD8}" type="presParOf" srcId="{376288B6-FDFC-41F5-9D8A-716DC14CA23F}" destId="{3CEA45D2-4A0C-4C43-A2BA-4250CB8EE65F}" srcOrd="1" destOrd="0" presId="urn:microsoft.com/office/officeart/2005/8/layout/list1"/>
    <dgm:cxn modelId="{451C17CD-5247-432B-A22C-F11311B1B530}" type="presParOf" srcId="{C0D63000-060A-4B8D-98F0-8AE771949C9B}" destId="{828FF3C8-5AAA-4612-9BA5-0CC6B85B8ED7}" srcOrd="13" destOrd="0" presId="urn:microsoft.com/office/officeart/2005/8/layout/list1"/>
    <dgm:cxn modelId="{724AA4CC-378C-4121-82D2-C9267A768A1D}" type="presParOf" srcId="{C0D63000-060A-4B8D-98F0-8AE771949C9B}" destId="{DA733CF1-D23F-4729-959A-776FCE421126}" srcOrd="14" destOrd="0" presId="urn:microsoft.com/office/officeart/2005/8/layout/list1"/>
    <dgm:cxn modelId="{97E14785-1F2D-4FCE-8487-DCAD13476734}" type="presParOf" srcId="{C0D63000-060A-4B8D-98F0-8AE771949C9B}" destId="{6EA05522-2E46-4488-9FE7-EB43E27891C6}" srcOrd="15" destOrd="0" presId="urn:microsoft.com/office/officeart/2005/8/layout/list1"/>
    <dgm:cxn modelId="{E3582EF4-F29C-4A27-AC60-CCBDFE53A7D6}" type="presParOf" srcId="{C0D63000-060A-4B8D-98F0-8AE771949C9B}" destId="{1F0C9359-F83B-4337-91E1-2FF166A50852}" srcOrd="16" destOrd="0" presId="urn:microsoft.com/office/officeart/2005/8/layout/list1"/>
    <dgm:cxn modelId="{49953DD4-F098-499F-9866-4359141F9285}" type="presParOf" srcId="{1F0C9359-F83B-4337-91E1-2FF166A50852}" destId="{CC5BB9EC-0680-4F57-B60B-6DC9296F7D70}" srcOrd="0" destOrd="0" presId="urn:microsoft.com/office/officeart/2005/8/layout/list1"/>
    <dgm:cxn modelId="{41196466-5C5E-4C47-937F-430834765E3B}" type="presParOf" srcId="{1F0C9359-F83B-4337-91E1-2FF166A50852}" destId="{5466D45B-A039-4060-B317-E3303C3B79AE}" srcOrd="1" destOrd="0" presId="urn:microsoft.com/office/officeart/2005/8/layout/list1"/>
    <dgm:cxn modelId="{64465397-1492-44F5-9B24-11E887CABDEE}" type="presParOf" srcId="{C0D63000-060A-4B8D-98F0-8AE771949C9B}" destId="{1C5853E8-53E8-4CEF-918F-0CADC52D1850}" srcOrd="17" destOrd="0" presId="urn:microsoft.com/office/officeart/2005/8/layout/list1"/>
    <dgm:cxn modelId="{B7633FCA-A5BB-425E-BE31-9BD1CCDD68AD}" type="presParOf" srcId="{C0D63000-060A-4B8D-98F0-8AE771949C9B}" destId="{ACD60238-787D-4A53-B5BB-19EBABA0CFFC}"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948CEB-86A9-42F9-947F-178A9E307C1F}" type="doc">
      <dgm:prSet loTypeId="urn:microsoft.com/office/officeart/2005/8/layout/hierarchy1" loCatId="hierarchy" qsTypeId="urn:microsoft.com/office/officeart/2005/8/quickstyle/simple1" qsCatId="simple" csTypeId="urn:microsoft.com/office/officeart/2005/8/colors/colorful4" csCatId="colorful" phldr="1"/>
      <dgm:spPr/>
      <dgm:t>
        <a:bodyPr/>
        <a:lstStyle/>
        <a:p>
          <a:endParaRPr lang="en-US"/>
        </a:p>
      </dgm:t>
    </dgm:pt>
    <dgm:pt modelId="{FA165645-C1D6-4DF5-96DB-F32446CFFB3A}">
      <dgm:prSet custT="1"/>
      <dgm:spPr/>
      <dgm:t>
        <a:bodyPr/>
        <a:lstStyle/>
        <a:p>
          <a:r>
            <a:rPr lang="en-US" sz="2800" b="0" i="0" dirty="0">
              <a:effectLst/>
              <a:latin typeface="Bahnschrift" panose="020B0502040204020203" pitchFamily="34" charset="0"/>
            </a:rPr>
            <a:t>The MapReduce algorithm contains two important tasks</a:t>
          </a:r>
          <a:endParaRPr lang="en-US" sz="2800" dirty="0"/>
        </a:p>
      </dgm:t>
    </dgm:pt>
    <dgm:pt modelId="{34BB8D74-7449-4B54-8730-13B424B562F7}" type="parTrans" cxnId="{391B056E-ED20-4CC0-A0FC-4088B9D435BA}">
      <dgm:prSet/>
      <dgm:spPr/>
      <dgm:t>
        <a:bodyPr/>
        <a:lstStyle/>
        <a:p>
          <a:endParaRPr lang="en-US"/>
        </a:p>
      </dgm:t>
    </dgm:pt>
    <dgm:pt modelId="{8C37A89A-C74F-4D8F-8F3C-F630FC29D528}" type="sibTrans" cxnId="{391B056E-ED20-4CC0-A0FC-4088B9D435BA}">
      <dgm:prSet/>
      <dgm:spPr/>
      <dgm:t>
        <a:bodyPr/>
        <a:lstStyle/>
        <a:p>
          <a:endParaRPr lang="en-US"/>
        </a:p>
      </dgm:t>
    </dgm:pt>
    <dgm:pt modelId="{B0323C4E-53EA-444E-B027-304A70CB5069}">
      <dgm:prSet custT="1"/>
      <dgm:spPr/>
      <dgm:t>
        <a:bodyPr/>
        <a:lstStyle/>
        <a:p>
          <a:r>
            <a:rPr lang="en-IN" sz="2800" b="0" i="0" dirty="0">
              <a:effectLst/>
              <a:latin typeface="Bahnschrift" panose="020B0502040204020203" pitchFamily="34" charset="0"/>
            </a:rPr>
            <a:t>Map</a:t>
          </a:r>
          <a:endParaRPr lang="en-US" sz="2800" dirty="0">
            <a:latin typeface="Bahnschrift" panose="020B0502040204020203" pitchFamily="34" charset="0"/>
          </a:endParaRPr>
        </a:p>
      </dgm:t>
    </dgm:pt>
    <dgm:pt modelId="{0FD7DF3E-1F0D-44C8-AB06-4E45B8200C44}" type="parTrans" cxnId="{45075F24-8503-47B9-B9CA-986EF23FA39E}">
      <dgm:prSet/>
      <dgm:spPr/>
      <dgm:t>
        <a:bodyPr/>
        <a:lstStyle/>
        <a:p>
          <a:endParaRPr lang="en-US"/>
        </a:p>
      </dgm:t>
    </dgm:pt>
    <dgm:pt modelId="{FA19311B-67BC-411B-8235-6BC20534D40B}" type="sibTrans" cxnId="{45075F24-8503-47B9-B9CA-986EF23FA39E}">
      <dgm:prSet/>
      <dgm:spPr/>
      <dgm:t>
        <a:bodyPr/>
        <a:lstStyle/>
        <a:p>
          <a:endParaRPr lang="en-US"/>
        </a:p>
      </dgm:t>
    </dgm:pt>
    <dgm:pt modelId="{10A178F7-535E-4AD7-8237-C14890C70D82}">
      <dgm:prSet custT="1"/>
      <dgm:spPr/>
      <dgm:t>
        <a:bodyPr/>
        <a:lstStyle/>
        <a:p>
          <a:r>
            <a:rPr lang="en-IN" sz="2800" b="0" i="0" dirty="0">
              <a:effectLst/>
              <a:latin typeface="Bahnschrift" panose="020B0502040204020203" pitchFamily="34" charset="0"/>
            </a:rPr>
            <a:t>Reduce</a:t>
          </a:r>
          <a:endParaRPr lang="en-IN" sz="2800" dirty="0">
            <a:latin typeface="Bahnschrift" panose="020B0502040204020203" pitchFamily="34" charset="0"/>
          </a:endParaRPr>
        </a:p>
      </dgm:t>
    </dgm:pt>
    <dgm:pt modelId="{156FE4FA-A743-44F9-9AD8-1F44B8E9E9BC}" type="parTrans" cxnId="{51231386-B177-4C0E-AB45-F20340813D2B}">
      <dgm:prSet/>
      <dgm:spPr/>
      <dgm:t>
        <a:bodyPr/>
        <a:lstStyle/>
        <a:p>
          <a:endParaRPr lang="en-US"/>
        </a:p>
      </dgm:t>
    </dgm:pt>
    <dgm:pt modelId="{BA05C0F3-7494-47E5-80BB-3C93B1AD9854}" type="sibTrans" cxnId="{51231386-B177-4C0E-AB45-F20340813D2B}">
      <dgm:prSet/>
      <dgm:spPr/>
      <dgm:t>
        <a:bodyPr/>
        <a:lstStyle/>
        <a:p>
          <a:endParaRPr lang="en-US"/>
        </a:p>
      </dgm:t>
    </dgm:pt>
    <dgm:pt modelId="{9F00FF70-C057-4F5E-BCB4-50BAD735FABC}" type="pres">
      <dgm:prSet presAssocID="{1F948CEB-86A9-42F9-947F-178A9E307C1F}" presName="hierChild1" presStyleCnt="0">
        <dgm:presLayoutVars>
          <dgm:chPref val="1"/>
          <dgm:dir/>
          <dgm:animOne val="branch"/>
          <dgm:animLvl val="lvl"/>
          <dgm:resizeHandles/>
        </dgm:presLayoutVars>
      </dgm:prSet>
      <dgm:spPr/>
    </dgm:pt>
    <dgm:pt modelId="{876B4D21-F503-49FA-9303-4234E03A5D34}" type="pres">
      <dgm:prSet presAssocID="{FA165645-C1D6-4DF5-96DB-F32446CFFB3A}" presName="hierRoot1" presStyleCnt="0"/>
      <dgm:spPr/>
    </dgm:pt>
    <dgm:pt modelId="{18D49F7A-AA02-40D8-BA1A-157920081884}" type="pres">
      <dgm:prSet presAssocID="{FA165645-C1D6-4DF5-96DB-F32446CFFB3A}" presName="composite" presStyleCnt="0"/>
      <dgm:spPr/>
    </dgm:pt>
    <dgm:pt modelId="{30CAE274-02A9-4F01-8A7F-9B0E3065F796}" type="pres">
      <dgm:prSet presAssocID="{FA165645-C1D6-4DF5-96DB-F32446CFFB3A}" presName="background" presStyleLbl="node0" presStyleIdx="0" presStyleCnt="1"/>
      <dgm:spPr/>
    </dgm:pt>
    <dgm:pt modelId="{22458967-5500-4132-87F9-079ED8D657B5}" type="pres">
      <dgm:prSet presAssocID="{FA165645-C1D6-4DF5-96DB-F32446CFFB3A}" presName="text" presStyleLbl="fgAcc0" presStyleIdx="0" presStyleCnt="1">
        <dgm:presLayoutVars>
          <dgm:chPref val="3"/>
        </dgm:presLayoutVars>
      </dgm:prSet>
      <dgm:spPr/>
    </dgm:pt>
    <dgm:pt modelId="{129AAC5B-5285-4A25-855E-99371CC04831}" type="pres">
      <dgm:prSet presAssocID="{FA165645-C1D6-4DF5-96DB-F32446CFFB3A}" presName="hierChild2" presStyleCnt="0"/>
      <dgm:spPr/>
    </dgm:pt>
    <dgm:pt modelId="{D7992BF2-B52E-4CA2-988E-D718D8555DE3}" type="pres">
      <dgm:prSet presAssocID="{0FD7DF3E-1F0D-44C8-AB06-4E45B8200C44}" presName="Name10" presStyleLbl="parChTrans1D2" presStyleIdx="0" presStyleCnt="2"/>
      <dgm:spPr/>
    </dgm:pt>
    <dgm:pt modelId="{65351293-9970-4AB8-A424-CFB644941393}" type="pres">
      <dgm:prSet presAssocID="{B0323C4E-53EA-444E-B027-304A70CB5069}" presName="hierRoot2" presStyleCnt="0"/>
      <dgm:spPr/>
    </dgm:pt>
    <dgm:pt modelId="{82C5F8C7-8FEC-438B-A973-93988A856EFA}" type="pres">
      <dgm:prSet presAssocID="{B0323C4E-53EA-444E-B027-304A70CB5069}" presName="composite2" presStyleCnt="0"/>
      <dgm:spPr/>
    </dgm:pt>
    <dgm:pt modelId="{95BA8779-1403-40C5-89E9-213911BDCFF6}" type="pres">
      <dgm:prSet presAssocID="{B0323C4E-53EA-444E-B027-304A70CB5069}" presName="background2" presStyleLbl="node2" presStyleIdx="0" presStyleCnt="2"/>
      <dgm:spPr/>
    </dgm:pt>
    <dgm:pt modelId="{B937544D-02BA-4641-B523-CB810FCF12D6}" type="pres">
      <dgm:prSet presAssocID="{B0323C4E-53EA-444E-B027-304A70CB5069}" presName="text2" presStyleLbl="fgAcc2" presStyleIdx="0" presStyleCnt="2" custScaleX="69948" custScaleY="65727">
        <dgm:presLayoutVars>
          <dgm:chPref val="3"/>
        </dgm:presLayoutVars>
      </dgm:prSet>
      <dgm:spPr/>
    </dgm:pt>
    <dgm:pt modelId="{4B84B403-11EA-4449-A900-B90C05DF819A}" type="pres">
      <dgm:prSet presAssocID="{B0323C4E-53EA-444E-B027-304A70CB5069}" presName="hierChild3" presStyleCnt="0"/>
      <dgm:spPr/>
    </dgm:pt>
    <dgm:pt modelId="{C9657D2A-1DFB-46AA-A91D-FE4E5D886BD4}" type="pres">
      <dgm:prSet presAssocID="{156FE4FA-A743-44F9-9AD8-1F44B8E9E9BC}" presName="Name10" presStyleLbl="parChTrans1D2" presStyleIdx="1" presStyleCnt="2"/>
      <dgm:spPr/>
    </dgm:pt>
    <dgm:pt modelId="{D5344BD3-5A45-4169-998B-66D1745A7FCF}" type="pres">
      <dgm:prSet presAssocID="{10A178F7-535E-4AD7-8237-C14890C70D82}" presName="hierRoot2" presStyleCnt="0"/>
      <dgm:spPr/>
    </dgm:pt>
    <dgm:pt modelId="{578F86A1-DAF0-4B93-A610-86C0C04D1B31}" type="pres">
      <dgm:prSet presAssocID="{10A178F7-535E-4AD7-8237-C14890C70D82}" presName="composite2" presStyleCnt="0"/>
      <dgm:spPr/>
    </dgm:pt>
    <dgm:pt modelId="{19FB9AF4-5EB1-4671-B67B-2CA18176581B}" type="pres">
      <dgm:prSet presAssocID="{10A178F7-535E-4AD7-8237-C14890C70D82}" presName="background2" presStyleLbl="node2" presStyleIdx="1" presStyleCnt="2"/>
      <dgm:spPr/>
    </dgm:pt>
    <dgm:pt modelId="{DF07097C-6C61-4452-8335-3F1DB8122B23}" type="pres">
      <dgm:prSet presAssocID="{10A178F7-535E-4AD7-8237-C14890C70D82}" presName="text2" presStyleLbl="fgAcc2" presStyleIdx="1" presStyleCnt="2" custScaleX="69948" custScaleY="65727">
        <dgm:presLayoutVars>
          <dgm:chPref val="3"/>
        </dgm:presLayoutVars>
      </dgm:prSet>
      <dgm:spPr/>
    </dgm:pt>
    <dgm:pt modelId="{D54ED408-F78A-4404-9C66-F8B45870A049}" type="pres">
      <dgm:prSet presAssocID="{10A178F7-535E-4AD7-8237-C14890C70D82}" presName="hierChild3" presStyleCnt="0"/>
      <dgm:spPr/>
    </dgm:pt>
  </dgm:ptLst>
  <dgm:cxnLst>
    <dgm:cxn modelId="{45075F24-8503-47B9-B9CA-986EF23FA39E}" srcId="{FA165645-C1D6-4DF5-96DB-F32446CFFB3A}" destId="{B0323C4E-53EA-444E-B027-304A70CB5069}" srcOrd="0" destOrd="0" parTransId="{0FD7DF3E-1F0D-44C8-AB06-4E45B8200C44}" sibTransId="{FA19311B-67BC-411B-8235-6BC20534D40B}"/>
    <dgm:cxn modelId="{391B056E-ED20-4CC0-A0FC-4088B9D435BA}" srcId="{1F948CEB-86A9-42F9-947F-178A9E307C1F}" destId="{FA165645-C1D6-4DF5-96DB-F32446CFFB3A}" srcOrd="0" destOrd="0" parTransId="{34BB8D74-7449-4B54-8730-13B424B562F7}" sibTransId="{8C37A89A-C74F-4D8F-8F3C-F630FC29D528}"/>
    <dgm:cxn modelId="{C1A66772-296F-4038-BA26-37A88B8A1048}" type="presOf" srcId="{10A178F7-535E-4AD7-8237-C14890C70D82}" destId="{DF07097C-6C61-4452-8335-3F1DB8122B23}" srcOrd="0" destOrd="0" presId="urn:microsoft.com/office/officeart/2005/8/layout/hierarchy1"/>
    <dgm:cxn modelId="{51231386-B177-4C0E-AB45-F20340813D2B}" srcId="{FA165645-C1D6-4DF5-96DB-F32446CFFB3A}" destId="{10A178F7-535E-4AD7-8237-C14890C70D82}" srcOrd="1" destOrd="0" parTransId="{156FE4FA-A743-44F9-9AD8-1F44B8E9E9BC}" sibTransId="{BA05C0F3-7494-47E5-80BB-3C93B1AD9854}"/>
    <dgm:cxn modelId="{D8D3C58E-3A21-4B6D-B80A-7637BA413845}" type="presOf" srcId="{156FE4FA-A743-44F9-9AD8-1F44B8E9E9BC}" destId="{C9657D2A-1DFB-46AA-A91D-FE4E5D886BD4}" srcOrd="0" destOrd="0" presId="urn:microsoft.com/office/officeart/2005/8/layout/hierarchy1"/>
    <dgm:cxn modelId="{507E699F-2489-46F2-BFBE-754DF67CB2B7}" type="presOf" srcId="{1F948CEB-86A9-42F9-947F-178A9E307C1F}" destId="{9F00FF70-C057-4F5E-BCB4-50BAD735FABC}" srcOrd="0" destOrd="0" presId="urn:microsoft.com/office/officeart/2005/8/layout/hierarchy1"/>
    <dgm:cxn modelId="{FB536DC2-5507-4AB6-A563-8FB89640F0CC}" type="presOf" srcId="{0FD7DF3E-1F0D-44C8-AB06-4E45B8200C44}" destId="{D7992BF2-B52E-4CA2-988E-D718D8555DE3}" srcOrd="0" destOrd="0" presId="urn:microsoft.com/office/officeart/2005/8/layout/hierarchy1"/>
    <dgm:cxn modelId="{40A347E7-35EB-4A17-9138-B8542BFD775C}" type="presOf" srcId="{FA165645-C1D6-4DF5-96DB-F32446CFFB3A}" destId="{22458967-5500-4132-87F9-079ED8D657B5}" srcOrd="0" destOrd="0" presId="urn:microsoft.com/office/officeart/2005/8/layout/hierarchy1"/>
    <dgm:cxn modelId="{46D74DF2-E2EB-403A-9F00-231F524C985E}" type="presOf" srcId="{B0323C4E-53EA-444E-B027-304A70CB5069}" destId="{B937544D-02BA-4641-B523-CB810FCF12D6}" srcOrd="0" destOrd="0" presId="urn:microsoft.com/office/officeart/2005/8/layout/hierarchy1"/>
    <dgm:cxn modelId="{BE682CFD-0569-4549-9AEF-A93C9444100B}" type="presParOf" srcId="{9F00FF70-C057-4F5E-BCB4-50BAD735FABC}" destId="{876B4D21-F503-49FA-9303-4234E03A5D34}" srcOrd="0" destOrd="0" presId="urn:microsoft.com/office/officeart/2005/8/layout/hierarchy1"/>
    <dgm:cxn modelId="{87237299-8980-4600-81FC-A45347384318}" type="presParOf" srcId="{876B4D21-F503-49FA-9303-4234E03A5D34}" destId="{18D49F7A-AA02-40D8-BA1A-157920081884}" srcOrd="0" destOrd="0" presId="urn:microsoft.com/office/officeart/2005/8/layout/hierarchy1"/>
    <dgm:cxn modelId="{56236C58-64BD-4E70-B2A1-E81B99DA7676}" type="presParOf" srcId="{18D49F7A-AA02-40D8-BA1A-157920081884}" destId="{30CAE274-02A9-4F01-8A7F-9B0E3065F796}" srcOrd="0" destOrd="0" presId="urn:microsoft.com/office/officeart/2005/8/layout/hierarchy1"/>
    <dgm:cxn modelId="{86DC4FBC-C345-4ACD-916F-1CF1E75B8762}" type="presParOf" srcId="{18D49F7A-AA02-40D8-BA1A-157920081884}" destId="{22458967-5500-4132-87F9-079ED8D657B5}" srcOrd="1" destOrd="0" presId="urn:microsoft.com/office/officeart/2005/8/layout/hierarchy1"/>
    <dgm:cxn modelId="{6AB212C1-BFD9-425D-B19A-1861B4E9695C}" type="presParOf" srcId="{876B4D21-F503-49FA-9303-4234E03A5D34}" destId="{129AAC5B-5285-4A25-855E-99371CC04831}" srcOrd="1" destOrd="0" presId="urn:microsoft.com/office/officeart/2005/8/layout/hierarchy1"/>
    <dgm:cxn modelId="{D2091EE0-73DA-4A49-88C5-D08191C5B62D}" type="presParOf" srcId="{129AAC5B-5285-4A25-855E-99371CC04831}" destId="{D7992BF2-B52E-4CA2-988E-D718D8555DE3}" srcOrd="0" destOrd="0" presId="urn:microsoft.com/office/officeart/2005/8/layout/hierarchy1"/>
    <dgm:cxn modelId="{58B5F5CF-3F31-4668-8BE6-2B24C683AD44}" type="presParOf" srcId="{129AAC5B-5285-4A25-855E-99371CC04831}" destId="{65351293-9970-4AB8-A424-CFB644941393}" srcOrd="1" destOrd="0" presId="urn:microsoft.com/office/officeart/2005/8/layout/hierarchy1"/>
    <dgm:cxn modelId="{68986A9B-9EF7-476D-8A06-2A15E195826E}" type="presParOf" srcId="{65351293-9970-4AB8-A424-CFB644941393}" destId="{82C5F8C7-8FEC-438B-A973-93988A856EFA}" srcOrd="0" destOrd="0" presId="urn:microsoft.com/office/officeart/2005/8/layout/hierarchy1"/>
    <dgm:cxn modelId="{5CBEFC63-3CF8-451A-8930-7DF3E4D84CE7}" type="presParOf" srcId="{82C5F8C7-8FEC-438B-A973-93988A856EFA}" destId="{95BA8779-1403-40C5-89E9-213911BDCFF6}" srcOrd="0" destOrd="0" presId="urn:microsoft.com/office/officeart/2005/8/layout/hierarchy1"/>
    <dgm:cxn modelId="{730BFD18-F710-464A-A089-86C6B772DD00}" type="presParOf" srcId="{82C5F8C7-8FEC-438B-A973-93988A856EFA}" destId="{B937544D-02BA-4641-B523-CB810FCF12D6}" srcOrd="1" destOrd="0" presId="urn:microsoft.com/office/officeart/2005/8/layout/hierarchy1"/>
    <dgm:cxn modelId="{77AFB646-838C-400D-9184-F638DAE04293}" type="presParOf" srcId="{65351293-9970-4AB8-A424-CFB644941393}" destId="{4B84B403-11EA-4449-A900-B90C05DF819A}" srcOrd="1" destOrd="0" presId="urn:microsoft.com/office/officeart/2005/8/layout/hierarchy1"/>
    <dgm:cxn modelId="{FE9F4A8B-DB89-460F-A9AE-3FB1D5229F5E}" type="presParOf" srcId="{129AAC5B-5285-4A25-855E-99371CC04831}" destId="{C9657D2A-1DFB-46AA-A91D-FE4E5D886BD4}" srcOrd="2" destOrd="0" presId="urn:microsoft.com/office/officeart/2005/8/layout/hierarchy1"/>
    <dgm:cxn modelId="{7317D028-4D19-4D00-A616-C1A861B441F3}" type="presParOf" srcId="{129AAC5B-5285-4A25-855E-99371CC04831}" destId="{D5344BD3-5A45-4169-998B-66D1745A7FCF}" srcOrd="3" destOrd="0" presId="urn:microsoft.com/office/officeart/2005/8/layout/hierarchy1"/>
    <dgm:cxn modelId="{BCB27685-A34F-4D8A-85EF-B45787642ECD}" type="presParOf" srcId="{D5344BD3-5A45-4169-998B-66D1745A7FCF}" destId="{578F86A1-DAF0-4B93-A610-86C0C04D1B31}" srcOrd="0" destOrd="0" presId="urn:microsoft.com/office/officeart/2005/8/layout/hierarchy1"/>
    <dgm:cxn modelId="{A6CE8123-AEDC-4F13-A8E3-AEFEFF380771}" type="presParOf" srcId="{578F86A1-DAF0-4B93-A610-86C0C04D1B31}" destId="{19FB9AF4-5EB1-4671-B67B-2CA18176581B}" srcOrd="0" destOrd="0" presId="urn:microsoft.com/office/officeart/2005/8/layout/hierarchy1"/>
    <dgm:cxn modelId="{680A3CA4-1C9C-408D-814C-F8BC72E102F4}" type="presParOf" srcId="{578F86A1-DAF0-4B93-A610-86C0C04D1B31}" destId="{DF07097C-6C61-4452-8335-3F1DB8122B23}" srcOrd="1" destOrd="0" presId="urn:microsoft.com/office/officeart/2005/8/layout/hierarchy1"/>
    <dgm:cxn modelId="{21BF83B4-E242-4063-BEB7-3061B1A33877}" type="presParOf" srcId="{D5344BD3-5A45-4169-998B-66D1745A7FCF}" destId="{D54ED408-F78A-4404-9C66-F8B45870A04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8FC3F29-F6F8-48DC-A4E6-0A3E6E288322}"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DEAFEE8B-0AB8-4BBC-91E9-5D72FB18386F}">
      <dgm:prSet phldrT="[Text]" custT="1"/>
      <dgm:spPr>
        <a:ln>
          <a:solidFill>
            <a:schemeClr val="tx1"/>
          </a:solidFill>
        </a:ln>
      </dgm:spPr>
      <dgm:t>
        <a:bodyPr/>
        <a:lstStyle/>
        <a:p>
          <a:r>
            <a:rPr lang="en-US" sz="2800" b="0" i="0">
              <a:solidFill>
                <a:schemeClr val="tx1"/>
              </a:solidFill>
              <a:effectLst/>
              <a:latin typeface="Bahnschrift" panose="020B0502040204020203" pitchFamily="34" charset="0"/>
            </a:rPr>
            <a:t>Routing in computer networks.</a:t>
          </a:r>
          <a:endParaRPr lang="en-US" sz="2800" dirty="0">
            <a:solidFill>
              <a:schemeClr val="tx1"/>
            </a:solidFill>
            <a:latin typeface="Bahnschrift" panose="020B0502040204020203" pitchFamily="34" charset="0"/>
          </a:endParaRPr>
        </a:p>
      </dgm:t>
    </dgm:pt>
    <dgm:pt modelId="{89EABF80-377A-43D5-841A-683CFD6A1BF6}" type="parTrans" cxnId="{85DF4FCE-CE05-4CD4-8F43-8B33CBDA695A}">
      <dgm:prSet/>
      <dgm:spPr/>
      <dgm:t>
        <a:bodyPr/>
        <a:lstStyle/>
        <a:p>
          <a:endParaRPr lang="en-US"/>
        </a:p>
      </dgm:t>
    </dgm:pt>
    <dgm:pt modelId="{F93EA261-4137-4358-A148-B436832D9B27}" type="sibTrans" cxnId="{85DF4FCE-CE05-4CD4-8F43-8B33CBDA695A}">
      <dgm:prSet/>
      <dgm:spPr/>
      <dgm:t>
        <a:bodyPr/>
        <a:lstStyle/>
        <a:p>
          <a:endParaRPr lang="en-US"/>
        </a:p>
      </dgm:t>
    </dgm:pt>
    <dgm:pt modelId="{778B4608-2D6B-40B0-9012-2FC2FA8123B2}">
      <dgm:prSet custT="1"/>
      <dgm:spPr>
        <a:ln>
          <a:solidFill>
            <a:schemeClr val="tx1"/>
          </a:solidFill>
        </a:ln>
      </dgm:spPr>
      <dgm:t>
        <a:bodyPr/>
        <a:lstStyle/>
        <a:p>
          <a:r>
            <a:rPr lang="en-US" sz="2800" b="0" i="0">
              <a:solidFill>
                <a:schemeClr val="tx1"/>
              </a:solidFill>
              <a:effectLst/>
              <a:latin typeface="Bahnschrift" panose="020B0502040204020203" pitchFamily="34" charset="0"/>
            </a:rPr>
            <a:t>Job scheduling.</a:t>
          </a:r>
          <a:endParaRPr lang="en-US" sz="2800" b="0" i="0" dirty="0">
            <a:solidFill>
              <a:schemeClr val="tx1"/>
            </a:solidFill>
            <a:effectLst/>
            <a:latin typeface="Bahnschrift" panose="020B0502040204020203" pitchFamily="34" charset="0"/>
          </a:endParaRPr>
        </a:p>
      </dgm:t>
    </dgm:pt>
    <dgm:pt modelId="{C80FE9E4-DC30-407B-8E11-90ECC17FD5F9}" type="parTrans" cxnId="{01CB0CC1-F3E7-45EF-A147-2F3606CB1E45}">
      <dgm:prSet/>
      <dgm:spPr/>
      <dgm:t>
        <a:bodyPr/>
        <a:lstStyle/>
        <a:p>
          <a:endParaRPr lang="en-US"/>
        </a:p>
      </dgm:t>
    </dgm:pt>
    <dgm:pt modelId="{5AD6D3FB-618E-4229-BECB-F04F621CB5AE}" type="sibTrans" cxnId="{01CB0CC1-F3E7-45EF-A147-2F3606CB1E45}">
      <dgm:prSet/>
      <dgm:spPr/>
      <dgm:t>
        <a:bodyPr/>
        <a:lstStyle/>
        <a:p>
          <a:endParaRPr lang="en-US"/>
        </a:p>
      </dgm:t>
    </dgm:pt>
    <dgm:pt modelId="{3604E0F4-65D3-41A5-9443-2A5D130B6FEA}">
      <dgm:prSet custT="1"/>
      <dgm:spPr>
        <a:ln>
          <a:solidFill>
            <a:schemeClr val="tx1"/>
          </a:solidFill>
        </a:ln>
      </dgm:spPr>
      <dgm:t>
        <a:bodyPr/>
        <a:lstStyle/>
        <a:p>
          <a:r>
            <a:rPr lang="en-US" sz="2800" b="0" i="0">
              <a:solidFill>
                <a:schemeClr val="tx1"/>
              </a:solidFill>
              <a:effectLst/>
              <a:latin typeface="Bahnschrift" panose="020B0502040204020203" pitchFamily="34" charset="0"/>
            </a:rPr>
            <a:t>Data processing.</a:t>
          </a:r>
          <a:endParaRPr lang="en-US" sz="2800" b="0" i="0" dirty="0">
            <a:solidFill>
              <a:schemeClr val="tx1"/>
            </a:solidFill>
            <a:effectLst/>
            <a:latin typeface="Bahnschrift" panose="020B0502040204020203" pitchFamily="34" charset="0"/>
          </a:endParaRPr>
        </a:p>
      </dgm:t>
    </dgm:pt>
    <dgm:pt modelId="{386CD8CD-05C4-4364-9ED8-3771169D8F50}" type="parTrans" cxnId="{5ECF611A-C7A2-43A5-96D9-40E431547AC9}">
      <dgm:prSet/>
      <dgm:spPr/>
      <dgm:t>
        <a:bodyPr/>
        <a:lstStyle/>
        <a:p>
          <a:endParaRPr lang="en-US"/>
        </a:p>
      </dgm:t>
    </dgm:pt>
    <dgm:pt modelId="{470093E3-994C-42E2-A6DC-E30D8D22BFBC}" type="sibTrans" cxnId="{5ECF611A-C7A2-43A5-96D9-40E431547AC9}">
      <dgm:prSet/>
      <dgm:spPr/>
      <dgm:t>
        <a:bodyPr/>
        <a:lstStyle/>
        <a:p>
          <a:endParaRPr lang="en-US"/>
        </a:p>
      </dgm:t>
    </dgm:pt>
    <dgm:pt modelId="{BA8154B9-96D8-4B6A-AEF4-32719BBE1834}">
      <dgm:prSet custT="1"/>
      <dgm:spPr>
        <a:ln>
          <a:solidFill>
            <a:schemeClr val="tx1"/>
          </a:solidFill>
        </a:ln>
      </dgm:spPr>
      <dgm:t>
        <a:bodyPr/>
        <a:lstStyle/>
        <a:p>
          <a:r>
            <a:rPr lang="en-US" sz="2800" b="0" i="0">
              <a:solidFill>
                <a:schemeClr val="tx1"/>
              </a:solidFill>
              <a:effectLst/>
              <a:latin typeface="Bahnschrift" panose="020B0502040204020203" pitchFamily="34" charset="0"/>
            </a:rPr>
            <a:t>Genealogy.</a:t>
          </a:r>
          <a:endParaRPr lang="en-US" sz="2800" b="0" i="0" dirty="0">
            <a:solidFill>
              <a:schemeClr val="tx1"/>
            </a:solidFill>
            <a:effectLst/>
            <a:latin typeface="Bahnschrift" panose="020B0502040204020203" pitchFamily="34" charset="0"/>
          </a:endParaRPr>
        </a:p>
      </dgm:t>
    </dgm:pt>
    <dgm:pt modelId="{37D26468-9223-4B96-A85D-EF025C44254B}" type="parTrans" cxnId="{CBC8BED3-24C0-41EE-92F6-05494FB83F5D}">
      <dgm:prSet/>
      <dgm:spPr/>
      <dgm:t>
        <a:bodyPr/>
        <a:lstStyle/>
        <a:p>
          <a:endParaRPr lang="en-US"/>
        </a:p>
      </dgm:t>
    </dgm:pt>
    <dgm:pt modelId="{FC37870C-AE2D-4D09-80E3-9CECA5263478}" type="sibTrans" cxnId="{CBC8BED3-24C0-41EE-92F6-05494FB83F5D}">
      <dgm:prSet/>
      <dgm:spPr/>
      <dgm:t>
        <a:bodyPr/>
        <a:lstStyle/>
        <a:p>
          <a:endParaRPr lang="en-US"/>
        </a:p>
      </dgm:t>
    </dgm:pt>
    <dgm:pt modelId="{9C501E39-6F13-4167-80FB-D36A46B74AD0}">
      <dgm:prSet custT="1"/>
      <dgm:spPr>
        <a:ln>
          <a:solidFill>
            <a:schemeClr val="tx1"/>
          </a:solidFill>
        </a:ln>
      </dgm:spPr>
      <dgm:t>
        <a:bodyPr/>
        <a:lstStyle/>
        <a:p>
          <a:r>
            <a:rPr lang="en-US" sz="2800" b="0" i="0">
              <a:solidFill>
                <a:schemeClr val="tx1"/>
              </a:solidFill>
              <a:effectLst/>
              <a:latin typeface="Bahnschrift" panose="020B0502040204020203" pitchFamily="34" charset="0"/>
            </a:rPr>
            <a:t>Citation graphs.</a:t>
          </a:r>
          <a:endParaRPr lang="en-US" sz="2800" b="0" i="0" dirty="0">
            <a:solidFill>
              <a:schemeClr val="tx1"/>
            </a:solidFill>
            <a:effectLst/>
            <a:latin typeface="Bahnschrift" panose="020B0502040204020203" pitchFamily="34" charset="0"/>
          </a:endParaRPr>
        </a:p>
      </dgm:t>
    </dgm:pt>
    <dgm:pt modelId="{F245691F-336D-4D7D-9AA2-CFB9D6050B1B}" type="parTrans" cxnId="{07FE21C4-3915-4D0D-8412-8E590C834FA1}">
      <dgm:prSet/>
      <dgm:spPr/>
      <dgm:t>
        <a:bodyPr/>
        <a:lstStyle/>
        <a:p>
          <a:endParaRPr lang="en-US"/>
        </a:p>
      </dgm:t>
    </dgm:pt>
    <dgm:pt modelId="{05D3E139-7D31-403C-9EB0-09A024AEA436}" type="sibTrans" cxnId="{07FE21C4-3915-4D0D-8412-8E590C834FA1}">
      <dgm:prSet/>
      <dgm:spPr/>
      <dgm:t>
        <a:bodyPr/>
        <a:lstStyle/>
        <a:p>
          <a:endParaRPr lang="en-US"/>
        </a:p>
      </dgm:t>
    </dgm:pt>
    <dgm:pt modelId="{DB4146E3-57B3-4B89-B3C3-135835F58752}" type="pres">
      <dgm:prSet presAssocID="{B8FC3F29-F6F8-48DC-A4E6-0A3E6E288322}" presName="linear" presStyleCnt="0">
        <dgm:presLayoutVars>
          <dgm:dir/>
          <dgm:animLvl val="lvl"/>
          <dgm:resizeHandles val="exact"/>
        </dgm:presLayoutVars>
      </dgm:prSet>
      <dgm:spPr/>
    </dgm:pt>
    <dgm:pt modelId="{370FEF6C-A5F5-488E-8C85-5D41DA7160F2}" type="pres">
      <dgm:prSet presAssocID="{DEAFEE8B-0AB8-4BBC-91E9-5D72FB18386F}" presName="parentLin" presStyleCnt="0"/>
      <dgm:spPr/>
    </dgm:pt>
    <dgm:pt modelId="{C9888A21-5C6B-48EF-B5BE-2C3680C213AC}" type="pres">
      <dgm:prSet presAssocID="{DEAFEE8B-0AB8-4BBC-91E9-5D72FB18386F}" presName="parentLeftMargin" presStyleLbl="node1" presStyleIdx="0" presStyleCnt="5"/>
      <dgm:spPr/>
    </dgm:pt>
    <dgm:pt modelId="{63E49DE2-5942-4B84-A3C3-C9D5FFE5D158}" type="pres">
      <dgm:prSet presAssocID="{DEAFEE8B-0AB8-4BBC-91E9-5D72FB18386F}" presName="parentText" presStyleLbl="node1" presStyleIdx="0" presStyleCnt="5">
        <dgm:presLayoutVars>
          <dgm:chMax val="0"/>
          <dgm:bulletEnabled val="1"/>
        </dgm:presLayoutVars>
      </dgm:prSet>
      <dgm:spPr/>
    </dgm:pt>
    <dgm:pt modelId="{A608F3B2-4A93-4EAE-99DC-220DC1BA682A}" type="pres">
      <dgm:prSet presAssocID="{DEAFEE8B-0AB8-4BBC-91E9-5D72FB18386F}" presName="negativeSpace" presStyleCnt="0"/>
      <dgm:spPr/>
    </dgm:pt>
    <dgm:pt modelId="{A084A1F6-5216-4608-B9F7-88DBE1D44A37}" type="pres">
      <dgm:prSet presAssocID="{DEAFEE8B-0AB8-4BBC-91E9-5D72FB18386F}" presName="childText" presStyleLbl="conFgAcc1" presStyleIdx="0" presStyleCnt="5">
        <dgm:presLayoutVars>
          <dgm:bulletEnabled val="1"/>
        </dgm:presLayoutVars>
      </dgm:prSet>
      <dgm:spPr/>
    </dgm:pt>
    <dgm:pt modelId="{99B13C21-E5F9-42FF-BDF4-31D8F1DE5451}" type="pres">
      <dgm:prSet presAssocID="{F93EA261-4137-4358-A148-B436832D9B27}" presName="spaceBetweenRectangles" presStyleCnt="0"/>
      <dgm:spPr/>
    </dgm:pt>
    <dgm:pt modelId="{F5884EEE-87A2-4F23-A227-65ED42233FF5}" type="pres">
      <dgm:prSet presAssocID="{778B4608-2D6B-40B0-9012-2FC2FA8123B2}" presName="parentLin" presStyleCnt="0"/>
      <dgm:spPr/>
    </dgm:pt>
    <dgm:pt modelId="{FCECC789-1CB2-4741-8A05-6C859492DA45}" type="pres">
      <dgm:prSet presAssocID="{778B4608-2D6B-40B0-9012-2FC2FA8123B2}" presName="parentLeftMargin" presStyleLbl="node1" presStyleIdx="0" presStyleCnt="5"/>
      <dgm:spPr/>
    </dgm:pt>
    <dgm:pt modelId="{E8A7F59E-43D8-4106-9C7C-CACF5802E99B}" type="pres">
      <dgm:prSet presAssocID="{778B4608-2D6B-40B0-9012-2FC2FA8123B2}" presName="parentText" presStyleLbl="node1" presStyleIdx="1" presStyleCnt="5">
        <dgm:presLayoutVars>
          <dgm:chMax val="0"/>
          <dgm:bulletEnabled val="1"/>
        </dgm:presLayoutVars>
      </dgm:prSet>
      <dgm:spPr/>
    </dgm:pt>
    <dgm:pt modelId="{0D24BBAD-1012-4F24-BAE1-EF6E14B69D7D}" type="pres">
      <dgm:prSet presAssocID="{778B4608-2D6B-40B0-9012-2FC2FA8123B2}" presName="negativeSpace" presStyleCnt="0"/>
      <dgm:spPr/>
    </dgm:pt>
    <dgm:pt modelId="{90CA23F2-D3C7-4892-83A8-7B9727D78312}" type="pres">
      <dgm:prSet presAssocID="{778B4608-2D6B-40B0-9012-2FC2FA8123B2}" presName="childText" presStyleLbl="conFgAcc1" presStyleIdx="1" presStyleCnt="5">
        <dgm:presLayoutVars>
          <dgm:bulletEnabled val="1"/>
        </dgm:presLayoutVars>
      </dgm:prSet>
      <dgm:spPr/>
    </dgm:pt>
    <dgm:pt modelId="{80CCE888-2695-4074-8B78-3BD62E4ADC8A}" type="pres">
      <dgm:prSet presAssocID="{5AD6D3FB-618E-4229-BECB-F04F621CB5AE}" presName="spaceBetweenRectangles" presStyleCnt="0"/>
      <dgm:spPr/>
    </dgm:pt>
    <dgm:pt modelId="{1EEA0A04-E825-45FC-8195-CDD65F714214}" type="pres">
      <dgm:prSet presAssocID="{3604E0F4-65D3-41A5-9443-2A5D130B6FEA}" presName="parentLin" presStyleCnt="0"/>
      <dgm:spPr/>
    </dgm:pt>
    <dgm:pt modelId="{F518D8CB-2755-45DF-A551-9E5880CEB79A}" type="pres">
      <dgm:prSet presAssocID="{3604E0F4-65D3-41A5-9443-2A5D130B6FEA}" presName="parentLeftMargin" presStyleLbl="node1" presStyleIdx="1" presStyleCnt="5"/>
      <dgm:spPr/>
    </dgm:pt>
    <dgm:pt modelId="{D12D40DC-A046-40D5-9FB4-F758A58249CF}" type="pres">
      <dgm:prSet presAssocID="{3604E0F4-65D3-41A5-9443-2A5D130B6FEA}" presName="parentText" presStyleLbl="node1" presStyleIdx="2" presStyleCnt="5">
        <dgm:presLayoutVars>
          <dgm:chMax val="0"/>
          <dgm:bulletEnabled val="1"/>
        </dgm:presLayoutVars>
      </dgm:prSet>
      <dgm:spPr/>
    </dgm:pt>
    <dgm:pt modelId="{8A0DB1B2-AE4A-4DD0-B8F7-8ADC6E5020BE}" type="pres">
      <dgm:prSet presAssocID="{3604E0F4-65D3-41A5-9443-2A5D130B6FEA}" presName="negativeSpace" presStyleCnt="0"/>
      <dgm:spPr/>
    </dgm:pt>
    <dgm:pt modelId="{89CCC246-DF0F-4B8C-B524-8FD49C81C18C}" type="pres">
      <dgm:prSet presAssocID="{3604E0F4-65D3-41A5-9443-2A5D130B6FEA}" presName="childText" presStyleLbl="conFgAcc1" presStyleIdx="2" presStyleCnt="5">
        <dgm:presLayoutVars>
          <dgm:bulletEnabled val="1"/>
        </dgm:presLayoutVars>
      </dgm:prSet>
      <dgm:spPr/>
    </dgm:pt>
    <dgm:pt modelId="{69323333-6520-4288-8B63-0596A21ECE7C}" type="pres">
      <dgm:prSet presAssocID="{470093E3-994C-42E2-A6DC-E30D8D22BFBC}" presName="spaceBetweenRectangles" presStyleCnt="0"/>
      <dgm:spPr/>
    </dgm:pt>
    <dgm:pt modelId="{11C5068C-EC58-41E8-83C9-F6E428E508DF}" type="pres">
      <dgm:prSet presAssocID="{BA8154B9-96D8-4B6A-AEF4-32719BBE1834}" presName="parentLin" presStyleCnt="0"/>
      <dgm:spPr/>
    </dgm:pt>
    <dgm:pt modelId="{43A37D29-5F8E-4C34-8F52-13FA9C519989}" type="pres">
      <dgm:prSet presAssocID="{BA8154B9-96D8-4B6A-AEF4-32719BBE1834}" presName="parentLeftMargin" presStyleLbl="node1" presStyleIdx="2" presStyleCnt="5"/>
      <dgm:spPr/>
    </dgm:pt>
    <dgm:pt modelId="{53CC5EFC-271C-4C93-B96E-A1208381B7F4}" type="pres">
      <dgm:prSet presAssocID="{BA8154B9-96D8-4B6A-AEF4-32719BBE1834}" presName="parentText" presStyleLbl="node1" presStyleIdx="3" presStyleCnt="5">
        <dgm:presLayoutVars>
          <dgm:chMax val="0"/>
          <dgm:bulletEnabled val="1"/>
        </dgm:presLayoutVars>
      </dgm:prSet>
      <dgm:spPr/>
    </dgm:pt>
    <dgm:pt modelId="{091B1F5A-70A1-4B0B-A986-0D47B56C120F}" type="pres">
      <dgm:prSet presAssocID="{BA8154B9-96D8-4B6A-AEF4-32719BBE1834}" presName="negativeSpace" presStyleCnt="0"/>
      <dgm:spPr/>
    </dgm:pt>
    <dgm:pt modelId="{D33B9F89-DFDE-4549-93BE-6A67CA3CC614}" type="pres">
      <dgm:prSet presAssocID="{BA8154B9-96D8-4B6A-AEF4-32719BBE1834}" presName="childText" presStyleLbl="conFgAcc1" presStyleIdx="3" presStyleCnt="5">
        <dgm:presLayoutVars>
          <dgm:bulletEnabled val="1"/>
        </dgm:presLayoutVars>
      </dgm:prSet>
      <dgm:spPr/>
    </dgm:pt>
    <dgm:pt modelId="{33257E44-5F7E-4D7D-9910-0499C40CCA89}" type="pres">
      <dgm:prSet presAssocID="{FC37870C-AE2D-4D09-80E3-9CECA5263478}" presName="spaceBetweenRectangles" presStyleCnt="0"/>
      <dgm:spPr/>
    </dgm:pt>
    <dgm:pt modelId="{84700DEE-8114-4DA6-85C1-7D25B51AA940}" type="pres">
      <dgm:prSet presAssocID="{9C501E39-6F13-4167-80FB-D36A46B74AD0}" presName="parentLin" presStyleCnt="0"/>
      <dgm:spPr/>
    </dgm:pt>
    <dgm:pt modelId="{3A115B80-D2B8-4B49-843F-EB69EDEED0B1}" type="pres">
      <dgm:prSet presAssocID="{9C501E39-6F13-4167-80FB-D36A46B74AD0}" presName="parentLeftMargin" presStyleLbl="node1" presStyleIdx="3" presStyleCnt="5"/>
      <dgm:spPr/>
    </dgm:pt>
    <dgm:pt modelId="{CBB9C0CB-F258-490D-8B04-48AD558387A6}" type="pres">
      <dgm:prSet presAssocID="{9C501E39-6F13-4167-80FB-D36A46B74AD0}" presName="parentText" presStyleLbl="node1" presStyleIdx="4" presStyleCnt="5">
        <dgm:presLayoutVars>
          <dgm:chMax val="0"/>
          <dgm:bulletEnabled val="1"/>
        </dgm:presLayoutVars>
      </dgm:prSet>
      <dgm:spPr/>
    </dgm:pt>
    <dgm:pt modelId="{8687DF98-E4B5-474C-8808-5C9E9404C803}" type="pres">
      <dgm:prSet presAssocID="{9C501E39-6F13-4167-80FB-D36A46B74AD0}" presName="negativeSpace" presStyleCnt="0"/>
      <dgm:spPr/>
    </dgm:pt>
    <dgm:pt modelId="{584DF931-0F7B-46AB-A3DB-8BACD1DE9677}" type="pres">
      <dgm:prSet presAssocID="{9C501E39-6F13-4167-80FB-D36A46B74AD0}" presName="childText" presStyleLbl="conFgAcc1" presStyleIdx="4" presStyleCnt="5">
        <dgm:presLayoutVars>
          <dgm:bulletEnabled val="1"/>
        </dgm:presLayoutVars>
      </dgm:prSet>
      <dgm:spPr/>
    </dgm:pt>
  </dgm:ptLst>
  <dgm:cxnLst>
    <dgm:cxn modelId="{9D8DA006-A044-4915-8A22-41071B563EBB}" type="presOf" srcId="{9C501E39-6F13-4167-80FB-D36A46B74AD0}" destId="{3A115B80-D2B8-4B49-843F-EB69EDEED0B1}" srcOrd="0" destOrd="0" presId="urn:microsoft.com/office/officeart/2005/8/layout/list1"/>
    <dgm:cxn modelId="{5ECF611A-C7A2-43A5-96D9-40E431547AC9}" srcId="{B8FC3F29-F6F8-48DC-A4E6-0A3E6E288322}" destId="{3604E0F4-65D3-41A5-9443-2A5D130B6FEA}" srcOrd="2" destOrd="0" parTransId="{386CD8CD-05C4-4364-9ED8-3771169D8F50}" sibTransId="{470093E3-994C-42E2-A6DC-E30D8D22BFBC}"/>
    <dgm:cxn modelId="{0852F327-57EC-41DC-99D9-F701183D0A12}" type="presOf" srcId="{3604E0F4-65D3-41A5-9443-2A5D130B6FEA}" destId="{F518D8CB-2755-45DF-A551-9E5880CEB79A}" srcOrd="0" destOrd="0" presId="urn:microsoft.com/office/officeart/2005/8/layout/list1"/>
    <dgm:cxn modelId="{6B94E55C-F9B8-4419-AF64-612D4BDEE71E}" type="presOf" srcId="{778B4608-2D6B-40B0-9012-2FC2FA8123B2}" destId="{FCECC789-1CB2-4741-8A05-6C859492DA45}" srcOrd="0" destOrd="0" presId="urn:microsoft.com/office/officeart/2005/8/layout/list1"/>
    <dgm:cxn modelId="{B1156477-E9E6-4E65-BF00-33F5C4D23DBA}" type="presOf" srcId="{DEAFEE8B-0AB8-4BBC-91E9-5D72FB18386F}" destId="{C9888A21-5C6B-48EF-B5BE-2C3680C213AC}" srcOrd="0" destOrd="0" presId="urn:microsoft.com/office/officeart/2005/8/layout/list1"/>
    <dgm:cxn modelId="{6A93F57F-512A-49D4-918F-0900EBCAD88F}" type="presOf" srcId="{BA8154B9-96D8-4B6A-AEF4-32719BBE1834}" destId="{53CC5EFC-271C-4C93-B96E-A1208381B7F4}" srcOrd="1" destOrd="0" presId="urn:microsoft.com/office/officeart/2005/8/layout/list1"/>
    <dgm:cxn modelId="{BB65A78D-220E-497E-BE58-4087CE32F96A}" type="presOf" srcId="{3604E0F4-65D3-41A5-9443-2A5D130B6FEA}" destId="{D12D40DC-A046-40D5-9FB4-F758A58249CF}" srcOrd="1" destOrd="0" presId="urn:microsoft.com/office/officeart/2005/8/layout/list1"/>
    <dgm:cxn modelId="{F00C7398-59AA-4A92-A42F-B9CF96E6EE0B}" type="presOf" srcId="{778B4608-2D6B-40B0-9012-2FC2FA8123B2}" destId="{E8A7F59E-43D8-4106-9C7C-CACF5802E99B}" srcOrd="1" destOrd="0" presId="urn:microsoft.com/office/officeart/2005/8/layout/list1"/>
    <dgm:cxn modelId="{01CB0CC1-F3E7-45EF-A147-2F3606CB1E45}" srcId="{B8FC3F29-F6F8-48DC-A4E6-0A3E6E288322}" destId="{778B4608-2D6B-40B0-9012-2FC2FA8123B2}" srcOrd="1" destOrd="0" parTransId="{C80FE9E4-DC30-407B-8E11-90ECC17FD5F9}" sibTransId="{5AD6D3FB-618E-4229-BECB-F04F621CB5AE}"/>
    <dgm:cxn modelId="{723B4BC2-60A3-42A3-8856-1842F04672BC}" type="presOf" srcId="{BA8154B9-96D8-4B6A-AEF4-32719BBE1834}" destId="{43A37D29-5F8E-4C34-8F52-13FA9C519989}" srcOrd="0" destOrd="0" presId="urn:microsoft.com/office/officeart/2005/8/layout/list1"/>
    <dgm:cxn modelId="{3DF48EC3-5238-4E64-95DE-C0BC8C27EBC5}" type="presOf" srcId="{B8FC3F29-F6F8-48DC-A4E6-0A3E6E288322}" destId="{DB4146E3-57B3-4B89-B3C3-135835F58752}" srcOrd="0" destOrd="0" presId="urn:microsoft.com/office/officeart/2005/8/layout/list1"/>
    <dgm:cxn modelId="{07FE21C4-3915-4D0D-8412-8E590C834FA1}" srcId="{B8FC3F29-F6F8-48DC-A4E6-0A3E6E288322}" destId="{9C501E39-6F13-4167-80FB-D36A46B74AD0}" srcOrd="4" destOrd="0" parTransId="{F245691F-336D-4D7D-9AA2-CFB9D6050B1B}" sibTransId="{05D3E139-7D31-403C-9EB0-09A024AEA436}"/>
    <dgm:cxn modelId="{6912C1C6-83BA-4692-AB1F-7890A4B3ABEA}" type="presOf" srcId="{DEAFEE8B-0AB8-4BBC-91E9-5D72FB18386F}" destId="{63E49DE2-5942-4B84-A3C3-C9D5FFE5D158}" srcOrd="1" destOrd="0" presId="urn:microsoft.com/office/officeart/2005/8/layout/list1"/>
    <dgm:cxn modelId="{85DF4FCE-CE05-4CD4-8F43-8B33CBDA695A}" srcId="{B8FC3F29-F6F8-48DC-A4E6-0A3E6E288322}" destId="{DEAFEE8B-0AB8-4BBC-91E9-5D72FB18386F}" srcOrd="0" destOrd="0" parTransId="{89EABF80-377A-43D5-841A-683CFD6A1BF6}" sibTransId="{F93EA261-4137-4358-A148-B436832D9B27}"/>
    <dgm:cxn modelId="{CBC8BED3-24C0-41EE-92F6-05494FB83F5D}" srcId="{B8FC3F29-F6F8-48DC-A4E6-0A3E6E288322}" destId="{BA8154B9-96D8-4B6A-AEF4-32719BBE1834}" srcOrd="3" destOrd="0" parTransId="{37D26468-9223-4B96-A85D-EF025C44254B}" sibTransId="{FC37870C-AE2D-4D09-80E3-9CECA5263478}"/>
    <dgm:cxn modelId="{72E05FED-390E-4AA6-85A2-FC51C332DD53}" type="presOf" srcId="{9C501E39-6F13-4167-80FB-D36A46B74AD0}" destId="{CBB9C0CB-F258-490D-8B04-48AD558387A6}" srcOrd="1" destOrd="0" presId="urn:microsoft.com/office/officeart/2005/8/layout/list1"/>
    <dgm:cxn modelId="{F65B090B-6299-420D-AAA9-752381DF77D2}" type="presParOf" srcId="{DB4146E3-57B3-4B89-B3C3-135835F58752}" destId="{370FEF6C-A5F5-488E-8C85-5D41DA7160F2}" srcOrd="0" destOrd="0" presId="urn:microsoft.com/office/officeart/2005/8/layout/list1"/>
    <dgm:cxn modelId="{78739314-B630-4771-A9C2-4C14BEFAA6C5}" type="presParOf" srcId="{370FEF6C-A5F5-488E-8C85-5D41DA7160F2}" destId="{C9888A21-5C6B-48EF-B5BE-2C3680C213AC}" srcOrd="0" destOrd="0" presId="urn:microsoft.com/office/officeart/2005/8/layout/list1"/>
    <dgm:cxn modelId="{E13A9992-D24D-4513-9B66-4771DF9CA03A}" type="presParOf" srcId="{370FEF6C-A5F5-488E-8C85-5D41DA7160F2}" destId="{63E49DE2-5942-4B84-A3C3-C9D5FFE5D158}" srcOrd="1" destOrd="0" presId="urn:microsoft.com/office/officeart/2005/8/layout/list1"/>
    <dgm:cxn modelId="{D25D5BFD-42A4-41B1-80A7-277A6CE8731F}" type="presParOf" srcId="{DB4146E3-57B3-4B89-B3C3-135835F58752}" destId="{A608F3B2-4A93-4EAE-99DC-220DC1BA682A}" srcOrd="1" destOrd="0" presId="urn:microsoft.com/office/officeart/2005/8/layout/list1"/>
    <dgm:cxn modelId="{68AE94DC-CFD8-4C5B-85E1-96AF8DC89C68}" type="presParOf" srcId="{DB4146E3-57B3-4B89-B3C3-135835F58752}" destId="{A084A1F6-5216-4608-B9F7-88DBE1D44A37}" srcOrd="2" destOrd="0" presId="urn:microsoft.com/office/officeart/2005/8/layout/list1"/>
    <dgm:cxn modelId="{CACBCE24-100E-4292-ABA3-80D3FECE05D7}" type="presParOf" srcId="{DB4146E3-57B3-4B89-B3C3-135835F58752}" destId="{99B13C21-E5F9-42FF-BDF4-31D8F1DE5451}" srcOrd="3" destOrd="0" presId="urn:microsoft.com/office/officeart/2005/8/layout/list1"/>
    <dgm:cxn modelId="{4E9644F5-EA45-4DB8-8AF0-D4564F96CCBB}" type="presParOf" srcId="{DB4146E3-57B3-4B89-B3C3-135835F58752}" destId="{F5884EEE-87A2-4F23-A227-65ED42233FF5}" srcOrd="4" destOrd="0" presId="urn:microsoft.com/office/officeart/2005/8/layout/list1"/>
    <dgm:cxn modelId="{41C3394B-3C10-4843-AD3B-0207965DA3C7}" type="presParOf" srcId="{F5884EEE-87A2-4F23-A227-65ED42233FF5}" destId="{FCECC789-1CB2-4741-8A05-6C859492DA45}" srcOrd="0" destOrd="0" presId="urn:microsoft.com/office/officeart/2005/8/layout/list1"/>
    <dgm:cxn modelId="{A0076743-1ACA-4245-848F-BB3A378D25E0}" type="presParOf" srcId="{F5884EEE-87A2-4F23-A227-65ED42233FF5}" destId="{E8A7F59E-43D8-4106-9C7C-CACF5802E99B}" srcOrd="1" destOrd="0" presId="urn:microsoft.com/office/officeart/2005/8/layout/list1"/>
    <dgm:cxn modelId="{A7A1F9E7-F1DF-448D-929A-C477FC94FDD1}" type="presParOf" srcId="{DB4146E3-57B3-4B89-B3C3-135835F58752}" destId="{0D24BBAD-1012-4F24-BAE1-EF6E14B69D7D}" srcOrd="5" destOrd="0" presId="urn:microsoft.com/office/officeart/2005/8/layout/list1"/>
    <dgm:cxn modelId="{62751998-83E4-4506-984E-587E7069D9E3}" type="presParOf" srcId="{DB4146E3-57B3-4B89-B3C3-135835F58752}" destId="{90CA23F2-D3C7-4892-83A8-7B9727D78312}" srcOrd="6" destOrd="0" presId="urn:microsoft.com/office/officeart/2005/8/layout/list1"/>
    <dgm:cxn modelId="{9E199A2A-36FD-458C-9520-48249835F288}" type="presParOf" srcId="{DB4146E3-57B3-4B89-B3C3-135835F58752}" destId="{80CCE888-2695-4074-8B78-3BD62E4ADC8A}" srcOrd="7" destOrd="0" presId="urn:microsoft.com/office/officeart/2005/8/layout/list1"/>
    <dgm:cxn modelId="{F5B99539-F596-44CB-879F-E216900A99FE}" type="presParOf" srcId="{DB4146E3-57B3-4B89-B3C3-135835F58752}" destId="{1EEA0A04-E825-45FC-8195-CDD65F714214}" srcOrd="8" destOrd="0" presId="urn:microsoft.com/office/officeart/2005/8/layout/list1"/>
    <dgm:cxn modelId="{E853C48D-74C1-426B-AC2C-C9A25B4FA0C4}" type="presParOf" srcId="{1EEA0A04-E825-45FC-8195-CDD65F714214}" destId="{F518D8CB-2755-45DF-A551-9E5880CEB79A}" srcOrd="0" destOrd="0" presId="urn:microsoft.com/office/officeart/2005/8/layout/list1"/>
    <dgm:cxn modelId="{7B1723FC-C737-49BD-9E28-1BC0365531B5}" type="presParOf" srcId="{1EEA0A04-E825-45FC-8195-CDD65F714214}" destId="{D12D40DC-A046-40D5-9FB4-F758A58249CF}" srcOrd="1" destOrd="0" presId="urn:microsoft.com/office/officeart/2005/8/layout/list1"/>
    <dgm:cxn modelId="{49A073B1-4CC0-4B78-B5CD-938B6A85287D}" type="presParOf" srcId="{DB4146E3-57B3-4B89-B3C3-135835F58752}" destId="{8A0DB1B2-AE4A-4DD0-B8F7-8ADC6E5020BE}" srcOrd="9" destOrd="0" presId="urn:microsoft.com/office/officeart/2005/8/layout/list1"/>
    <dgm:cxn modelId="{0C766A8A-2D26-4B9A-9D96-F0ABE18F399A}" type="presParOf" srcId="{DB4146E3-57B3-4B89-B3C3-135835F58752}" destId="{89CCC246-DF0F-4B8C-B524-8FD49C81C18C}" srcOrd="10" destOrd="0" presId="urn:microsoft.com/office/officeart/2005/8/layout/list1"/>
    <dgm:cxn modelId="{9A39BDF1-45E4-42FC-B0C7-7FC2D664326A}" type="presParOf" srcId="{DB4146E3-57B3-4B89-B3C3-135835F58752}" destId="{69323333-6520-4288-8B63-0596A21ECE7C}" srcOrd="11" destOrd="0" presId="urn:microsoft.com/office/officeart/2005/8/layout/list1"/>
    <dgm:cxn modelId="{4431C1C1-11AD-4AB5-BECF-DAF97E88B1DC}" type="presParOf" srcId="{DB4146E3-57B3-4B89-B3C3-135835F58752}" destId="{11C5068C-EC58-41E8-83C9-F6E428E508DF}" srcOrd="12" destOrd="0" presId="urn:microsoft.com/office/officeart/2005/8/layout/list1"/>
    <dgm:cxn modelId="{85AC5422-36F8-4530-8BEB-CE0F7BDC0CFA}" type="presParOf" srcId="{11C5068C-EC58-41E8-83C9-F6E428E508DF}" destId="{43A37D29-5F8E-4C34-8F52-13FA9C519989}" srcOrd="0" destOrd="0" presId="urn:microsoft.com/office/officeart/2005/8/layout/list1"/>
    <dgm:cxn modelId="{78829EBB-C190-4C08-AEA9-3B98B0F8E182}" type="presParOf" srcId="{11C5068C-EC58-41E8-83C9-F6E428E508DF}" destId="{53CC5EFC-271C-4C93-B96E-A1208381B7F4}" srcOrd="1" destOrd="0" presId="urn:microsoft.com/office/officeart/2005/8/layout/list1"/>
    <dgm:cxn modelId="{14C2904B-124A-40E9-BF63-B4B026EF4055}" type="presParOf" srcId="{DB4146E3-57B3-4B89-B3C3-135835F58752}" destId="{091B1F5A-70A1-4B0B-A986-0D47B56C120F}" srcOrd="13" destOrd="0" presId="urn:microsoft.com/office/officeart/2005/8/layout/list1"/>
    <dgm:cxn modelId="{5D36C9B4-0FC1-4E43-A31B-EA5CA56C42D6}" type="presParOf" srcId="{DB4146E3-57B3-4B89-B3C3-135835F58752}" destId="{D33B9F89-DFDE-4549-93BE-6A67CA3CC614}" srcOrd="14" destOrd="0" presId="urn:microsoft.com/office/officeart/2005/8/layout/list1"/>
    <dgm:cxn modelId="{9BAFA51E-BB7E-4DF5-A4BF-8FEB9BE91FED}" type="presParOf" srcId="{DB4146E3-57B3-4B89-B3C3-135835F58752}" destId="{33257E44-5F7E-4D7D-9910-0499C40CCA89}" srcOrd="15" destOrd="0" presId="urn:microsoft.com/office/officeart/2005/8/layout/list1"/>
    <dgm:cxn modelId="{E05EAB2F-219A-4477-8285-6285B647DE3E}" type="presParOf" srcId="{DB4146E3-57B3-4B89-B3C3-135835F58752}" destId="{84700DEE-8114-4DA6-85C1-7D25B51AA940}" srcOrd="16" destOrd="0" presId="urn:microsoft.com/office/officeart/2005/8/layout/list1"/>
    <dgm:cxn modelId="{BEEC2AE1-A8A2-40F0-8F07-C993F73CB420}" type="presParOf" srcId="{84700DEE-8114-4DA6-85C1-7D25B51AA940}" destId="{3A115B80-D2B8-4B49-843F-EB69EDEED0B1}" srcOrd="0" destOrd="0" presId="urn:microsoft.com/office/officeart/2005/8/layout/list1"/>
    <dgm:cxn modelId="{9FB9BD19-D5C0-403B-AF70-781FFACA0019}" type="presParOf" srcId="{84700DEE-8114-4DA6-85C1-7D25B51AA940}" destId="{CBB9C0CB-F258-490D-8B04-48AD558387A6}" srcOrd="1" destOrd="0" presId="urn:microsoft.com/office/officeart/2005/8/layout/list1"/>
    <dgm:cxn modelId="{77913541-EC7F-49B0-862A-9604B673EBCC}" type="presParOf" srcId="{DB4146E3-57B3-4B89-B3C3-135835F58752}" destId="{8687DF98-E4B5-474C-8808-5C9E9404C803}" srcOrd="17" destOrd="0" presId="urn:microsoft.com/office/officeart/2005/8/layout/list1"/>
    <dgm:cxn modelId="{4CC09FA3-6793-494D-B50C-D34CDADC8FCA}" type="presParOf" srcId="{DB4146E3-57B3-4B89-B3C3-135835F58752}" destId="{584DF931-0F7B-46AB-A3DB-8BACD1DE9677}"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351DD82-0885-4C09-9D51-2F7630F30209}"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en-US"/>
        </a:p>
      </dgm:t>
    </dgm:pt>
    <dgm:pt modelId="{F11E1ACD-61F4-4717-8460-ACFA0B2BD11D}">
      <dgm:prSet custT="1"/>
      <dgm:spPr>
        <a:ln>
          <a:solidFill>
            <a:schemeClr val="tx1"/>
          </a:solidFill>
        </a:ln>
      </dgm:spPr>
      <dgm:t>
        <a:bodyPr/>
        <a:lstStyle/>
        <a:p>
          <a:pPr algn="ctr"/>
          <a:r>
            <a:rPr lang="en-US" sz="2800" b="0" i="0" dirty="0">
              <a:solidFill>
                <a:schemeClr val="tx1"/>
              </a:solidFill>
              <a:latin typeface="Bahnschrift" panose="020B0502040204020203" pitchFamily="34" charset="0"/>
            </a:rPr>
            <a:t>Ingesting data.</a:t>
          </a:r>
          <a:endParaRPr lang="en-US" sz="2800" dirty="0">
            <a:solidFill>
              <a:schemeClr val="tx1"/>
            </a:solidFill>
            <a:latin typeface="Bahnschrift" panose="020B0502040204020203" pitchFamily="34" charset="0"/>
          </a:endParaRPr>
        </a:p>
      </dgm:t>
    </dgm:pt>
    <dgm:pt modelId="{F61FFF50-8175-4B6F-AA0F-9C429553E718}" type="parTrans" cxnId="{6C9C8421-E462-4080-B488-029D6CDD9A0A}">
      <dgm:prSet/>
      <dgm:spPr/>
      <dgm:t>
        <a:bodyPr/>
        <a:lstStyle/>
        <a:p>
          <a:endParaRPr lang="en-US"/>
        </a:p>
      </dgm:t>
    </dgm:pt>
    <dgm:pt modelId="{CC05D83C-1911-4B3D-A639-B1A3E8C8ABEF}" type="sibTrans" cxnId="{6C9C8421-E462-4080-B488-029D6CDD9A0A}">
      <dgm:prSet/>
      <dgm:spPr/>
      <dgm:t>
        <a:bodyPr/>
        <a:lstStyle/>
        <a:p>
          <a:endParaRPr lang="en-US"/>
        </a:p>
      </dgm:t>
    </dgm:pt>
    <dgm:pt modelId="{9DE98F83-B02D-4B1A-ABE5-9807FD44B45C}">
      <dgm:prSet custT="1"/>
      <dgm:spPr>
        <a:ln>
          <a:solidFill>
            <a:schemeClr val="tx1"/>
          </a:solidFill>
        </a:ln>
      </dgm:spPr>
      <dgm:t>
        <a:bodyPr/>
        <a:lstStyle/>
        <a:p>
          <a:pPr algn="ctr"/>
          <a:r>
            <a:rPr lang="en-US" sz="2800" b="0" i="0" dirty="0">
              <a:solidFill>
                <a:schemeClr val="tx1"/>
              </a:solidFill>
              <a:latin typeface="Bahnschrift" panose="020B0502040204020203" pitchFamily="34" charset="0"/>
            </a:rPr>
            <a:t>Storing the data</a:t>
          </a:r>
          <a:endParaRPr lang="en-US" sz="2800" dirty="0">
            <a:solidFill>
              <a:schemeClr val="tx1"/>
            </a:solidFill>
            <a:latin typeface="Bahnschrift" panose="020B0502040204020203" pitchFamily="34" charset="0"/>
          </a:endParaRPr>
        </a:p>
      </dgm:t>
    </dgm:pt>
    <dgm:pt modelId="{D5CF76C0-A979-4333-AB19-66D170FE5AE5}" type="parTrans" cxnId="{537662C1-CCB5-43CC-981B-91DF44547940}">
      <dgm:prSet/>
      <dgm:spPr/>
      <dgm:t>
        <a:bodyPr/>
        <a:lstStyle/>
        <a:p>
          <a:endParaRPr lang="en-US"/>
        </a:p>
      </dgm:t>
    </dgm:pt>
    <dgm:pt modelId="{24907621-BDE8-486A-857A-935D2966C155}" type="sibTrans" cxnId="{537662C1-CCB5-43CC-981B-91DF44547940}">
      <dgm:prSet/>
      <dgm:spPr/>
      <dgm:t>
        <a:bodyPr/>
        <a:lstStyle/>
        <a:p>
          <a:endParaRPr lang="en-US"/>
        </a:p>
      </dgm:t>
    </dgm:pt>
    <dgm:pt modelId="{9D1F55FB-C54C-404B-93C3-2F6E71CC549D}">
      <dgm:prSet custT="1"/>
      <dgm:spPr>
        <a:ln>
          <a:solidFill>
            <a:schemeClr val="tx1"/>
          </a:solidFill>
        </a:ln>
      </dgm:spPr>
      <dgm:t>
        <a:bodyPr/>
        <a:lstStyle/>
        <a:p>
          <a:pPr algn="ctr"/>
          <a:r>
            <a:rPr lang="en-US" sz="2800" b="0" i="0" dirty="0">
              <a:solidFill>
                <a:schemeClr val="tx1"/>
              </a:solidFill>
              <a:latin typeface="Bahnschrift" panose="020B0502040204020203" pitchFamily="34" charset="0"/>
            </a:rPr>
            <a:t>Processing it.</a:t>
          </a:r>
          <a:endParaRPr lang="en-US" sz="2800" dirty="0">
            <a:solidFill>
              <a:schemeClr val="tx1"/>
            </a:solidFill>
            <a:latin typeface="Bahnschrift" panose="020B0502040204020203" pitchFamily="34" charset="0"/>
          </a:endParaRPr>
        </a:p>
      </dgm:t>
    </dgm:pt>
    <dgm:pt modelId="{780D31BC-EE40-4FF7-843E-F986D42F0FA6}" type="parTrans" cxnId="{1B37FD0E-0DE7-49CD-A57E-F7C85FFEAC2D}">
      <dgm:prSet/>
      <dgm:spPr/>
      <dgm:t>
        <a:bodyPr/>
        <a:lstStyle/>
        <a:p>
          <a:endParaRPr lang="en-US"/>
        </a:p>
      </dgm:t>
    </dgm:pt>
    <dgm:pt modelId="{C588A527-A036-4D82-973D-C92120B1C60D}" type="sibTrans" cxnId="{1B37FD0E-0DE7-49CD-A57E-F7C85FFEAC2D}">
      <dgm:prSet/>
      <dgm:spPr/>
      <dgm:t>
        <a:bodyPr/>
        <a:lstStyle/>
        <a:p>
          <a:endParaRPr lang="en-US"/>
        </a:p>
      </dgm:t>
    </dgm:pt>
    <dgm:pt modelId="{CE79C5BF-6E3C-4D59-B45E-3D0BE298032D}">
      <dgm:prSet custT="1"/>
      <dgm:spPr>
        <a:ln>
          <a:solidFill>
            <a:schemeClr val="tx1"/>
          </a:solidFill>
        </a:ln>
      </dgm:spPr>
      <dgm:t>
        <a:bodyPr/>
        <a:lstStyle/>
        <a:p>
          <a:pPr algn="ctr"/>
          <a:r>
            <a:rPr lang="en-US" sz="2800" b="0" i="0" dirty="0">
              <a:solidFill>
                <a:schemeClr val="tx1"/>
              </a:solidFill>
              <a:latin typeface="Bahnschrift" panose="020B0502040204020203" pitchFamily="34" charset="0"/>
            </a:rPr>
            <a:t>Making data available for analytics.</a:t>
          </a:r>
          <a:endParaRPr lang="en-US" sz="2800" dirty="0">
            <a:solidFill>
              <a:schemeClr val="tx1"/>
            </a:solidFill>
            <a:latin typeface="Bahnschrift" panose="020B0502040204020203" pitchFamily="34" charset="0"/>
          </a:endParaRPr>
        </a:p>
      </dgm:t>
    </dgm:pt>
    <dgm:pt modelId="{BD3C43B1-37CB-42D0-B73D-09D06D0EF0D8}" type="parTrans" cxnId="{1F0897CD-A058-4CDF-BA7F-AA2149757E66}">
      <dgm:prSet/>
      <dgm:spPr/>
      <dgm:t>
        <a:bodyPr/>
        <a:lstStyle/>
        <a:p>
          <a:endParaRPr lang="en-US"/>
        </a:p>
      </dgm:t>
    </dgm:pt>
    <dgm:pt modelId="{F4C910F3-E973-4E49-9D3A-A3364AD13E1B}" type="sibTrans" cxnId="{1F0897CD-A058-4CDF-BA7F-AA2149757E66}">
      <dgm:prSet/>
      <dgm:spPr/>
      <dgm:t>
        <a:bodyPr/>
        <a:lstStyle/>
        <a:p>
          <a:endParaRPr lang="en-US"/>
        </a:p>
      </dgm:t>
    </dgm:pt>
    <dgm:pt modelId="{CE335C4D-886B-47AD-B38E-3646BACF76D5}" type="pres">
      <dgm:prSet presAssocID="{A351DD82-0885-4C09-9D51-2F7630F30209}" presName="linear" presStyleCnt="0">
        <dgm:presLayoutVars>
          <dgm:animLvl val="lvl"/>
          <dgm:resizeHandles val="exact"/>
        </dgm:presLayoutVars>
      </dgm:prSet>
      <dgm:spPr/>
    </dgm:pt>
    <dgm:pt modelId="{CB29EC56-6757-4D44-95E5-7E5CFF891686}" type="pres">
      <dgm:prSet presAssocID="{F11E1ACD-61F4-4717-8460-ACFA0B2BD11D}" presName="parentText" presStyleLbl="node1" presStyleIdx="0" presStyleCnt="4" custScaleX="73252" custScaleY="64338">
        <dgm:presLayoutVars>
          <dgm:chMax val="0"/>
          <dgm:bulletEnabled val="1"/>
        </dgm:presLayoutVars>
      </dgm:prSet>
      <dgm:spPr/>
    </dgm:pt>
    <dgm:pt modelId="{8871EEF4-BF8F-4984-94CD-324B481F72E1}" type="pres">
      <dgm:prSet presAssocID="{CC05D83C-1911-4B3D-A639-B1A3E8C8ABEF}" presName="spacer" presStyleCnt="0"/>
      <dgm:spPr/>
    </dgm:pt>
    <dgm:pt modelId="{DECFB31C-D606-4646-8D36-2AC5C97D56C6}" type="pres">
      <dgm:prSet presAssocID="{9DE98F83-B02D-4B1A-ABE5-9807FD44B45C}" presName="parentText" presStyleLbl="node1" presStyleIdx="1" presStyleCnt="4" custScaleX="73252" custScaleY="64338">
        <dgm:presLayoutVars>
          <dgm:chMax val="0"/>
          <dgm:bulletEnabled val="1"/>
        </dgm:presLayoutVars>
      </dgm:prSet>
      <dgm:spPr/>
    </dgm:pt>
    <dgm:pt modelId="{D298F9D9-D0C5-48E8-801B-378CDC4A36E5}" type="pres">
      <dgm:prSet presAssocID="{24907621-BDE8-486A-857A-935D2966C155}" presName="spacer" presStyleCnt="0"/>
      <dgm:spPr/>
    </dgm:pt>
    <dgm:pt modelId="{7BF81280-CAE0-4134-A18F-5136B4CD7CA7}" type="pres">
      <dgm:prSet presAssocID="{9D1F55FB-C54C-404B-93C3-2F6E71CC549D}" presName="parentText" presStyleLbl="node1" presStyleIdx="2" presStyleCnt="4" custScaleX="73252" custScaleY="64338">
        <dgm:presLayoutVars>
          <dgm:chMax val="0"/>
          <dgm:bulletEnabled val="1"/>
        </dgm:presLayoutVars>
      </dgm:prSet>
      <dgm:spPr/>
    </dgm:pt>
    <dgm:pt modelId="{01A4C1A8-274C-4EAA-BD34-509AB3DA12CB}" type="pres">
      <dgm:prSet presAssocID="{C588A527-A036-4D82-973D-C92120B1C60D}" presName="spacer" presStyleCnt="0"/>
      <dgm:spPr/>
    </dgm:pt>
    <dgm:pt modelId="{61527BE2-AA94-41D2-AE63-7553B99E7F2C}" type="pres">
      <dgm:prSet presAssocID="{CE79C5BF-6E3C-4D59-B45E-3D0BE298032D}" presName="parentText" presStyleLbl="node1" presStyleIdx="3" presStyleCnt="4" custScaleX="73252" custScaleY="64338">
        <dgm:presLayoutVars>
          <dgm:chMax val="0"/>
          <dgm:bulletEnabled val="1"/>
        </dgm:presLayoutVars>
      </dgm:prSet>
      <dgm:spPr/>
    </dgm:pt>
  </dgm:ptLst>
  <dgm:cxnLst>
    <dgm:cxn modelId="{1B37FD0E-0DE7-49CD-A57E-F7C85FFEAC2D}" srcId="{A351DD82-0885-4C09-9D51-2F7630F30209}" destId="{9D1F55FB-C54C-404B-93C3-2F6E71CC549D}" srcOrd="2" destOrd="0" parTransId="{780D31BC-EE40-4FF7-843E-F986D42F0FA6}" sibTransId="{C588A527-A036-4D82-973D-C92120B1C60D}"/>
    <dgm:cxn modelId="{B609FF1E-F752-472E-8748-D5174F76F8F7}" type="presOf" srcId="{CE79C5BF-6E3C-4D59-B45E-3D0BE298032D}" destId="{61527BE2-AA94-41D2-AE63-7553B99E7F2C}" srcOrd="0" destOrd="0" presId="urn:microsoft.com/office/officeart/2005/8/layout/vList2"/>
    <dgm:cxn modelId="{6C9C8421-E462-4080-B488-029D6CDD9A0A}" srcId="{A351DD82-0885-4C09-9D51-2F7630F30209}" destId="{F11E1ACD-61F4-4717-8460-ACFA0B2BD11D}" srcOrd="0" destOrd="0" parTransId="{F61FFF50-8175-4B6F-AA0F-9C429553E718}" sibTransId="{CC05D83C-1911-4B3D-A639-B1A3E8C8ABEF}"/>
    <dgm:cxn modelId="{546ED65D-E3C8-4B5E-954E-3B04C6F739A9}" type="presOf" srcId="{9D1F55FB-C54C-404B-93C3-2F6E71CC549D}" destId="{7BF81280-CAE0-4134-A18F-5136B4CD7CA7}" srcOrd="0" destOrd="0" presId="urn:microsoft.com/office/officeart/2005/8/layout/vList2"/>
    <dgm:cxn modelId="{F58939B3-6E68-4A34-9F8E-F03B3ADC0EEB}" type="presOf" srcId="{F11E1ACD-61F4-4717-8460-ACFA0B2BD11D}" destId="{CB29EC56-6757-4D44-95E5-7E5CFF891686}" srcOrd="0" destOrd="0" presId="urn:microsoft.com/office/officeart/2005/8/layout/vList2"/>
    <dgm:cxn modelId="{537662C1-CCB5-43CC-981B-91DF44547940}" srcId="{A351DD82-0885-4C09-9D51-2F7630F30209}" destId="{9DE98F83-B02D-4B1A-ABE5-9807FD44B45C}" srcOrd="1" destOrd="0" parTransId="{D5CF76C0-A979-4333-AB19-66D170FE5AE5}" sibTransId="{24907621-BDE8-486A-857A-935D2966C155}"/>
    <dgm:cxn modelId="{1F0897CD-A058-4CDF-BA7F-AA2149757E66}" srcId="{A351DD82-0885-4C09-9D51-2F7630F30209}" destId="{CE79C5BF-6E3C-4D59-B45E-3D0BE298032D}" srcOrd="3" destOrd="0" parTransId="{BD3C43B1-37CB-42D0-B73D-09D06D0EF0D8}" sibTransId="{F4C910F3-E973-4E49-9D3A-A3364AD13E1B}"/>
    <dgm:cxn modelId="{6F71EED9-A092-4476-955C-F24A824DB4E0}" type="presOf" srcId="{A351DD82-0885-4C09-9D51-2F7630F30209}" destId="{CE335C4D-886B-47AD-B38E-3646BACF76D5}" srcOrd="0" destOrd="0" presId="urn:microsoft.com/office/officeart/2005/8/layout/vList2"/>
    <dgm:cxn modelId="{5561E4DE-7089-46B9-A228-46121B745BE1}" type="presOf" srcId="{9DE98F83-B02D-4B1A-ABE5-9807FD44B45C}" destId="{DECFB31C-D606-4646-8D36-2AC5C97D56C6}" srcOrd="0" destOrd="0" presId="urn:microsoft.com/office/officeart/2005/8/layout/vList2"/>
    <dgm:cxn modelId="{DE702CEE-2266-4843-851C-A2D18CA59F1F}" type="presParOf" srcId="{CE335C4D-886B-47AD-B38E-3646BACF76D5}" destId="{CB29EC56-6757-4D44-95E5-7E5CFF891686}" srcOrd="0" destOrd="0" presId="urn:microsoft.com/office/officeart/2005/8/layout/vList2"/>
    <dgm:cxn modelId="{28F93F64-E831-4507-9F63-9B1DC44FCE3F}" type="presParOf" srcId="{CE335C4D-886B-47AD-B38E-3646BACF76D5}" destId="{8871EEF4-BF8F-4984-94CD-324B481F72E1}" srcOrd="1" destOrd="0" presId="urn:microsoft.com/office/officeart/2005/8/layout/vList2"/>
    <dgm:cxn modelId="{2454C16C-9D34-4664-9E8F-8D2802F914F8}" type="presParOf" srcId="{CE335C4D-886B-47AD-B38E-3646BACF76D5}" destId="{DECFB31C-D606-4646-8D36-2AC5C97D56C6}" srcOrd="2" destOrd="0" presId="urn:microsoft.com/office/officeart/2005/8/layout/vList2"/>
    <dgm:cxn modelId="{EF2A299D-6FE1-4805-9F2B-F558C1DF2FF0}" type="presParOf" srcId="{CE335C4D-886B-47AD-B38E-3646BACF76D5}" destId="{D298F9D9-D0C5-48E8-801B-378CDC4A36E5}" srcOrd="3" destOrd="0" presId="urn:microsoft.com/office/officeart/2005/8/layout/vList2"/>
    <dgm:cxn modelId="{582DFF92-8F5F-4194-9CFE-2808EFC7FEB6}" type="presParOf" srcId="{CE335C4D-886B-47AD-B38E-3646BACF76D5}" destId="{7BF81280-CAE0-4134-A18F-5136B4CD7CA7}" srcOrd="4" destOrd="0" presId="urn:microsoft.com/office/officeart/2005/8/layout/vList2"/>
    <dgm:cxn modelId="{7915D463-DD6C-4303-8A94-C4A169FC56DB}" type="presParOf" srcId="{CE335C4D-886B-47AD-B38E-3646BACF76D5}" destId="{01A4C1A8-274C-4EAA-BD34-509AB3DA12CB}" srcOrd="5" destOrd="0" presId="urn:microsoft.com/office/officeart/2005/8/layout/vList2"/>
    <dgm:cxn modelId="{3A4ECD17-D487-4859-AC3F-86328962143D}" type="presParOf" srcId="{CE335C4D-886B-47AD-B38E-3646BACF76D5}" destId="{61527BE2-AA94-41D2-AE63-7553B99E7F2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8365CA-2805-45AB-A9E5-878D6AED731C}">
      <dsp:nvSpPr>
        <dsp:cNvPr id="0" name=""/>
        <dsp:cNvSpPr/>
      </dsp:nvSpPr>
      <dsp:spPr>
        <a:xfrm>
          <a:off x="0" y="349256"/>
          <a:ext cx="7904813" cy="4788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2BA89A8-CE8B-4D2A-A7A5-5639F5B42F9E}">
      <dsp:nvSpPr>
        <dsp:cNvPr id="0" name=""/>
        <dsp:cNvSpPr/>
      </dsp:nvSpPr>
      <dsp:spPr>
        <a:xfrm>
          <a:off x="395240" y="68816"/>
          <a:ext cx="5533369" cy="560880"/>
        </a:xfrm>
        <a:prstGeom prst="roundRect">
          <a:avLst/>
        </a:prstGeom>
        <a:solidFill>
          <a:schemeClr val="accent4">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148" tIns="0" rIns="209148" bIns="0" numCol="1" spcCol="1270" anchor="ctr" anchorCtr="0">
          <a:noAutofit/>
        </a:bodyPr>
        <a:lstStyle/>
        <a:p>
          <a:pPr marL="0" lvl="0" indent="0" algn="l" defTabSz="1244600">
            <a:lnSpc>
              <a:spcPct val="90000"/>
            </a:lnSpc>
            <a:spcBef>
              <a:spcPct val="0"/>
            </a:spcBef>
            <a:spcAft>
              <a:spcPct val="35000"/>
            </a:spcAft>
            <a:buNone/>
          </a:pPr>
          <a:r>
            <a:rPr lang="en-US" sz="2800" b="0" i="0" kern="1200" dirty="0">
              <a:solidFill>
                <a:schemeClr val="tx1"/>
              </a:solidFill>
              <a:effectLst/>
              <a:latin typeface="Bahnschrift" panose="020B0502040204020203" pitchFamily="34" charset="0"/>
            </a:rPr>
            <a:t>MapReduce, </a:t>
          </a:r>
          <a:endParaRPr lang="en-US" sz="2800" kern="1200" dirty="0">
            <a:solidFill>
              <a:schemeClr val="tx1"/>
            </a:solidFill>
          </a:endParaRPr>
        </a:p>
      </dsp:txBody>
      <dsp:txXfrm>
        <a:off x="422620" y="96196"/>
        <a:ext cx="5478609" cy="506120"/>
      </dsp:txXfrm>
    </dsp:sp>
    <dsp:sp modelId="{13AD295E-3281-441C-BCCC-35EBDA36CDA2}">
      <dsp:nvSpPr>
        <dsp:cNvPr id="0" name=""/>
        <dsp:cNvSpPr/>
      </dsp:nvSpPr>
      <dsp:spPr>
        <a:xfrm>
          <a:off x="0" y="1211096"/>
          <a:ext cx="7904813" cy="478800"/>
        </a:xfrm>
        <a:prstGeom prst="rect">
          <a:avLst/>
        </a:prstGeom>
        <a:solidFill>
          <a:schemeClr val="lt1">
            <a:alpha val="90000"/>
            <a:hueOff val="0"/>
            <a:satOff val="0"/>
            <a:lumOff val="0"/>
            <a:alphaOff val="0"/>
          </a:schemeClr>
        </a:solidFill>
        <a:ln w="12700" cap="flat" cmpd="sng" algn="ctr">
          <a:solidFill>
            <a:schemeClr val="accent4">
              <a:hueOff val="2450223"/>
              <a:satOff val="-10194"/>
              <a:lumOff val="2402"/>
              <a:alphaOff val="0"/>
            </a:schemeClr>
          </a:solidFill>
          <a:prstDash val="solid"/>
          <a:miter lim="800000"/>
        </a:ln>
        <a:effectLst/>
      </dsp:spPr>
      <dsp:style>
        <a:lnRef idx="2">
          <a:scrgbClr r="0" g="0" b="0"/>
        </a:lnRef>
        <a:fillRef idx="1">
          <a:scrgbClr r="0" g="0" b="0"/>
        </a:fillRef>
        <a:effectRef idx="0">
          <a:scrgbClr r="0" g="0" b="0"/>
        </a:effectRef>
        <a:fontRef idx="minor"/>
      </dsp:style>
    </dsp:sp>
    <dsp:sp modelId="{75B1AC33-7363-4328-A8A3-5FAF70CA5CBA}">
      <dsp:nvSpPr>
        <dsp:cNvPr id="0" name=""/>
        <dsp:cNvSpPr/>
      </dsp:nvSpPr>
      <dsp:spPr>
        <a:xfrm>
          <a:off x="395240" y="930656"/>
          <a:ext cx="5533369" cy="560880"/>
        </a:xfrm>
        <a:prstGeom prst="roundRect">
          <a:avLst/>
        </a:prstGeom>
        <a:solidFill>
          <a:schemeClr val="accent4">
            <a:hueOff val="2450223"/>
            <a:satOff val="-10194"/>
            <a:lumOff val="2402"/>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148" tIns="0" rIns="209148" bIns="0" numCol="1" spcCol="1270" anchor="ctr" anchorCtr="0">
          <a:noAutofit/>
        </a:bodyPr>
        <a:lstStyle/>
        <a:p>
          <a:pPr marL="0" lvl="0" indent="0" algn="l" defTabSz="1244600">
            <a:lnSpc>
              <a:spcPct val="90000"/>
            </a:lnSpc>
            <a:spcBef>
              <a:spcPct val="0"/>
            </a:spcBef>
            <a:spcAft>
              <a:spcPct val="35000"/>
            </a:spcAft>
            <a:buNone/>
          </a:pPr>
          <a:r>
            <a:rPr lang="en-US" sz="2800" b="0" i="0" kern="1200">
              <a:solidFill>
                <a:schemeClr val="tx1"/>
              </a:solidFill>
              <a:effectLst/>
              <a:latin typeface="Bahnschrift" panose="020B0502040204020203" pitchFamily="34" charset="0"/>
            </a:rPr>
            <a:t>Directed Acyclic Graph, </a:t>
          </a:r>
          <a:endParaRPr lang="en-US" sz="2800" b="0" i="0" kern="1200" dirty="0">
            <a:solidFill>
              <a:schemeClr val="tx1"/>
            </a:solidFill>
            <a:effectLst/>
            <a:latin typeface="Bahnschrift" panose="020B0502040204020203" pitchFamily="34" charset="0"/>
          </a:endParaRPr>
        </a:p>
      </dsp:txBody>
      <dsp:txXfrm>
        <a:off x="422620" y="958036"/>
        <a:ext cx="5478609" cy="506120"/>
      </dsp:txXfrm>
    </dsp:sp>
    <dsp:sp modelId="{677C324F-4025-45F3-875A-4783AC467858}">
      <dsp:nvSpPr>
        <dsp:cNvPr id="0" name=""/>
        <dsp:cNvSpPr/>
      </dsp:nvSpPr>
      <dsp:spPr>
        <a:xfrm>
          <a:off x="0" y="2072936"/>
          <a:ext cx="7904813" cy="478800"/>
        </a:xfrm>
        <a:prstGeom prst="rect">
          <a:avLst/>
        </a:prstGeom>
        <a:solidFill>
          <a:schemeClr val="lt1">
            <a:alpha val="90000"/>
            <a:hueOff val="0"/>
            <a:satOff val="0"/>
            <a:lumOff val="0"/>
            <a:alphaOff val="0"/>
          </a:schemeClr>
        </a:solidFill>
        <a:ln w="12700" cap="flat" cmpd="sng" algn="ctr">
          <a:solidFill>
            <a:schemeClr val="accent4">
              <a:hueOff val="4900445"/>
              <a:satOff val="-20388"/>
              <a:lumOff val="4804"/>
              <a:alphaOff val="0"/>
            </a:schemeClr>
          </a:solidFill>
          <a:prstDash val="solid"/>
          <a:miter lim="800000"/>
        </a:ln>
        <a:effectLst/>
      </dsp:spPr>
      <dsp:style>
        <a:lnRef idx="2">
          <a:scrgbClr r="0" g="0" b="0"/>
        </a:lnRef>
        <a:fillRef idx="1">
          <a:scrgbClr r="0" g="0" b="0"/>
        </a:fillRef>
        <a:effectRef idx="0">
          <a:scrgbClr r="0" g="0" b="0"/>
        </a:effectRef>
        <a:fontRef idx="minor"/>
      </dsp:style>
    </dsp:sp>
    <dsp:sp modelId="{E1923298-1980-483C-B7C3-00B3D95DC09F}">
      <dsp:nvSpPr>
        <dsp:cNvPr id="0" name=""/>
        <dsp:cNvSpPr/>
      </dsp:nvSpPr>
      <dsp:spPr>
        <a:xfrm>
          <a:off x="395240" y="1792496"/>
          <a:ext cx="5533369" cy="560880"/>
        </a:xfrm>
        <a:prstGeom prst="roundRect">
          <a:avLst/>
        </a:prstGeom>
        <a:solidFill>
          <a:schemeClr val="accent4">
            <a:hueOff val="4900445"/>
            <a:satOff val="-20388"/>
            <a:lumOff val="4804"/>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148" tIns="0" rIns="209148" bIns="0" numCol="1" spcCol="1270" anchor="ctr" anchorCtr="0">
          <a:noAutofit/>
        </a:bodyPr>
        <a:lstStyle/>
        <a:p>
          <a:pPr marL="0" lvl="0" indent="0" algn="l" defTabSz="1244600">
            <a:lnSpc>
              <a:spcPct val="90000"/>
            </a:lnSpc>
            <a:spcBef>
              <a:spcPct val="0"/>
            </a:spcBef>
            <a:spcAft>
              <a:spcPct val="35000"/>
            </a:spcAft>
            <a:buNone/>
          </a:pPr>
          <a:r>
            <a:rPr lang="en-US" sz="2800" b="0" i="0" kern="1200">
              <a:solidFill>
                <a:schemeClr val="tx1"/>
              </a:solidFill>
              <a:effectLst/>
              <a:latin typeface="Bahnschrift" panose="020B0502040204020203" pitchFamily="34" charset="0"/>
            </a:rPr>
            <a:t>Message Passing, </a:t>
          </a:r>
          <a:endParaRPr lang="en-US" sz="2800" b="0" i="0" kern="1200" dirty="0">
            <a:solidFill>
              <a:schemeClr val="tx1"/>
            </a:solidFill>
            <a:effectLst/>
            <a:latin typeface="Bahnschrift" panose="020B0502040204020203" pitchFamily="34" charset="0"/>
          </a:endParaRPr>
        </a:p>
      </dsp:txBody>
      <dsp:txXfrm>
        <a:off x="422620" y="1819876"/>
        <a:ext cx="5478609" cy="506120"/>
      </dsp:txXfrm>
    </dsp:sp>
    <dsp:sp modelId="{DA733CF1-D23F-4729-959A-776FCE421126}">
      <dsp:nvSpPr>
        <dsp:cNvPr id="0" name=""/>
        <dsp:cNvSpPr/>
      </dsp:nvSpPr>
      <dsp:spPr>
        <a:xfrm>
          <a:off x="0" y="2934776"/>
          <a:ext cx="7904813" cy="478800"/>
        </a:xfrm>
        <a:prstGeom prst="rect">
          <a:avLst/>
        </a:prstGeom>
        <a:solidFill>
          <a:schemeClr val="lt1">
            <a:alpha val="90000"/>
            <a:hueOff val="0"/>
            <a:satOff val="0"/>
            <a:lumOff val="0"/>
            <a:alphaOff val="0"/>
          </a:schemeClr>
        </a:solidFill>
        <a:ln w="12700" cap="flat" cmpd="sng" algn="ctr">
          <a:solidFill>
            <a:schemeClr val="accent4">
              <a:hueOff val="7350668"/>
              <a:satOff val="-30583"/>
              <a:lumOff val="7206"/>
              <a:alphaOff val="0"/>
            </a:schemeClr>
          </a:solidFill>
          <a:prstDash val="solid"/>
          <a:miter lim="800000"/>
        </a:ln>
        <a:effectLst/>
      </dsp:spPr>
      <dsp:style>
        <a:lnRef idx="2">
          <a:scrgbClr r="0" g="0" b="0"/>
        </a:lnRef>
        <a:fillRef idx="1">
          <a:scrgbClr r="0" g="0" b="0"/>
        </a:fillRef>
        <a:effectRef idx="0">
          <a:scrgbClr r="0" g="0" b="0"/>
        </a:effectRef>
        <a:fontRef idx="minor"/>
      </dsp:style>
    </dsp:sp>
    <dsp:sp modelId="{3CEA45D2-4A0C-4C43-A2BA-4250CB8EE65F}">
      <dsp:nvSpPr>
        <dsp:cNvPr id="0" name=""/>
        <dsp:cNvSpPr/>
      </dsp:nvSpPr>
      <dsp:spPr>
        <a:xfrm>
          <a:off x="395240" y="2654336"/>
          <a:ext cx="5533369" cy="560880"/>
        </a:xfrm>
        <a:prstGeom prst="roundRect">
          <a:avLst/>
        </a:prstGeom>
        <a:solidFill>
          <a:schemeClr val="accent4">
            <a:hueOff val="7350668"/>
            <a:satOff val="-30583"/>
            <a:lumOff val="7206"/>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148" tIns="0" rIns="209148" bIns="0" numCol="1" spcCol="1270" anchor="ctr" anchorCtr="0">
          <a:noAutofit/>
        </a:bodyPr>
        <a:lstStyle/>
        <a:p>
          <a:pPr marL="0" lvl="0" indent="0" algn="l" defTabSz="1244600">
            <a:lnSpc>
              <a:spcPct val="90000"/>
            </a:lnSpc>
            <a:spcBef>
              <a:spcPct val="0"/>
            </a:spcBef>
            <a:spcAft>
              <a:spcPct val="35000"/>
            </a:spcAft>
            <a:buNone/>
          </a:pPr>
          <a:r>
            <a:rPr lang="en-US" sz="2800" b="0" i="0" kern="1200">
              <a:solidFill>
                <a:schemeClr val="tx1"/>
              </a:solidFill>
              <a:effectLst/>
              <a:latin typeface="Bahnschrift" panose="020B0502040204020203" pitchFamily="34" charset="0"/>
            </a:rPr>
            <a:t>Bulk Synchronous Parallel, </a:t>
          </a:r>
          <a:endParaRPr lang="en-US" sz="2800" b="0" i="0" kern="1200" dirty="0">
            <a:solidFill>
              <a:schemeClr val="tx1"/>
            </a:solidFill>
            <a:effectLst/>
            <a:latin typeface="Bahnschrift" panose="020B0502040204020203" pitchFamily="34" charset="0"/>
          </a:endParaRPr>
        </a:p>
      </dsp:txBody>
      <dsp:txXfrm>
        <a:off x="422620" y="2681716"/>
        <a:ext cx="5478609" cy="506120"/>
      </dsp:txXfrm>
    </dsp:sp>
    <dsp:sp modelId="{ACD60238-787D-4A53-B5BB-19EBABA0CFFC}">
      <dsp:nvSpPr>
        <dsp:cNvPr id="0" name=""/>
        <dsp:cNvSpPr/>
      </dsp:nvSpPr>
      <dsp:spPr>
        <a:xfrm>
          <a:off x="0" y="3796616"/>
          <a:ext cx="7904813" cy="478800"/>
        </a:xfrm>
        <a:prstGeom prst="rect">
          <a:avLst/>
        </a:prstGeom>
        <a:solidFill>
          <a:schemeClr val="lt1">
            <a:alpha val="90000"/>
            <a:hueOff val="0"/>
            <a:satOff val="0"/>
            <a:lumOff val="0"/>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dsp:style>
    </dsp:sp>
    <dsp:sp modelId="{5466D45B-A039-4060-B317-E3303C3B79AE}">
      <dsp:nvSpPr>
        <dsp:cNvPr id="0" name=""/>
        <dsp:cNvSpPr/>
      </dsp:nvSpPr>
      <dsp:spPr>
        <a:xfrm>
          <a:off x="395240" y="3516176"/>
          <a:ext cx="5533369" cy="560880"/>
        </a:xfrm>
        <a:prstGeom prst="roundRect">
          <a:avLst/>
        </a:prstGeom>
        <a:solidFill>
          <a:schemeClr val="accent4">
            <a:hueOff val="9800891"/>
            <a:satOff val="-40777"/>
            <a:lumOff val="9608"/>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148" tIns="0" rIns="209148" bIns="0" numCol="1" spcCol="1270" anchor="ctr" anchorCtr="0">
          <a:noAutofit/>
        </a:bodyPr>
        <a:lstStyle/>
        <a:p>
          <a:pPr marL="0" lvl="0" indent="0" algn="l" defTabSz="1244600">
            <a:lnSpc>
              <a:spcPct val="90000"/>
            </a:lnSpc>
            <a:spcBef>
              <a:spcPct val="0"/>
            </a:spcBef>
            <a:spcAft>
              <a:spcPct val="35000"/>
            </a:spcAft>
            <a:buNone/>
          </a:pPr>
          <a:r>
            <a:rPr lang="en-US" sz="2800" b="0" i="0" kern="1200" dirty="0">
              <a:solidFill>
                <a:schemeClr val="tx1"/>
              </a:solidFill>
              <a:effectLst/>
              <a:latin typeface="Bahnschrift" panose="020B0502040204020203" pitchFamily="34" charset="0"/>
            </a:rPr>
            <a:t>Workflow.</a:t>
          </a:r>
        </a:p>
      </dsp:txBody>
      <dsp:txXfrm>
        <a:off x="422620" y="3543556"/>
        <a:ext cx="5478609" cy="506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657D2A-1DFB-46AA-A91D-FE4E5D886BD4}">
      <dsp:nvSpPr>
        <dsp:cNvPr id="0" name=""/>
        <dsp:cNvSpPr/>
      </dsp:nvSpPr>
      <dsp:spPr>
        <a:xfrm>
          <a:off x="3855260" y="2226332"/>
          <a:ext cx="1614122" cy="1018638"/>
        </a:xfrm>
        <a:custGeom>
          <a:avLst/>
          <a:gdLst/>
          <a:ahLst/>
          <a:cxnLst/>
          <a:rect l="0" t="0" r="0" b="0"/>
          <a:pathLst>
            <a:path>
              <a:moveTo>
                <a:pt x="0" y="0"/>
              </a:moveTo>
              <a:lnTo>
                <a:pt x="0" y="694172"/>
              </a:lnTo>
              <a:lnTo>
                <a:pt x="1614122" y="694172"/>
              </a:lnTo>
              <a:lnTo>
                <a:pt x="1614122" y="101863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992BF2-B52E-4CA2-988E-D718D8555DE3}">
      <dsp:nvSpPr>
        <dsp:cNvPr id="0" name=""/>
        <dsp:cNvSpPr/>
      </dsp:nvSpPr>
      <dsp:spPr>
        <a:xfrm>
          <a:off x="2241138" y="2226332"/>
          <a:ext cx="1614122" cy="1018638"/>
        </a:xfrm>
        <a:custGeom>
          <a:avLst/>
          <a:gdLst/>
          <a:ahLst/>
          <a:cxnLst/>
          <a:rect l="0" t="0" r="0" b="0"/>
          <a:pathLst>
            <a:path>
              <a:moveTo>
                <a:pt x="1614122" y="0"/>
              </a:moveTo>
              <a:lnTo>
                <a:pt x="1614122" y="694172"/>
              </a:lnTo>
              <a:lnTo>
                <a:pt x="0" y="694172"/>
              </a:lnTo>
              <a:lnTo>
                <a:pt x="0" y="101863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CAE274-02A9-4F01-8A7F-9B0E3065F796}">
      <dsp:nvSpPr>
        <dsp:cNvPr id="0" name=""/>
        <dsp:cNvSpPr/>
      </dsp:nvSpPr>
      <dsp:spPr>
        <a:xfrm>
          <a:off x="2104019" y="2256"/>
          <a:ext cx="3502481" cy="2224075"/>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458967-5500-4132-87F9-079ED8D657B5}">
      <dsp:nvSpPr>
        <dsp:cNvPr id="0" name=""/>
        <dsp:cNvSpPr/>
      </dsp:nvSpPr>
      <dsp:spPr>
        <a:xfrm>
          <a:off x="2493184" y="371963"/>
          <a:ext cx="3502481" cy="2224075"/>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dirty="0">
              <a:effectLst/>
              <a:latin typeface="Bahnschrift" panose="020B0502040204020203" pitchFamily="34" charset="0"/>
            </a:rPr>
            <a:t>The MapReduce algorithm contains two important tasks</a:t>
          </a:r>
          <a:endParaRPr lang="en-US" sz="2800" kern="1200" dirty="0"/>
        </a:p>
      </dsp:txBody>
      <dsp:txXfrm>
        <a:off x="2558325" y="437104"/>
        <a:ext cx="3372199" cy="2093793"/>
      </dsp:txXfrm>
    </dsp:sp>
    <dsp:sp modelId="{95BA8779-1403-40C5-89E9-213911BDCFF6}">
      <dsp:nvSpPr>
        <dsp:cNvPr id="0" name=""/>
        <dsp:cNvSpPr/>
      </dsp:nvSpPr>
      <dsp:spPr>
        <a:xfrm>
          <a:off x="1016180" y="3244970"/>
          <a:ext cx="2449915" cy="1461818"/>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37544D-02BA-4641-B523-CB810FCF12D6}">
      <dsp:nvSpPr>
        <dsp:cNvPr id="0" name=""/>
        <dsp:cNvSpPr/>
      </dsp:nvSpPr>
      <dsp:spPr>
        <a:xfrm>
          <a:off x="1405345" y="3614677"/>
          <a:ext cx="2449915" cy="1461818"/>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0" i="0" kern="1200" dirty="0">
              <a:effectLst/>
              <a:latin typeface="Bahnschrift" panose="020B0502040204020203" pitchFamily="34" charset="0"/>
            </a:rPr>
            <a:t>Map</a:t>
          </a:r>
          <a:endParaRPr lang="en-US" sz="2800" kern="1200" dirty="0">
            <a:latin typeface="Bahnschrift" panose="020B0502040204020203" pitchFamily="34" charset="0"/>
          </a:endParaRPr>
        </a:p>
      </dsp:txBody>
      <dsp:txXfrm>
        <a:off x="1448160" y="3657492"/>
        <a:ext cx="2364285" cy="1376188"/>
      </dsp:txXfrm>
    </dsp:sp>
    <dsp:sp modelId="{19FB9AF4-5EB1-4671-B67B-2CA18176581B}">
      <dsp:nvSpPr>
        <dsp:cNvPr id="0" name=""/>
        <dsp:cNvSpPr/>
      </dsp:nvSpPr>
      <dsp:spPr>
        <a:xfrm>
          <a:off x="4244425" y="3244970"/>
          <a:ext cx="2449915" cy="1461818"/>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07097C-6C61-4452-8335-3F1DB8122B23}">
      <dsp:nvSpPr>
        <dsp:cNvPr id="0" name=""/>
        <dsp:cNvSpPr/>
      </dsp:nvSpPr>
      <dsp:spPr>
        <a:xfrm>
          <a:off x="4633589" y="3614677"/>
          <a:ext cx="2449915" cy="1461818"/>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0" i="0" kern="1200" dirty="0">
              <a:effectLst/>
              <a:latin typeface="Bahnschrift" panose="020B0502040204020203" pitchFamily="34" charset="0"/>
            </a:rPr>
            <a:t>Reduce</a:t>
          </a:r>
          <a:endParaRPr lang="en-IN" sz="2800" kern="1200" dirty="0">
            <a:latin typeface="Bahnschrift" panose="020B0502040204020203" pitchFamily="34" charset="0"/>
          </a:endParaRPr>
        </a:p>
      </dsp:txBody>
      <dsp:txXfrm>
        <a:off x="4676404" y="3657492"/>
        <a:ext cx="2364285" cy="13761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84A1F6-5216-4608-B9F7-88DBE1D44A37}">
      <dsp:nvSpPr>
        <dsp:cNvPr id="0" name=""/>
        <dsp:cNvSpPr/>
      </dsp:nvSpPr>
      <dsp:spPr>
        <a:xfrm>
          <a:off x="0" y="344052"/>
          <a:ext cx="7968408" cy="5040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3E49DE2-5942-4B84-A3C3-C9D5FFE5D158}">
      <dsp:nvSpPr>
        <dsp:cNvPr id="0" name=""/>
        <dsp:cNvSpPr/>
      </dsp:nvSpPr>
      <dsp:spPr>
        <a:xfrm>
          <a:off x="398420" y="48852"/>
          <a:ext cx="5577885" cy="590400"/>
        </a:xfrm>
        <a:prstGeom prst="roundRect">
          <a:avLst/>
        </a:prstGeom>
        <a:solidFill>
          <a:schemeClr val="accent4">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0831" tIns="0" rIns="210831" bIns="0" numCol="1" spcCol="1270" anchor="ctr" anchorCtr="0">
          <a:noAutofit/>
        </a:bodyPr>
        <a:lstStyle/>
        <a:p>
          <a:pPr marL="0" lvl="0" indent="0" algn="l" defTabSz="1244600">
            <a:lnSpc>
              <a:spcPct val="90000"/>
            </a:lnSpc>
            <a:spcBef>
              <a:spcPct val="0"/>
            </a:spcBef>
            <a:spcAft>
              <a:spcPct val="35000"/>
            </a:spcAft>
            <a:buNone/>
          </a:pPr>
          <a:r>
            <a:rPr lang="en-US" sz="2800" b="0" i="0" kern="1200">
              <a:solidFill>
                <a:schemeClr val="tx1"/>
              </a:solidFill>
              <a:effectLst/>
              <a:latin typeface="Bahnschrift" panose="020B0502040204020203" pitchFamily="34" charset="0"/>
            </a:rPr>
            <a:t>Routing in computer networks.</a:t>
          </a:r>
          <a:endParaRPr lang="en-US" sz="2800" kern="1200" dirty="0">
            <a:solidFill>
              <a:schemeClr val="tx1"/>
            </a:solidFill>
            <a:latin typeface="Bahnschrift" panose="020B0502040204020203" pitchFamily="34" charset="0"/>
          </a:endParaRPr>
        </a:p>
      </dsp:txBody>
      <dsp:txXfrm>
        <a:off x="427241" y="77673"/>
        <a:ext cx="5520243" cy="532758"/>
      </dsp:txXfrm>
    </dsp:sp>
    <dsp:sp modelId="{90CA23F2-D3C7-4892-83A8-7B9727D78312}">
      <dsp:nvSpPr>
        <dsp:cNvPr id="0" name=""/>
        <dsp:cNvSpPr/>
      </dsp:nvSpPr>
      <dsp:spPr>
        <a:xfrm>
          <a:off x="0" y="1251252"/>
          <a:ext cx="7968408" cy="504000"/>
        </a:xfrm>
        <a:prstGeom prst="rect">
          <a:avLst/>
        </a:prstGeom>
        <a:solidFill>
          <a:schemeClr val="lt1">
            <a:alpha val="90000"/>
            <a:hueOff val="0"/>
            <a:satOff val="0"/>
            <a:lumOff val="0"/>
            <a:alphaOff val="0"/>
          </a:schemeClr>
        </a:solidFill>
        <a:ln w="12700" cap="flat" cmpd="sng" algn="ctr">
          <a:solidFill>
            <a:schemeClr val="accent4">
              <a:hueOff val="2450223"/>
              <a:satOff val="-10194"/>
              <a:lumOff val="2402"/>
              <a:alphaOff val="0"/>
            </a:schemeClr>
          </a:solidFill>
          <a:prstDash val="solid"/>
          <a:miter lim="800000"/>
        </a:ln>
        <a:effectLst/>
      </dsp:spPr>
      <dsp:style>
        <a:lnRef idx="2">
          <a:scrgbClr r="0" g="0" b="0"/>
        </a:lnRef>
        <a:fillRef idx="1">
          <a:scrgbClr r="0" g="0" b="0"/>
        </a:fillRef>
        <a:effectRef idx="0">
          <a:scrgbClr r="0" g="0" b="0"/>
        </a:effectRef>
        <a:fontRef idx="minor"/>
      </dsp:style>
    </dsp:sp>
    <dsp:sp modelId="{E8A7F59E-43D8-4106-9C7C-CACF5802E99B}">
      <dsp:nvSpPr>
        <dsp:cNvPr id="0" name=""/>
        <dsp:cNvSpPr/>
      </dsp:nvSpPr>
      <dsp:spPr>
        <a:xfrm>
          <a:off x="398420" y="956052"/>
          <a:ext cx="5577885" cy="590400"/>
        </a:xfrm>
        <a:prstGeom prst="roundRect">
          <a:avLst/>
        </a:prstGeom>
        <a:solidFill>
          <a:schemeClr val="accent4">
            <a:hueOff val="2450223"/>
            <a:satOff val="-10194"/>
            <a:lumOff val="2402"/>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0831" tIns="0" rIns="210831" bIns="0" numCol="1" spcCol="1270" anchor="ctr" anchorCtr="0">
          <a:noAutofit/>
        </a:bodyPr>
        <a:lstStyle/>
        <a:p>
          <a:pPr marL="0" lvl="0" indent="0" algn="l" defTabSz="1244600">
            <a:lnSpc>
              <a:spcPct val="90000"/>
            </a:lnSpc>
            <a:spcBef>
              <a:spcPct val="0"/>
            </a:spcBef>
            <a:spcAft>
              <a:spcPct val="35000"/>
            </a:spcAft>
            <a:buNone/>
          </a:pPr>
          <a:r>
            <a:rPr lang="en-US" sz="2800" b="0" i="0" kern="1200">
              <a:solidFill>
                <a:schemeClr val="tx1"/>
              </a:solidFill>
              <a:effectLst/>
              <a:latin typeface="Bahnschrift" panose="020B0502040204020203" pitchFamily="34" charset="0"/>
            </a:rPr>
            <a:t>Job scheduling.</a:t>
          </a:r>
          <a:endParaRPr lang="en-US" sz="2800" b="0" i="0" kern="1200" dirty="0">
            <a:solidFill>
              <a:schemeClr val="tx1"/>
            </a:solidFill>
            <a:effectLst/>
            <a:latin typeface="Bahnschrift" panose="020B0502040204020203" pitchFamily="34" charset="0"/>
          </a:endParaRPr>
        </a:p>
      </dsp:txBody>
      <dsp:txXfrm>
        <a:off x="427241" y="984873"/>
        <a:ext cx="5520243" cy="532758"/>
      </dsp:txXfrm>
    </dsp:sp>
    <dsp:sp modelId="{89CCC246-DF0F-4B8C-B524-8FD49C81C18C}">
      <dsp:nvSpPr>
        <dsp:cNvPr id="0" name=""/>
        <dsp:cNvSpPr/>
      </dsp:nvSpPr>
      <dsp:spPr>
        <a:xfrm>
          <a:off x="0" y="2158452"/>
          <a:ext cx="7968408" cy="504000"/>
        </a:xfrm>
        <a:prstGeom prst="rect">
          <a:avLst/>
        </a:prstGeom>
        <a:solidFill>
          <a:schemeClr val="lt1">
            <a:alpha val="90000"/>
            <a:hueOff val="0"/>
            <a:satOff val="0"/>
            <a:lumOff val="0"/>
            <a:alphaOff val="0"/>
          </a:schemeClr>
        </a:solidFill>
        <a:ln w="12700" cap="flat" cmpd="sng" algn="ctr">
          <a:solidFill>
            <a:schemeClr val="accent4">
              <a:hueOff val="4900445"/>
              <a:satOff val="-20388"/>
              <a:lumOff val="4804"/>
              <a:alphaOff val="0"/>
            </a:schemeClr>
          </a:solidFill>
          <a:prstDash val="solid"/>
          <a:miter lim="800000"/>
        </a:ln>
        <a:effectLst/>
      </dsp:spPr>
      <dsp:style>
        <a:lnRef idx="2">
          <a:scrgbClr r="0" g="0" b="0"/>
        </a:lnRef>
        <a:fillRef idx="1">
          <a:scrgbClr r="0" g="0" b="0"/>
        </a:fillRef>
        <a:effectRef idx="0">
          <a:scrgbClr r="0" g="0" b="0"/>
        </a:effectRef>
        <a:fontRef idx="minor"/>
      </dsp:style>
    </dsp:sp>
    <dsp:sp modelId="{D12D40DC-A046-40D5-9FB4-F758A58249CF}">
      <dsp:nvSpPr>
        <dsp:cNvPr id="0" name=""/>
        <dsp:cNvSpPr/>
      </dsp:nvSpPr>
      <dsp:spPr>
        <a:xfrm>
          <a:off x="398420" y="1863252"/>
          <a:ext cx="5577885" cy="590400"/>
        </a:xfrm>
        <a:prstGeom prst="roundRect">
          <a:avLst/>
        </a:prstGeom>
        <a:solidFill>
          <a:schemeClr val="accent4">
            <a:hueOff val="4900445"/>
            <a:satOff val="-20388"/>
            <a:lumOff val="4804"/>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0831" tIns="0" rIns="210831" bIns="0" numCol="1" spcCol="1270" anchor="ctr" anchorCtr="0">
          <a:noAutofit/>
        </a:bodyPr>
        <a:lstStyle/>
        <a:p>
          <a:pPr marL="0" lvl="0" indent="0" algn="l" defTabSz="1244600">
            <a:lnSpc>
              <a:spcPct val="90000"/>
            </a:lnSpc>
            <a:spcBef>
              <a:spcPct val="0"/>
            </a:spcBef>
            <a:spcAft>
              <a:spcPct val="35000"/>
            </a:spcAft>
            <a:buNone/>
          </a:pPr>
          <a:r>
            <a:rPr lang="en-US" sz="2800" b="0" i="0" kern="1200">
              <a:solidFill>
                <a:schemeClr val="tx1"/>
              </a:solidFill>
              <a:effectLst/>
              <a:latin typeface="Bahnschrift" panose="020B0502040204020203" pitchFamily="34" charset="0"/>
            </a:rPr>
            <a:t>Data processing.</a:t>
          </a:r>
          <a:endParaRPr lang="en-US" sz="2800" b="0" i="0" kern="1200" dirty="0">
            <a:solidFill>
              <a:schemeClr val="tx1"/>
            </a:solidFill>
            <a:effectLst/>
            <a:latin typeface="Bahnschrift" panose="020B0502040204020203" pitchFamily="34" charset="0"/>
          </a:endParaRPr>
        </a:p>
      </dsp:txBody>
      <dsp:txXfrm>
        <a:off x="427241" y="1892073"/>
        <a:ext cx="5520243" cy="532758"/>
      </dsp:txXfrm>
    </dsp:sp>
    <dsp:sp modelId="{D33B9F89-DFDE-4549-93BE-6A67CA3CC614}">
      <dsp:nvSpPr>
        <dsp:cNvPr id="0" name=""/>
        <dsp:cNvSpPr/>
      </dsp:nvSpPr>
      <dsp:spPr>
        <a:xfrm>
          <a:off x="0" y="3065652"/>
          <a:ext cx="7968408" cy="504000"/>
        </a:xfrm>
        <a:prstGeom prst="rect">
          <a:avLst/>
        </a:prstGeom>
        <a:solidFill>
          <a:schemeClr val="lt1">
            <a:alpha val="90000"/>
            <a:hueOff val="0"/>
            <a:satOff val="0"/>
            <a:lumOff val="0"/>
            <a:alphaOff val="0"/>
          </a:schemeClr>
        </a:solidFill>
        <a:ln w="12700" cap="flat" cmpd="sng" algn="ctr">
          <a:solidFill>
            <a:schemeClr val="accent4">
              <a:hueOff val="7350668"/>
              <a:satOff val="-30583"/>
              <a:lumOff val="7206"/>
              <a:alphaOff val="0"/>
            </a:schemeClr>
          </a:solidFill>
          <a:prstDash val="solid"/>
          <a:miter lim="800000"/>
        </a:ln>
        <a:effectLst/>
      </dsp:spPr>
      <dsp:style>
        <a:lnRef idx="2">
          <a:scrgbClr r="0" g="0" b="0"/>
        </a:lnRef>
        <a:fillRef idx="1">
          <a:scrgbClr r="0" g="0" b="0"/>
        </a:fillRef>
        <a:effectRef idx="0">
          <a:scrgbClr r="0" g="0" b="0"/>
        </a:effectRef>
        <a:fontRef idx="minor"/>
      </dsp:style>
    </dsp:sp>
    <dsp:sp modelId="{53CC5EFC-271C-4C93-B96E-A1208381B7F4}">
      <dsp:nvSpPr>
        <dsp:cNvPr id="0" name=""/>
        <dsp:cNvSpPr/>
      </dsp:nvSpPr>
      <dsp:spPr>
        <a:xfrm>
          <a:off x="398420" y="2770452"/>
          <a:ext cx="5577885" cy="590400"/>
        </a:xfrm>
        <a:prstGeom prst="roundRect">
          <a:avLst/>
        </a:prstGeom>
        <a:solidFill>
          <a:schemeClr val="accent4">
            <a:hueOff val="7350668"/>
            <a:satOff val="-30583"/>
            <a:lumOff val="7206"/>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0831" tIns="0" rIns="210831" bIns="0" numCol="1" spcCol="1270" anchor="ctr" anchorCtr="0">
          <a:noAutofit/>
        </a:bodyPr>
        <a:lstStyle/>
        <a:p>
          <a:pPr marL="0" lvl="0" indent="0" algn="l" defTabSz="1244600">
            <a:lnSpc>
              <a:spcPct val="90000"/>
            </a:lnSpc>
            <a:spcBef>
              <a:spcPct val="0"/>
            </a:spcBef>
            <a:spcAft>
              <a:spcPct val="35000"/>
            </a:spcAft>
            <a:buNone/>
          </a:pPr>
          <a:r>
            <a:rPr lang="en-US" sz="2800" b="0" i="0" kern="1200">
              <a:solidFill>
                <a:schemeClr val="tx1"/>
              </a:solidFill>
              <a:effectLst/>
              <a:latin typeface="Bahnschrift" panose="020B0502040204020203" pitchFamily="34" charset="0"/>
            </a:rPr>
            <a:t>Genealogy.</a:t>
          </a:r>
          <a:endParaRPr lang="en-US" sz="2800" b="0" i="0" kern="1200" dirty="0">
            <a:solidFill>
              <a:schemeClr val="tx1"/>
            </a:solidFill>
            <a:effectLst/>
            <a:latin typeface="Bahnschrift" panose="020B0502040204020203" pitchFamily="34" charset="0"/>
          </a:endParaRPr>
        </a:p>
      </dsp:txBody>
      <dsp:txXfrm>
        <a:off x="427241" y="2799273"/>
        <a:ext cx="5520243" cy="532758"/>
      </dsp:txXfrm>
    </dsp:sp>
    <dsp:sp modelId="{584DF931-0F7B-46AB-A3DB-8BACD1DE9677}">
      <dsp:nvSpPr>
        <dsp:cNvPr id="0" name=""/>
        <dsp:cNvSpPr/>
      </dsp:nvSpPr>
      <dsp:spPr>
        <a:xfrm>
          <a:off x="0" y="3972852"/>
          <a:ext cx="7968408" cy="504000"/>
        </a:xfrm>
        <a:prstGeom prst="rect">
          <a:avLst/>
        </a:prstGeom>
        <a:solidFill>
          <a:schemeClr val="lt1">
            <a:alpha val="90000"/>
            <a:hueOff val="0"/>
            <a:satOff val="0"/>
            <a:lumOff val="0"/>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B9C0CB-F258-490D-8B04-48AD558387A6}">
      <dsp:nvSpPr>
        <dsp:cNvPr id="0" name=""/>
        <dsp:cNvSpPr/>
      </dsp:nvSpPr>
      <dsp:spPr>
        <a:xfrm>
          <a:off x="398420" y="3677652"/>
          <a:ext cx="5577885" cy="590400"/>
        </a:xfrm>
        <a:prstGeom prst="roundRect">
          <a:avLst/>
        </a:prstGeom>
        <a:solidFill>
          <a:schemeClr val="accent4">
            <a:hueOff val="9800891"/>
            <a:satOff val="-40777"/>
            <a:lumOff val="9608"/>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0831" tIns="0" rIns="210831" bIns="0" numCol="1" spcCol="1270" anchor="ctr" anchorCtr="0">
          <a:noAutofit/>
        </a:bodyPr>
        <a:lstStyle/>
        <a:p>
          <a:pPr marL="0" lvl="0" indent="0" algn="l" defTabSz="1244600">
            <a:lnSpc>
              <a:spcPct val="90000"/>
            </a:lnSpc>
            <a:spcBef>
              <a:spcPct val="0"/>
            </a:spcBef>
            <a:spcAft>
              <a:spcPct val="35000"/>
            </a:spcAft>
            <a:buNone/>
          </a:pPr>
          <a:r>
            <a:rPr lang="en-US" sz="2800" b="0" i="0" kern="1200">
              <a:solidFill>
                <a:schemeClr val="tx1"/>
              </a:solidFill>
              <a:effectLst/>
              <a:latin typeface="Bahnschrift" panose="020B0502040204020203" pitchFamily="34" charset="0"/>
            </a:rPr>
            <a:t>Citation graphs.</a:t>
          </a:r>
          <a:endParaRPr lang="en-US" sz="2800" b="0" i="0" kern="1200" dirty="0">
            <a:solidFill>
              <a:schemeClr val="tx1"/>
            </a:solidFill>
            <a:effectLst/>
            <a:latin typeface="Bahnschrift" panose="020B0502040204020203" pitchFamily="34" charset="0"/>
          </a:endParaRPr>
        </a:p>
      </dsp:txBody>
      <dsp:txXfrm>
        <a:off x="427241" y="3706473"/>
        <a:ext cx="5520243" cy="53275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9EC56-6757-4D44-95E5-7E5CFF891686}">
      <dsp:nvSpPr>
        <dsp:cNvPr id="0" name=""/>
        <dsp:cNvSpPr/>
      </dsp:nvSpPr>
      <dsp:spPr>
        <a:xfrm>
          <a:off x="1100626" y="837672"/>
          <a:ext cx="6028347" cy="782864"/>
        </a:xfrm>
        <a:prstGeom prst="roundRect">
          <a:avLst/>
        </a:prstGeom>
        <a:solidFill>
          <a:schemeClr val="accent4">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dirty="0">
              <a:solidFill>
                <a:schemeClr val="tx1"/>
              </a:solidFill>
              <a:latin typeface="Bahnschrift" panose="020B0502040204020203" pitchFamily="34" charset="0"/>
            </a:rPr>
            <a:t>Ingesting data.</a:t>
          </a:r>
          <a:endParaRPr lang="en-US" sz="2800" kern="1200" dirty="0">
            <a:solidFill>
              <a:schemeClr val="tx1"/>
            </a:solidFill>
            <a:latin typeface="Bahnschrift" panose="020B0502040204020203" pitchFamily="34" charset="0"/>
          </a:endParaRPr>
        </a:p>
      </dsp:txBody>
      <dsp:txXfrm>
        <a:off x="1138842" y="875888"/>
        <a:ext cx="5951915" cy="706432"/>
      </dsp:txXfrm>
    </dsp:sp>
    <dsp:sp modelId="{DECFB31C-D606-4646-8D36-2AC5C97D56C6}">
      <dsp:nvSpPr>
        <dsp:cNvPr id="0" name=""/>
        <dsp:cNvSpPr/>
      </dsp:nvSpPr>
      <dsp:spPr>
        <a:xfrm>
          <a:off x="1100626" y="1807737"/>
          <a:ext cx="6028347" cy="782864"/>
        </a:xfrm>
        <a:prstGeom prst="roundRect">
          <a:avLst/>
        </a:prstGeom>
        <a:solidFill>
          <a:schemeClr val="accent4">
            <a:hueOff val="3266964"/>
            <a:satOff val="-13592"/>
            <a:lumOff val="3203"/>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dirty="0">
              <a:solidFill>
                <a:schemeClr val="tx1"/>
              </a:solidFill>
              <a:latin typeface="Bahnschrift" panose="020B0502040204020203" pitchFamily="34" charset="0"/>
            </a:rPr>
            <a:t>Storing the data</a:t>
          </a:r>
          <a:endParaRPr lang="en-US" sz="2800" kern="1200" dirty="0">
            <a:solidFill>
              <a:schemeClr val="tx1"/>
            </a:solidFill>
            <a:latin typeface="Bahnschrift" panose="020B0502040204020203" pitchFamily="34" charset="0"/>
          </a:endParaRPr>
        </a:p>
      </dsp:txBody>
      <dsp:txXfrm>
        <a:off x="1138842" y="1845953"/>
        <a:ext cx="5951915" cy="706432"/>
      </dsp:txXfrm>
    </dsp:sp>
    <dsp:sp modelId="{7BF81280-CAE0-4134-A18F-5136B4CD7CA7}">
      <dsp:nvSpPr>
        <dsp:cNvPr id="0" name=""/>
        <dsp:cNvSpPr/>
      </dsp:nvSpPr>
      <dsp:spPr>
        <a:xfrm>
          <a:off x="1100626" y="2777801"/>
          <a:ext cx="6028347" cy="782864"/>
        </a:xfrm>
        <a:prstGeom prst="roundRect">
          <a:avLst/>
        </a:prstGeom>
        <a:solidFill>
          <a:schemeClr val="accent4">
            <a:hueOff val="6533927"/>
            <a:satOff val="-27185"/>
            <a:lumOff val="6405"/>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dirty="0">
              <a:solidFill>
                <a:schemeClr val="tx1"/>
              </a:solidFill>
              <a:latin typeface="Bahnschrift" panose="020B0502040204020203" pitchFamily="34" charset="0"/>
            </a:rPr>
            <a:t>Processing it.</a:t>
          </a:r>
          <a:endParaRPr lang="en-US" sz="2800" kern="1200" dirty="0">
            <a:solidFill>
              <a:schemeClr val="tx1"/>
            </a:solidFill>
            <a:latin typeface="Bahnschrift" panose="020B0502040204020203" pitchFamily="34" charset="0"/>
          </a:endParaRPr>
        </a:p>
      </dsp:txBody>
      <dsp:txXfrm>
        <a:off x="1138842" y="2816017"/>
        <a:ext cx="5951915" cy="706432"/>
      </dsp:txXfrm>
    </dsp:sp>
    <dsp:sp modelId="{61527BE2-AA94-41D2-AE63-7553B99E7F2C}">
      <dsp:nvSpPr>
        <dsp:cNvPr id="0" name=""/>
        <dsp:cNvSpPr/>
      </dsp:nvSpPr>
      <dsp:spPr>
        <a:xfrm>
          <a:off x="1100626" y="3747866"/>
          <a:ext cx="6028347" cy="782864"/>
        </a:xfrm>
        <a:prstGeom prst="roundRect">
          <a:avLst/>
        </a:prstGeom>
        <a:solidFill>
          <a:schemeClr val="accent4">
            <a:hueOff val="9800891"/>
            <a:satOff val="-40777"/>
            <a:lumOff val="9608"/>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dirty="0">
              <a:solidFill>
                <a:schemeClr val="tx1"/>
              </a:solidFill>
              <a:latin typeface="Bahnschrift" panose="020B0502040204020203" pitchFamily="34" charset="0"/>
            </a:rPr>
            <a:t>Making data available for analytics.</a:t>
          </a:r>
          <a:endParaRPr lang="en-US" sz="2800" kern="1200" dirty="0">
            <a:solidFill>
              <a:schemeClr val="tx1"/>
            </a:solidFill>
            <a:latin typeface="Bahnschrift" panose="020B0502040204020203" pitchFamily="34" charset="0"/>
          </a:endParaRPr>
        </a:p>
      </dsp:txBody>
      <dsp:txXfrm>
        <a:off x="1138842" y="3786082"/>
        <a:ext cx="5951915" cy="70643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2CA918-4CC9-454A-A0CC-18E4AB1471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4B17E60-0D58-4E11-A0B3-7C89A95212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71E31DF-E085-4560-B70C-2BE0282116AF}" type="datetimeFigureOut">
              <a:rPr lang="en-US" smtClean="0"/>
              <a:t>6/23/2021</a:t>
            </a:fld>
            <a:endParaRPr lang="en-US"/>
          </a:p>
        </p:txBody>
      </p:sp>
      <p:sp>
        <p:nvSpPr>
          <p:cNvPr id="4" name="Footer Placeholder 3">
            <a:extLst>
              <a:ext uri="{FF2B5EF4-FFF2-40B4-BE49-F238E27FC236}">
                <a16:creationId xmlns:a16="http://schemas.microsoft.com/office/drawing/2014/main" id="{5C826CD9-44E6-4934-88CC-7B6414A4080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2126C7B-3E85-4BB4-8FD9-8DF00D10313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2DE278-E6FC-4BDC-BC08-49EFF8121A40}" type="slidenum">
              <a:rPr lang="en-US" smtClean="0"/>
              <a:t>‹#›</a:t>
            </a:fld>
            <a:endParaRPr lang="en-US"/>
          </a:p>
        </p:txBody>
      </p:sp>
    </p:spTree>
    <p:extLst>
      <p:ext uri="{BB962C8B-B14F-4D97-AF65-F5344CB8AC3E}">
        <p14:creationId xmlns:p14="http://schemas.microsoft.com/office/powerpoint/2010/main" val="5339040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242BCC-D0DA-48CB-80C2-D0810B7A7860}" type="datetimeFigureOut">
              <a:rPr lang="en-IN" smtClean="0"/>
              <a:t>23-06-2021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D558ED-F2D8-4ABF-92B3-7FC2086AC4DC}" type="slidenum">
              <a:rPr lang="en-IN" smtClean="0"/>
              <a:t>‹#›</a:t>
            </a:fld>
            <a:endParaRPr lang="en-IN"/>
          </a:p>
        </p:txBody>
      </p:sp>
    </p:spTree>
    <p:extLst>
      <p:ext uri="{BB962C8B-B14F-4D97-AF65-F5344CB8AC3E}">
        <p14:creationId xmlns:p14="http://schemas.microsoft.com/office/powerpoint/2010/main" val="2913978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0D558ED-F2D8-4ABF-92B3-7FC2086AC4DC}" type="slidenum">
              <a:rPr lang="en-IN" smtClean="0"/>
              <a:t>19</a:t>
            </a:fld>
            <a:endParaRPr lang="en-IN"/>
          </a:p>
        </p:txBody>
      </p:sp>
    </p:spTree>
    <p:extLst>
      <p:ext uri="{BB962C8B-B14F-4D97-AF65-F5344CB8AC3E}">
        <p14:creationId xmlns:p14="http://schemas.microsoft.com/office/powerpoint/2010/main" val="287418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0D558ED-F2D8-4ABF-92B3-7FC2086AC4DC}" type="slidenum">
              <a:rPr lang="en-IN" smtClean="0"/>
              <a:t>20</a:t>
            </a:fld>
            <a:endParaRPr lang="en-IN"/>
          </a:p>
        </p:txBody>
      </p:sp>
    </p:spTree>
    <p:extLst>
      <p:ext uri="{BB962C8B-B14F-4D97-AF65-F5344CB8AC3E}">
        <p14:creationId xmlns:p14="http://schemas.microsoft.com/office/powerpoint/2010/main" val="845434908"/>
      </p:ext>
    </p:extLst>
  </p:cSld>
  <p:clrMapOvr>
    <a:masterClrMapping/>
  </p:clrMapOvr>
</p:notes>
</file>

<file path=ppt/slideLayouts/_rels/slideLayout1.xml.rels><?xml version="1.0" encoding="UTF-8" standalone="yes" ?><Relationships xmlns="http://schemas.openxmlformats.org/package/2006/relationships"><Relationship Id="rId3" Target="../media/image2.jpeg" Type="http://schemas.openxmlformats.org/officeDocument/2006/relationships/image"/><Relationship Id="rId2" Target="../media/image1.jpeg" Type="http://schemas.openxmlformats.org/officeDocument/2006/relationships/image"/><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preserve="1" userDrawn="1">
  <p:cSld name="1_Title Slide">
    <p:spTree>
      <p:nvGrpSpPr>
        <p:cNvPr id="1" name=""/>
        <p:cNvGrpSpPr/>
        <p:nvPr/>
      </p:nvGrpSpPr>
      <p:grpSpPr>
        <a:xfrm>
          <a:off x="0" y="0"/>
          <a:ext cx="0" cy="0"/>
          <a:chOff x="0" y="0"/>
          <a:chExt cx="0" cy="0"/>
        </a:xfrm>
      </p:grpSpPr>
      <p:sp>
        <p:nvSpPr>
          <p:cNvPr id="79" name="Rectangle: Rounded Corners 78">
            <a:extLst>
              <a:ext uri="{FF2B5EF4-FFF2-40B4-BE49-F238E27FC236}">
                <a16:creationId xmlns:a16="http://schemas.microsoft.com/office/drawing/2014/main" id="{FB821A54-EBB6-44D6-B654-A7206FCE625D}"/>
              </a:ext>
            </a:extLst>
          </p:cNvPr>
          <p:cNvSpPr/>
          <p:nvPr userDrawn="1"/>
        </p:nvSpPr>
        <p:spPr>
          <a:xfrm>
            <a:off x="51361" y="222575"/>
            <a:ext cx="4711139" cy="712652"/>
          </a:xfrm>
          <a:prstGeom prst="roundRect">
            <a:avLst>
              <a:gd fmla="val 10415" name="adj"/>
            </a:avLst>
          </a:prstGeom>
          <a:solidFill>
            <a:srgbClr val="44525B"/>
          </a:solidFill>
          <a:ln>
            <a:solidFill>
              <a:srgbClr val="44525A"/>
            </a:solidFill>
          </a:ln>
          <a:effectLst>
            <a:outerShdw algn="ctr" blurRad="63500" rotWithShape="0" sx="102000" sy="102000">
              <a:prstClr val="black">
                <a:alpha val="40000"/>
              </a:prstClr>
            </a:outerShdw>
          </a:effectLst>
          <a:scene3d>
            <a:camera prst="orthographicFront"/>
            <a:lightRig dir="t" rig="threeP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lvl="0"/>
            <a:r>
              <a:rPr baseline="0" cap="small" dirty="0" lang="en-US" sz="3200" u="none">
                <a:solidFill>
                  <a:schemeClr val="bg1"/>
                </a:solidFill>
                <a:latin charset="0" panose="020B0502040204020203" pitchFamily="34" typeface="Bahnschrift SemiBold"/>
              </a:rPr>
              <a:t>Introduction to Big Data</a:t>
            </a:r>
          </a:p>
        </p:txBody>
      </p:sp>
      <p:grpSp>
        <p:nvGrpSpPr>
          <p:cNvPr hidden="1" id="18" name="Group 45">
            <a:extLst>
              <a:ext uri="{FF2B5EF4-FFF2-40B4-BE49-F238E27FC236}">
                <a16:creationId xmlns:a16="http://schemas.microsoft.com/office/drawing/2014/main" id="{850EC89B-90C3-44BB-9D08-4AA2F18B76E6}"/>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4562810" y="545"/>
            <a:ext cx="656040" cy="6857455"/>
            <a:chOff x="5632355" y="0"/>
            <a:chExt cx="874719" cy="6857455"/>
          </a:xfrm>
        </p:grpSpPr>
        <p:sp>
          <p:nvSpPr>
            <p:cNvPr id="19" name="Freeform: Shape 18">
              <a:extLst>
                <a:ext uri="{FF2B5EF4-FFF2-40B4-BE49-F238E27FC236}">
                  <a16:creationId xmlns:a16="http://schemas.microsoft.com/office/drawing/2014/main" id="{CE7AE735-969F-4B48-90BB-9C0B68FF30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H="1" rot="5400000">
              <a:off x="2640985" y="2991370"/>
              <a:ext cx="6857455" cy="874715"/>
            </a:xfrm>
            <a:custGeom>
              <a:avLst/>
              <a:gdLst>
                <a:gd fmla="*/ 6857455 w 6857455" name="connsiteX0"/>
                <a:gd fmla="*/ 804643 h 874716" name="connsiteY0"/>
                <a:gd fmla="*/ 6857455 w 6857455" name="connsiteX1"/>
                <a:gd fmla="*/ 562246 h 874716" name="connsiteY1"/>
                <a:gd fmla="*/ 6829178 w 6857455" name="connsiteX2"/>
                <a:gd fmla="*/ 551284 h 874716" name="connsiteY2"/>
                <a:gd fmla="*/ 6766024 w 6857455" name="connsiteX3"/>
                <a:gd fmla="*/ 500372 h 874716" name="connsiteY3"/>
                <a:gd fmla="*/ 6734971 w 6857455" name="connsiteX4"/>
                <a:gd fmla="*/ 500944 h 874716" name="connsiteY4"/>
                <a:gd fmla="*/ 6683915 w 6857455" name="connsiteX5"/>
                <a:gd fmla="*/ 507040 h 874716" name="connsiteY5"/>
                <a:gd fmla="*/ 6628860 w 6857455" name="connsiteX6"/>
                <a:gd fmla="*/ 495418 h 874716" name="connsiteY6"/>
                <a:gd fmla="*/ 6588662 w 6857455" name="connsiteX7"/>
                <a:gd fmla="*/ 487227 h 874716" name="connsiteY7"/>
                <a:gd fmla="*/ 6476074 w 6857455" name="connsiteX8"/>
                <a:gd fmla="*/ 511230 h 874716" name="connsiteY8"/>
                <a:gd fmla="*/ 6382345 w 6857455" name="connsiteX9"/>
                <a:gd fmla="*/ 534853 h 874716" name="connsiteY9"/>
                <a:gd fmla="*/ 6369391 w 6857455" name="connsiteX10"/>
                <a:gd fmla="*/ 531615 h 874716" name="connsiteY10"/>
                <a:gd fmla="*/ 6244799 w 6857455" name="connsiteX11"/>
                <a:gd fmla="*/ 512182 h 874716" name="connsiteY11"/>
                <a:gd fmla="*/ 6190315 w 6857455" name="connsiteX12"/>
                <a:gd fmla="*/ 485703 h 874716" name="connsiteY12"/>
                <a:gd fmla="*/ 6115446 w 6857455" name="connsiteX13"/>
                <a:gd fmla="*/ 462270 h 874716" name="connsiteY13"/>
                <a:gd fmla="*/ 6032194 w 6857455" name="connsiteX14"/>
                <a:gd fmla="*/ 434266 h 874716" name="connsiteY14"/>
                <a:gd fmla="*/ 5971042 w 6857455" name="connsiteX15"/>
                <a:gd fmla="*/ 420738 h 874716" name="connsiteY15"/>
                <a:gd fmla="*/ 5880933 w 6857455" name="connsiteX16"/>
                <a:gd fmla="*/ 430646 h 874716" name="connsiteY16"/>
                <a:gd fmla="*/ 5862452 w 6857455" name="connsiteX17"/>
                <a:gd fmla="*/ 438648 h 874716" name="connsiteY17"/>
                <a:gd fmla="*/ 5685283 w 6857455" name="connsiteX18"/>
                <a:gd fmla="*/ 498658 h 874716" name="connsiteY18"/>
                <a:gd fmla="*/ 5567169 w 6857455" name="connsiteX19"/>
                <a:gd fmla="*/ 499420 h 874716" name="connsiteY19"/>
                <a:gd fmla="*/ 5527923 w 6857455" name="connsiteX20"/>
                <a:gd fmla="*/ 490466 h 874716" name="connsiteY20"/>
                <a:gd fmla="*/ 5456292 w 6857455" name="connsiteX21"/>
                <a:gd fmla="*/ 450650 h 874716" name="connsiteY21"/>
                <a:gd fmla="*/ 5424670 w 6857455" name="connsiteX22"/>
                <a:gd fmla="*/ 444934 h 874716" name="connsiteY22"/>
                <a:gd fmla="*/ 5368662 w 6857455" name="connsiteX23"/>
                <a:gd fmla="*/ 441124 h 874716" name="connsiteY23"/>
                <a:gd fmla="*/ 5247118 w 6857455" name="connsiteX24"/>
                <a:gd fmla="*/ 444934 h 874716" name="connsiteY24"/>
                <a:gd fmla="*/ 5088617 w 6857455" name="connsiteX25"/>
                <a:gd fmla="*/ 428742 h 874716" name="connsiteY25"/>
                <a:gd fmla="*/ 5025750 w 6857455" name="connsiteX26"/>
                <a:gd fmla="*/ 433694 h 874716" name="connsiteY26"/>
                <a:gd fmla="*/ 4957930 w 6857455" name="connsiteX27"/>
                <a:gd fmla="*/ 442268 h 874716" name="connsiteY27"/>
                <a:gd fmla="*/ 4938116 w 6857455" name="connsiteX28"/>
                <a:gd fmla="*/ 441886 h 874716" name="connsiteY28"/>
                <a:gd fmla="*/ 4833910 w 6857455" name="connsiteX29"/>
                <a:gd fmla="*/ 421693 h 874716" name="connsiteY29"/>
                <a:gd fmla="*/ 4810095 w 6857455" name="connsiteX30"/>
                <a:gd fmla="*/ 408167 h 874716" name="connsiteY30"/>
                <a:gd fmla="*/ 4747991 w 6857455" name="connsiteX31"/>
                <a:gd fmla="*/ 413691 h 874716" name="connsiteY31"/>
                <a:gd fmla="*/ 4692745 w 6857455" name="connsiteX32"/>
                <a:gd fmla="*/ 435790 h 874716" name="connsiteY32"/>
                <a:gd fmla="*/ 4375933 w 6857455" name="connsiteX33"/>
                <a:gd fmla="*/ 483417 h 874716" name="connsiteY33"/>
                <a:gd fmla="*/ 4185426 w 6857455" name="connsiteX34"/>
                <a:gd fmla="*/ 484179 h 874716" name="connsiteY34"/>
                <a:gd fmla="*/ 4052072 w 6857455" name="connsiteX35"/>
                <a:gd fmla="*/ 505134 h 874716" name="connsiteY35"/>
                <a:gd fmla="*/ 4029973 w 6857455" name="connsiteX36"/>
                <a:gd fmla="*/ 527233 h 874716" name="connsiteY36"/>
                <a:gd fmla="*/ 3948626 w 6857455" name="connsiteX37"/>
                <a:gd fmla="*/ 550666 h 874716" name="connsiteY37"/>
                <a:gd fmla="*/ 3871280 w 6857455" name="connsiteX38"/>
                <a:gd fmla="*/ 502275 h 874716" name="connsiteY38"/>
                <a:gd fmla="*/ 3774312 w 6857455" name="connsiteX39"/>
                <a:gd fmla="*/ 429122 h 874716" name="connsiteY39"/>
                <a:gd fmla="*/ 3721543 w 6857455" name="connsiteX40"/>
                <a:gd fmla="*/ 428552 h 874716" name="connsiteY40"/>
                <a:gd fmla="*/ 3612763 w 6857455" name="connsiteX41"/>
                <a:gd fmla="*/ 414263 h 874716" name="connsiteY41"/>
                <a:gd fmla="*/ 3537323 w 6857455" name="connsiteX42"/>
                <a:gd fmla="*/ 389878 h 874716" name="connsiteY42"/>
                <a:gd fmla="*/ 3431593 w 6857455" name="connsiteX43"/>
                <a:gd fmla="*/ 360921 h 874716" name="connsiteY43"/>
                <a:gd fmla="*/ 3392158 w 6857455" name="connsiteX44"/>
                <a:gd fmla="*/ 345681 h 874716" name="connsiteY44"/>
                <a:gd fmla="*/ 3297856 w 6857455" name="connsiteX45"/>
                <a:gd fmla="*/ 323010 h 874716" name="connsiteY45"/>
                <a:gd fmla="*/ 3219748 w 6857455" name="connsiteX46"/>
                <a:gd fmla="*/ 308151 h 874716" name="connsiteY46"/>
                <a:gd fmla="*/ 3156692 w 6857455" name="connsiteX47"/>
                <a:gd fmla="*/ 261668 h 874716" name="connsiteY47"/>
                <a:gd fmla="*/ 3136497 w 6857455" name="connsiteX48"/>
                <a:gd fmla="*/ 237663 h 874716" name="connsiteY48"/>
                <a:gd fmla="*/ 3119733 w 6857455" name="connsiteX49"/>
                <a:gd fmla="*/ 222233 h 874716" name="connsiteY49"/>
                <a:gd fmla="*/ 3045436 w 6857455" name="connsiteX50"/>
                <a:gd fmla="*/ 131742 h 874716" name="connsiteY50"/>
                <a:gd fmla="*/ 3037054 w 6857455" name="connsiteX51"/>
                <a:gd fmla="*/ 124121 h 874716" name="connsiteY51"/>
                <a:gd fmla="*/ 2936466 w 6857455" name="connsiteX52"/>
                <a:gd fmla="*/ 82400 h 874716" name="connsiteY52"/>
                <a:gd fmla="*/ 2901031 w 6857455" name="connsiteX53"/>
                <a:gd fmla="*/ 59731 h 874716" name="connsiteY53"/>
                <a:gd fmla="*/ 2828259 w 6857455" name="connsiteX54"/>
                <a:gd fmla="*/ 3149 h 874716" name="connsiteY54"/>
                <a:gd fmla="*/ 2799492 w 6857455" name="connsiteX55"/>
                <a:gd fmla="*/ 1245 h 874716" name="connsiteY55"/>
                <a:gd fmla="*/ 2693570 w 6857455" name="connsiteX56"/>
                <a:gd fmla="*/ 35154 h 874716" name="connsiteY56"/>
                <a:gd fmla="*/ 2639847 w 6857455" name="connsiteX57"/>
                <a:gd fmla="*/ 73448 h 874716" name="connsiteY57"/>
                <a:gd fmla="*/ 2621178 w 6857455" name="connsiteX58"/>
                <a:gd fmla="*/ 88688 h 874716" name="connsiteY58"/>
                <a:gd fmla="*/ 2489348 w 6857455" name="connsiteX59"/>
                <a:gd fmla="*/ 72304 h 874716" name="connsiteY59"/>
                <a:gd fmla="*/ 2452580 w 6857455" name="connsiteX60"/>
                <a:gd fmla="*/ 68683 h 874716" name="connsiteY60"/>
                <a:gd fmla="*/ 2326464 w 6857455" name="connsiteX61"/>
                <a:gd fmla="*/ 50395 h 874716" name="connsiteY61"/>
                <a:gd fmla="*/ 2300365 w 6857455" name="connsiteX62"/>
                <a:gd fmla="*/ 54777 h 874716" name="connsiteY62"/>
                <a:gd fmla="*/ 2130434 w 6857455" name="connsiteX63"/>
                <a:gd fmla="*/ 58397 h 874716" name="connsiteY63"/>
                <a:gd fmla="*/ 2118621 w 6857455" name="connsiteX64"/>
                <a:gd fmla="*/ 47919 h 874716" name="connsiteY64"/>
                <a:gd fmla="*/ 2057659 w 6857455" name="connsiteX65"/>
                <a:gd fmla="*/ 16866 h 874716" name="connsiteY65"/>
                <a:gd fmla="*/ 1976314 w 6857455" name="connsiteX66"/>
                <a:gd fmla="*/ 8865 h 874716" name="connsiteY66"/>
                <a:gd fmla="*/ 1961454 w 6857455" name="connsiteX67"/>
                <a:gd fmla="*/ 11724 h 874716" name="connsiteY67"/>
                <a:gd fmla="*/ 1906588 w 6857455" name="connsiteX68"/>
                <a:gd fmla="*/ 30964 h 874716" name="connsiteY68"/>
                <a:gd fmla="*/ 1783330 w 6857455" name="connsiteX69"/>
                <a:gd fmla="*/ 48871 h 874716" name="connsiteY69"/>
                <a:gd fmla="*/ 1759327 w 6857455" name="connsiteX70"/>
                <a:gd fmla="*/ 55349 h 874716" name="connsiteY70"/>
                <a:gd fmla="*/ 1716082 w 6857455" name="connsiteX71"/>
                <a:gd fmla="*/ 65445 h 874716" name="connsiteY71"/>
                <a:gd fmla="*/ 1598920 w 6857455" name="connsiteX72"/>
                <a:gd fmla="*/ 72114 h 874716" name="connsiteY72"/>
                <a:gd fmla="*/ 1542150 w 6857455" name="connsiteX73"/>
                <a:gd fmla="*/ 62207 h 874716" name="connsiteY73"/>
                <a:gd fmla="*/ 1516813 w 6857455" name="connsiteX74"/>
                <a:gd fmla="*/ 62779 h 874716" name="connsiteY74"/>
                <a:gd fmla="*/ 1432228 w 6857455" name="connsiteX75"/>
                <a:gd fmla="*/ 88116 h 874716" name="connsiteY75"/>
                <a:gd fmla="*/ 1224765 w 6857455" name="connsiteX76"/>
                <a:gd fmla="*/ 71924 h 874716" name="connsiteY76"/>
                <a:gd fmla="*/ 1159231 w 6857455" name="connsiteX77"/>
                <a:gd fmla="*/ 58207 h 874716" name="connsiteY77"/>
                <a:gd fmla="*/ 1124370 w 6857455" name="connsiteX78"/>
                <a:gd fmla="*/ 56301 h 874716" name="connsiteY78"/>
                <a:gd fmla="*/ 1075600 w 6857455" name="connsiteX79"/>
                <a:gd fmla="*/ 75542 h 874716" name="connsiteY79"/>
                <a:gd fmla="*/ 986633 w 6857455" name="connsiteX80"/>
                <a:gd fmla="*/ 79162 h 874716" name="connsiteY80"/>
                <a:gd fmla="*/ 861089 w 6857455" name="connsiteX81"/>
                <a:gd fmla="*/ 76304 h 874716" name="connsiteY81"/>
                <a:gd fmla="*/ 759168 w 6857455" name="connsiteX82"/>
                <a:gd fmla="*/ 104689 h 874716" name="connsiteY82"/>
                <a:gd fmla="*/ 723735 w 6857455" name="connsiteX83"/>
                <a:gd fmla="*/ 140696 h 874716" name="connsiteY83"/>
                <a:gd fmla="*/ 647532 w 6857455" name="connsiteX84"/>
                <a:gd fmla="*/ 147934 h 874716" name="connsiteY84"/>
                <a:gd fmla="*/ 552659 w 6857455" name="connsiteX85"/>
                <a:gd fmla="*/ 95926 h 874716" name="connsiteY85"/>
                <a:gd fmla="*/ 541800 w 6857455" name="connsiteX86"/>
                <a:gd fmla="*/ 97640 h 874716" name="connsiteY86"/>
                <a:gd fmla="*/ 375107 w 6857455" name="connsiteX87"/>
                <a:gd fmla="*/ 123169 h 874716" name="connsiteY87"/>
                <a:gd fmla="*/ 273567 w 6857455" name="connsiteX88"/>
                <a:gd fmla="*/ 145458 h 874716" name="connsiteY88"/>
                <a:gd fmla="*/ 264043 w 6857455" name="connsiteX89"/>
                <a:gd fmla="*/ 154792 h 874716" name="connsiteY89"/>
                <a:gd fmla="*/ 169360 w 6857455" name="connsiteX90"/>
                <a:gd fmla="*/ 177273 h 874716" name="connsiteY90"/>
                <a:gd fmla="*/ 89347 w 6857455" name="connsiteX91"/>
                <a:gd fmla="*/ 157460 h 874716" name="connsiteY91"/>
                <a:gd fmla="*/ 34291 w 6857455" name="connsiteX92"/>
                <a:gd fmla="*/ 145268 h 874716" name="connsiteY92"/>
                <a:gd fmla="*/ 0 w 6857455" name="connsiteX93"/>
                <a:gd fmla="*/ 142056 h 874716" name="connsiteY93"/>
                <a:gd fmla="*/ 0 w 6857455" name="connsiteX94"/>
                <a:gd fmla="*/ 849556 h 874716" name="connsiteY94"/>
                <a:gd fmla="*/ 60652 w 6857455" name="connsiteX95"/>
                <a:gd fmla="*/ 844783 h 874716" name="connsiteY95"/>
                <a:gd fmla="*/ 119068 w 6857455" name="connsiteX96"/>
                <a:gd fmla="*/ 827281 h 874716" name="connsiteY96"/>
                <a:gd fmla="*/ 171840 w 6857455" name="connsiteX97"/>
                <a:gd fmla="*/ 804420 h 874716" name="connsiteY97"/>
                <a:gd fmla="*/ 274329 w 6857455" name="connsiteX98"/>
                <a:gd fmla="*/ 794324 h 874716" name="connsiteY98"/>
                <a:gd fmla="*/ 306715 w 6857455" name="connsiteX99"/>
                <a:gd fmla="*/ 788798 h 874716" name="connsiteY99"/>
                <a:gd fmla="*/ 393967 w 6857455" name="connsiteX100"/>
                <a:gd fmla="*/ 765937 h 874716" name="connsiteY100"/>
                <a:gd fmla="*/ 493793 w 6857455" name="connsiteX101"/>
                <a:gd fmla="*/ 725549 h 874716" name="connsiteY101"/>
                <a:gd fmla="*/ 546373 w 6857455" name="connsiteX102"/>
                <a:gd fmla="*/ 740600 h 874716" name="connsiteY102"/>
                <a:gd fmla="*/ 730211 w 6857455" name="connsiteX103"/>
                <a:gd fmla="*/ 698116 h 874716" name="connsiteY103"/>
                <a:gd fmla="*/ 784889 w 6857455" name="connsiteX104"/>
                <a:gd fmla="*/ 676018 h 874716" name="connsiteY104"/>
                <a:gd fmla="*/ 800509 w 6857455" name="connsiteX105"/>
                <a:gd fmla="*/ 661349 h 874716" name="connsiteY105"/>
                <a:gd fmla="*/ 857661 w 6857455" name="connsiteX106"/>
                <a:gd fmla="*/ 626868 h 874716" name="connsiteY106"/>
                <a:gd fmla="*/ 949102 w 6857455" name="connsiteX107"/>
                <a:gd fmla="*/ 614676 h 874716" name="connsiteY107"/>
                <a:gd fmla="*/ 960342 w 6857455" name="connsiteX108"/>
                <a:gd fmla="*/ 607435 h 874716" name="connsiteY108"/>
                <a:gd fmla="*/ 977109 w 6857455" name="connsiteX109"/>
                <a:gd fmla="*/ 595815 h 874716" name="connsiteY109"/>
                <a:gd fmla="*/ 1071218 w 6857455" name="connsiteX110"/>
                <a:gd fmla="*/ 575240 h 874716" name="connsiteY110"/>
                <a:gd fmla="*/ 1091983 w 6857455" name="connsiteX111"/>
                <a:gd fmla="*/ 568764 h 874716" name="connsiteY111"/>
                <a:gd fmla="*/ 1109321 w 6857455" name="connsiteX112"/>
                <a:gd fmla="*/ 557904 h 874716" name="connsiteY112"/>
                <a:gd fmla="*/ 1162279 w 6857455" name="connsiteX113"/>
                <a:gd fmla="*/ 532949 h 874716" name="connsiteY113"/>
                <a:gd fmla="*/ 1206097 w 6857455" name="connsiteX114"/>
                <a:gd fmla="*/ 532187 h 874716" name="connsiteY114"/>
                <a:gd fmla="*/ 1266867 w 6857455" name="connsiteX115"/>
                <a:gd fmla="*/ 518088 h 874716" name="connsiteY115"/>
                <a:gd fmla="*/ 1380219 w 6857455" name="connsiteX116"/>
                <a:gd fmla="*/ 504182 h 874716" name="connsiteY116"/>
                <a:gd fmla="*/ 1403461 w 6857455" name="connsiteX117"/>
                <a:gd fmla="*/ 496180 h 874716" name="connsiteY117"/>
                <a:gd fmla="*/ 1544054 w 6857455" name="connsiteX118"/>
                <a:gd fmla="*/ 458268 h 874716" name="connsiteY118"/>
                <a:gd fmla="*/ 1656644 w 6857455" name="connsiteX119"/>
                <a:gd fmla="*/ 459032 h 874716" name="connsiteY119"/>
                <a:gd fmla="*/ 1665406 w 6857455" name="connsiteX120"/>
                <a:gd fmla="*/ 460747 h 874716" name="connsiteY120"/>
                <a:gd fmla="*/ 1708461 w 6857455" name="connsiteX121"/>
                <a:gd fmla="*/ 473318 h 874716" name="connsiteY121"/>
                <a:gd fmla="*/ 1775140 w 6857455" name="connsiteX122"/>
                <a:gd fmla="*/ 469891 h 874716" name="connsiteY122"/>
                <a:gd fmla="*/ 1821051 w 6857455" name="connsiteX123"/>
                <a:gd fmla="*/ 452554 h 874716" name="connsiteY123"/>
                <a:gd fmla="*/ 1878203 w 6857455" name="connsiteX124"/>
                <a:gd fmla="*/ 451792 h 874716" name="connsiteY124"/>
                <a:gd fmla="*/ 1943547 w 6857455" name="connsiteX125"/>
                <a:gd fmla="*/ 462651 h 874716" name="connsiteY125"/>
                <a:gd fmla="*/ 1972884 w 6857455" name="connsiteX126"/>
                <a:gd fmla="*/ 464937 h 874716" name="connsiteY126"/>
                <a:gd fmla="*/ 2053469 w 6857455" name="connsiteX127"/>
                <a:gd fmla="*/ 487417 h 874716" name="connsiteY127"/>
                <a:gd fmla="*/ 2101477 w 6857455" name="connsiteX128"/>
                <a:gd fmla="*/ 481893 h 874716" name="connsiteY128"/>
                <a:gd fmla="*/ 2148722 w 6857455" name="connsiteX129"/>
                <a:gd fmla="*/ 467033 h 874716" name="connsiteY129"/>
                <a:gd fmla="*/ 2179011 w 6857455" name="connsiteX130"/>
                <a:gd fmla="*/ 452744 h 874716" name="connsiteY130"/>
                <a:gd fmla="*/ 2240165 w 6857455" name="connsiteX131"/>
                <a:gd fmla="*/ 442648 h 874716" name="connsiteY131"/>
                <a:gd fmla="*/ 2251404 w 6857455" name="connsiteX132"/>
                <a:gd fmla="*/ 444172 h 874716" name="connsiteY132"/>
                <a:gd fmla="*/ 2433912 w 6857455" name="connsiteX133"/>
                <a:gd fmla="*/ 456746 h 874716" name="connsiteY133"/>
                <a:gd fmla="*/ 2506302 w 6857455" name="connsiteX134"/>
                <a:gd fmla="*/ 476939 h 874716" name="connsiteY134"/>
                <a:gd fmla="*/ 2521735 w 6857455" name="connsiteX135"/>
                <a:gd fmla="*/ 479415 h 874716" name="connsiteY135"/>
                <a:gd fmla="*/ 2675854 w 6857455" name="connsiteX136"/>
                <a:gd fmla="*/ 502086 h 874716" name="connsiteY136"/>
                <a:gd fmla="*/ 2692998 w 6857455" name="connsiteX137"/>
                <a:gd fmla="*/ 503038 h 874716" name="connsiteY137"/>
                <a:gd fmla="*/ 2740816 w 6857455" name="connsiteX138"/>
                <a:gd fmla="*/ 499037 h 874716" name="connsiteY138"/>
                <a:gd fmla="*/ 2853596 w 6857455" name="connsiteX139"/>
                <a:gd fmla="*/ 540187 h 874716" name="connsiteY139"/>
                <a:gd fmla="*/ 2966565 w 6857455" name="connsiteX140"/>
                <a:gd fmla="*/ 554286 h 874716" name="connsiteY140"/>
                <a:gd fmla="*/ 3028671 w 6857455" name="connsiteX141"/>
                <a:gd fmla="*/ 554094 h 874716" name="connsiteY141"/>
                <a:gd fmla="*/ 3073059 w 6857455" name="connsiteX142"/>
                <a:gd fmla="*/ 564192 h 874716" name="connsiteY142"/>
                <a:gd fmla="*/ 3182219 w 6857455" name="connsiteX143"/>
                <a:gd fmla="*/ 594862 h 874716" name="connsiteY143"/>
                <a:gd fmla="*/ 3233656 w 6857455" name="connsiteX144"/>
                <a:gd fmla="*/ 599625 h 874716" name="connsiteY144"/>
                <a:gd fmla="*/ 3288332 w 6857455" name="connsiteX145"/>
                <a:gd fmla="*/ 609914 h 874716" name="connsiteY145"/>
                <a:gd fmla="*/ 3423591 w 6857455" name="connsiteX146"/>
                <a:gd fmla="*/ 656015 h 874716" name="connsiteY146"/>
                <a:gd fmla="*/ 3534084 w 6857455" name="connsiteX147"/>
                <a:gd fmla="*/ 653349 h 874716" name="connsiteY147"/>
                <a:gd fmla="*/ 3604571 w 6857455" name="connsiteX148"/>
                <a:gd fmla="*/ 653918 h 874716" name="connsiteY148"/>
                <a:gd fmla="*/ 3688586 w 6857455" name="connsiteX149"/>
                <a:gd fmla="*/ 669160 h 874716" name="connsiteY149"/>
                <a:gd fmla="*/ 3757358 w 6857455" name="connsiteX150"/>
                <a:gd fmla="*/ 691450 h 874716" name="connsiteY150"/>
                <a:gd fmla="*/ 3852421 w 6857455" name="connsiteX151"/>
                <a:gd fmla="*/ 709167 h 874716" name="connsiteY151"/>
                <a:gd fmla="*/ 3947104 w 6857455" name="connsiteX152"/>
                <a:gd fmla="*/ 743267 h 874716" name="connsiteY152"/>
                <a:gd fmla="*/ 4013208 w 6857455" name="connsiteX153"/>
                <a:gd fmla="*/ 769367 h 874716" name="connsiteY153"/>
                <a:gd fmla="*/ 4105222 w 6857455" name="connsiteX154"/>
                <a:gd fmla="*/ 792418 h 874716" name="connsiteY154"/>
                <a:gd fmla="*/ 4246006 w 6857455" name="connsiteX155"/>
                <a:gd fmla="*/ 808610 h 874716" name="connsiteY155"/>
                <a:gd fmla="*/ 4310779 w 6857455" name="connsiteX156"/>
                <a:gd fmla="*/ 810326 h 874716" name="connsiteY156"/>
                <a:gd fmla="*/ 4413272 w 6857455" name="connsiteX157"/>
                <a:gd fmla="*/ 848235 h 874716" name="connsiteY157"/>
                <a:gd fmla="*/ 4457087 w 6857455" name="connsiteX158"/>
                <a:gd fmla="*/ 866524 h 874716" name="connsiteY158"/>
                <a:gd fmla="*/ 4496523 w 6857455" name="connsiteX159"/>
                <a:gd fmla="*/ 851284 h 874716" name="connsiteY159"/>
                <a:gd fmla="*/ 4522050 w 6857455" name="connsiteX160"/>
                <a:gd fmla="*/ 833757 h 874716" name="connsiteY160"/>
                <a:gd fmla="*/ 4602824 w 6857455" name="connsiteX161"/>
                <a:gd fmla="*/ 848618 h 874716" name="connsiteY161"/>
                <a:gd fmla="*/ 4688553 w 6857455" name="connsiteX162"/>
                <a:gd fmla="*/ 864238 h 874716" name="connsiteY162"/>
                <a:gd fmla="*/ 4749895 w 6857455" name="connsiteX163"/>
                <a:gd fmla="*/ 874716 h 874716" name="connsiteY163"/>
                <a:gd fmla="*/ 4826480 w 6857455" name="connsiteX164"/>
                <a:gd fmla="*/ 866334 h 874716" name="connsiteY164"/>
                <a:gd fmla="*/ 4886870 w 6857455" name="connsiteX165"/>
                <a:gd fmla="*/ 862906 h 874716" name="connsiteY165"/>
                <a:gd fmla="*/ 4935639 w 6857455" name="connsiteX166"/>
                <a:gd fmla="*/ 853190 h 874716" name="connsiteY166"/>
                <a:gd fmla="*/ 4952784 w 6857455" name="connsiteX167"/>
                <a:gd fmla="*/ 847473 h 874716" name="connsiteY167"/>
                <a:gd fmla="*/ 5088617 w 6857455" name="connsiteX168"/>
                <a:gd fmla="*/ 802896 h 874716" name="connsiteY168"/>
                <a:gd fmla="*/ 5233781 w 6857455" name="connsiteX169"/>
                <a:gd fmla="*/ 767271 h 874716" name="connsiteY169"/>
                <a:gd fmla="*/ 5327893 w 6857455" name="connsiteX170"/>
                <a:gd fmla="*/ 789752 h 874716" name="connsiteY170"/>
                <a:gd fmla="*/ 5362946 w 6857455" name="connsiteX171"/>
                <a:gd fmla="*/ 789370 h 874716" name="connsiteY171"/>
                <a:gd fmla="*/ 5524115 w 6857455" name="connsiteX172"/>
                <a:gd fmla="*/ 794514 h 874716" name="connsiteY172"/>
                <a:gd fmla="*/ 5552500 w 6857455" name="connsiteX173"/>
                <a:gd fmla="*/ 800038 h 874716" name="connsiteY173"/>
                <a:gd fmla="*/ 5705857 w 6857455" name="connsiteX174"/>
                <a:gd fmla="*/ 777367 h 874716" name="connsiteY174"/>
                <a:gd fmla="*/ 5761485 w 6857455" name="connsiteX175"/>
                <a:gd fmla="*/ 773557 h 874716" name="connsiteY175"/>
                <a:gd fmla="*/ 5812731 w 6857455" name="connsiteX176"/>
                <a:gd fmla="*/ 767271 h 874716" name="connsiteY176"/>
                <a:gd fmla="*/ 5884361 w 6857455" name="connsiteX177"/>
                <a:gd fmla="*/ 765747 h 874716" name="connsiteY177"/>
                <a:gd fmla="*/ 5958660 w 6857455" name="connsiteX178"/>
                <a:gd fmla="*/ 768605 h 874716" name="connsiteY178"/>
                <a:gd fmla="*/ 6041528 w 6857455" name="connsiteX179"/>
                <a:gd fmla="*/ 768033 h 874716" name="connsiteY179"/>
                <a:gd fmla="*/ 6074297 w 6857455" name="connsiteX180"/>
                <a:gd fmla="*/ 763081 h 874716" name="connsiteY180"/>
                <a:gd fmla="*/ 6162880 w 6857455" name="connsiteX181"/>
                <a:gd fmla="*/ 766509 h 874716" name="connsiteY181"/>
                <a:gd fmla="*/ 6209364 w 6857455" name="connsiteX182"/>
                <a:gd fmla="*/ 760795 h 874716" name="connsiteY182"/>
                <a:gd fmla="*/ 6285948 w 6857455" name="connsiteX183"/>
                <a:gd fmla="*/ 759651 h 874716" name="connsiteY183"/>
                <a:gd fmla="*/ 6310905 w 6857455" name="connsiteX184"/>
                <a:gd fmla="*/ 758316 h 874716" name="connsiteY184"/>
                <a:gd fmla="*/ 6333194 w 6857455" name="connsiteX185"/>
                <a:gd fmla="*/ 757554 h 874716" name="connsiteY185"/>
                <a:gd fmla="*/ 6409586 w 6857455" name="connsiteX186"/>
                <a:gd fmla="*/ 773177 h 874716" name="connsiteY186"/>
                <a:gd fmla="*/ 6477407 w 6857455" name="connsiteX187"/>
                <a:gd fmla="*/ 774129 h 874716" name="connsiteY187"/>
                <a:gd fmla="*/ 6596283 w 6857455" name="connsiteX188"/>
                <a:gd fmla="*/ 786703 h 874716" name="connsiteY188"/>
                <a:gd fmla="*/ 6622573 w 6857455" name="connsiteX189"/>
                <a:gd fmla="*/ 782321 h 874716" name="connsiteY189"/>
                <a:gd fmla="*/ 6704872 w 6857455" name="connsiteX190"/>
                <a:gd fmla="*/ 780607 h 874716" name="connsiteY190"/>
                <a:gd fmla="*/ 6751738 w 6857455" name="connsiteX191"/>
                <a:gd fmla="*/ 779273 h 874716" name="connsiteY191"/>
                <a:gd fmla="*/ 6809650 w 6857455" name="connsiteX192"/>
                <a:gd fmla="*/ 788417 h 874716" name="connsiteY192"/>
                <a:gd fmla="*/ 6832976 w 6857455" name="connsiteX193"/>
                <a:gd fmla="*/ 800428 h 874716" name="connsiteY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b="b" l="l" r="r" t="t"/>
              <a:pathLst>
                <a:path h="874716" w="6857455">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sp>
          <p:nvSpPr>
            <p:cNvPr id="20" name="Freeform: Shape 47">
              <a:extLst>
                <a:ext uri="{FF2B5EF4-FFF2-40B4-BE49-F238E27FC236}">
                  <a16:creationId xmlns:a16="http://schemas.microsoft.com/office/drawing/2014/main" id="{1E3EFCBE-34EF-4B4E-BB43-0CC49CCDD1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H="1" rot="5400000">
              <a:off x="2640988" y="2991370"/>
              <a:ext cx="6857455" cy="874716"/>
            </a:xfrm>
            <a:custGeom>
              <a:avLst/>
              <a:gdLst>
                <a:gd fmla="*/ 6857455 w 6857455" name="connsiteX0"/>
                <a:gd fmla="*/ 804643 h 874716" name="connsiteY0"/>
                <a:gd fmla="*/ 6857455 w 6857455" name="connsiteX1"/>
                <a:gd fmla="*/ 562246 h 874716" name="connsiteY1"/>
                <a:gd fmla="*/ 6829178 w 6857455" name="connsiteX2"/>
                <a:gd fmla="*/ 551284 h 874716" name="connsiteY2"/>
                <a:gd fmla="*/ 6766024 w 6857455" name="connsiteX3"/>
                <a:gd fmla="*/ 500372 h 874716" name="connsiteY3"/>
                <a:gd fmla="*/ 6734971 w 6857455" name="connsiteX4"/>
                <a:gd fmla="*/ 500944 h 874716" name="connsiteY4"/>
                <a:gd fmla="*/ 6683915 w 6857455" name="connsiteX5"/>
                <a:gd fmla="*/ 507040 h 874716" name="connsiteY5"/>
                <a:gd fmla="*/ 6628860 w 6857455" name="connsiteX6"/>
                <a:gd fmla="*/ 495418 h 874716" name="connsiteY6"/>
                <a:gd fmla="*/ 6588662 w 6857455" name="connsiteX7"/>
                <a:gd fmla="*/ 487227 h 874716" name="connsiteY7"/>
                <a:gd fmla="*/ 6476074 w 6857455" name="connsiteX8"/>
                <a:gd fmla="*/ 511230 h 874716" name="connsiteY8"/>
                <a:gd fmla="*/ 6382345 w 6857455" name="connsiteX9"/>
                <a:gd fmla="*/ 534853 h 874716" name="connsiteY9"/>
                <a:gd fmla="*/ 6369391 w 6857455" name="connsiteX10"/>
                <a:gd fmla="*/ 531615 h 874716" name="connsiteY10"/>
                <a:gd fmla="*/ 6244799 w 6857455" name="connsiteX11"/>
                <a:gd fmla="*/ 512182 h 874716" name="connsiteY11"/>
                <a:gd fmla="*/ 6190315 w 6857455" name="connsiteX12"/>
                <a:gd fmla="*/ 485703 h 874716" name="connsiteY12"/>
                <a:gd fmla="*/ 6115446 w 6857455" name="connsiteX13"/>
                <a:gd fmla="*/ 462270 h 874716" name="connsiteY13"/>
                <a:gd fmla="*/ 6032194 w 6857455" name="connsiteX14"/>
                <a:gd fmla="*/ 434266 h 874716" name="connsiteY14"/>
                <a:gd fmla="*/ 5971042 w 6857455" name="connsiteX15"/>
                <a:gd fmla="*/ 420738 h 874716" name="connsiteY15"/>
                <a:gd fmla="*/ 5880933 w 6857455" name="connsiteX16"/>
                <a:gd fmla="*/ 430646 h 874716" name="connsiteY16"/>
                <a:gd fmla="*/ 5862452 w 6857455" name="connsiteX17"/>
                <a:gd fmla="*/ 438648 h 874716" name="connsiteY17"/>
                <a:gd fmla="*/ 5685283 w 6857455" name="connsiteX18"/>
                <a:gd fmla="*/ 498658 h 874716" name="connsiteY18"/>
                <a:gd fmla="*/ 5567169 w 6857455" name="connsiteX19"/>
                <a:gd fmla="*/ 499420 h 874716" name="connsiteY19"/>
                <a:gd fmla="*/ 5527923 w 6857455" name="connsiteX20"/>
                <a:gd fmla="*/ 490466 h 874716" name="connsiteY20"/>
                <a:gd fmla="*/ 5456292 w 6857455" name="connsiteX21"/>
                <a:gd fmla="*/ 450650 h 874716" name="connsiteY21"/>
                <a:gd fmla="*/ 5424670 w 6857455" name="connsiteX22"/>
                <a:gd fmla="*/ 444934 h 874716" name="connsiteY22"/>
                <a:gd fmla="*/ 5368662 w 6857455" name="connsiteX23"/>
                <a:gd fmla="*/ 441124 h 874716" name="connsiteY23"/>
                <a:gd fmla="*/ 5247118 w 6857455" name="connsiteX24"/>
                <a:gd fmla="*/ 444934 h 874716" name="connsiteY24"/>
                <a:gd fmla="*/ 5088617 w 6857455" name="connsiteX25"/>
                <a:gd fmla="*/ 428742 h 874716" name="connsiteY25"/>
                <a:gd fmla="*/ 5025750 w 6857455" name="connsiteX26"/>
                <a:gd fmla="*/ 433694 h 874716" name="connsiteY26"/>
                <a:gd fmla="*/ 4957930 w 6857455" name="connsiteX27"/>
                <a:gd fmla="*/ 442268 h 874716" name="connsiteY27"/>
                <a:gd fmla="*/ 4938116 w 6857455" name="connsiteX28"/>
                <a:gd fmla="*/ 441886 h 874716" name="connsiteY28"/>
                <a:gd fmla="*/ 4833910 w 6857455" name="connsiteX29"/>
                <a:gd fmla="*/ 421693 h 874716" name="connsiteY29"/>
                <a:gd fmla="*/ 4810095 w 6857455" name="connsiteX30"/>
                <a:gd fmla="*/ 408167 h 874716" name="connsiteY30"/>
                <a:gd fmla="*/ 4747991 w 6857455" name="connsiteX31"/>
                <a:gd fmla="*/ 413691 h 874716" name="connsiteY31"/>
                <a:gd fmla="*/ 4692745 w 6857455" name="connsiteX32"/>
                <a:gd fmla="*/ 435790 h 874716" name="connsiteY32"/>
                <a:gd fmla="*/ 4375933 w 6857455" name="connsiteX33"/>
                <a:gd fmla="*/ 483417 h 874716" name="connsiteY33"/>
                <a:gd fmla="*/ 4185426 w 6857455" name="connsiteX34"/>
                <a:gd fmla="*/ 484179 h 874716" name="connsiteY34"/>
                <a:gd fmla="*/ 4052072 w 6857455" name="connsiteX35"/>
                <a:gd fmla="*/ 505134 h 874716" name="connsiteY35"/>
                <a:gd fmla="*/ 4029973 w 6857455" name="connsiteX36"/>
                <a:gd fmla="*/ 527233 h 874716" name="connsiteY36"/>
                <a:gd fmla="*/ 3948626 w 6857455" name="connsiteX37"/>
                <a:gd fmla="*/ 550666 h 874716" name="connsiteY37"/>
                <a:gd fmla="*/ 3871280 w 6857455" name="connsiteX38"/>
                <a:gd fmla="*/ 502275 h 874716" name="connsiteY38"/>
                <a:gd fmla="*/ 3774312 w 6857455" name="connsiteX39"/>
                <a:gd fmla="*/ 429122 h 874716" name="connsiteY39"/>
                <a:gd fmla="*/ 3721543 w 6857455" name="connsiteX40"/>
                <a:gd fmla="*/ 428552 h 874716" name="connsiteY40"/>
                <a:gd fmla="*/ 3612763 w 6857455" name="connsiteX41"/>
                <a:gd fmla="*/ 414263 h 874716" name="connsiteY41"/>
                <a:gd fmla="*/ 3537323 w 6857455" name="connsiteX42"/>
                <a:gd fmla="*/ 389878 h 874716" name="connsiteY42"/>
                <a:gd fmla="*/ 3431593 w 6857455" name="connsiteX43"/>
                <a:gd fmla="*/ 360921 h 874716" name="connsiteY43"/>
                <a:gd fmla="*/ 3392158 w 6857455" name="connsiteX44"/>
                <a:gd fmla="*/ 345681 h 874716" name="connsiteY44"/>
                <a:gd fmla="*/ 3297856 w 6857455" name="connsiteX45"/>
                <a:gd fmla="*/ 323010 h 874716" name="connsiteY45"/>
                <a:gd fmla="*/ 3219748 w 6857455" name="connsiteX46"/>
                <a:gd fmla="*/ 308151 h 874716" name="connsiteY46"/>
                <a:gd fmla="*/ 3156692 w 6857455" name="connsiteX47"/>
                <a:gd fmla="*/ 261668 h 874716" name="connsiteY47"/>
                <a:gd fmla="*/ 3136497 w 6857455" name="connsiteX48"/>
                <a:gd fmla="*/ 237663 h 874716" name="connsiteY48"/>
                <a:gd fmla="*/ 3119733 w 6857455" name="connsiteX49"/>
                <a:gd fmla="*/ 222233 h 874716" name="connsiteY49"/>
                <a:gd fmla="*/ 3045436 w 6857455" name="connsiteX50"/>
                <a:gd fmla="*/ 131742 h 874716" name="connsiteY50"/>
                <a:gd fmla="*/ 3037054 w 6857455" name="connsiteX51"/>
                <a:gd fmla="*/ 124121 h 874716" name="connsiteY51"/>
                <a:gd fmla="*/ 2936466 w 6857455" name="connsiteX52"/>
                <a:gd fmla="*/ 82400 h 874716" name="connsiteY52"/>
                <a:gd fmla="*/ 2901031 w 6857455" name="connsiteX53"/>
                <a:gd fmla="*/ 59731 h 874716" name="connsiteY53"/>
                <a:gd fmla="*/ 2828259 w 6857455" name="connsiteX54"/>
                <a:gd fmla="*/ 3149 h 874716" name="connsiteY54"/>
                <a:gd fmla="*/ 2799492 w 6857455" name="connsiteX55"/>
                <a:gd fmla="*/ 1245 h 874716" name="connsiteY55"/>
                <a:gd fmla="*/ 2693570 w 6857455" name="connsiteX56"/>
                <a:gd fmla="*/ 35154 h 874716" name="connsiteY56"/>
                <a:gd fmla="*/ 2639847 w 6857455" name="connsiteX57"/>
                <a:gd fmla="*/ 73448 h 874716" name="connsiteY57"/>
                <a:gd fmla="*/ 2621178 w 6857455" name="connsiteX58"/>
                <a:gd fmla="*/ 88688 h 874716" name="connsiteY58"/>
                <a:gd fmla="*/ 2489348 w 6857455" name="connsiteX59"/>
                <a:gd fmla="*/ 72304 h 874716" name="connsiteY59"/>
                <a:gd fmla="*/ 2452580 w 6857455" name="connsiteX60"/>
                <a:gd fmla="*/ 68683 h 874716" name="connsiteY60"/>
                <a:gd fmla="*/ 2326464 w 6857455" name="connsiteX61"/>
                <a:gd fmla="*/ 50395 h 874716" name="connsiteY61"/>
                <a:gd fmla="*/ 2300365 w 6857455" name="connsiteX62"/>
                <a:gd fmla="*/ 54777 h 874716" name="connsiteY62"/>
                <a:gd fmla="*/ 2130434 w 6857455" name="connsiteX63"/>
                <a:gd fmla="*/ 58397 h 874716" name="connsiteY63"/>
                <a:gd fmla="*/ 2118621 w 6857455" name="connsiteX64"/>
                <a:gd fmla="*/ 47919 h 874716" name="connsiteY64"/>
                <a:gd fmla="*/ 2057659 w 6857455" name="connsiteX65"/>
                <a:gd fmla="*/ 16866 h 874716" name="connsiteY65"/>
                <a:gd fmla="*/ 1976314 w 6857455" name="connsiteX66"/>
                <a:gd fmla="*/ 8865 h 874716" name="connsiteY66"/>
                <a:gd fmla="*/ 1961454 w 6857455" name="connsiteX67"/>
                <a:gd fmla="*/ 11724 h 874716" name="connsiteY67"/>
                <a:gd fmla="*/ 1906588 w 6857455" name="connsiteX68"/>
                <a:gd fmla="*/ 30964 h 874716" name="connsiteY68"/>
                <a:gd fmla="*/ 1783330 w 6857455" name="connsiteX69"/>
                <a:gd fmla="*/ 48871 h 874716" name="connsiteY69"/>
                <a:gd fmla="*/ 1759327 w 6857455" name="connsiteX70"/>
                <a:gd fmla="*/ 55349 h 874716" name="connsiteY70"/>
                <a:gd fmla="*/ 1716082 w 6857455" name="connsiteX71"/>
                <a:gd fmla="*/ 65445 h 874716" name="connsiteY71"/>
                <a:gd fmla="*/ 1598920 w 6857455" name="connsiteX72"/>
                <a:gd fmla="*/ 72114 h 874716" name="connsiteY72"/>
                <a:gd fmla="*/ 1542150 w 6857455" name="connsiteX73"/>
                <a:gd fmla="*/ 62207 h 874716" name="connsiteY73"/>
                <a:gd fmla="*/ 1516813 w 6857455" name="connsiteX74"/>
                <a:gd fmla="*/ 62779 h 874716" name="connsiteY74"/>
                <a:gd fmla="*/ 1432228 w 6857455" name="connsiteX75"/>
                <a:gd fmla="*/ 88116 h 874716" name="connsiteY75"/>
                <a:gd fmla="*/ 1224765 w 6857455" name="connsiteX76"/>
                <a:gd fmla="*/ 71924 h 874716" name="connsiteY76"/>
                <a:gd fmla="*/ 1159231 w 6857455" name="connsiteX77"/>
                <a:gd fmla="*/ 58207 h 874716" name="connsiteY77"/>
                <a:gd fmla="*/ 1124370 w 6857455" name="connsiteX78"/>
                <a:gd fmla="*/ 56301 h 874716" name="connsiteY78"/>
                <a:gd fmla="*/ 1075600 w 6857455" name="connsiteX79"/>
                <a:gd fmla="*/ 75542 h 874716" name="connsiteY79"/>
                <a:gd fmla="*/ 986633 w 6857455" name="connsiteX80"/>
                <a:gd fmla="*/ 79162 h 874716" name="connsiteY80"/>
                <a:gd fmla="*/ 861089 w 6857455" name="connsiteX81"/>
                <a:gd fmla="*/ 76304 h 874716" name="connsiteY81"/>
                <a:gd fmla="*/ 759168 w 6857455" name="connsiteX82"/>
                <a:gd fmla="*/ 104689 h 874716" name="connsiteY82"/>
                <a:gd fmla="*/ 723735 w 6857455" name="connsiteX83"/>
                <a:gd fmla="*/ 140696 h 874716" name="connsiteY83"/>
                <a:gd fmla="*/ 647532 w 6857455" name="connsiteX84"/>
                <a:gd fmla="*/ 147934 h 874716" name="connsiteY84"/>
                <a:gd fmla="*/ 552659 w 6857455" name="connsiteX85"/>
                <a:gd fmla="*/ 95926 h 874716" name="connsiteY85"/>
                <a:gd fmla="*/ 541800 w 6857455" name="connsiteX86"/>
                <a:gd fmla="*/ 97640 h 874716" name="connsiteY86"/>
                <a:gd fmla="*/ 375107 w 6857455" name="connsiteX87"/>
                <a:gd fmla="*/ 123169 h 874716" name="connsiteY87"/>
                <a:gd fmla="*/ 273567 w 6857455" name="connsiteX88"/>
                <a:gd fmla="*/ 145458 h 874716" name="connsiteY88"/>
                <a:gd fmla="*/ 264043 w 6857455" name="connsiteX89"/>
                <a:gd fmla="*/ 154792 h 874716" name="connsiteY89"/>
                <a:gd fmla="*/ 169360 w 6857455" name="connsiteX90"/>
                <a:gd fmla="*/ 177273 h 874716" name="connsiteY90"/>
                <a:gd fmla="*/ 89347 w 6857455" name="connsiteX91"/>
                <a:gd fmla="*/ 157460 h 874716" name="connsiteY91"/>
                <a:gd fmla="*/ 34291 w 6857455" name="connsiteX92"/>
                <a:gd fmla="*/ 145268 h 874716" name="connsiteY92"/>
                <a:gd fmla="*/ 0 w 6857455" name="connsiteX93"/>
                <a:gd fmla="*/ 142056 h 874716" name="connsiteY93"/>
                <a:gd fmla="*/ 0 w 6857455" name="connsiteX94"/>
                <a:gd fmla="*/ 849556 h 874716" name="connsiteY94"/>
                <a:gd fmla="*/ 60652 w 6857455" name="connsiteX95"/>
                <a:gd fmla="*/ 844783 h 874716" name="connsiteY95"/>
                <a:gd fmla="*/ 119068 w 6857455" name="connsiteX96"/>
                <a:gd fmla="*/ 827281 h 874716" name="connsiteY96"/>
                <a:gd fmla="*/ 171840 w 6857455" name="connsiteX97"/>
                <a:gd fmla="*/ 804420 h 874716" name="connsiteY97"/>
                <a:gd fmla="*/ 274329 w 6857455" name="connsiteX98"/>
                <a:gd fmla="*/ 794324 h 874716" name="connsiteY98"/>
                <a:gd fmla="*/ 306715 w 6857455" name="connsiteX99"/>
                <a:gd fmla="*/ 788798 h 874716" name="connsiteY99"/>
                <a:gd fmla="*/ 393967 w 6857455" name="connsiteX100"/>
                <a:gd fmla="*/ 765937 h 874716" name="connsiteY100"/>
                <a:gd fmla="*/ 493793 w 6857455" name="connsiteX101"/>
                <a:gd fmla="*/ 725549 h 874716" name="connsiteY101"/>
                <a:gd fmla="*/ 546373 w 6857455" name="connsiteX102"/>
                <a:gd fmla="*/ 740600 h 874716" name="connsiteY102"/>
                <a:gd fmla="*/ 730211 w 6857455" name="connsiteX103"/>
                <a:gd fmla="*/ 698116 h 874716" name="connsiteY103"/>
                <a:gd fmla="*/ 784889 w 6857455" name="connsiteX104"/>
                <a:gd fmla="*/ 676018 h 874716" name="connsiteY104"/>
                <a:gd fmla="*/ 800509 w 6857455" name="connsiteX105"/>
                <a:gd fmla="*/ 661349 h 874716" name="connsiteY105"/>
                <a:gd fmla="*/ 857661 w 6857455" name="connsiteX106"/>
                <a:gd fmla="*/ 626868 h 874716" name="connsiteY106"/>
                <a:gd fmla="*/ 949102 w 6857455" name="connsiteX107"/>
                <a:gd fmla="*/ 614676 h 874716" name="connsiteY107"/>
                <a:gd fmla="*/ 960342 w 6857455" name="connsiteX108"/>
                <a:gd fmla="*/ 607435 h 874716" name="connsiteY108"/>
                <a:gd fmla="*/ 977109 w 6857455" name="connsiteX109"/>
                <a:gd fmla="*/ 595815 h 874716" name="connsiteY109"/>
                <a:gd fmla="*/ 1071218 w 6857455" name="connsiteX110"/>
                <a:gd fmla="*/ 575240 h 874716" name="connsiteY110"/>
                <a:gd fmla="*/ 1091983 w 6857455" name="connsiteX111"/>
                <a:gd fmla="*/ 568764 h 874716" name="connsiteY111"/>
                <a:gd fmla="*/ 1109321 w 6857455" name="connsiteX112"/>
                <a:gd fmla="*/ 557904 h 874716" name="connsiteY112"/>
                <a:gd fmla="*/ 1162279 w 6857455" name="connsiteX113"/>
                <a:gd fmla="*/ 532949 h 874716" name="connsiteY113"/>
                <a:gd fmla="*/ 1206097 w 6857455" name="connsiteX114"/>
                <a:gd fmla="*/ 532187 h 874716" name="connsiteY114"/>
                <a:gd fmla="*/ 1266867 w 6857455" name="connsiteX115"/>
                <a:gd fmla="*/ 518088 h 874716" name="connsiteY115"/>
                <a:gd fmla="*/ 1380219 w 6857455" name="connsiteX116"/>
                <a:gd fmla="*/ 504182 h 874716" name="connsiteY116"/>
                <a:gd fmla="*/ 1403461 w 6857455" name="connsiteX117"/>
                <a:gd fmla="*/ 496180 h 874716" name="connsiteY117"/>
                <a:gd fmla="*/ 1544054 w 6857455" name="connsiteX118"/>
                <a:gd fmla="*/ 458268 h 874716" name="connsiteY118"/>
                <a:gd fmla="*/ 1656644 w 6857455" name="connsiteX119"/>
                <a:gd fmla="*/ 459032 h 874716" name="connsiteY119"/>
                <a:gd fmla="*/ 1665406 w 6857455" name="connsiteX120"/>
                <a:gd fmla="*/ 460747 h 874716" name="connsiteY120"/>
                <a:gd fmla="*/ 1708461 w 6857455" name="connsiteX121"/>
                <a:gd fmla="*/ 473318 h 874716" name="connsiteY121"/>
                <a:gd fmla="*/ 1775140 w 6857455" name="connsiteX122"/>
                <a:gd fmla="*/ 469891 h 874716" name="connsiteY122"/>
                <a:gd fmla="*/ 1821051 w 6857455" name="connsiteX123"/>
                <a:gd fmla="*/ 452554 h 874716" name="connsiteY123"/>
                <a:gd fmla="*/ 1878203 w 6857455" name="connsiteX124"/>
                <a:gd fmla="*/ 451792 h 874716" name="connsiteY124"/>
                <a:gd fmla="*/ 1943547 w 6857455" name="connsiteX125"/>
                <a:gd fmla="*/ 462651 h 874716" name="connsiteY125"/>
                <a:gd fmla="*/ 1972884 w 6857455" name="connsiteX126"/>
                <a:gd fmla="*/ 464937 h 874716" name="connsiteY126"/>
                <a:gd fmla="*/ 2053469 w 6857455" name="connsiteX127"/>
                <a:gd fmla="*/ 487417 h 874716" name="connsiteY127"/>
                <a:gd fmla="*/ 2101477 w 6857455" name="connsiteX128"/>
                <a:gd fmla="*/ 481893 h 874716" name="connsiteY128"/>
                <a:gd fmla="*/ 2148722 w 6857455" name="connsiteX129"/>
                <a:gd fmla="*/ 467033 h 874716" name="connsiteY129"/>
                <a:gd fmla="*/ 2179011 w 6857455" name="connsiteX130"/>
                <a:gd fmla="*/ 452744 h 874716" name="connsiteY130"/>
                <a:gd fmla="*/ 2240165 w 6857455" name="connsiteX131"/>
                <a:gd fmla="*/ 442648 h 874716" name="connsiteY131"/>
                <a:gd fmla="*/ 2251404 w 6857455" name="connsiteX132"/>
                <a:gd fmla="*/ 444172 h 874716" name="connsiteY132"/>
                <a:gd fmla="*/ 2433912 w 6857455" name="connsiteX133"/>
                <a:gd fmla="*/ 456746 h 874716" name="connsiteY133"/>
                <a:gd fmla="*/ 2506302 w 6857455" name="connsiteX134"/>
                <a:gd fmla="*/ 476939 h 874716" name="connsiteY134"/>
                <a:gd fmla="*/ 2521735 w 6857455" name="connsiteX135"/>
                <a:gd fmla="*/ 479415 h 874716" name="connsiteY135"/>
                <a:gd fmla="*/ 2675854 w 6857455" name="connsiteX136"/>
                <a:gd fmla="*/ 502086 h 874716" name="connsiteY136"/>
                <a:gd fmla="*/ 2692998 w 6857455" name="connsiteX137"/>
                <a:gd fmla="*/ 503038 h 874716" name="connsiteY137"/>
                <a:gd fmla="*/ 2740816 w 6857455" name="connsiteX138"/>
                <a:gd fmla="*/ 499037 h 874716" name="connsiteY138"/>
                <a:gd fmla="*/ 2853596 w 6857455" name="connsiteX139"/>
                <a:gd fmla="*/ 540187 h 874716" name="connsiteY139"/>
                <a:gd fmla="*/ 2966565 w 6857455" name="connsiteX140"/>
                <a:gd fmla="*/ 554286 h 874716" name="connsiteY140"/>
                <a:gd fmla="*/ 3028671 w 6857455" name="connsiteX141"/>
                <a:gd fmla="*/ 554094 h 874716" name="connsiteY141"/>
                <a:gd fmla="*/ 3073059 w 6857455" name="connsiteX142"/>
                <a:gd fmla="*/ 564192 h 874716" name="connsiteY142"/>
                <a:gd fmla="*/ 3182219 w 6857455" name="connsiteX143"/>
                <a:gd fmla="*/ 594862 h 874716" name="connsiteY143"/>
                <a:gd fmla="*/ 3233656 w 6857455" name="connsiteX144"/>
                <a:gd fmla="*/ 599625 h 874716" name="connsiteY144"/>
                <a:gd fmla="*/ 3288332 w 6857455" name="connsiteX145"/>
                <a:gd fmla="*/ 609914 h 874716" name="connsiteY145"/>
                <a:gd fmla="*/ 3423591 w 6857455" name="connsiteX146"/>
                <a:gd fmla="*/ 656015 h 874716" name="connsiteY146"/>
                <a:gd fmla="*/ 3534084 w 6857455" name="connsiteX147"/>
                <a:gd fmla="*/ 653349 h 874716" name="connsiteY147"/>
                <a:gd fmla="*/ 3604571 w 6857455" name="connsiteX148"/>
                <a:gd fmla="*/ 653918 h 874716" name="connsiteY148"/>
                <a:gd fmla="*/ 3688586 w 6857455" name="connsiteX149"/>
                <a:gd fmla="*/ 669160 h 874716" name="connsiteY149"/>
                <a:gd fmla="*/ 3757358 w 6857455" name="connsiteX150"/>
                <a:gd fmla="*/ 691450 h 874716" name="connsiteY150"/>
                <a:gd fmla="*/ 3852421 w 6857455" name="connsiteX151"/>
                <a:gd fmla="*/ 709167 h 874716" name="connsiteY151"/>
                <a:gd fmla="*/ 3947104 w 6857455" name="connsiteX152"/>
                <a:gd fmla="*/ 743267 h 874716" name="connsiteY152"/>
                <a:gd fmla="*/ 4013208 w 6857455" name="connsiteX153"/>
                <a:gd fmla="*/ 769367 h 874716" name="connsiteY153"/>
                <a:gd fmla="*/ 4105222 w 6857455" name="connsiteX154"/>
                <a:gd fmla="*/ 792417 h 874716" name="connsiteY154"/>
                <a:gd fmla="*/ 4246006 w 6857455" name="connsiteX155"/>
                <a:gd fmla="*/ 808610 h 874716" name="connsiteY155"/>
                <a:gd fmla="*/ 4310779 w 6857455" name="connsiteX156"/>
                <a:gd fmla="*/ 810326 h 874716" name="connsiteY156"/>
                <a:gd fmla="*/ 4413272 w 6857455" name="connsiteX157"/>
                <a:gd fmla="*/ 848235 h 874716" name="connsiteY157"/>
                <a:gd fmla="*/ 4457087 w 6857455" name="connsiteX158"/>
                <a:gd fmla="*/ 866524 h 874716" name="connsiteY158"/>
                <a:gd fmla="*/ 4496523 w 6857455" name="connsiteX159"/>
                <a:gd fmla="*/ 851284 h 874716" name="connsiteY159"/>
                <a:gd fmla="*/ 4522050 w 6857455" name="connsiteX160"/>
                <a:gd fmla="*/ 833757 h 874716" name="connsiteY160"/>
                <a:gd fmla="*/ 4602824 w 6857455" name="connsiteX161"/>
                <a:gd fmla="*/ 848618 h 874716" name="connsiteY161"/>
                <a:gd fmla="*/ 4688553 w 6857455" name="connsiteX162"/>
                <a:gd fmla="*/ 864238 h 874716" name="connsiteY162"/>
                <a:gd fmla="*/ 4749895 w 6857455" name="connsiteX163"/>
                <a:gd fmla="*/ 874716 h 874716" name="connsiteY163"/>
                <a:gd fmla="*/ 4826480 w 6857455" name="connsiteX164"/>
                <a:gd fmla="*/ 866334 h 874716" name="connsiteY164"/>
                <a:gd fmla="*/ 4886870 w 6857455" name="connsiteX165"/>
                <a:gd fmla="*/ 862906 h 874716" name="connsiteY165"/>
                <a:gd fmla="*/ 4935639 w 6857455" name="connsiteX166"/>
                <a:gd fmla="*/ 853190 h 874716" name="connsiteY166"/>
                <a:gd fmla="*/ 4952784 w 6857455" name="connsiteX167"/>
                <a:gd fmla="*/ 847473 h 874716" name="connsiteY167"/>
                <a:gd fmla="*/ 5088617 w 6857455" name="connsiteX168"/>
                <a:gd fmla="*/ 802896 h 874716" name="connsiteY168"/>
                <a:gd fmla="*/ 5233781 w 6857455" name="connsiteX169"/>
                <a:gd fmla="*/ 767271 h 874716" name="connsiteY169"/>
                <a:gd fmla="*/ 5327893 w 6857455" name="connsiteX170"/>
                <a:gd fmla="*/ 789752 h 874716" name="connsiteY170"/>
                <a:gd fmla="*/ 5362946 w 6857455" name="connsiteX171"/>
                <a:gd fmla="*/ 789370 h 874716" name="connsiteY171"/>
                <a:gd fmla="*/ 5524115 w 6857455" name="connsiteX172"/>
                <a:gd fmla="*/ 794514 h 874716" name="connsiteY172"/>
                <a:gd fmla="*/ 5552500 w 6857455" name="connsiteX173"/>
                <a:gd fmla="*/ 800038 h 874716" name="connsiteY173"/>
                <a:gd fmla="*/ 5705857 w 6857455" name="connsiteX174"/>
                <a:gd fmla="*/ 777367 h 874716" name="connsiteY174"/>
                <a:gd fmla="*/ 5761485 w 6857455" name="connsiteX175"/>
                <a:gd fmla="*/ 773557 h 874716" name="connsiteY175"/>
                <a:gd fmla="*/ 5812731 w 6857455" name="connsiteX176"/>
                <a:gd fmla="*/ 767271 h 874716" name="connsiteY176"/>
                <a:gd fmla="*/ 5884361 w 6857455" name="connsiteX177"/>
                <a:gd fmla="*/ 765747 h 874716" name="connsiteY177"/>
                <a:gd fmla="*/ 5958660 w 6857455" name="connsiteX178"/>
                <a:gd fmla="*/ 768605 h 874716" name="connsiteY178"/>
                <a:gd fmla="*/ 6041528 w 6857455" name="connsiteX179"/>
                <a:gd fmla="*/ 768033 h 874716" name="connsiteY179"/>
                <a:gd fmla="*/ 6074297 w 6857455" name="connsiteX180"/>
                <a:gd fmla="*/ 763081 h 874716" name="connsiteY180"/>
                <a:gd fmla="*/ 6162880 w 6857455" name="connsiteX181"/>
                <a:gd fmla="*/ 766509 h 874716" name="connsiteY181"/>
                <a:gd fmla="*/ 6209364 w 6857455" name="connsiteX182"/>
                <a:gd fmla="*/ 760795 h 874716" name="connsiteY182"/>
                <a:gd fmla="*/ 6285948 w 6857455" name="connsiteX183"/>
                <a:gd fmla="*/ 759651 h 874716" name="connsiteY183"/>
                <a:gd fmla="*/ 6310905 w 6857455" name="connsiteX184"/>
                <a:gd fmla="*/ 758316 h 874716" name="connsiteY184"/>
                <a:gd fmla="*/ 6333194 w 6857455" name="connsiteX185"/>
                <a:gd fmla="*/ 757554 h 874716" name="connsiteY185"/>
                <a:gd fmla="*/ 6409586 w 6857455" name="connsiteX186"/>
                <a:gd fmla="*/ 773177 h 874716" name="connsiteY186"/>
                <a:gd fmla="*/ 6477407 w 6857455" name="connsiteX187"/>
                <a:gd fmla="*/ 774129 h 874716" name="connsiteY187"/>
                <a:gd fmla="*/ 6596283 w 6857455" name="connsiteX188"/>
                <a:gd fmla="*/ 786703 h 874716" name="connsiteY188"/>
                <a:gd fmla="*/ 6622573 w 6857455" name="connsiteX189"/>
                <a:gd fmla="*/ 782321 h 874716" name="connsiteY189"/>
                <a:gd fmla="*/ 6704872 w 6857455" name="connsiteX190"/>
                <a:gd fmla="*/ 780607 h 874716" name="connsiteY190"/>
                <a:gd fmla="*/ 6751738 w 6857455" name="connsiteX191"/>
                <a:gd fmla="*/ 779273 h 874716" name="connsiteY191"/>
                <a:gd fmla="*/ 6809650 w 6857455" name="connsiteX192"/>
                <a:gd fmla="*/ 788417 h 874716" name="connsiteY192"/>
                <a:gd fmla="*/ 6832976 w 6857455" name="connsiteX193"/>
                <a:gd fmla="*/ 800428 h 874716" name="connsiteY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b="b" l="l" r="r" t="t"/>
              <a:pathLst>
                <a:path h="874716" w="6857455">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2">
                <a:alphaModFix amt="57000"/>
              </a:blip>
              <a:srcRect/>
              <a:tile algn="tl" flip="none" sx="100000" sy="100000" tx="0" ty="0"/>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grpSp>
      <p:pic>
        <p:nvPicPr>
          <p:cNvPr id="98" name="Picture 97">
            <a:extLst>
              <a:ext uri="{FF2B5EF4-FFF2-40B4-BE49-F238E27FC236}">
                <a16:creationId xmlns:a16="http://schemas.microsoft.com/office/drawing/2014/main" id="{178902E1-D29E-4408-BD1A-7961DCC69A4E}"/>
              </a:ext>
            </a:extLst>
          </p:cNvPr>
          <p:cNvPicPr>
            <a:picLocks noChangeArrowheads="1" noChangeAspect="1"/>
          </p:cNvPicPr>
          <p:nvPr userDrawn="1"/>
        </p:nvPicPr>
        <p:blipFill rotWithShape="1">
          <a:blip r:embed="rId3">
            <a:extLst>
              <a:ext uri="{28A0092B-C50C-407E-A947-70E740481C1C}">
                <a14:useLocalDpi xmlns:a14="http://schemas.microsoft.com/office/drawing/2010/main" val="0"/>
              </a:ext>
            </a:extLst>
          </a:blip>
          <a:srcRect b="-57" r="80"/>
          <a:stretch/>
        </p:blipFill>
        <p:spPr bwMode="auto">
          <a:xfrm>
            <a:off x="-9948" y="3838"/>
            <a:ext cx="9153948" cy="6850324"/>
          </a:xfrm>
          <a:custGeom>
            <a:avLst/>
            <a:gdLst>
              <a:gd fmla="*/ 5282861 w 9153948" name="connsiteX0"/>
              <a:gd fmla="*/ 0 h 6850324" name="connsiteY0"/>
              <a:gd fmla="*/ 9153948 w 9153948" name="connsiteX1"/>
              <a:gd fmla="*/ 0 h 6850324" name="connsiteY1"/>
              <a:gd fmla="*/ 9153948 w 9153948" name="connsiteX2"/>
              <a:gd fmla="*/ 3977971 h 6850324" name="connsiteY2"/>
              <a:gd fmla="*/ 9004662 w 9153948" name="connsiteX3"/>
              <a:gd fmla="*/ 4052945 h 6850324" name="connsiteY3"/>
              <a:gd fmla="*/ 6158650 w 9153948" name="connsiteX4"/>
              <a:gd fmla="*/ 6710840 h 6850324" name="connsiteY4"/>
              <a:gd fmla="*/ 6089071 w 9153948" name="connsiteX5"/>
              <a:gd fmla="*/ 6850324 h 6850324" name="connsiteY5"/>
              <a:gd fmla="*/ 0 w 9153948" name="connsiteX6"/>
              <a:gd fmla="*/ 6850324 h 6850324" name="connsiteY6"/>
              <a:gd fmla="*/ 0 w 9153948" name="connsiteX7"/>
              <a:gd fmla="*/ 4281319 h 6850324" name="connsiteY7"/>
              <a:gd fmla="*/ 169673 w 9153948" name="connsiteX8"/>
              <a:gd fmla="*/ 4239758 h 6850324" name="connsiteY8"/>
              <a:gd fmla="*/ 1253697 w 9153948" name="connsiteX9"/>
              <a:gd fmla="*/ 3877347 h 6850324" name="connsiteY9"/>
              <a:gd fmla="*/ 5263701 w 9153948" name="connsiteX10"/>
              <a:gd fmla="*/ 75693 h 6850324"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6850324" w="9153948">
                <a:moveTo>
                  <a:pt x="5282861" y="0"/>
                </a:moveTo>
                <a:lnTo>
                  <a:pt x="9153948" y="0"/>
                </a:lnTo>
                <a:lnTo>
                  <a:pt x="9153948" y="3977971"/>
                </a:lnTo>
                <a:lnTo>
                  <a:pt x="9004662" y="4052945"/>
                </a:lnTo>
                <a:cubicBezTo>
                  <a:pt x="7703988" y="4749593"/>
                  <a:pt x="6701910" y="5709432"/>
                  <a:pt x="6158650" y="6710840"/>
                </a:cubicBezTo>
                <a:lnTo>
                  <a:pt x="6089071" y="6850324"/>
                </a:lnTo>
                <a:lnTo>
                  <a:pt x="0" y="6850324"/>
                </a:lnTo>
                <a:lnTo>
                  <a:pt x="0" y="4281319"/>
                </a:lnTo>
                <a:lnTo>
                  <a:pt x="169673" y="4239758"/>
                </a:lnTo>
                <a:cubicBezTo>
                  <a:pt x="528296" y="4145614"/>
                  <a:pt x="891090" y="4025089"/>
                  <a:pt x="1253697" y="3877347"/>
                </a:cubicBezTo>
                <a:cubicBezTo>
                  <a:pt x="3316023" y="3037055"/>
                  <a:pt x="4817044" y="1542499"/>
                  <a:pt x="5263701" y="75693"/>
                </a:cubicBezTo>
                <a:close/>
              </a:path>
            </a:pathLst>
          </a:custGeom>
          <a:noFill/>
          <a:extLst>
            <a:ext uri="{909E8E84-426E-40DD-AFC4-6F175D3DCCD1}">
              <a14:hiddenFill xmlns:a14="http://schemas.microsoft.com/office/drawing/2010/main">
                <a:solidFill>
                  <a:srgbClr val="FFFFFF"/>
                </a:solidFill>
              </a14:hiddenFill>
            </a:ext>
          </a:extLst>
        </p:spPr>
      </p:pic>
      <p:sp>
        <p:nvSpPr>
          <p:cNvPr id="97" name="Freeform: Shape 96">
            <a:extLst>
              <a:ext uri="{FF2B5EF4-FFF2-40B4-BE49-F238E27FC236}">
                <a16:creationId xmlns:a16="http://schemas.microsoft.com/office/drawing/2014/main" id="{8B6C1D65-4ABB-4690-93DF-7DFB2A98622A}"/>
              </a:ext>
            </a:extLst>
          </p:cNvPr>
          <p:cNvSpPr/>
          <p:nvPr userDrawn="1"/>
        </p:nvSpPr>
        <p:spPr>
          <a:xfrm>
            <a:off x="-9948" y="3838"/>
            <a:ext cx="9153948" cy="6850324"/>
          </a:xfrm>
          <a:custGeom>
            <a:avLst/>
            <a:gdLst>
              <a:gd fmla="*/ 5282862 w 9153948" name="connsiteX0"/>
              <a:gd fmla="*/ 0 h 6850324" name="connsiteY0"/>
              <a:gd fmla="*/ 9153948 w 9153948" name="connsiteX1"/>
              <a:gd fmla="*/ 0 h 6850324" name="connsiteY1"/>
              <a:gd fmla="*/ 9153948 w 9153948" name="connsiteX2"/>
              <a:gd fmla="*/ 3977971 h 6850324" name="connsiteY2"/>
              <a:gd fmla="*/ 9004662 w 9153948" name="connsiteX3"/>
              <a:gd fmla="*/ 4052945 h 6850324" name="connsiteY3"/>
              <a:gd fmla="*/ 6158650 w 9153948" name="connsiteX4"/>
              <a:gd fmla="*/ 6710840 h 6850324" name="connsiteY4"/>
              <a:gd fmla="*/ 6089071 w 9153948" name="connsiteX5"/>
              <a:gd fmla="*/ 6850324 h 6850324" name="connsiteY5"/>
              <a:gd fmla="*/ 0 w 9153948" name="connsiteX6"/>
              <a:gd fmla="*/ 6850324 h 6850324" name="connsiteY6"/>
              <a:gd fmla="*/ 0 w 9153948" name="connsiteX7"/>
              <a:gd fmla="*/ 4281319 h 6850324" name="connsiteY7"/>
              <a:gd fmla="*/ 169673 w 9153948" name="connsiteX8"/>
              <a:gd fmla="*/ 4239758 h 6850324" name="connsiteY8"/>
              <a:gd fmla="*/ 1253697 w 9153948" name="connsiteX9"/>
              <a:gd fmla="*/ 3877347 h 6850324" name="connsiteY9"/>
              <a:gd fmla="*/ 5263701 w 9153948" name="connsiteX10"/>
              <a:gd fmla="*/ 75694 h 6850324"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6850324" w="9153948">
                <a:moveTo>
                  <a:pt x="5282862" y="0"/>
                </a:moveTo>
                <a:lnTo>
                  <a:pt x="9153948" y="0"/>
                </a:lnTo>
                <a:lnTo>
                  <a:pt x="9153948" y="3977971"/>
                </a:lnTo>
                <a:lnTo>
                  <a:pt x="9004662" y="4052945"/>
                </a:lnTo>
                <a:cubicBezTo>
                  <a:pt x="7703988" y="4749593"/>
                  <a:pt x="6701910" y="5709433"/>
                  <a:pt x="6158650" y="6710840"/>
                </a:cubicBezTo>
                <a:lnTo>
                  <a:pt x="6089071" y="6850324"/>
                </a:lnTo>
                <a:lnTo>
                  <a:pt x="0" y="6850324"/>
                </a:lnTo>
                <a:lnTo>
                  <a:pt x="0" y="4281319"/>
                </a:lnTo>
                <a:lnTo>
                  <a:pt x="169673" y="4239758"/>
                </a:lnTo>
                <a:cubicBezTo>
                  <a:pt x="528296" y="4145614"/>
                  <a:pt x="891090" y="4025089"/>
                  <a:pt x="1253697" y="3877347"/>
                </a:cubicBezTo>
                <a:cubicBezTo>
                  <a:pt x="3316023" y="3037055"/>
                  <a:pt x="4817044" y="1542499"/>
                  <a:pt x="5263701" y="75694"/>
                </a:cubicBezTo>
                <a:close/>
              </a:path>
            </a:pathLst>
          </a:custGeom>
          <a:solidFill>
            <a:schemeClr val="bg1">
              <a:lumMod val="50000"/>
              <a:alpha val="50000"/>
            </a:schemeClr>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75" name="Freeform: Shape 74">
            <a:extLst>
              <a:ext uri="{FF2B5EF4-FFF2-40B4-BE49-F238E27FC236}">
                <a16:creationId xmlns:a16="http://schemas.microsoft.com/office/drawing/2014/main" id="{3D86ACB6-5BFD-4C67-B168-1E477676C765}"/>
              </a:ext>
            </a:extLst>
          </p:cNvPr>
          <p:cNvSpPr/>
          <p:nvPr userDrawn="1"/>
        </p:nvSpPr>
        <p:spPr>
          <a:xfrm>
            <a:off x="-133350" y="-751246"/>
            <a:ext cx="11106409" cy="4858109"/>
          </a:xfrm>
          <a:custGeom>
            <a:avLst/>
            <a:gdLst>
              <a:gd fmla="*/ 3909888 w 9144000" name="connsiteX0"/>
              <a:gd fmla="*/ 1376794 h 3809635" name="connsiteY0"/>
              <a:gd fmla="*/ 3815327 w 9144000" name="connsiteX1"/>
              <a:gd fmla="*/ 1514144 h 3809635" name="connsiteY1"/>
              <a:gd fmla="*/ 1032179 w 9144000" name="connsiteX2"/>
              <a:gd fmla="*/ 3516551 h 3809635" name="connsiteY2"/>
              <a:gd fmla="*/ 139693 w 9144000" name="connsiteX3"/>
              <a:gd fmla="*/ 3800747 h 3809635" name="connsiteY3"/>
              <a:gd fmla="*/ 101598 w 9144000" name="connsiteX4"/>
              <a:gd fmla="*/ 3809635 h 3809635" name="connsiteY4"/>
              <a:gd fmla="*/ 101598 w 9144000" name="connsiteX5"/>
              <a:gd fmla="*/ 3477088 h 3809635" name="connsiteY5"/>
              <a:gd fmla="*/ 181491 w 9144000" name="connsiteX6"/>
              <a:gd fmla="*/ 3460712 h 3809635" name="connsiteY6"/>
              <a:gd fmla="*/ 897358 w 9144000" name="connsiteX7"/>
              <a:gd fmla="*/ 3266910 h 3809635" name="connsiteY7"/>
              <a:gd fmla="*/ 3800595 w 9144000" name="connsiteX8"/>
              <a:gd fmla="*/ 1503680 h 3809635" name="connsiteY8"/>
              <a:gd fmla="*/ 4639132 w 9144000" name="connsiteX9"/>
              <a:gd fmla="*/ 0 h 3809635" name="connsiteY9"/>
              <a:gd fmla="*/ 9144000 w 9144000" name="connsiteX10"/>
              <a:gd fmla="*/ 0 h 3809635" name="connsiteY10"/>
              <a:gd fmla="*/ 9144000 w 9144000" name="connsiteX11"/>
              <a:gd fmla="*/ 545 h 3809635" name="connsiteY11"/>
              <a:gd fmla="*/ 4639015 w 9144000" name="connsiteX12"/>
              <a:gd fmla="*/ 545 h 3809635" name="connsiteY12"/>
              <a:gd fmla="*/ 0 w 9144000" name="connsiteX13"/>
              <a:gd fmla="*/ 0 h 3809635" name="connsiteY13"/>
              <a:gd fmla="*/ 2434 w 9144000" name="connsiteX14"/>
              <a:gd fmla="*/ 0 h 3809635" name="connsiteY14"/>
              <a:gd fmla="*/ 2434 w 9144000" name="connsiteX15"/>
              <a:gd fmla="*/ 116112 h 3809635" name="connsiteY15"/>
              <a:gd fmla="*/ 0 w 9144000" name="connsiteX16"/>
              <a:gd fmla="*/ 116112 h 3809635" name="connsiteY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b="b" l="l" r="r" t="t"/>
            <a:pathLst>
              <a:path h="3809635" w="9144000">
                <a:moveTo>
                  <a:pt x="3909888" y="1376794"/>
                </a:moveTo>
                <a:lnTo>
                  <a:pt x="3815327" y="1514144"/>
                </a:lnTo>
                <a:cubicBezTo>
                  <a:pt x="3222015" y="2313441"/>
                  <a:pt x="2244987" y="3045879"/>
                  <a:pt x="1032179" y="3516551"/>
                </a:cubicBezTo>
                <a:cubicBezTo>
                  <a:pt x="733642" y="3632408"/>
                  <a:pt x="434950" y="3726921"/>
                  <a:pt x="139693" y="3800747"/>
                </a:cubicBezTo>
                <a:lnTo>
                  <a:pt x="101598" y="3809635"/>
                </a:lnTo>
                <a:lnTo>
                  <a:pt x="101598" y="3477088"/>
                </a:lnTo>
                <a:lnTo>
                  <a:pt x="181491" y="3460712"/>
                </a:lnTo>
                <a:cubicBezTo>
                  <a:pt x="418466" y="3408295"/>
                  <a:pt x="657613" y="3343819"/>
                  <a:pt x="897358" y="3266910"/>
                </a:cubicBezTo>
                <a:cubicBezTo>
                  <a:pt x="2114817" y="2876352"/>
                  <a:pt x="3128242" y="2235559"/>
                  <a:pt x="3800595" y="1503680"/>
                </a:cubicBezTo>
                <a:close/>
                <a:moveTo>
                  <a:pt x="4639132" y="0"/>
                </a:moveTo>
                <a:lnTo>
                  <a:pt x="9144000" y="0"/>
                </a:lnTo>
                <a:lnTo>
                  <a:pt x="9144000" y="545"/>
                </a:lnTo>
                <a:lnTo>
                  <a:pt x="4639015" y="545"/>
                </a:lnTo>
                <a:close/>
                <a:moveTo>
                  <a:pt x="0" y="0"/>
                </a:moveTo>
                <a:lnTo>
                  <a:pt x="2434" y="0"/>
                </a:lnTo>
                <a:lnTo>
                  <a:pt x="2434" y="116112"/>
                </a:lnTo>
                <a:lnTo>
                  <a:pt x="0" y="116112"/>
                </a:lnTo>
                <a:close/>
              </a:path>
            </a:pathLst>
          </a:custGeom>
          <a:solidFill>
            <a:srgbClr val="44525B"/>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89" name="Freeform: Shape 88">
            <a:extLst>
              <a:ext uri="{FF2B5EF4-FFF2-40B4-BE49-F238E27FC236}">
                <a16:creationId xmlns:a16="http://schemas.microsoft.com/office/drawing/2014/main" id="{B33DEB17-D024-478D-B70D-E045AB878E9A}"/>
              </a:ext>
            </a:extLst>
          </p:cNvPr>
          <p:cNvSpPr/>
          <p:nvPr userDrawn="1"/>
        </p:nvSpPr>
        <p:spPr>
          <a:xfrm rot="10800000">
            <a:off x="99294" y="4154791"/>
            <a:ext cx="11106409" cy="4102154"/>
          </a:xfrm>
          <a:custGeom>
            <a:avLst/>
            <a:gdLst>
              <a:gd fmla="*/ 11106409 w 11106409" name="connsiteX0"/>
              <a:gd fmla="*/ 695 h 4102154" name="connsiteY0"/>
              <a:gd fmla="*/ 5634601 w 11106409" name="connsiteX1"/>
              <a:gd fmla="*/ 695 h 4102154" name="connsiteY1"/>
              <a:gd fmla="*/ 5634744 w 11106409" name="connsiteX2"/>
              <a:gd fmla="*/ 0 h 4102154" name="connsiteY2"/>
              <a:gd fmla="*/ 11106409 w 11106409" name="connsiteX3"/>
              <a:gd fmla="*/ 0 h 4102154" name="connsiteY3"/>
              <a:gd fmla="*/ 2956 w 11106409" name="connsiteX4"/>
              <a:gd fmla="*/ 148068 h 4102154" name="connsiteY4"/>
              <a:gd fmla="*/ 0 w 11106409" name="connsiteX5"/>
              <a:gd fmla="*/ 148068 h 4102154" name="connsiteY5"/>
              <a:gd fmla="*/ 0 w 11106409" name="connsiteX6"/>
              <a:gd fmla="*/ 0 h 4102154" name="connsiteY6"/>
              <a:gd fmla="*/ 2956 w 11106409" name="connsiteX7"/>
              <a:gd fmla="*/ 0 h 4102154" name="connsiteY7"/>
              <a:gd fmla="*/ 2061703 w 11106409" name="connsiteX8"/>
              <a:gd fmla="*/ 4102154 h 4102154" name="connsiteY8"/>
              <a:gd fmla="*/ 2061703 w 11106409" name="connsiteX9"/>
              <a:gd fmla="*/ 3774848 h 4102154" name="connsiteY9"/>
              <a:gd fmla="*/ 2149929 w 11106409" name="connsiteX10"/>
              <a:gd fmla="*/ 3735822 h 4102154" name="connsiteY10"/>
              <a:gd fmla="*/ 4616246 w 11106409" name="connsiteX11"/>
              <a:gd fmla="*/ 1917518 h 4102154" name="connsiteY11"/>
              <a:gd fmla="*/ 4748995 w 11106409" name="connsiteX12"/>
              <a:gd fmla="*/ 1755710 h 4102154" name="connsiteY12"/>
              <a:gd fmla="*/ 4634140 w 11106409" name="connsiteX13"/>
              <a:gd fmla="*/ 1930861 h 4102154" name="connsiteY13"/>
              <a:gd fmla="*/ 2302010 w 11106409" name="connsiteX14"/>
              <a:gd fmla="*/ 3975502 h 4102154" name="connsiteY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b="b" l="l" r="r" t="t"/>
            <a:pathLst>
              <a:path h="4102154" w="11106409">
                <a:moveTo>
                  <a:pt x="11106409" y="695"/>
                </a:moveTo>
                <a:lnTo>
                  <a:pt x="5634601" y="695"/>
                </a:lnTo>
                <a:lnTo>
                  <a:pt x="5634744" y="0"/>
                </a:lnTo>
                <a:lnTo>
                  <a:pt x="11106409" y="0"/>
                </a:lnTo>
                <a:close/>
                <a:moveTo>
                  <a:pt x="2956" y="148068"/>
                </a:moveTo>
                <a:lnTo>
                  <a:pt x="0" y="148068"/>
                </a:lnTo>
                <a:lnTo>
                  <a:pt x="0" y="0"/>
                </a:lnTo>
                <a:lnTo>
                  <a:pt x="2956" y="0"/>
                </a:lnTo>
                <a:close/>
                <a:moveTo>
                  <a:pt x="2061703" y="4102154"/>
                </a:moveTo>
                <a:lnTo>
                  <a:pt x="2061703" y="3774848"/>
                </a:lnTo>
                <a:lnTo>
                  <a:pt x="2149929" y="3735822"/>
                </a:lnTo>
                <a:cubicBezTo>
                  <a:pt x="3158248" y="3252137"/>
                  <a:pt x="4003761" y="2617496"/>
                  <a:pt x="4616246" y="1917518"/>
                </a:cubicBezTo>
                <a:lnTo>
                  <a:pt x="4748995" y="1755710"/>
                </a:lnTo>
                <a:lnTo>
                  <a:pt x="4634140" y="1930861"/>
                </a:lnTo>
                <a:cubicBezTo>
                  <a:pt x="4093657" y="2695319"/>
                  <a:pt x="3291012" y="3411818"/>
                  <a:pt x="2302010" y="3975502"/>
                </a:cubicBezTo>
                <a:close/>
              </a:path>
            </a:pathLst>
          </a:custGeom>
          <a:solidFill>
            <a:srgbClr val="44525B"/>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78" name="Rectangle: Rounded Corners 77">
            <a:extLst>
              <a:ext uri="{FF2B5EF4-FFF2-40B4-BE49-F238E27FC236}">
                <a16:creationId xmlns:a16="http://schemas.microsoft.com/office/drawing/2014/main" id="{FFE54959-DEE0-47EE-AF9E-5321D7B257EA}"/>
              </a:ext>
            </a:extLst>
          </p:cNvPr>
          <p:cNvSpPr/>
          <p:nvPr userDrawn="1"/>
        </p:nvSpPr>
        <p:spPr>
          <a:xfrm>
            <a:off x="51361" y="1070314"/>
            <a:ext cx="2310839" cy="712652"/>
          </a:xfrm>
          <a:prstGeom prst="roundRect">
            <a:avLst>
              <a:gd fmla="val 7564" name="adj"/>
            </a:avLst>
          </a:prstGeom>
          <a:solidFill>
            <a:srgbClr val="44525B">
              <a:alpha val="4000"/>
            </a:srgbClr>
          </a:solidFill>
          <a:ln>
            <a:solidFill>
              <a:srgbClr val="44525A"/>
            </a:solidFill>
          </a:ln>
          <a:effectLst>
            <a:outerShdw algn="ctr" blurRad="63500" rotWithShape="0" sx="102000" sy="102000">
              <a:prstClr val="black">
                <a:alpha val="40000"/>
              </a:prstClr>
            </a:outerShdw>
          </a:effectLst>
          <a:scene3d>
            <a:camera prst="orthographicFront"/>
            <a:lightRig dir="t" rig="threeP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lvl="0"/>
            <a:r>
              <a:rPr baseline="0" cap="small" dirty="0" lang="en-US" sz="4000" u="none">
                <a:solidFill>
                  <a:srgbClr val="44525A"/>
                </a:solidFill>
                <a:latin charset="0" panose="020B0502040204020203" pitchFamily="34" typeface="Bahnschrift SemiBold"/>
              </a:rPr>
              <a:t>ECAP456</a:t>
            </a:r>
          </a:p>
        </p:txBody>
      </p:sp>
      <p:sp>
        <p:nvSpPr>
          <p:cNvPr id="80" name="TextBox 79">
            <a:extLst>
              <a:ext uri="{FF2B5EF4-FFF2-40B4-BE49-F238E27FC236}">
                <a16:creationId xmlns:a16="http://schemas.microsoft.com/office/drawing/2014/main" id="{D618CB88-4007-40A9-B126-AE157A2EA3D6}"/>
              </a:ext>
            </a:extLst>
          </p:cNvPr>
          <p:cNvSpPr txBox="1"/>
          <p:nvPr userDrawn="1"/>
        </p:nvSpPr>
        <p:spPr>
          <a:xfrm>
            <a:off x="6817722" y="5891971"/>
            <a:ext cx="2326278" cy="461665"/>
          </a:xfrm>
          <a:prstGeom prst="rect">
            <a:avLst/>
          </a:prstGeom>
          <a:noFill/>
        </p:spPr>
        <p:txBody>
          <a:bodyPr rtlCol="0" wrap="none">
            <a:spAutoFit/>
          </a:bodyPr>
          <a:lstStyle/>
          <a:p>
            <a:r>
              <a:rPr dirty="0" lang="en-US" sz="2400">
                <a:latin charset="0" panose="020B0502040204020203" pitchFamily="34" typeface="Bahnschrift SemiBold"/>
              </a:rPr>
              <a:t>Dr. Rajni Bhalla</a:t>
            </a:r>
          </a:p>
        </p:txBody>
      </p:sp>
      <p:sp>
        <p:nvSpPr>
          <p:cNvPr id="81" name="TextBox 80">
            <a:extLst>
              <a:ext uri="{FF2B5EF4-FFF2-40B4-BE49-F238E27FC236}">
                <a16:creationId xmlns:a16="http://schemas.microsoft.com/office/drawing/2014/main" id="{50CF1EBC-DA85-4E58-B8EC-90839B52F650}"/>
              </a:ext>
            </a:extLst>
          </p:cNvPr>
          <p:cNvSpPr txBox="1"/>
          <p:nvPr userDrawn="1"/>
        </p:nvSpPr>
        <p:spPr>
          <a:xfrm>
            <a:off x="6667805" y="6332318"/>
            <a:ext cx="2518638" cy="400110"/>
          </a:xfrm>
          <a:prstGeom prst="rect">
            <a:avLst/>
          </a:prstGeom>
          <a:noFill/>
        </p:spPr>
        <p:txBody>
          <a:bodyPr rtlCol="0" wrap="none">
            <a:spAutoFit/>
          </a:bodyPr>
          <a:lstStyle/>
          <a:p>
            <a:r>
              <a:rPr dirty="0" lang="en-US" sz="2000">
                <a:latin charset="0" panose="020B0502040204020203" pitchFamily="34" typeface="Bahnschrift SemiBold"/>
              </a:rPr>
              <a:t>Associate Professor</a:t>
            </a:r>
          </a:p>
        </p:txBody>
      </p:sp>
      <p:sp>
        <p:nvSpPr>
          <p:cNvPr id="99" name="Rectangle 98">
            <a:extLst>
              <a:ext uri="{FF2B5EF4-FFF2-40B4-BE49-F238E27FC236}">
                <a16:creationId xmlns:a16="http://schemas.microsoft.com/office/drawing/2014/main" id="{28AA0A77-4443-4511-81DB-6D4919D92960}"/>
              </a:ext>
            </a:extLst>
          </p:cNvPr>
          <p:cNvSpPr/>
          <p:nvPr userDrawn="1"/>
        </p:nvSpPr>
        <p:spPr>
          <a:xfrm>
            <a:off x="6734323" y="6696075"/>
            <a:ext cx="2409677" cy="50253"/>
          </a:xfrm>
          <a:prstGeom prst="rect">
            <a:avLst/>
          </a:prstGeom>
          <a:gradFill>
            <a:gsLst>
              <a:gs pos="100000">
                <a:schemeClr val="accent1">
                  <a:lumMod val="5000"/>
                  <a:lumOff val="95000"/>
                </a:schemeClr>
              </a:gs>
              <a:gs pos="0">
                <a:srgbClr val="072235"/>
              </a:gs>
            </a:gsLst>
            <a:path path="circle">
              <a:fillToRect b="50000" l="50000" r="50000" t="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100" name="Rectangle 99">
            <a:extLst>
              <a:ext uri="{FF2B5EF4-FFF2-40B4-BE49-F238E27FC236}">
                <a16:creationId xmlns:a16="http://schemas.microsoft.com/office/drawing/2014/main" id="{EA4B1C0C-45EB-4524-B766-E8F5A3D56091}"/>
              </a:ext>
            </a:extLst>
          </p:cNvPr>
          <p:cNvSpPr/>
          <p:nvPr userDrawn="1"/>
        </p:nvSpPr>
        <p:spPr>
          <a:xfrm>
            <a:off x="6734323" y="6353636"/>
            <a:ext cx="2409677" cy="50253"/>
          </a:xfrm>
          <a:prstGeom prst="rect">
            <a:avLst/>
          </a:prstGeom>
          <a:gradFill>
            <a:gsLst>
              <a:gs pos="100000">
                <a:schemeClr val="accent1">
                  <a:lumMod val="5000"/>
                  <a:lumOff val="95000"/>
                </a:schemeClr>
              </a:gs>
              <a:gs pos="0">
                <a:srgbClr val="072235"/>
              </a:gs>
            </a:gsLst>
            <a:path path="circle">
              <a:fillToRect b="50000" l="50000" r="50000" t="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Tree>
    <p:extLst>
      <p:ext uri="{BB962C8B-B14F-4D97-AF65-F5344CB8AC3E}">
        <p14:creationId xmlns:p14="http://schemas.microsoft.com/office/powerpoint/2010/main" val="259374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A4C81D-18A7-452F-9BBC-C8DF7C8B815D}"/>
              </a:ext>
            </a:extLst>
          </p:cNvPr>
          <p:cNvSpPr/>
          <p:nvPr userDrawn="1"/>
        </p:nvSpPr>
        <p:spPr>
          <a:xfrm>
            <a:off x="0" y="0"/>
            <a:ext cx="9144000" cy="1959429"/>
          </a:xfrm>
          <a:prstGeom prst="rect">
            <a:avLst/>
          </a:prstGeom>
          <a:gradFill flip="none" rotWithShape="1">
            <a:gsLst>
              <a:gs pos="69000">
                <a:srgbClr val="818A8F"/>
              </a:gs>
              <a:gs pos="0">
                <a:srgbClr val="44525A"/>
              </a:gs>
              <a:gs pos="100000">
                <a:srgbClr val="F4F4F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hasCustomPrompt="1"/>
          </p:nvPr>
        </p:nvSpPr>
        <p:spPr>
          <a:xfrm>
            <a:off x="921639" y="2700396"/>
            <a:ext cx="7525999" cy="3698763"/>
          </a:xfrm>
        </p:spPr>
        <p:txBody>
          <a:bodyPr/>
          <a:lstStyle>
            <a:lvl1pPr>
              <a:lnSpc>
                <a:spcPct val="150000"/>
              </a:lnSpc>
              <a:defRPr sz="2600">
                <a:latin typeface="Bahnschrift" panose="020B0502040204020203" pitchFamily="34" charset="0"/>
              </a:defRPr>
            </a:lvl1pPr>
            <a:lvl2pPr>
              <a:lnSpc>
                <a:spcPct val="150000"/>
              </a:lnSpc>
              <a:defRPr>
                <a:latin typeface="Bahnschrift" panose="020B0502040204020203" pitchFamily="34" charset="0"/>
              </a:defRPr>
            </a:lvl2pPr>
            <a:lvl3pPr>
              <a:lnSpc>
                <a:spcPct val="150000"/>
              </a:lnSpc>
              <a:defRPr>
                <a:latin typeface="Bahnschrift" panose="020B0502040204020203" pitchFamily="34" charset="0"/>
              </a:defRPr>
            </a:lvl3pPr>
            <a:lvl4pPr>
              <a:lnSpc>
                <a:spcPct val="150000"/>
              </a:lnSpc>
              <a:defRPr>
                <a:latin typeface="Bahnschrift" panose="020B0502040204020203" pitchFamily="34" charset="0"/>
              </a:defRPr>
            </a:lvl4pPr>
            <a:lvl5pPr>
              <a:lnSpc>
                <a:spcPct val="150000"/>
              </a:lnSpc>
              <a:defRPr>
                <a:latin typeface="Bahnschrift" panose="020B0502040204020203" pitchFamily="34" charset="0"/>
              </a:defRPr>
            </a:lvl5pPr>
          </a:lstStyle>
          <a:p>
            <a:pPr lvl="0"/>
            <a:r>
              <a:rPr lang="en-US" dirty="0"/>
              <a:t>Outcome 1</a:t>
            </a:r>
          </a:p>
          <a:p>
            <a:pPr lvl="0"/>
            <a:r>
              <a:rPr lang="en-US" dirty="0"/>
              <a:t>Outcome 2</a:t>
            </a:r>
          </a:p>
          <a:p>
            <a:pPr lvl="0"/>
            <a:r>
              <a:rPr lang="en-US" dirty="0"/>
              <a:t>Outcome 3</a:t>
            </a:r>
          </a:p>
        </p:txBody>
      </p:sp>
      <p:sp>
        <p:nvSpPr>
          <p:cNvPr id="10" name="TextBox 9">
            <a:extLst>
              <a:ext uri="{FF2B5EF4-FFF2-40B4-BE49-F238E27FC236}">
                <a16:creationId xmlns:a16="http://schemas.microsoft.com/office/drawing/2014/main" id="{66F90CB2-A495-4AF3-BC7C-1B34E1164439}"/>
              </a:ext>
            </a:extLst>
          </p:cNvPr>
          <p:cNvSpPr txBox="1"/>
          <p:nvPr userDrawn="1"/>
        </p:nvSpPr>
        <p:spPr>
          <a:xfrm>
            <a:off x="628650" y="235182"/>
            <a:ext cx="3429000" cy="1446550"/>
          </a:xfrm>
          <a:prstGeom prst="rect">
            <a:avLst/>
          </a:prstGeom>
          <a:noFill/>
        </p:spPr>
        <p:txBody>
          <a:bodyPr wrap="square" rtlCol="0">
            <a:spAutoFit/>
          </a:bodyPr>
          <a:lstStyle/>
          <a:p>
            <a:pPr marL="0" algn="l" defTabSz="457200" rtl="0" eaLnBrk="1" latinLnBrk="0" hangingPunct="1">
              <a:lnSpc>
                <a:spcPct val="100000"/>
              </a:lnSpc>
              <a:spcBef>
                <a:spcPct val="0"/>
              </a:spcBef>
              <a:buNone/>
            </a:pPr>
            <a:r>
              <a:rPr lang="en-US" sz="4400" kern="1200" dirty="0">
                <a:solidFill>
                  <a:schemeClr val="bg1"/>
                </a:solidFill>
                <a:latin typeface="Bahnschrift SemiBold" panose="020B0502040204020203" pitchFamily="34" charset="0"/>
                <a:ea typeface="+mn-ea"/>
                <a:cs typeface="+mn-cs"/>
              </a:rPr>
              <a:t>Learning Outcomes</a:t>
            </a:r>
          </a:p>
        </p:txBody>
      </p:sp>
      <p:pic>
        <p:nvPicPr>
          <p:cNvPr id="12" name="Picture 11">
            <a:extLst>
              <a:ext uri="{FF2B5EF4-FFF2-40B4-BE49-F238E27FC236}">
                <a16:creationId xmlns:a16="http://schemas.microsoft.com/office/drawing/2014/main" id="{70BD9AB8-BE8B-4AD4-8989-7D5BB1CBD5C5}"/>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6102" b="98622" l="9753" r="89973">
                        <a14:foregroundMark x1="62637" y1="39764" x2="62637" y2="39764"/>
                        <a14:foregroundMark x1="40797" y1="53346" x2="40797" y2="53346"/>
                        <a14:foregroundMark x1="27198" y1="59055" x2="27198" y2="59055"/>
                        <a14:foregroundMark x1="25687" y1="41929" x2="25687" y2="41929"/>
                        <a14:foregroundMark x1="28434" y1="22835" x2="28434" y2="22835"/>
                        <a14:foregroundMark x1="37225" y1="10433" x2="37225" y2="10433"/>
                        <a14:foregroundMark x1="49863" y1="6496" x2="49863" y2="6496"/>
                        <a14:foregroundMark x1="61538" y1="13583" x2="61538" y2="13583"/>
                        <a14:foregroundMark x1="71016" y1="24803" x2="71016" y2="24803"/>
                        <a14:foregroundMark x1="73626" y1="40945" x2="73626" y2="40945"/>
                        <a14:foregroundMark x1="72115" y1="60039" x2="72115" y2="60039"/>
                        <a14:foregroundMark x1="55345" y1="90060" x2="55907" y2="90157"/>
                        <a14:foregroundMark x1="48764" y1="98622" x2="50275" y2="97835"/>
                        <a14:foregroundMark x1="53709" y1="89764" x2="53709" y2="89764"/>
                        <a14:foregroundMark x1="53434" y1="90354" x2="51511" y2="89370"/>
                        <a14:foregroundMark x1="44780" y1="88189" x2="51236" y2="89567"/>
                        <a14:backgroundMark x1="55769" y1="85433" x2="49950" y2="86267"/>
                        <a14:backgroundMark x1="52194" y1="91242" x2="50589" y2="90886"/>
                        <a14:backgroundMark x1="56181" y1="92126" x2="53895" y2="91619"/>
                        <a14:backgroundMark x1="55495" y1="86024" x2="54258" y2="85827"/>
                        <a14:backgroundMark x1="54396" y1="86024" x2="55632" y2="86614"/>
                        <a14:backgroundMark x1="49176" y1="96654" x2="47940" y2="95079"/>
                      </a14:backgroundRemoval>
                    </a14:imgEffect>
                  </a14:imgLayer>
                </a14:imgProps>
              </a:ext>
            </a:extLst>
          </a:blip>
          <a:stretch>
            <a:fillRect/>
          </a:stretch>
        </p:blipFill>
        <p:spPr>
          <a:xfrm rot="19619398">
            <a:off x="7045240" y="145893"/>
            <a:ext cx="2389846" cy="1667640"/>
          </a:xfrm>
          <a:prstGeom prst="rect">
            <a:avLst/>
          </a:prstGeom>
        </p:spPr>
      </p:pic>
      <p:sp>
        <p:nvSpPr>
          <p:cNvPr id="2" name="Rectangle 1">
            <a:extLst>
              <a:ext uri="{FF2B5EF4-FFF2-40B4-BE49-F238E27FC236}">
                <a16:creationId xmlns:a16="http://schemas.microsoft.com/office/drawing/2014/main" id="{0FCCDEB3-12E7-45AF-A8F2-BC0F9E2254EE}"/>
              </a:ext>
            </a:extLst>
          </p:cNvPr>
          <p:cNvSpPr/>
          <p:nvPr userDrawn="1"/>
        </p:nvSpPr>
        <p:spPr>
          <a:xfrm>
            <a:off x="455696" y="1959429"/>
            <a:ext cx="7915742" cy="740967"/>
          </a:xfrm>
          <a:prstGeom prst="rect">
            <a:avLst/>
          </a:prstGeom>
        </p:spPr>
        <p:txBody>
          <a:bodyPr vert="horz" lIns="91440" tIns="45720" rIns="91440" bIns="45720" rtlCol="0">
            <a:normAutofit/>
          </a:bodyPr>
          <a:lstStyle/>
          <a:p>
            <a:pPr marL="0" lvl="0" indent="0" defTabSz="914400">
              <a:lnSpc>
                <a:spcPct val="150000"/>
              </a:lnSpc>
              <a:spcBef>
                <a:spcPts val="1000"/>
              </a:spcBef>
              <a:buFont typeface="Arial" panose="020B0604020202020204" pitchFamily="34" charset="0"/>
              <a:buNone/>
            </a:pPr>
            <a:r>
              <a:rPr lang="en-US" sz="2800" dirty="0">
                <a:solidFill>
                  <a:schemeClr val="tx1"/>
                </a:solidFill>
                <a:latin typeface="Bahnschrift" panose="020B0502040204020203" pitchFamily="34" charset="0"/>
              </a:rPr>
              <a:t>After this lecture, you will be able to</a:t>
            </a:r>
          </a:p>
        </p:txBody>
      </p:sp>
    </p:spTree>
    <p:extLst>
      <p:ext uri="{BB962C8B-B14F-4D97-AF65-F5344CB8AC3E}">
        <p14:creationId xmlns:p14="http://schemas.microsoft.com/office/powerpoint/2010/main" val="2209906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A4C81D-18A7-452F-9BBC-C8DF7C8B815D}"/>
              </a:ext>
            </a:extLst>
          </p:cNvPr>
          <p:cNvSpPr/>
          <p:nvPr userDrawn="1"/>
        </p:nvSpPr>
        <p:spPr>
          <a:xfrm>
            <a:off x="0" y="0"/>
            <a:ext cx="9144000" cy="1325563"/>
          </a:xfrm>
          <a:prstGeom prst="rect">
            <a:avLst/>
          </a:prstGeom>
          <a:solidFill>
            <a:srgbClr val="4452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471054" y="1378760"/>
            <a:ext cx="8229601" cy="5368404"/>
          </a:xfrm>
        </p:spPr>
        <p:txBody>
          <a:bodyPr/>
          <a:lstStyle>
            <a:lvl1pPr>
              <a:lnSpc>
                <a:spcPct val="150000"/>
              </a:lnSpc>
              <a:defRPr>
                <a:latin typeface="Bahnschrift" panose="020B0502040204020203" pitchFamily="34" charset="0"/>
              </a:defRPr>
            </a:lvl1pPr>
            <a:lvl2pPr>
              <a:lnSpc>
                <a:spcPct val="150000"/>
              </a:lnSpc>
              <a:defRPr>
                <a:latin typeface="Bahnschrift" panose="020B0502040204020203" pitchFamily="34" charset="0"/>
              </a:defRPr>
            </a:lvl2pPr>
            <a:lvl3pPr>
              <a:lnSpc>
                <a:spcPct val="150000"/>
              </a:lnSpc>
              <a:defRPr>
                <a:latin typeface="Bahnschrift" panose="020B0502040204020203" pitchFamily="34" charset="0"/>
              </a:defRPr>
            </a:lvl3pPr>
            <a:lvl4pPr>
              <a:lnSpc>
                <a:spcPct val="150000"/>
              </a:lnSpc>
              <a:defRPr>
                <a:latin typeface="Bahnschrift" panose="020B0502040204020203" pitchFamily="34" charset="0"/>
              </a:defRPr>
            </a:lvl4pPr>
            <a:lvl5pPr>
              <a:lnSpc>
                <a:spcPct val="150000"/>
              </a:lnSpc>
              <a:defRPr>
                <a:latin typeface="Bahnschrift"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1">
            <a:extLst>
              <a:ext uri="{FF2B5EF4-FFF2-40B4-BE49-F238E27FC236}">
                <a16:creationId xmlns:a16="http://schemas.microsoft.com/office/drawing/2014/main" id="{D674DD10-9343-40FC-87DE-8A1F63FF11A0}"/>
              </a:ext>
            </a:extLst>
          </p:cNvPr>
          <p:cNvSpPr>
            <a:spLocks noGrp="1"/>
          </p:cNvSpPr>
          <p:nvPr>
            <p:ph type="title"/>
          </p:nvPr>
        </p:nvSpPr>
        <p:spPr>
          <a:xfrm>
            <a:off x="471054" y="0"/>
            <a:ext cx="8672945" cy="1325563"/>
          </a:xfrm>
        </p:spPr>
        <p:txBody>
          <a:bodyPr>
            <a:normAutofit/>
          </a:bodyPr>
          <a:lstStyle>
            <a:lvl1pPr marL="0" algn="l" defTabSz="457200" rtl="0" eaLnBrk="1" latinLnBrk="0" hangingPunct="1">
              <a:lnSpc>
                <a:spcPct val="100000"/>
              </a:lnSpc>
              <a:defRPr lang="en-US" sz="3600" kern="1200" dirty="0">
                <a:solidFill>
                  <a:schemeClr val="bg1"/>
                </a:solidFill>
                <a:latin typeface="Bahnschrift SemiBold" panose="020B0502040204020203" pitchFamily="34" charset="0"/>
                <a:ea typeface="+mn-ea"/>
                <a:cs typeface="+mn-cs"/>
              </a:defRPr>
            </a:lvl1pPr>
          </a:lstStyle>
          <a:p>
            <a:r>
              <a:rPr lang="en-US" dirty="0"/>
              <a:t>Click to edit Master title style</a:t>
            </a:r>
          </a:p>
        </p:txBody>
      </p:sp>
    </p:spTree>
    <p:extLst>
      <p:ext uri="{BB962C8B-B14F-4D97-AF65-F5344CB8AC3E}">
        <p14:creationId xmlns:p14="http://schemas.microsoft.com/office/powerpoint/2010/main" val="2192153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8928101"/>
            <a:ext cx="2057400" cy="365125"/>
          </a:xfrm>
        </p:spPr>
        <p:txBody>
          <a:bodyPr/>
          <a:lstStyle/>
          <a:p>
            <a:fld id="{71BC5188-02C1-4612-A2C7-F501CF181F2E}" type="datetimeFigureOut">
              <a:rPr lang="en-US" smtClean="0"/>
              <a:t>6/23/2021</a:t>
            </a:fld>
            <a:endParaRPr lang="en-US"/>
          </a:p>
        </p:txBody>
      </p:sp>
      <p:sp>
        <p:nvSpPr>
          <p:cNvPr id="5" name="Footer Placeholder 4"/>
          <p:cNvSpPr>
            <a:spLocks noGrp="1"/>
          </p:cNvSpPr>
          <p:nvPr>
            <p:ph type="ftr" sz="quarter" idx="11"/>
          </p:nvPr>
        </p:nvSpPr>
        <p:spPr>
          <a:xfrm>
            <a:off x="3028950" y="8928101"/>
            <a:ext cx="3086100" cy="365125"/>
          </a:xfrm>
        </p:spPr>
        <p:txBody>
          <a:bodyPr/>
          <a:lstStyle/>
          <a:p>
            <a:endParaRPr lang="en-US"/>
          </a:p>
        </p:txBody>
      </p:sp>
      <p:sp>
        <p:nvSpPr>
          <p:cNvPr id="6" name="Slide Number Placeholder 5"/>
          <p:cNvSpPr>
            <a:spLocks noGrp="1"/>
          </p:cNvSpPr>
          <p:nvPr>
            <p:ph type="sldNum" sz="quarter" idx="12"/>
          </p:nvPr>
        </p:nvSpPr>
        <p:spPr>
          <a:xfrm>
            <a:off x="6457950" y="8928101"/>
            <a:ext cx="2057400" cy="365125"/>
          </a:xfrm>
        </p:spPr>
        <p:txBody>
          <a:bodyPr/>
          <a:lstStyle/>
          <a:p>
            <a:fld id="{0E4DDFBB-2C77-4C22-A6ED-B339E4E2C87F}" type="slidenum">
              <a:rPr lang="en-US" smtClean="0"/>
              <a:t>‹#›</a:t>
            </a:fld>
            <a:endParaRPr lang="en-US"/>
          </a:p>
        </p:txBody>
      </p:sp>
      <p:sp>
        <p:nvSpPr>
          <p:cNvPr id="19" name="Freeform: Shape 18">
            <a:extLst>
              <a:ext uri="{FF2B5EF4-FFF2-40B4-BE49-F238E27FC236}">
                <a16:creationId xmlns:a16="http://schemas.microsoft.com/office/drawing/2014/main" id="{89D0141E-891B-4C49-A1C4-D9497F151474}"/>
              </a:ext>
            </a:extLst>
          </p:cNvPr>
          <p:cNvSpPr/>
          <p:nvPr userDrawn="1"/>
        </p:nvSpPr>
        <p:spPr>
          <a:xfrm>
            <a:off x="1562553" y="2584505"/>
            <a:ext cx="6037944" cy="1756230"/>
          </a:xfrm>
          <a:custGeom>
            <a:avLst/>
            <a:gdLst>
              <a:gd name="connsiteX0" fmla="*/ 3018972 w 6037944"/>
              <a:gd name="connsiteY0" fmla="*/ 0 h 1451430"/>
              <a:gd name="connsiteX1" fmla="*/ 6037944 w 6037944"/>
              <a:gd name="connsiteY1" fmla="*/ 725715 h 1451430"/>
              <a:gd name="connsiteX2" fmla="*/ 3018972 w 6037944"/>
              <a:gd name="connsiteY2" fmla="*/ 1451430 h 1451430"/>
              <a:gd name="connsiteX3" fmla="*/ 0 w 6037944"/>
              <a:gd name="connsiteY3" fmla="*/ 725715 h 1451430"/>
              <a:gd name="connsiteX4" fmla="*/ 3018972 w 6037944"/>
              <a:gd name="connsiteY4" fmla="*/ 0 h 1451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451430">
                <a:moveTo>
                  <a:pt x="3018972" y="0"/>
                </a:moveTo>
                <a:cubicBezTo>
                  <a:pt x="4686304" y="0"/>
                  <a:pt x="6037944" y="324914"/>
                  <a:pt x="6037944" y="725715"/>
                </a:cubicBezTo>
                <a:cubicBezTo>
                  <a:pt x="6037944" y="1126516"/>
                  <a:pt x="4686304" y="1451430"/>
                  <a:pt x="3018972" y="1451430"/>
                </a:cubicBezTo>
                <a:cubicBezTo>
                  <a:pt x="1351640" y="1451430"/>
                  <a:pt x="0" y="1126516"/>
                  <a:pt x="0" y="725715"/>
                </a:cubicBezTo>
                <a:cubicBezTo>
                  <a:pt x="0" y="324914"/>
                  <a:pt x="1351640" y="0"/>
                  <a:pt x="3018972" y="0"/>
                </a:cubicBezTo>
                <a:close/>
              </a:path>
            </a:pathLst>
          </a:custGeom>
          <a:gradFill>
            <a:gsLst>
              <a:gs pos="54000">
                <a:schemeClr val="bg1"/>
              </a:gs>
              <a:gs pos="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18" name="Freeform: Shape 17">
            <a:extLst>
              <a:ext uri="{FF2B5EF4-FFF2-40B4-BE49-F238E27FC236}">
                <a16:creationId xmlns:a16="http://schemas.microsoft.com/office/drawing/2014/main" id="{C8AD4718-0501-403B-AFBC-33331BEC043B}"/>
              </a:ext>
            </a:extLst>
          </p:cNvPr>
          <p:cNvSpPr/>
          <p:nvPr userDrawn="1"/>
        </p:nvSpPr>
        <p:spPr>
          <a:xfrm>
            <a:off x="1562553" y="1895077"/>
            <a:ext cx="6037944" cy="1146629"/>
          </a:xfrm>
          <a:custGeom>
            <a:avLst/>
            <a:gdLst>
              <a:gd name="connsiteX0" fmla="*/ 3018972 w 6037944"/>
              <a:gd name="connsiteY0" fmla="*/ 0 h 1146629"/>
              <a:gd name="connsiteX1" fmla="*/ 6037944 w 6037944"/>
              <a:gd name="connsiteY1" fmla="*/ 1146629 h 1146629"/>
              <a:gd name="connsiteX2" fmla="*/ 3018972 w 6037944"/>
              <a:gd name="connsiteY2" fmla="*/ 420914 h 1146629"/>
              <a:gd name="connsiteX3" fmla="*/ 0 w 6037944"/>
              <a:gd name="connsiteY3" fmla="*/ 1146629 h 1146629"/>
              <a:gd name="connsiteX4" fmla="*/ 3018972 w 6037944"/>
              <a:gd name="connsiteY4" fmla="*/ 0 h 114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146629">
                <a:moveTo>
                  <a:pt x="3018972" y="0"/>
                </a:moveTo>
                <a:cubicBezTo>
                  <a:pt x="4686304" y="0"/>
                  <a:pt x="6037944" y="513363"/>
                  <a:pt x="6037944" y="1146629"/>
                </a:cubicBezTo>
                <a:cubicBezTo>
                  <a:pt x="6037944" y="745828"/>
                  <a:pt x="4686304" y="420914"/>
                  <a:pt x="3018972" y="420914"/>
                </a:cubicBezTo>
                <a:cubicBezTo>
                  <a:pt x="1351640" y="420914"/>
                  <a:pt x="0" y="745828"/>
                  <a:pt x="0" y="1146629"/>
                </a:cubicBezTo>
                <a:cubicBezTo>
                  <a:pt x="0" y="513363"/>
                  <a:pt x="1351640" y="0"/>
                  <a:pt x="3018972" y="0"/>
                </a:cubicBezTo>
                <a:close/>
              </a:path>
            </a:pathLst>
          </a:custGeom>
          <a:gradFill>
            <a:gsLst>
              <a:gs pos="0">
                <a:schemeClr val="bg1"/>
              </a:gs>
              <a:gs pos="74000">
                <a:srgbClr val="44525A"/>
              </a:gs>
              <a:gs pos="8300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17" name="Freeform: Shape 16">
            <a:extLst>
              <a:ext uri="{FF2B5EF4-FFF2-40B4-BE49-F238E27FC236}">
                <a16:creationId xmlns:a16="http://schemas.microsoft.com/office/drawing/2014/main" id="{38861B3F-8E45-4BA3-97F7-23CB90BE0433}"/>
              </a:ext>
            </a:extLst>
          </p:cNvPr>
          <p:cNvSpPr/>
          <p:nvPr userDrawn="1"/>
        </p:nvSpPr>
        <p:spPr>
          <a:xfrm>
            <a:off x="1543503" y="3816295"/>
            <a:ext cx="6037944" cy="1146629"/>
          </a:xfrm>
          <a:custGeom>
            <a:avLst/>
            <a:gdLst>
              <a:gd name="connsiteX0" fmla="*/ 0 w 6037944"/>
              <a:gd name="connsiteY0" fmla="*/ 0 h 1146629"/>
              <a:gd name="connsiteX1" fmla="*/ 3018972 w 6037944"/>
              <a:gd name="connsiteY1" fmla="*/ 725715 h 1146629"/>
              <a:gd name="connsiteX2" fmla="*/ 6037944 w 6037944"/>
              <a:gd name="connsiteY2" fmla="*/ 0 h 1146629"/>
              <a:gd name="connsiteX3" fmla="*/ 3018972 w 6037944"/>
              <a:gd name="connsiteY3" fmla="*/ 1146629 h 1146629"/>
              <a:gd name="connsiteX4" fmla="*/ 0 w 6037944"/>
              <a:gd name="connsiteY4" fmla="*/ 0 h 114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146629">
                <a:moveTo>
                  <a:pt x="0" y="0"/>
                </a:moveTo>
                <a:cubicBezTo>
                  <a:pt x="0" y="400801"/>
                  <a:pt x="1351640" y="725715"/>
                  <a:pt x="3018972" y="725715"/>
                </a:cubicBezTo>
                <a:cubicBezTo>
                  <a:pt x="4686304" y="725715"/>
                  <a:pt x="6037944" y="400801"/>
                  <a:pt x="6037944" y="0"/>
                </a:cubicBezTo>
                <a:cubicBezTo>
                  <a:pt x="6037944" y="633266"/>
                  <a:pt x="4686304" y="1146629"/>
                  <a:pt x="3018972" y="1146629"/>
                </a:cubicBezTo>
                <a:cubicBezTo>
                  <a:pt x="1351640" y="1146629"/>
                  <a:pt x="0" y="633266"/>
                  <a:pt x="0" y="0"/>
                </a:cubicBezTo>
                <a:close/>
              </a:path>
            </a:pathLst>
          </a:custGeom>
          <a:gradFill>
            <a:gsLst>
              <a:gs pos="0">
                <a:schemeClr val="bg1"/>
              </a:gs>
              <a:gs pos="74000">
                <a:srgbClr val="44525A"/>
              </a:gs>
              <a:gs pos="8300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22" name="TextBox 21">
            <a:extLst>
              <a:ext uri="{FF2B5EF4-FFF2-40B4-BE49-F238E27FC236}">
                <a16:creationId xmlns:a16="http://schemas.microsoft.com/office/drawing/2014/main" id="{513C37F6-66F0-4125-B2E0-B93F212BA9B3}"/>
              </a:ext>
            </a:extLst>
          </p:cNvPr>
          <p:cNvSpPr txBox="1"/>
          <p:nvPr userDrawn="1"/>
        </p:nvSpPr>
        <p:spPr>
          <a:xfrm>
            <a:off x="2147298" y="3044280"/>
            <a:ext cx="4849404" cy="769441"/>
          </a:xfrm>
          <a:prstGeom prst="rect">
            <a:avLst/>
          </a:prstGeom>
          <a:noFill/>
        </p:spPr>
        <p:txBody>
          <a:bodyPr wrap="none" rtlCol="0">
            <a:spAutoFit/>
          </a:bodyPr>
          <a:lstStyle/>
          <a:p>
            <a:r>
              <a:rPr lang="en-US" sz="4400" dirty="0">
                <a:solidFill>
                  <a:srgbClr val="453A38"/>
                </a:solidFill>
                <a:latin typeface="Bahnschrift SemiBold" panose="020B0502040204020203" pitchFamily="34" charset="0"/>
              </a:rPr>
              <a:t>That’s all for now…</a:t>
            </a:r>
          </a:p>
        </p:txBody>
      </p:sp>
    </p:spTree>
    <p:extLst>
      <p:ext uri="{BB962C8B-B14F-4D97-AF65-F5344CB8AC3E}">
        <p14:creationId xmlns:p14="http://schemas.microsoft.com/office/powerpoint/2010/main" val="780960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BC5188-02C1-4612-A2C7-F501CF181F2E}" type="datetimeFigureOut">
              <a:rPr lang="en-US" smtClean="0"/>
              <a:t>6/23/2021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1078509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BC5188-02C1-4612-A2C7-F501CF181F2E}" type="datetimeFigureOut">
              <a:rPr lang="en-US" smtClean="0"/>
              <a:t>6/23/2021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653003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BC5188-02C1-4612-A2C7-F501CF181F2E}" type="datetimeFigureOut">
              <a:rPr lang="en-US" smtClean="0"/>
              <a:t>6/23/2021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36719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BC5188-02C1-4612-A2C7-F501CF181F2E}" type="datetimeFigureOut">
              <a:rPr lang="en-US" smtClean="0"/>
              <a:t>6/23/2021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77621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BC5188-02C1-4612-A2C7-F501CF181F2E}" type="datetimeFigureOut">
              <a:rPr lang="en-US" smtClean="0"/>
              <a:t>6/23/2021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028252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C5188-02C1-4612-A2C7-F501CF181F2E}" type="datetimeFigureOut">
              <a:rPr lang="en-US" smtClean="0"/>
              <a:t>6/23/2021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474809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C5188-02C1-4612-A2C7-F501CF181F2E}" type="datetimeFigureOut">
              <a:rPr lang="en-US" smtClean="0"/>
              <a:t>6/23/2021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383882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C5188-02C1-4612-A2C7-F501CF181F2E}" type="datetimeFigureOut">
              <a:rPr lang="en-US" smtClean="0"/>
              <a:t>6/23/2021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344260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C5188-02C1-4612-A2C7-F501CF181F2E}" type="datetimeFigureOut">
              <a:rPr lang="en-US" smtClean="0"/>
              <a:t>6/23/2021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230408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72235">
            <a:alpha val="11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C5188-02C1-4612-A2C7-F501CF181F2E}" type="datetimeFigureOut">
              <a:rPr lang="en-US" smtClean="0"/>
              <a:t>6/23/2021</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4DDFBB-2C77-4C22-A6ED-B339E4E2C87F}" type="slidenum">
              <a:rPr lang="en-US" smtClean="0"/>
              <a:t>‹#›</a:t>
            </a:fld>
            <a:endParaRPr lang="en-US"/>
          </a:p>
        </p:txBody>
      </p:sp>
    </p:spTree>
    <p:extLst>
      <p:ext uri="{BB962C8B-B14F-4D97-AF65-F5344CB8AC3E}">
        <p14:creationId xmlns:p14="http://schemas.microsoft.com/office/powerpoint/2010/main" val="2771957338"/>
      </p:ext>
    </p:extLst>
  </p:cSld>
  <p:clrMap bg1="lt1" tx1="dk1" bg2="lt2" tx2="dk2" accent1="accent1" accent2="accent2" accent3="accent3" accent4="accent4" accent5="accent5" accent6="accent6" hlink="hlink" folHlink="folHlink"/>
  <p:sldLayoutIdLst>
    <p:sldLayoutId id="2147483675" r:id="rId1"/>
    <p:sldLayoutId id="2147483673" r:id="rId2"/>
    <p:sldLayoutId id="2147483674"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arget="../media/image4.jpeg" Type="http://schemas.openxmlformats.org/officeDocument/2006/relationships/image"/><Relationship Id="rId1" Target="../slideLayouts/slideLayout3.xml" Type="http://schemas.openxmlformats.org/officeDocument/2006/relationships/slideLayout"/></Relationships>
</file>

<file path=ppt/slides/_rels/slide5.xml.rels><?xml version="1.0" encoding="UTF-8" standalone="yes" ?><Relationships xmlns="http://schemas.openxmlformats.org/package/2006/relationships"><Relationship Id="rId2" Target="../media/image4.jpeg" Type="http://schemas.openxmlformats.org/officeDocument/2006/relationships/image"/><Relationship Id="rId1" Target="../slideLayouts/slideLayout3.xml" Type="http://schemas.openxmlformats.org/officeDocument/2006/relationships/slideLayout"/></Relationships>
</file>

<file path=ppt/slides/_rels/slide6.xml.rels><?xml version="1.0" encoding="UTF-8" standalone="yes" ?><Relationships xmlns="http://schemas.openxmlformats.org/package/2006/relationships"><Relationship Id="rId2" Target="../media/image4.jpeg" Type="http://schemas.openxmlformats.org/officeDocument/2006/relationships/image"/><Relationship Id="rId1" Target="../slideLayouts/slideLayout3.xml" Type="http://schemas.openxmlformats.org/officeDocument/2006/relationships/slideLayout"/></Relationships>
</file>

<file path=ppt/slides/_rels/slide7.xml.rels><?xml version="1.0" encoding="UTF-8" standalone="yes" ?><Relationships xmlns="http://schemas.openxmlformats.org/package/2006/relationships"><Relationship Id="rId2" Target="../media/image5.jpeg" Type="http://schemas.openxmlformats.org/officeDocument/2006/relationships/image"/><Relationship Id="rId1" Target="../slideLayouts/slideLayout3.xml" Type="http://schemas.openxmlformats.org/officeDocument/2006/relationships/slideLayout"/></Relationships>
</file>

<file path=ppt/slides/_rels/slide8.xml.rels><?xml version="1.0" encoding="UTF-8" standalone="yes" ?><Relationships xmlns="http://schemas.openxmlformats.org/package/2006/relationships"><Relationship Id="rId2" Target="../media/image5.jpeg" Type="http://schemas.openxmlformats.org/officeDocument/2006/relationships/image"/><Relationship Id="rId1" Target="../slideLayouts/slideLayout3.xml" Type="http://schemas.openxmlformats.org/officeDocument/2006/relationships/slideLayout"/></Relationships>
</file>

<file path=ppt/slides/_rels/slide9.xml.rels><?xml version="1.0" encoding="UTF-8" standalone="yes" ?><Relationships xmlns="http://schemas.openxmlformats.org/package/2006/relationships"><Relationship Id="rId2" Target="../media/image5.jpeg" Type="http://schemas.openxmlformats.org/officeDocument/2006/relationships/image"/><Relationship Id="rId1" Target="../slideLayouts/slideLayout3.xml" Type="http://schemas.openxmlformats.org/officeDocument/2006/relationships/slideLayout"/></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7609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1D9C0B-6FD1-4FB9-A1DD-A4626C9E7E32}"/>
              </a:ext>
            </a:extLst>
          </p:cNvPr>
          <p:cNvSpPr>
            <a:spLocks noGrp="1"/>
          </p:cNvSpPr>
          <p:nvPr>
            <p:ph idx="1"/>
          </p:nvPr>
        </p:nvSpPr>
        <p:spPr>
          <a:xfrm>
            <a:off x="524655" y="2743200"/>
            <a:ext cx="7830800" cy="3773150"/>
          </a:xfrm>
        </p:spPr>
        <p:txBody>
          <a:bodyPr/>
          <a:lstStyle/>
          <a:p>
            <a:pPr algn="just"/>
            <a:r>
              <a:rPr lang="en-US" dirty="0"/>
              <a:t>understand </a:t>
            </a:r>
            <a:r>
              <a:rPr lang="en-IN" b="0" i="0" dirty="0">
                <a:solidFill>
                  <a:srgbClr val="000000"/>
                </a:solidFill>
                <a:effectLst/>
              </a:rPr>
              <a:t>Programming Models For Big Data</a:t>
            </a:r>
            <a:r>
              <a:rPr lang="en-IN" b="0" i="0" dirty="0">
                <a:solidFill>
                  <a:srgbClr val="000000"/>
                </a:solidFill>
                <a:effectLst/>
                <a:latin typeface="Roboto" panose="02000000000000000000" pitchFamily="2" charset="0"/>
              </a:rPr>
              <a:t>.</a:t>
            </a:r>
            <a:endParaRPr lang="en-US" dirty="0"/>
          </a:p>
        </p:txBody>
      </p:sp>
    </p:spTree>
    <p:extLst>
      <p:ext uri="{BB962C8B-B14F-4D97-AF65-F5344CB8AC3E}">
        <p14:creationId xmlns:p14="http://schemas.microsoft.com/office/powerpoint/2010/main" val="2497399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52922B-A132-4D34-B90C-8808A1B6B4B5}"/>
              </a:ext>
            </a:extLst>
          </p:cNvPr>
          <p:cNvSpPr>
            <a:spLocks noGrp="1"/>
          </p:cNvSpPr>
          <p:nvPr>
            <p:ph idx="1"/>
          </p:nvPr>
        </p:nvSpPr>
        <p:spPr/>
        <p:txBody>
          <a:bodyPr/>
          <a:lstStyle/>
          <a:p>
            <a:pPr marL="0" indent="0">
              <a:buNone/>
            </a:pPr>
            <a:r>
              <a:rPr lang="en-US" dirty="0"/>
              <a:t>Popular Models for </a:t>
            </a:r>
            <a:r>
              <a:rPr lang="en-US" dirty="0">
                <a:solidFill>
                  <a:srgbClr val="FF0000"/>
                </a:solidFill>
              </a:rPr>
              <a:t>Big Data </a:t>
            </a:r>
            <a:r>
              <a:rPr lang="en-US" dirty="0"/>
              <a:t>are:</a:t>
            </a:r>
            <a:endParaRPr lang="en-US" sz="2800" b="0" i="0" dirty="0">
              <a:solidFill>
                <a:srgbClr val="333333"/>
              </a:solidFill>
              <a:effectLst/>
              <a:latin typeface="Bahnschrift" panose="020B0502040204020203" pitchFamily="34" charset="0"/>
            </a:endParaRPr>
          </a:p>
        </p:txBody>
      </p:sp>
      <p:sp>
        <p:nvSpPr>
          <p:cNvPr id="3" name="Title 2">
            <a:extLst>
              <a:ext uri="{FF2B5EF4-FFF2-40B4-BE49-F238E27FC236}">
                <a16:creationId xmlns:a16="http://schemas.microsoft.com/office/drawing/2014/main" id="{9C27E1D6-E295-4037-ADAB-F9B050F2C519}"/>
              </a:ext>
            </a:extLst>
          </p:cNvPr>
          <p:cNvSpPr>
            <a:spLocks noGrp="1"/>
          </p:cNvSpPr>
          <p:nvPr>
            <p:ph type="title"/>
          </p:nvPr>
        </p:nvSpPr>
        <p:spPr/>
        <p:txBody>
          <a:bodyPr/>
          <a:lstStyle/>
          <a:p>
            <a:r>
              <a:rPr lang="en-US" dirty="0"/>
              <a:t>Popular Models</a:t>
            </a:r>
          </a:p>
        </p:txBody>
      </p:sp>
      <p:graphicFrame>
        <p:nvGraphicFramePr>
          <p:cNvPr id="4" name="Diagram 3">
            <a:extLst>
              <a:ext uri="{FF2B5EF4-FFF2-40B4-BE49-F238E27FC236}">
                <a16:creationId xmlns:a16="http://schemas.microsoft.com/office/drawing/2014/main" id="{3E78ED24-6DE0-4887-A62F-FD925B3694D8}"/>
              </a:ext>
            </a:extLst>
          </p:cNvPr>
          <p:cNvGraphicFramePr/>
          <p:nvPr>
            <p:extLst>
              <p:ext uri="{D42A27DB-BD31-4B8C-83A1-F6EECF244321}">
                <p14:modId xmlns:p14="http://schemas.microsoft.com/office/powerpoint/2010/main" val="2722509220"/>
              </p:ext>
            </p:extLst>
          </p:nvPr>
        </p:nvGraphicFramePr>
        <p:xfrm>
          <a:off x="579619" y="2176489"/>
          <a:ext cx="7904813" cy="43442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3012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D81759F-63C9-415D-8833-6543553AAF55}"/>
              </a:ext>
            </a:extLst>
          </p:cNvPr>
          <p:cNvPicPr>
            <a:picLocks noGrp="1" noChangeAspect="1"/>
          </p:cNvPicPr>
          <p:nvPr>
            <p:ph idx="1"/>
          </p:nvPr>
        </p:nvPicPr>
        <p:blipFill>
          <a:blip r:embed="rId2"/>
          <a:stretch>
            <a:fillRect/>
          </a:stretch>
        </p:blipFill>
        <p:spPr>
          <a:xfrm>
            <a:off x="2739229" y="1504677"/>
            <a:ext cx="3665539" cy="1754446"/>
          </a:xfrm>
          <a:prstGeom prst="rect">
            <a:avLst/>
          </a:prstGeom>
          <a:ln>
            <a:noFill/>
          </a:ln>
          <a:effectLst>
            <a:outerShdw blurRad="292100" dist="139700" dir="2700000" algn="tl" rotWithShape="0">
              <a:srgbClr val="333333">
                <a:alpha val="65000"/>
              </a:srgbClr>
            </a:outerShdw>
          </a:effectLst>
        </p:spPr>
      </p:pic>
      <p:sp>
        <p:nvSpPr>
          <p:cNvPr id="3" name="Title 2">
            <a:extLst>
              <a:ext uri="{FF2B5EF4-FFF2-40B4-BE49-F238E27FC236}">
                <a16:creationId xmlns:a16="http://schemas.microsoft.com/office/drawing/2014/main" id="{A0FC7787-F387-4A28-974C-7E2E66837EC0}"/>
              </a:ext>
            </a:extLst>
          </p:cNvPr>
          <p:cNvSpPr>
            <a:spLocks noGrp="1"/>
          </p:cNvSpPr>
          <p:nvPr>
            <p:ph type="title"/>
          </p:nvPr>
        </p:nvSpPr>
        <p:spPr/>
        <p:txBody>
          <a:bodyPr/>
          <a:lstStyle/>
          <a:p>
            <a:r>
              <a:rPr lang="en-IN" dirty="0"/>
              <a:t>MapReduce</a:t>
            </a:r>
          </a:p>
        </p:txBody>
      </p:sp>
      <p:sp>
        <p:nvSpPr>
          <p:cNvPr id="5" name="Rectangle 4">
            <a:extLst>
              <a:ext uri="{FF2B5EF4-FFF2-40B4-BE49-F238E27FC236}">
                <a16:creationId xmlns:a16="http://schemas.microsoft.com/office/drawing/2014/main" id="{50A3DAE2-A364-4D1B-B433-977A3F521E38}"/>
              </a:ext>
            </a:extLst>
          </p:cNvPr>
          <p:cNvSpPr/>
          <p:nvPr/>
        </p:nvSpPr>
        <p:spPr>
          <a:xfrm>
            <a:off x="2963170" y="3476691"/>
            <a:ext cx="3217658" cy="779489"/>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Bahnschrift" panose="020B0502040204020203" pitchFamily="34" charset="0"/>
              </a:rPr>
              <a:t>Process Huge Amount of Data</a:t>
            </a:r>
          </a:p>
        </p:txBody>
      </p:sp>
    </p:spTree>
    <p:extLst>
      <p:ext uri="{BB962C8B-B14F-4D97-AF65-F5344CB8AC3E}">
        <p14:creationId xmlns:p14="http://schemas.microsoft.com/office/powerpoint/2010/main" val="2838764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D81759F-63C9-415D-8833-6543553AAF55}"/>
              </a:ext>
            </a:extLst>
          </p:cNvPr>
          <p:cNvPicPr>
            <a:picLocks noGrp="1" noChangeAspect="1"/>
          </p:cNvPicPr>
          <p:nvPr>
            <p:ph idx="1"/>
          </p:nvPr>
        </p:nvPicPr>
        <p:blipFill>
          <a:blip r:embed="rId2"/>
          <a:stretch>
            <a:fillRect/>
          </a:stretch>
        </p:blipFill>
        <p:spPr>
          <a:xfrm>
            <a:off x="2739229" y="1504677"/>
            <a:ext cx="3665539" cy="1754446"/>
          </a:xfrm>
          <a:prstGeom prst="rect">
            <a:avLst/>
          </a:prstGeom>
          <a:ln>
            <a:noFill/>
          </a:ln>
          <a:effectLst>
            <a:outerShdw blurRad="292100" dist="139700" dir="2700000" algn="tl" rotWithShape="0">
              <a:srgbClr val="333333">
                <a:alpha val="65000"/>
              </a:srgbClr>
            </a:outerShdw>
          </a:effectLst>
        </p:spPr>
      </p:pic>
      <p:sp>
        <p:nvSpPr>
          <p:cNvPr id="3" name="Title 2">
            <a:extLst>
              <a:ext uri="{FF2B5EF4-FFF2-40B4-BE49-F238E27FC236}">
                <a16:creationId xmlns:a16="http://schemas.microsoft.com/office/drawing/2014/main" id="{A0FC7787-F387-4A28-974C-7E2E66837EC0}"/>
              </a:ext>
            </a:extLst>
          </p:cNvPr>
          <p:cNvSpPr>
            <a:spLocks noGrp="1"/>
          </p:cNvSpPr>
          <p:nvPr>
            <p:ph type="title"/>
          </p:nvPr>
        </p:nvSpPr>
        <p:spPr/>
        <p:txBody>
          <a:bodyPr/>
          <a:lstStyle/>
          <a:p>
            <a:r>
              <a:rPr lang="en-IN" dirty="0"/>
              <a:t>MapReduce</a:t>
            </a:r>
          </a:p>
        </p:txBody>
      </p:sp>
      <p:sp>
        <p:nvSpPr>
          <p:cNvPr id="5" name="Rectangle 4">
            <a:extLst>
              <a:ext uri="{FF2B5EF4-FFF2-40B4-BE49-F238E27FC236}">
                <a16:creationId xmlns:a16="http://schemas.microsoft.com/office/drawing/2014/main" id="{50A3DAE2-A364-4D1B-B433-977A3F521E38}"/>
              </a:ext>
            </a:extLst>
          </p:cNvPr>
          <p:cNvSpPr/>
          <p:nvPr/>
        </p:nvSpPr>
        <p:spPr>
          <a:xfrm>
            <a:off x="2963170" y="3476691"/>
            <a:ext cx="3217658" cy="779489"/>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Bahnschrift" panose="020B0502040204020203" pitchFamily="34" charset="0"/>
              </a:rPr>
              <a:t>Process Huge Amount of Data</a:t>
            </a:r>
          </a:p>
        </p:txBody>
      </p:sp>
      <p:sp>
        <p:nvSpPr>
          <p:cNvPr id="6" name="Rectangle 5">
            <a:extLst>
              <a:ext uri="{FF2B5EF4-FFF2-40B4-BE49-F238E27FC236}">
                <a16:creationId xmlns:a16="http://schemas.microsoft.com/office/drawing/2014/main" id="{6415272F-D691-4905-83B3-FB82A86A7EC5}"/>
              </a:ext>
            </a:extLst>
          </p:cNvPr>
          <p:cNvSpPr/>
          <p:nvPr/>
        </p:nvSpPr>
        <p:spPr>
          <a:xfrm>
            <a:off x="2987748" y="4473748"/>
            <a:ext cx="3168502" cy="662008"/>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Bahnschrift" panose="020B0502040204020203" pitchFamily="34" charset="0"/>
              </a:rPr>
              <a:t>In parallel</a:t>
            </a:r>
          </a:p>
        </p:txBody>
      </p:sp>
    </p:spTree>
    <p:extLst>
      <p:ext uri="{BB962C8B-B14F-4D97-AF65-F5344CB8AC3E}">
        <p14:creationId xmlns:p14="http://schemas.microsoft.com/office/powerpoint/2010/main" val="954567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D81759F-63C9-415D-8833-6543553AAF55}"/>
              </a:ext>
            </a:extLst>
          </p:cNvPr>
          <p:cNvPicPr>
            <a:picLocks noGrp="1" noChangeAspect="1"/>
          </p:cNvPicPr>
          <p:nvPr>
            <p:ph idx="1"/>
          </p:nvPr>
        </p:nvPicPr>
        <p:blipFill>
          <a:blip r:embed="rId2"/>
          <a:stretch>
            <a:fillRect/>
          </a:stretch>
        </p:blipFill>
        <p:spPr>
          <a:xfrm>
            <a:off x="2739229" y="1504677"/>
            <a:ext cx="3665539" cy="1754446"/>
          </a:xfrm>
          <a:prstGeom prst="rect">
            <a:avLst/>
          </a:prstGeom>
          <a:ln>
            <a:noFill/>
          </a:ln>
          <a:effectLst>
            <a:outerShdw blurRad="292100" dist="139700" dir="2700000" algn="tl" rotWithShape="0">
              <a:srgbClr val="333333">
                <a:alpha val="65000"/>
              </a:srgbClr>
            </a:outerShdw>
          </a:effectLst>
        </p:spPr>
      </p:pic>
      <p:sp>
        <p:nvSpPr>
          <p:cNvPr id="3" name="Title 2">
            <a:extLst>
              <a:ext uri="{FF2B5EF4-FFF2-40B4-BE49-F238E27FC236}">
                <a16:creationId xmlns:a16="http://schemas.microsoft.com/office/drawing/2014/main" id="{A0FC7787-F387-4A28-974C-7E2E66837EC0}"/>
              </a:ext>
            </a:extLst>
          </p:cNvPr>
          <p:cNvSpPr>
            <a:spLocks noGrp="1"/>
          </p:cNvSpPr>
          <p:nvPr>
            <p:ph type="title"/>
          </p:nvPr>
        </p:nvSpPr>
        <p:spPr/>
        <p:txBody>
          <a:bodyPr/>
          <a:lstStyle/>
          <a:p>
            <a:r>
              <a:rPr lang="en-IN" dirty="0"/>
              <a:t>MapReduce</a:t>
            </a:r>
          </a:p>
        </p:txBody>
      </p:sp>
      <p:sp>
        <p:nvSpPr>
          <p:cNvPr id="5" name="Rectangle 4">
            <a:extLst>
              <a:ext uri="{FF2B5EF4-FFF2-40B4-BE49-F238E27FC236}">
                <a16:creationId xmlns:a16="http://schemas.microsoft.com/office/drawing/2014/main" id="{50A3DAE2-A364-4D1B-B433-977A3F521E38}"/>
              </a:ext>
            </a:extLst>
          </p:cNvPr>
          <p:cNvSpPr/>
          <p:nvPr/>
        </p:nvSpPr>
        <p:spPr>
          <a:xfrm>
            <a:off x="2963170" y="3476691"/>
            <a:ext cx="3217658" cy="779489"/>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Bahnschrift" panose="020B0502040204020203" pitchFamily="34" charset="0"/>
              </a:rPr>
              <a:t>Process Huge Amount of Data</a:t>
            </a:r>
          </a:p>
        </p:txBody>
      </p:sp>
      <p:sp>
        <p:nvSpPr>
          <p:cNvPr id="6" name="Rectangle 5">
            <a:extLst>
              <a:ext uri="{FF2B5EF4-FFF2-40B4-BE49-F238E27FC236}">
                <a16:creationId xmlns:a16="http://schemas.microsoft.com/office/drawing/2014/main" id="{6415272F-D691-4905-83B3-FB82A86A7EC5}"/>
              </a:ext>
            </a:extLst>
          </p:cNvPr>
          <p:cNvSpPr/>
          <p:nvPr/>
        </p:nvSpPr>
        <p:spPr>
          <a:xfrm>
            <a:off x="2987748" y="4473748"/>
            <a:ext cx="3168502" cy="662008"/>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Bahnschrift" panose="020B0502040204020203" pitchFamily="34" charset="0"/>
              </a:rPr>
              <a:t>In parallel</a:t>
            </a:r>
          </a:p>
        </p:txBody>
      </p:sp>
      <p:sp>
        <p:nvSpPr>
          <p:cNvPr id="7" name="Rectangle 6">
            <a:extLst>
              <a:ext uri="{FF2B5EF4-FFF2-40B4-BE49-F238E27FC236}">
                <a16:creationId xmlns:a16="http://schemas.microsoft.com/office/drawing/2014/main" id="{6270E035-042E-43CA-91BB-8A7F0B03802B}"/>
              </a:ext>
            </a:extLst>
          </p:cNvPr>
          <p:cNvSpPr/>
          <p:nvPr/>
        </p:nvSpPr>
        <p:spPr>
          <a:xfrm>
            <a:off x="2987748" y="5353323"/>
            <a:ext cx="3168502" cy="935665"/>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0" i="0" dirty="0">
                <a:solidFill>
                  <a:schemeClr val="bg1"/>
                </a:solidFill>
                <a:effectLst/>
                <a:latin typeface="Bahnschrift" panose="020B0502040204020203" pitchFamily="34" charset="0"/>
              </a:rPr>
              <a:t> On large clusters of commodity hardware</a:t>
            </a:r>
            <a:endParaRPr lang="en-IN" sz="2400"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82517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7CF970D-779C-44B8-8619-0071E1060E4E}"/>
              </a:ext>
            </a:extLst>
          </p:cNvPr>
          <p:cNvPicPr>
            <a:picLocks noGrp="1" noChangeAspect="1"/>
          </p:cNvPicPr>
          <p:nvPr>
            <p:ph idx="1"/>
          </p:nvPr>
        </p:nvPicPr>
        <p:blipFill rotWithShape="1">
          <a:blip r:embed="rId2"/>
          <a:srcRect r="60321"/>
          <a:stretch/>
        </p:blipFill>
        <p:spPr>
          <a:xfrm>
            <a:off x="377211" y="1765004"/>
            <a:ext cx="3312288" cy="3487479"/>
          </a:xfrm>
          <a:prstGeom prst="rect">
            <a:avLst/>
          </a:prstGeom>
        </p:spPr>
      </p:pic>
      <p:sp>
        <p:nvSpPr>
          <p:cNvPr id="3" name="Title 2">
            <a:extLst>
              <a:ext uri="{FF2B5EF4-FFF2-40B4-BE49-F238E27FC236}">
                <a16:creationId xmlns:a16="http://schemas.microsoft.com/office/drawing/2014/main" id="{85FC49AD-5D42-4066-AC0A-6DFDAE55F7CF}"/>
              </a:ext>
            </a:extLst>
          </p:cNvPr>
          <p:cNvSpPr>
            <a:spLocks noGrp="1"/>
          </p:cNvSpPr>
          <p:nvPr>
            <p:ph type="title"/>
          </p:nvPr>
        </p:nvSpPr>
        <p:spPr/>
        <p:txBody>
          <a:bodyPr/>
          <a:lstStyle/>
          <a:p>
            <a:r>
              <a:rPr lang="en-US" dirty="0"/>
              <a:t>MapReduce</a:t>
            </a:r>
            <a:endParaRPr lang="en-IN" dirty="0"/>
          </a:p>
        </p:txBody>
      </p:sp>
      <p:cxnSp>
        <p:nvCxnSpPr>
          <p:cNvPr id="6" name="Straight Arrow Connector 5">
            <a:extLst>
              <a:ext uri="{FF2B5EF4-FFF2-40B4-BE49-F238E27FC236}">
                <a16:creationId xmlns:a16="http://schemas.microsoft.com/office/drawing/2014/main" id="{79ACBAE8-9133-449B-9643-AD068B6DE19D}"/>
              </a:ext>
            </a:extLst>
          </p:cNvPr>
          <p:cNvCxnSpPr>
            <a:cxnSpLocks/>
          </p:cNvCxnSpPr>
          <p:nvPr/>
        </p:nvCxnSpPr>
        <p:spPr>
          <a:xfrm>
            <a:off x="3689499" y="3567223"/>
            <a:ext cx="659219" cy="0"/>
          </a:xfrm>
          <a:prstGeom prst="straightConnector1">
            <a:avLst/>
          </a:prstGeom>
          <a:ln w="28575">
            <a:solidFill>
              <a:srgbClr val="44525A"/>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0573439-442F-44EE-9012-CC9C8BBF1DCD}"/>
              </a:ext>
            </a:extLst>
          </p:cNvPr>
          <p:cNvSpPr/>
          <p:nvPr/>
        </p:nvSpPr>
        <p:spPr>
          <a:xfrm>
            <a:off x="4348718" y="3290777"/>
            <a:ext cx="1711842" cy="669851"/>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Key/Value pairs</a:t>
            </a:r>
            <a:endParaRPr lang="en-IN" dirty="0">
              <a:latin typeface="Bahnschrift" panose="020B0502040204020203" pitchFamily="34" charset="0"/>
            </a:endParaRPr>
          </a:p>
        </p:txBody>
      </p:sp>
    </p:spTree>
    <p:extLst>
      <p:ext uri="{BB962C8B-B14F-4D97-AF65-F5344CB8AC3E}">
        <p14:creationId xmlns:p14="http://schemas.microsoft.com/office/powerpoint/2010/main" val="3720440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7CF970D-779C-44B8-8619-0071E1060E4E}"/>
              </a:ext>
            </a:extLst>
          </p:cNvPr>
          <p:cNvPicPr>
            <a:picLocks noGrp="1" noChangeAspect="1"/>
          </p:cNvPicPr>
          <p:nvPr>
            <p:ph idx="1"/>
          </p:nvPr>
        </p:nvPicPr>
        <p:blipFill rotWithShape="1">
          <a:blip r:embed="rId2"/>
          <a:srcRect r="30771"/>
          <a:stretch/>
        </p:blipFill>
        <p:spPr>
          <a:xfrm>
            <a:off x="377211" y="1765004"/>
            <a:ext cx="5779040" cy="3487479"/>
          </a:xfrm>
          <a:prstGeom prst="rect">
            <a:avLst/>
          </a:prstGeom>
        </p:spPr>
      </p:pic>
      <p:sp>
        <p:nvSpPr>
          <p:cNvPr id="3" name="Title 2">
            <a:extLst>
              <a:ext uri="{FF2B5EF4-FFF2-40B4-BE49-F238E27FC236}">
                <a16:creationId xmlns:a16="http://schemas.microsoft.com/office/drawing/2014/main" id="{85FC49AD-5D42-4066-AC0A-6DFDAE55F7CF}"/>
              </a:ext>
            </a:extLst>
          </p:cNvPr>
          <p:cNvSpPr>
            <a:spLocks noGrp="1"/>
          </p:cNvSpPr>
          <p:nvPr>
            <p:ph type="title"/>
          </p:nvPr>
        </p:nvSpPr>
        <p:spPr/>
        <p:txBody>
          <a:bodyPr/>
          <a:lstStyle/>
          <a:p>
            <a:r>
              <a:rPr lang="en-US" dirty="0"/>
              <a:t>MapReduce</a:t>
            </a:r>
            <a:endParaRPr lang="en-IN" dirty="0"/>
          </a:p>
        </p:txBody>
      </p:sp>
    </p:spTree>
    <p:extLst>
      <p:ext uri="{BB962C8B-B14F-4D97-AF65-F5344CB8AC3E}">
        <p14:creationId xmlns:p14="http://schemas.microsoft.com/office/powerpoint/2010/main" val="3371419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7CF970D-779C-44B8-8619-0071E1060E4E}"/>
              </a:ext>
            </a:extLst>
          </p:cNvPr>
          <p:cNvPicPr>
            <a:picLocks noGrp="1" noChangeAspect="1"/>
          </p:cNvPicPr>
          <p:nvPr>
            <p:ph idx="1"/>
          </p:nvPr>
        </p:nvPicPr>
        <p:blipFill>
          <a:blip r:embed="rId2"/>
          <a:stretch>
            <a:fillRect/>
          </a:stretch>
        </p:blipFill>
        <p:spPr>
          <a:xfrm>
            <a:off x="377210" y="1765004"/>
            <a:ext cx="8347689" cy="3487479"/>
          </a:xfrm>
          <a:prstGeom prst="rect">
            <a:avLst/>
          </a:prstGeom>
        </p:spPr>
      </p:pic>
      <p:sp>
        <p:nvSpPr>
          <p:cNvPr id="3" name="Title 2">
            <a:extLst>
              <a:ext uri="{FF2B5EF4-FFF2-40B4-BE49-F238E27FC236}">
                <a16:creationId xmlns:a16="http://schemas.microsoft.com/office/drawing/2014/main" id="{85FC49AD-5D42-4066-AC0A-6DFDAE55F7CF}"/>
              </a:ext>
            </a:extLst>
          </p:cNvPr>
          <p:cNvSpPr>
            <a:spLocks noGrp="1"/>
          </p:cNvSpPr>
          <p:nvPr>
            <p:ph type="title"/>
          </p:nvPr>
        </p:nvSpPr>
        <p:spPr/>
        <p:txBody>
          <a:bodyPr/>
          <a:lstStyle/>
          <a:p>
            <a:r>
              <a:rPr lang="en-US" dirty="0"/>
              <a:t>MapReduce</a:t>
            </a:r>
            <a:endParaRPr lang="en-IN" dirty="0"/>
          </a:p>
        </p:txBody>
      </p:sp>
    </p:spTree>
    <p:extLst>
      <p:ext uri="{BB962C8B-B14F-4D97-AF65-F5344CB8AC3E}">
        <p14:creationId xmlns:p14="http://schemas.microsoft.com/office/powerpoint/2010/main" val="3504590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4A7E9C-C00A-4AA9-963C-FAA8875445C1}"/>
              </a:ext>
            </a:extLst>
          </p:cNvPr>
          <p:cNvSpPr>
            <a:spLocks noGrp="1"/>
          </p:cNvSpPr>
          <p:nvPr>
            <p:ph idx="1"/>
          </p:nvPr>
        </p:nvSpPr>
        <p:spPr/>
        <p:txBody>
          <a:bodyPr/>
          <a:lstStyle/>
          <a:p>
            <a:pPr algn="just">
              <a:buFont typeface="Arial" panose="020B0604020202020204" pitchFamily="34" charset="0"/>
              <a:buChar char="•"/>
            </a:pPr>
            <a:r>
              <a:rPr lang="en-US" b="0" i="0" dirty="0">
                <a:solidFill>
                  <a:srgbClr val="000000"/>
                </a:solidFill>
                <a:effectLst/>
              </a:rPr>
              <a:t>Generally MapReduce paradigm is based on sending the computer to where the data resides!</a:t>
            </a:r>
          </a:p>
          <a:p>
            <a:pPr algn="just">
              <a:buFont typeface="Arial" panose="020B0604020202020204" pitchFamily="34" charset="0"/>
              <a:buChar char="•"/>
            </a:pPr>
            <a:r>
              <a:rPr lang="en-US" b="0" i="0" dirty="0">
                <a:solidFill>
                  <a:srgbClr val="000000"/>
                </a:solidFill>
                <a:effectLst/>
              </a:rPr>
              <a:t>MapReduce program executes in three stages, namely map stage, shuffle stage, and reduce stage.</a:t>
            </a:r>
          </a:p>
          <a:p>
            <a:pPr lvl="1"/>
            <a:endParaRPr lang="en-IN" dirty="0"/>
          </a:p>
        </p:txBody>
      </p:sp>
      <p:sp>
        <p:nvSpPr>
          <p:cNvPr id="3" name="Title 2">
            <a:extLst>
              <a:ext uri="{FF2B5EF4-FFF2-40B4-BE49-F238E27FC236}">
                <a16:creationId xmlns:a16="http://schemas.microsoft.com/office/drawing/2014/main" id="{7D23F35D-694B-4A14-BE39-0AA2E9D5958C}"/>
              </a:ext>
            </a:extLst>
          </p:cNvPr>
          <p:cNvSpPr>
            <a:spLocks noGrp="1"/>
          </p:cNvSpPr>
          <p:nvPr>
            <p:ph type="title"/>
          </p:nvPr>
        </p:nvSpPr>
        <p:spPr/>
        <p:txBody>
          <a:bodyPr/>
          <a:lstStyle/>
          <a:p>
            <a:r>
              <a:rPr lang="en-IN" b="0" i="0" dirty="0">
                <a:effectLst/>
              </a:rPr>
              <a:t>The Algorithm</a:t>
            </a:r>
            <a:endParaRPr lang="en-IN" dirty="0"/>
          </a:p>
        </p:txBody>
      </p:sp>
    </p:spTree>
    <p:extLst>
      <p:ext uri="{BB962C8B-B14F-4D97-AF65-F5344CB8AC3E}">
        <p14:creationId xmlns:p14="http://schemas.microsoft.com/office/powerpoint/2010/main" val="3084862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FC7787-F387-4A28-974C-7E2E66837EC0}"/>
              </a:ext>
            </a:extLst>
          </p:cNvPr>
          <p:cNvSpPr>
            <a:spLocks noGrp="1"/>
          </p:cNvSpPr>
          <p:nvPr>
            <p:ph type="title"/>
          </p:nvPr>
        </p:nvSpPr>
        <p:spPr/>
        <p:txBody>
          <a:bodyPr>
            <a:normAutofit/>
          </a:bodyPr>
          <a:lstStyle/>
          <a:p>
            <a:r>
              <a:rPr lang="en-IN" dirty="0"/>
              <a:t>MapReduce</a:t>
            </a:r>
          </a:p>
        </p:txBody>
      </p:sp>
      <p:graphicFrame>
        <p:nvGraphicFramePr>
          <p:cNvPr id="5" name="Diagram 4">
            <a:extLst>
              <a:ext uri="{FF2B5EF4-FFF2-40B4-BE49-F238E27FC236}">
                <a16:creationId xmlns:a16="http://schemas.microsoft.com/office/drawing/2014/main" id="{E2B18745-BA0F-43C0-87D4-DC3D6F04290B}"/>
              </a:ext>
            </a:extLst>
          </p:cNvPr>
          <p:cNvGraphicFramePr/>
          <p:nvPr>
            <p:extLst>
              <p:ext uri="{D42A27DB-BD31-4B8C-83A1-F6EECF244321}">
                <p14:modId xmlns:p14="http://schemas.microsoft.com/office/powerpoint/2010/main" val="4244532488"/>
              </p:ext>
            </p:extLst>
          </p:nvPr>
        </p:nvGraphicFramePr>
        <p:xfrm>
          <a:off x="654570" y="1561891"/>
          <a:ext cx="8099686" cy="50787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74156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959F6B-4C6F-43DB-A964-3F9FDDD5AE24}"/>
              </a:ext>
            </a:extLst>
          </p:cNvPr>
          <p:cNvSpPr>
            <a:spLocks noGrp="1"/>
          </p:cNvSpPr>
          <p:nvPr>
            <p:ph idx="1"/>
          </p:nvPr>
        </p:nvSpPr>
        <p:spPr/>
        <p:txBody>
          <a:bodyPr>
            <a:noAutofit/>
          </a:bodyPr>
          <a:lstStyle/>
          <a:p>
            <a:pPr algn="just"/>
            <a:r>
              <a:rPr lang="en-US" sz="2600" dirty="0"/>
              <a:t>It is easy to scale data processing over multiple computing nodes.</a:t>
            </a:r>
          </a:p>
          <a:p>
            <a:pPr algn="just"/>
            <a:r>
              <a:rPr lang="en-US" sz="2600" dirty="0"/>
              <a:t>Under the MapReduce model, the data processing primitives are called mappers and reducers. </a:t>
            </a:r>
          </a:p>
          <a:p>
            <a:pPr algn="just"/>
            <a:r>
              <a:rPr lang="en-US" sz="2600" dirty="0"/>
              <a:t>Decomposing a data processing application into mappers and reducers is sometimes nontrivial.</a:t>
            </a:r>
          </a:p>
        </p:txBody>
      </p:sp>
      <p:sp>
        <p:nvSpPr>
          <p:cNvPr id="3" name="Title 2">
            <a:extLst>
              <a:ext uri="{FF2B5EF4-FFF2-40B4-BE49-F238E27FC236}">
                <a16:creationId xmlns:a16="http://schemas.microsoft.com/office/drawing/2014/main" id="{B7BBB485-0A5C-4011-AF5F-E673942DE582}"/>
              </a:ext>
            </a:extLst>
          </p:cNvPr>
          <p:cNvSpPr>
            <a:spLocks noGrp="1"/>
          </p:cNvSpPr>
          <p:nvPr>
            <p:ph type="title"/>
          </p:nvPr>
        </p:nvSpPr>
        <p:spPr/>
        <p:txBody>
          <a:bodyPr>
            <a:normAutofit/>
          </a:bodyPr>
          <a:lstStyle/>
          <a:p>
            <a:r>
              <a:rPr lang="en-IN" dirty="0"/>
              <a:t>Advantage of MapReduce</a:t>
            </a:r>
          </a:p>
        </p:txBody>
      </p:sp>
    </p:spTree>
    <p:extLst>
      <p:ext uri="{BB962C8B-B14F-4D97-AF65-F5344CB8AC3E}">
        <p14:creationId xmlns:p14="http://schemas.microsoft.com/office/powerpoint/2010/main" val="3192292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959F6B-4C6F-43DB-A964-3F9FDDD5AE24}"/>
              </a:ext>
            </a:extLst>
          </p:cNvPr>
          <p:cNvSpPr>
            <a:spLocks noGrp="1"/>
          </p:cNvSpPr>
          <p:nvPr>
            <p:ph idx="1"/>
          </p:nvPr>
        </p:nvSpPr>
        <p:spPr/>
        <p:txBody>
          <a:bodyPr>
            <a:noAutofit/>
          </a:bodyPr>
          <a:lstStyle/>
          <a:p>
            <a:pPr algn="just"/>
            <a:r>
              <a:rPr lang="en-US" sz="2600" dirty="0"/>
              <a:t>But, once we write an application in the MapReduce form, scaling the application to run over hundreds, thousands, or even tens of thousands of machines in a cluster is merely a configuration change.</a:t>
            </a:r>
          </a:p>
          <a:p>
            <a:pPr algn="just"/>
            <a:r>
              <a:rPr lang="en-US" sz="2600" dirty="0"/>
              <a:t> This simple scalability is what has attracted many programmers to use the MapReduce model.</a:t>
            </a:r>
            <a:endParaRPr lang="en-IN" sz="2600" dirty="0"/>
          </a:p>
        </p:txBody>
      </p:sp>
      <p:sp>
        <p:nvSpPr>
          <p:cNvPr id="3" name="Title 2">
            <a:extLst>
              <a:ext uri="{FF2B5EF4-FFF2-40B4-BE49-F238E27FC236}">
                <a16:creationId xmlns:a16="http://schemas.microsoft.com/office/drawing/2014/main" id="{B7BBB485-0A5C-4011-AF5F-E673942DE582}"/>
              </a:ext>
            </a:extLst>
          </p:cNvPr>
          <p:cNvSpPr>
            <a:spLocks noGrp="1"/>
          </p:cNvSpPr>
          <p:nvPr>
            <p:ph type="title"/>
          </p:nvPr>
        </p:nvSpPr>
        <p:spPr/>
        <p:txBody>
          <a:bodyPr>
            <a:normAutofit/>
          </a:bodyPr>
          <a:lstStyle/>
          <a:p>
            <a:r>
              <a:rPr lang="en-IN" dirty="0"/>
              <a:t>Advantage of MapReduce</a:t>
            </a:r>
          </a:p>
        </p:txBody>
      </p:sp>
    </p:spTree>
    <p:extLst>
      <p:ext uri="{BB962C8B-B14F-4D97-AF65-F5344CB8AC3E}">
        <p14:creationId xmlns:p14="http://schemas.microsoft.com/office/powerpoint/2010/main" val="487897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C7FDE-6B68-4FDF-80BA-DAC055B70066}"/>
              </a:ext>
            </a:extLst>
          </p:cNvPr>
          <p:cNvSpPr>
            <a:spLocks noGrp="1"/>
          </p:cNvSpPr>
          <p:nvPr>
            <p:ph type="title"/>
          </p:nvPr>
        </p:nvSpPr>
        <p:spPr>
          <a:xfrm>
            <a:off x="628650" y="2189425"/>
            <a:ext cx="7886700" cy="2547468"/>
          </a:xfrm>
        </p:spPr>
        <p:txBody>
          <a:bodyPr anchor="ctr"/>
          <a:lstStyle/>
          <a:p>
            <a:pPr algn="ctr"/>
            <a:r>
              <a:rPr lang="en-US" sz="4400" b="0" i="0" dirty="0">
                <a:effectLst/>
                <a:latin typeface="Bahnschrift" panose="020B0502040204020203" pitchFamily="34" charset="0"/>
              </a:rPr>
              <a:t>Directed Acyclic Graph, </a:t>
            </a:r>
            <a:br>
              <a:rPr lang="en-US" sz="6000" b="0" i="0" dirty="0">
                <a:effectLst/>
                <a:latin typeface="Bahnschrift" panose="020B0502040204020203" pitchFamily="34" charset="0"/>
              </a:rPr>
            </a:br>
            <a:endParaRPr lang="en-IN" dirty="0"/>
          </a:p>
        </p:txBody>
      </p:sp>
    </p:spTree>
    <p:extLst>
      <p:ext uri="{BB962C8B-B14F-4D97-AF65-F5344CB8AC3E}">
        <p14:creationId xmlns:p14="http://schemas.microsoft.com/office/powerpoint/2010/main" val="1340408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1EA71E-0B6C-42FD-9198-92125BC05FD5}"/>
              </a:ext>
            </a:extLst>
          </p:cNvPr>
          <p:cNvSpPr>
            <a:spLocks noGrp="1"/>
          </p:cNvSpPr>
          <p:nvPr>
            <p:ph idx="1"/>
          </p:nvPr>
        </p:nvSpPr>
        <p:spPr/>
        <p:txBody>
          <a:bodyPr/>
          <a:lstStyle/>
          <a:p>
            <a:pPr marL="0" indent="0" algn="ctr">
              <a:buNone/>
            </a:pPr>
            <a:r>
              <a:rPr lang="en-US" i="0" dirty="0">
                <a:solidFill>
                  <a:srgbClr val="FF0000"/>
                </a:solidFill>
                <a:effectLst/>
              </a:rPr>
              <a:t>Definition</a:t>
            </a:r>
          </a:p>
          <a:p>
            <a:pPr marL="0" indent="0" algn="just">
              <a:buNone/>
            </a:pPr>
            <a:r>
              <a:rPr lang="en-US" b="0" i="0" dirty="0">
                <a:solidFill>
                  <a:srgbClr val="000000"/>
                </a:solidFill>
                <a:effectLst/>
              </a:rPr>
              <a:t>In computer science and mathematics, a directed acyclic graph (DAG) refers to a directed graph which has no directed cycles.</a:t>
            </a:r>
          </a:p>
          <a:p>
            <a:pPr marL="0" indent="0">
              <a:buNone/>
            </a:pPr>
            <a:endParaRPr lang="en-IN" dirty="0"/>
          </a:p>
        </p:txBody>
      </p:sp>
      <p:sp>
        <p:nvSpPr>
          <p:cNvPr id="3" name="Title 2">
            <a:extLst>
              <a:ext uri="{FF2B5EF4-FFF2-40B4-BE49-F238E27FC236}">
                <a16:creationId xmlns:a16="http://schemas.microsoft.com/office/drawing/2014/main" id="{AEA49E4C-C17C-4150-A9FF-673A645F22EF}"/>
              </a:ext>
            </a:extLst>
          </p:cNvPr>
          <p:cNvSpPr>
            <a:spLocks noGrp="1"/>
          </p:cNvSpPr>
          <p:nvPr>
            <p:ph type="title"/>
          </p:nvPr>
        </p:nvSpPr>
        <p:spPr/>
        <p:txBody>
          <a:bodyPr/>
          <a:lstStyle/>
          <a:p>
            <a:r>
              <a:rPr lang="en-US" dirty="0"/>
              <a:t>Directed Acyclic Graph </a:t>
            </a:r>
            <a:endParaRPr lang="en-IN" dirty="0"/>
          </a:p>
        </p:txBody>
      </p:sp>
    </p:spTree>
    <p:extLst>
      <p:ext uri="{BB962C8B-B14F-4D97-AF65-F5344CB8AC3E}">
        <p14:creationId xmlns:p14="http://schemas.microsoft.com/office/powerpoint/2010/main" val="1845603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E0FC87-F7C3-401D-A3F1-B9CE5668C44A}"/>
              </a:ext>
            </a:extLst>
          </p:cNvPr>
          <p:cNvSpPr>
            <a:spLocks noGrp="1"/>
          </p:cNvSpPr>
          <p:nvPr>
            <p:ph idx="1"/>
          </p:nvPr>
        </p:nvSpPr>
        <p:spPr/>
        <p:txBody>
          <a:bodyPr>
            <a:noAutofit/>
          </a:bodyPr>
          <a:lstStyle/>
          <a:p>
            <a:pPr algn="just"/>
            <a:r>
              <a:rPr lang="en-US" b="0" i="0" dirty="0">
                <a:solidFill>
                  <a:srgbClr val="000000"/>
                </a:solidFill>
                <a:effectLst/>
              </a:rPr>
              <a:t>In graph theory, a graph refers to a set of vertices which are connected by lines called edges. </a:t>
            </a:r>
          </a:p>
          <a:p>
            <a:pPr algn="just"/>
            <a:r>
              <a:rPr lang="en-US" b="0" i="0" dirty="0">
                <a:solidFill>
                  <a:srgbClr val="000000"/>
                </a:solidFill>
                <a:effectLst/>
              </a:rPr>
              <a:t>In a directed graph or a digraph, each edge is associated with a direction from a start vertex to an end vertex. </a:t>
            </a:r>
          </a:p>
        </p:txBody>
      </p:sp>
      <p:sp>
        <p:nvSpPr>
          <p:cNvPr id="3" name="Title 2">
            <a:extLst>
              <a:ext uri="{FF2B5EF4-FFF2-40B4-BE49-F238E27FC236}">
                <a16:creationId xmlns:a16="http://schemas.microsoft.com/office/drawing/2014/main" id="{CDCA3ADF-0FAB-4DB6-857D-2A462E02A3F7}"/>
              </a:ext>
            </a:extLst>
          </p:cNvPr>
          <p:cNvSpPr>
            <a:spLocks noGrp="1"/>
          </p:cNvSpPr>
          <p:nvPr>
            <p:ph type="title"/>
          </p:nvPr>
        </p:nvSpPr>
        <p:spPr/>
        <p:txBody>
          <a:bodyPr/>
          <a:lstStyle/>
          <a:p>
            <a:r>
              <a:rPr lang="en-IN" dirty="0"/>
              <a:t>Explanation</a:t>
            </a:r>
          </a:p>
        </p:txBody>
      </p:sp>
    </p:spTree>
    <p:extLst>
      <p:ext uri="{BB962C8B-B14F-4D97-AF65-F5344CB8AC3E}">
        <p14:creationId xmlns:p14="http://schemas.microsoft.com/office/powerpoint/2010/main" val="165266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E0FC87-F7C3-401D-A3F1-B9CE5668C44A}"/>
              </a:ext>
            </a:extLst>
          </p:cNvPr>
          <p:cNvSpPr>
            <a:spLocks noGrp="1"/>
          </p:cNvSpPr>
          <p:nvPr>
            <p:ph idx="1"/>
          </p:nvPr>
        </p:nvSpPr>
        <p:spPr/>
        <p:txBody>
          <a:bodyPr>
            <a:normAutofit fontScale="70000" lnSpcReduction="20000"/>
          </a:bodyPr>
          <a:lstStyle/>
          <a:p>
            <a:pPr algn="just">
              <a:lnSpc>
                <a:spcPct val="170000"/>
              </a:lnSpc>
            </a:pPr>
            <a:r>
              <a:rPr lang="en-US" sz="3700" b="0" i="0" dirty="0">
                <a:solidFill>
                  <a:srgbClr val="000000"/>
                </a:solidFill>
                <a:effectLst/>
              </a:rPr>
              <a:t>If we traverse along the direction of the edges and we find that no closed loops are formed along any path, we say that there are no directed cycles. The graph formed is a directed acyclic graph.</a:t>
            </a:r>
          </a:p>
          <a:p>
            <a:pPr algn="just">
              <a:lnSpc>
                <a:spcPct val="170000"/>
              </a:lnSpc>
            </a:pPr>
            <a:r>
              <a:rPr lang="en-US" sz="3700" b="0" i="0" dirty="0">
                <a:solidFill>
                  <a:srgbClr val="000000"/>
                </a:solidFill>
                <a:effectLst/>
              </a:rPr>
              <a:t>A DAG is always topologically ordered, i.e. for each edge in the graph, the start vertex of the edge occurs earlier in the sequence than the ending vertex of the edge.</a:t>
            </a:r>
          </a:p>
          <a:p>
            <a:endParaRPr lang="en-IN" dirty="0"/>
          </a:p>
        </p:txBody>
      </p:sp>
      <p:sp>
        <p:nvSpPr>
          <p:cNvPr id="3" name="Title 2">
            <a:extLst>
              <a:ext uri="{FF2B5EF4-FFF2-40B4-BE49-F238E27FC236}">
                <a16:creationId xmlns:a16="http://schemas.microsoft.com/office/drawing/2014/main" id="{CDCA3ADF-0FAB-4DB6-857D-2A462E02A3F7}"/>
              </a:ext>
            </a:extLst>
          </p:cNvPr>
          <p:cNvSpPr>
            <a:spLocks noGrp="1"/>
          </p:cNvSpPr>
          <p:nvPr>
            <p:ph type="title"/>
          </p:nvPr>
        </p:nvSpPr>
        <p:spPr/>
        <p:txBody>
          <a:bodyPr/>
          <a:lstStyle/>
          <a:p>
            <a:r>
              <a:rPr lang="en-IN" dirty="0"/>
              <a:t>Explanation</a:t>
            </a:r>
          </a:p>
        </p:txBody>
      </p:sp>
    </p:spTree>
    <p:extLst>
      <p:ext uri="{BB962C8B-B14F-4D97-AF65-F5344CB8AC3E}">
        <p14:creationId xmlns:p14="http://schemas.microsoft.com/office/powerpoint/2010/main" val="1575877447"/>
      </p:ext>
    </p:extLst>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72235">
            <a:alpha val="0"/>
          </a:srgbClr>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CCE7B07-69E4-4AF5-BE9C-1C6DE7BE1D1B}"/>
              </a:ext>
            </a:extLst>
          </p:cNvPr>
          <p:cNvPicPr>
            <a:picLocks noChangeAspect="1" noGrp="1"/>
          </p:cNvPicPr>
          <p:nvPr>
            <p:ph idx="1"/>
          </p:nvPr>
        </p:nvPicPr>
        <p:blipFill rotWithShape="1">
          <a:blip r:embed="rId2"/>
          <a:stretch/>
        </p:blipFill>
        <p:spPr>
          <a:xfrm>
            <a:off x="471054" y="1669560"/>
            <a:ext cx="4677428" cy="2310602"/>
          </a:xfrm>
          <a:prstGeom prst="rect">
            <a:avLst/>
          </a:prstGeom>
        </p:spPr>
      </p:pic>
      <p:sp>
        <p:nvSpPr>
          <p:cNvPr id="3" name="Title 2">
            <a:extLst>
              <a:ext uri="{FF2B5EF4-FFF2-40B4-BE49-F238E27FC236}">
                <a16:creationId xmlns:a16="http://schemas.microsoft.com/office/drawing/2014/main" id="{CDCA3ADF-0FAB-4DB6-857D-2A462E02A3F7}"/>
              </a:ext>
            </a:extLst>
          </p:cNvPr>
          <p:cNvSpPr>
            <a:spLocks noGrp="1"/>
          </p:cNvSpPr>
          <p:nvPr>
            <p:ph type="title"/>
          </p:nvPr>
        </p:nvSpPr>
        <p:spPr/>
        <p:txBody>
          <a:bodyPr/>
          <a:lstStyle/>
          <a:p>
            <a:r>
              <a:rPr dirty="0" lang="en-IN"/>
              <a:t>Explanation</a:t>
            </a:r>
          </a:p>
        </p:txBody>
      </p:sp>
      <p:pic>
        <p:nvPicPr>
          <p:cNvPr id="5" name="Content Placeholder 3">
            <a:extLst>
              <a:ext uri="{FF2B5EF4-FFF2-40B4-BE49-F238E27FC236}">
                <a16:creationId xmlns:a16="http://schemas.microsoft.com/office/drawing/2014/main" id="{7F599CE1-68B1-42E0-8CFF-96C5510E8C62}"/>
              </a:ext>
            </a:extLst>
          </p:cNvPr>
          <p:cNvPicPr>
            <a:picLocks noChangeAspect="1"/>
          </p:cNvPicPr>
          <p:nvPr/>
        </p:nvPicPr>
        <p:blipFill rotWithShape="1">
          <a:blip r:embed="rId3"/>
          <a:srcRect r="-28"/>
          <a:stretch/>
        </p:blipFill>
        <p:spPr>
          <a:xfrm>
            <a:off x="3859383" y="4168051"/>
            <a:ext cx="4884240" cy="2310602"/>
          </a:xfrm>
          <a:prstGeom prst="rect">
            <a:avLst/>
          </a:prstGeom>
        </p:spPr>
      </p:pic>
    </p:spTree>
    <p:extLst>
      <p:ext uri="{BB962C8B-B14F-4D97-AF65-F5344CB8AC3E}">
        <p14:creationId xmlns:p14="http://schemas.microsoft.com/office/powerpoint/2010/main" val="2506808688"/>
      </p:ext>
    </p:extLst>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72235">
            <a:alpha val="0"/>
          </a:srgb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CA3ADF-0FAB-4DB6-857D-2A462E02A3F7}"/>
              </a:ext>
            </a:extLst>
          </p:cNvPr>
          <p:cNvSpPr>
            <a:spLocks noGrp="1"/>
          </p:cNvSpPr>
          <p:nvPr>
            <p:ph type="title"/>
          </p:nvPr>
        </p:nvSpPr>
        <p:spPr/>
        <p:txBody>
          <a:bodyPr/>
          <a:lstStyle/>
          <a:p>
            <a:r>
              <a:rPr dirty="0" lang="en-IN"/>
              <a:t>Directed Graph</a:t>
            </a:r>
          </a:p>
        </p:txBody>
      </p:sp>
      <p:pic>
        <p:nvPicPr>
          <p:cNvPr id="11" name="Picture 10">
            <a:extLst>
              <a:ext uri="{FF2B5EF4-FFF2-40B4-BE49-F238E27FC236}">
                <a16:creationId xmlns:a16="http://schemas.microsoft.com/office/drawing/2014/main" id="{6940A4F8-A2F2-408F-BA44-EAA8D61BAE6B}"/>
              </a:ext>
            </a:extLst>
          </p:cNvPr>
          <p:cNvPicPr>
            <a:picLocks noChangeAspect="1"/>
          </p:cNvPicPr>
          <p:nvPr/>
        </p:nvPicPr>
        <p:blipFill rotWithShape="1">
          <a:blip r:embed="rId3"/>
          <a:srcRect b="-180" r="53"/>
          <a:stretch/>
        </p:blipFill>
        <p:spPr>
          <a:xfrm>
            <a:off x="3167511" y="2143594"/>
            <a:ext cx="2501994" cy="953492"/>
          </a:xfrm>
          <a:prstGeom prst="rect">
            <a:avLst/>
          </a:prstGeom>
        </p:spPr>
      </p:pic>
      <p:pic>
        <p:nvPicPr>
          <p:cNvPr id="12" name="Picture 11">
            <a:extLst>
              <a:ext uri="{FF2B5EF4-FFF2-40B4-BE49-F238E27FC236}">
                <a16:creationId xmlns:a16="http://schemas.microsoft.com/office/drawing/2014/main" id="{8F2DF774-5026-4B1C-962A-94D358F9E838}"/>
              </a:ext>
            </a:extLst>
          </p:cNvPr>
          <p:cNvPicPr>
            <a:picLocks noChangeAspect="1"/>
          </p:cNvPicPr>
          <p:nvPr/>
        </p:nvPicPr>
        <p:blipFill rotWithShape="1">
          <a:blip r:embed="rId4"/>
          <a:srcRect b="-130" r="147"/>
          <a:stretch/>
        </p:blipFill>
        <p:spPr>
          <a:xfrm>
            <a:off x="2869707" y="3574088"/>
            <a:ext cx="3097603" cy="2594027"/>
          </a:xfrm>
          <a:prstGeom prst="rect">
            <a:avLst/>
          </a:prstGeom>
        </p:spPr>
      </p:pic>
      <p:sp>
        <p:nvSpPr>
          <p:cNvPr id="14" name="Rectangle 13">
            <a:extLst>
              <a:ext uri="{FF2B5EF4-FFF2-40B4-BE49-F238E27FC236}">
                <a16:creationId xmlns:a16="http://schemas.microsoft.com/office/drawing/2014/main" id="{BC29C786-AC52-439B-8876-4E043763357F}"/>
              </a:ext>
            </a:extLst>
          </p:cNvPr>
          <p:cNvSpPr/>
          <p:nvPr/>
        </p:nvSpPr>
        <p:spPr>
          <a:xfrm>
            <a:off x="3777521" y="5459102"/>
            <a:ext cx="2189788" cy="907298"/>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US">
                <a:latin charset="0" panose="020B0502040204020203" pitchFamily="34" typeface="Bahnschrift"/>
              </a:rPr>
              <a:t>No closed Loop</a:t>
            </a:r>
            <a:endParaRPr dirty="0" lang="en-IN">
              <a:latin charset="0" panose="020B0502040204020203" pitchFamily="34" typeface="Bahnschrift"/>
            </a:endParaRPr>
          </a:p>
        </p:txBody>
      </p:sp>
    </p:spTree>
    <p:extLst>
      <p:ext uri="{BB962C8B-B14F-4D97-AF65-F5344CB8AC3E}">
        <p14:creationId xmlns:p14="http://schemas.microsoft.com/office/powerpoint/2010/main" val="1390259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72235">
            <a:alpha val="0"/>
          </a:srgb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CA3ADF-0FAB-4DB6-857D-2A462E02A3F7}"/>
              </a:ext>
            </a:extLst>
          </p:cNvPr>
          <p:cNvSpPr>
            <a:spLocks noGrp="1"/>
          </p:cNvSpPr>
          <p:nvPr>
            <p:ph type="title"/>
          </p:nvPr>
        </p:nvSpPr>
        <p:spPr/>
        <p:txBody>
          <a:bodyPr/>
          <a:lstStyle/>
          <a:p>
            <a:r>
              <a:rPr lang="en-IN" dirty="0"/>
              <a:t>Directed Graph</a:t>
            </a:r>
          </a:p>
        </p:txBody>
      </p:sp>
      <p:sp>
        <p:nvSpPr>
          <p:cNvPr id="7" name="Rectangle 6">
            <a:extLst>
              <a:ext uri="{FF2B5EF4-FFF2-40B4-BE49-F238E27FC236}">
                <a16:creationId xmlns:a16="http://schemas.microsoft.com/office/drawing/2014/main" id="{9185F071-620B-44CE-8324-0EF73AAE4A21}"/>
              </a:ext>
            </a:extLst>
          </p:cNvPr>
          <p:cNvSpPr/>
          <p:nvPr/>
        </p:nvSpPr>
        <p:spPr>
          <a:xfrm>
            <a:off x="2593956" y="5456420"/>
            <a:ext cx="3552050" cy="1185984"/>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latin typeface="Bahnschrift" panose="020B0502040204020203" pitchFamily="34" charset="0"/>
              </a:rPr>
              <a:t>Topological Order</a:t>
            </a:r>
          </a:p>
        </p:txBody>
      </p:sp>
      <p:pic>
        <p:nvPicPr>
          <p:cNvPr id="8" name="Picture 7">
            <a:extLst>
              <a:ext uri="{FF2B5EF4-FFF2-40B4-BE49-F238E27FC236}">
                <a16:creationId xmlns:a16="http://schemas.microsoft.com/office/drawing/2014/main" id="{3B81EBB0-BEFC-412D-8734-02D84320EF99}"/>
              </a:ext>
            </a:extLst>
          </p:cNvPr>
          <p:cNvPicPr>
            <a:picLocks noChangeAspect="1"/>
          </p:cNvPicPr>
          <p:nvPr/>
        </p:nvPicPr>
        <p:blipFill>
          <a:blip r:embed="rId3"/>
          <a:stretch>
            <a:fillRect/>
          </a:stretch>
        </p:blipFill>
        <p:spPr>
          <a:xfrm>
            <a:off x="2593956" y="2410956"/>
            <a:ext cx="3552050" cy="2866787"/>
          </a:xfrm>
          <a:prstGeom prst="rect">
            <a:avLst/>
          </a:prstGeom>
        </p:spPr>
      </p:pic>
    </p:spTree>
    <p:extLst>
      <p:ext uri="{BB962C8B-B14F-4D97-AF65-F5344CB8AC3E}">
        <p14:creationId xmlns:p14="http://schemas.microsoft.com/office/powerpoint/2010/main" val="4277414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2C52BA-12EF-4A47-9268-94399FAB1D9A}"/>
              </a:ext>
            </a:extLst>
          </p:cNvPr>
          <p:cNvSpPr>
            <a:spLocks noGrp="1"/>
          </p:cNvSpPr>
          <p:nvPr>
            <p:ph idx="1"/>
          </p:nvPr>
        </p:nvSpPr>
        <p:spPr/>
        <p:txBody>
          <a:bodyPr/>
          <a:lstStyle/>
          <a:p>
            <a:pPr marL="0" indent="0" algn="just">
              <a:buNone/>
            </a:pPr>
            <a:r>
              <a:rPr lang="en-US" b="0" i="0" dirty="0">
                <a:solidFill>
                  <a:srgbClr val="000000"/>
                </a:solidFill>
                <a:effectLst/>
              </a:rPr>
              <a:t>Some of the main application areas of DAG are −</a:t>
            </a:r>
          </a:p>
          <a:p>
            <a:endParaRPr lang="en-IN" dirty="0"/>
          </a:p>
        </p:txBody>
      </p:sp>
      <p:sp>
        <p:nvSpPr>
          <p:cNvPr id="3" name="Title 2">
            <a:extLst>
              <a:ext uri="{FF2B5EF4-FFF2-40B4-BE49-F238E27FC236}">
                <a16:creationId xmlns:a16="http://schemas.microsoft.com/office/drawing/2014/main" id="{D9F0FB96-3851-43DD-A01D-B73D3D9DD14D}"/>
              </a:ext>
            </a:extLst>
          </p:cNvPr>
          <p:cNvSpPr>
            <a:spLocks noGrp="1"/>
          </p:cNvSpPr>
          <p:nvPr>
            <p:ph type="title"/>
          </p:nvPr>
        </p:nvSpPr>
        <p:spPr/>
        <p:txBody>
          <a:bodyPr/>
          <a:lstStyle/>
          <a:p>
            <a:r>
              <a:rPr lang="en-IN" dirty="0"/>
              <a:t>Application Areas</a:t>
            </a:r>
          </a:p>
        </p:txBody>
      </p:sp>
      <p:graphicFrame>
        <p:nvGraphicFramePr>
          <p:cNvPr id="4" name="Diagram 3">
            <a:extLst>
              <a:ext uri="{FF2B5EF4-FFF2-40B4-BE49-F238E27FC236}">
                <a16:creationId xmlns:a16="http://schemas.microsoft.com/office/drawing/2014/main" id="{66454535-47FE-40DD-9206-E21F169048CC}"/>
              </a:ext>
            </a:extLst>
          </p:cNvPr>
          <p:cNvGraphicFramePr/>
          <p:nvPr>
            <p:extLst>
              <p:ext uri="{D42A27DB-BD31-4B8C-83A1-F6EECF244321}">
                <p14:modId xmlns:p14="http://schemas.microsoft.com/office/powerpoint/2010/main" val="3927532016"/>
              </p:ext>
            </p:extLst>
          </p:nvPr>
        </p:nvGraphicFramePr>
        <p:xfrm>
          <a:off x="471054" y="2221458"/>
          <a:ext cx="7968408" cy="4525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0909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9AEAA6-322C-4F5F-9E97-80016B06DBD5}"/>
              </a:ext>
            </a:extLst>
          </p:cNvPr>
          <p:cNvSpPr>
            <a:spLocks noGrp="1"/>
          </p:cNvSpPr>
          <p:nvPr>
            <p:ph idx="1"/>
          </p:nvPr>
        </p:nvSpPr>
        <p:spPr/>
        <p:txBody>
          <a:bodyPr>
            <a:normAutofit/>
          </a:bodyPr>
          <a:lstStyle/>
          <a:p>
            <a:pPr algn="just"/>
            <a:r>
              <a:rPr lang="en-US" sz="2600" b="0" i="0" dirty="0">
                <a:solidFill>
                  <a:srgbClr val="000000"/>
                </a:solidFill>
                <a:effectLst/>
              </a:rPr>
              <a:t>Process communication is the mechanism provided by the operating system that allows processes to communicate with each other.</a:t>
            </a:r>
          </a:p>
          <a:p>
            <a:pPr algn="just"/>
            <a:r>
              <a:rPr lang="en-US" sz="2600" b="0" i="0" dirty="0">
                <a:solidFill>
                  <a:srgbClr val="000000"/>
                </a:solidFill>
                <a:effectLst/>
              </a:rPr>
              <a:t> This communication could involve a process letting another process know that some event has occurred or transferring of data from one process to another. </a:t>
            </a:r>
          </a:p>
          <a:p>
            <a:pPr algn="just"/>
            <a:r>
              <a:rPr lang="en-US" sz="2600" b="0" i="0" dirty="0">
                <a:solidFill>
                  <a:srgbClr val="000000"/>
                </a:solidFill>
                <a:effectLst/>
              </a:rPr>
              <a:t>One of the models of process communication is the </a:t>
            </a:r>
            <a:r>
              <a:rPr lang="en-US" sz="2600" b="0" i="0" dirty="0">
                <a:solidFill>
                  <a:srgbClr val="FF0000"/>
                </a:solidFill>
                <a:effectLst/>
              </a:rPr>
              <a:t>message passing model</a:t>
            </a:r>
            <a:r>
              <a:rPr lang="en-US" sz="2600" b="0" i="0" dirty="0">
                <a:solidFill>
                  <a:srgbClr val="000000"/>
                </a:solidFill>
                <a:effectLst/>
              </a:rPr>
              <a:t>.</a:t>
            </a:r>
            <a:endParaRPr lang="en-IN" sz="2600" dirty="0"/>
          </a:p>
        </p:txBody>
      </p:sp>
      <p:sp>
        <p:nvSpPr>
          <p:cNvPr id="3" name="Title 2">
            <a:extLst>
              <a:ext uri="{FF2B5EF4-FFF2-40B4-BE49-F238E27FC236}">
                <a16:creationId xmlns:a16="http://schemas.microsoft.com/office/drawing/2014/main" id="{A783FD72-6392-418F-ADC4-149FC0D345E9}"/>
              </a:ext>
            </a:extLst>
          </p:cNvPr>
          <p:cNvSpPr>
            <a:spLocks noGrp="1"/>
          </p:cNvSpPr>
          <p:nvPr>
            <p:ph type="title"/>
          </p:nvPr>
        </p:nvSpPr>
        <p:spPr/>
        <p:txBody>
          <a:bodyPr/>
          <a:lstStyle/>
          <a:p>
            <a:r>
              <a:rPr lang="en-US" dirty="0"/>
              <a:t>Message Passing</a:t>
            </a:r>
            <a:endParaRPr lang="en-IN" dirty="0"/>
          </a:p>
        </p:txBody>
      </p:sp>
    </p:spTree>
    <p:extLst>
      <p:ext uri="{BB962C8B-B14F-4D97-AF65-F5344CB8AC3E}">
        <p14:creationId xmlns:p14="http://schemas.microsoft.com/office/powerpoint/2010/main" val="53482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9AEAA6-322C-4F5F-9E97-80016B06DBD5}"/>
              </a:ext>
            </a:extLst>
          </p:cNvPr>
          <p:cNvSpPr>
            <a:spLocks noGrp="1"/>
          </p:cNvSpPr>
          <p:nvPr>
            <p:ph idx="1"/>
          </p:nvPr>
        </p:nvSpPr>
        <p:spPr/>
        <p:txBody>
          <a:bodyPr>
            <a:normAutofit/>
          </a:bodyPr>
          <a:lstStyle/>
          <a:p>
            <a:pPr algn="just"/>
            <a:r>
              <a:rPr lang="en-US" sz="2600" b="0" i="0" dirty="0">
                <a:solidFill>
                  <a:srgbClr val="000000"/>
                </a:solidFill>
                <a:effectLst/>
              </a:rPr>
              <a:t>Message passing model allows multiple processes to read and write data to the message queue without being connected to each other. </a:t>
            </a:r>
          </a:p>
          <a:p>
            <a:pPr algn="just"/>
            <a:r>
              <a:rPr lang="en-US" sz="2600" b="0" i="0" dirty="0">
                <a:solidFill>
                  <a:srgbClr val="000000"/>
                </a:solidFill>
                <a:effectLst/>
              </a:rPr>
              <a:t>Messages are stored on the queue until their recipient retrieves them. </a:t>
            </a:r>
          </a:p>
          <a:p>
            <a:pPr algn="just"/>
            <a:r>
              <a:rPr lang="en-US" sz="2600" b="0" i="0" dirty="0">
                <a:solidFill>
                  <a:srgbClr val="000000"/>
                </a:solidFill>
                <a:effectLst/>
              </a:rPr>
              <a:t>Message queues are quite useful for inter-process communication and are used by most operating systems</a:t>
            </a:r>
            <a:r>
              <a:rPr lang="en-US" sz="2400" b="0" i="0" dirty="0">
                <a:solidFill>
                  <a:srgbClr val="000000"/>
                </a:solidFill>
                <a:effectLst/>
              </a:rPr>
              <a:t>.</a:t>
            </a:r>
            <a:endParaRPr lang="en-IN" sz="2400" dirty="0"/>
          </a:p>
        </p:txBody>
      </p:sp>
      <p:sp>
        <p:nvSpPr>
          <p:cNvPr id="3" name="Title 2">
            <a:extLst>
              <a:ext uri="{FF2B5EF4-FFF2-40B4-BE49-F238E27FC236}">
                <a16:creationId xmlns:a16="http://schemas.microsoft.com/office/drawing/2014/main" id="{A783FD72-6392-418F-ADC4-149FC0D345E9}"/>
              </a:ext>
            </a:extLst>
          </p:cNvPr>
          <p:cNvSpPr>
            <a:spLocks noGrp="1"/>
          </p:cNvSpPr>
          <p:nvPr>
            <p:ph type="title"/>
          </p:nvPr>
        </p:nvSpPr>
        <p:spPr/>
        <p:txBody>
          <a:bodyPr/>
          <a:lstStyle/>
          <a:p>
            <a:r>
              <a:rPr lang="en-US" dirty="0"/>
              <a:t>Message Passing</a:t>
            </a:r>
            <a:endParaRPr lang="en-IN" dirty="0"/>
          </a:p>
        </p:txBody>
      </p:sp>
    </p:spTree>
    <p:extLst>
      <p:ext uri="{BB962C8B-B14F-4D97-AF65-F5344CB8AC3E}">
        <p14:creationId xmlns:p14="http://schemas.microsoft.com/office/powerpoint/2010/main" val="34821399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E61F80A-52E3-4373-B04A-12540C65D5C3}"/>
              </a:ext>
            </a:extLst>
          </p:cNvPr>
          <p:cNvPicPr>
            <a:picLocks noGrp="1" noChangeAspect="1"/>
          </p:cNvPicPr>
          <p:nvPr>
            <p:ph idx="1"/>
          </p:nvPr>
        </p:nvPicPr>
        <p:blipFill rotWithShape="1">
          <a:blip r:embed="rId2"/>
          <a:stretch/>
        </p:blipFill>
        <p:spPr>
          <a:xfrm>
            <a:off x="-1" y="1325563"/>
            <a:ext cx="9143999" cy="5532437"/>
          </a:xfrm>
          <a:prstGeom prst="rect">
            <a:avLst/>
          </a:prstGeom>
        </p:spPr>
      </p:pic>
      <p:sp>
        <p:nvSpPr>
          <p:cNvPr id="3" name="Title 2">
            <a:extLst>
              <a:ext uri="{FF2B5EF4-FFF2-40B4-BE49-F238E27FC236}">
                <a16:creationId xmlns:a16="http://schemas.microsoft.com/office/drawing/2014/main" id="{68EF642D-448B-481F-BD0B-95F4DD511CBB}"/>
              </a:ext>
            </a:extLst>
          </p:cNvPr>
          <p:cNvSpPr>
            <a:spLocks noGrp="1"/>
          </p:cNvSpPr>
          <p:nvPr>
            <p:ph type="title"/>
          </p:nvPr>
        </p:nvSpPr>
        <p:spPr/>
        <p:txBody>
          <a:bodyPr>
            <a:normAutofit/>
          </a:bodyPr>
          <a:lstStyle/>
          <a:p>
            <a:r>
              <a:rPr lang="en-IN" dirty="0"/>
              <a:t>Message Passing</a:t>
            </a:r>
          </a:p>
        </p:txBody>
      </p:sp>
    </p:spTree>
    <p:extLst>
      <p:ext uri="{BB962C8B-B14F-4D97-AF65-F5344CB8AC3E}">
        <p14:creationId xmlns:p14="http://schemas.microsoft.com/office/powerpoint/2010/main" val="27553661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D35B90-DB67-4489-923C-2A1C88AD164F}"/>
              </a:ext>
            </a:extLst>
          </p:cNvPr>
          <p:cNvSpPr>
            <a:spLocks noGrp="1"/>
          </p:cNvSpPr>
          <p:nvPr>
            <p:ph idx="1"/>
          </p:nvPr>
        </p:nvSpPr>
        <p:spPr/>
        <p:txBody>
          <a:bodyPr>
            <a:normAutofit/>
          </a:bodyPr>
          <a:lstStyle/>
          <a:p>
            <a:pPr algn="just">
              <a:buFont typeface="Arial" panose="020B0604020202020204" pitchFamily="34" charset="0"/>
              <a:buChar char="•"/>
            </a:pPr>
            <a:r>
              <a:rPr lang="en-US" b="0" i="0" dirty="0">
                <a:solidFill>
                  <a:srgbClr val="000000"/>
                </a:solidFill>
                <a:effectLst/>
              </a:rPr>
              <a:t>The message passing model is much easier to implement than the shared memory model.</a:t>
            </a:r>
          </a:p>
          <a:p>
            <a:pPr algn="just">
              <a:buFont typeface="Arial" panose="020B0604020202020204" pitchFamily="34" charset="0"/>
              <a:buChar char="•"/>
            </a:pPr>
            <a:r>
              <a:rPr lang="en-US" b="0" i="0" dirty="0">
                <a:solidFill>
                  <a:srgbClr val="000000"/>
                </a:solidFill>
                <a:effectLst/>
              </a:rPr>
              <a:t>It is easier to build parallel hardware using message passing model as it is quite tolerant of higher communication latencies.</a:t>
            </a:r>
          </a:p>
          <a:p>
            <a:pPr marL="0" indent="0" algn="just">
              <a:buNone/>
            </a:pPr>
            <a:endParaRPr lang="en-IN" sz="2400" dirty="0"/>
          </a:p>
        </p:txBody>
      </p:sp>
      <p:sp>
        <p:nvSpPr>
          <p:cNvPr id="3" name="Title 2">
            <a:extLst>
              <a:ext uri="{FF2B5EF4-FFF2-40B4-BE49-F238E27FC236}">
                <a16:creationId xmlns:a16="http://schemas.microsoft.com/office/drawing/2014/main" id="{2B051FE6-EE40-46EA-9AEF-A318CAD13E49}"/>
              </a:ext>
            </a:extLst>
          </p:cNvPr>
          <p:cNvSpPr>
            <a:spLocks noGrp="1"/>
          </p:cNvSpPr>
          <p:nvPr>
            <p:ph type="title"/>
          </p:nvPr>
        </p:nvSpPr>
        <p:spPr/>
        <p:txBody>
          <a:bodyPr>
            <a:normAutofit/>
          </a:bodyPr>
          <a:lstStyle/>
          <a:p>
            <a:r>
              <a:rPr lang="en-US" dirty="0"/>
              <a:t>Advantages of Message Passing Mode</a:t>
            </a:r>
            <a:endParaRPr lang="en-IN" dirty="0"/>
          </a:p>
        </p:txBody>
      </p:sp>
    </p:spTree>
    <p:extLst>
      <p:ext uri="{BB962C8B-B14F-4D97-AF65-F5344CB8AC3E}">
        <p14:creationId xmlns:p14="http://schemas.microsoft.com/office/powerpoint/2010/main" val="2761311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A49872-E464-47D9-AA11-5837EC359561}"/>
              </a:ext>
            </a:extLst>
          </p:cNvPr>
          <p:cNvSpPr>
            <a:spLocks noGrp="1"/>
          </p:cNvSpPr>
          <p:nvPr>
            <p:ph idx="1"/>
          </p:nvPr>
        </p:nvSpPr>
        <p:spPr/>
        <p:txBody>
          <a:bodyPr>
            <a:normAutofit/>
          </a:bodyPr>
          <a:lstStyle/>
          <a:p>
            <a:pPr marL="0" indent="0" algn="just">
              <a:buNone/>
            </a:pPr>
            <a:r>
              <a:rPr lang="en-US" b="0" i="0" dirty="0">
                <a:solidFill>
                  <a:srgbClr val="000000"/>
                </a:solidFill>
                <a:effectLst/>
              </a:rPr>
              <a:t>The message passing model has slower communication than the shared memory model because the connection setup takes time.</a:t>
            </a:r>
            <a:endParaRPr lang="en-IN" dirty="0"/>
          </a:p>
        </p:txBody>
      </p:sp>
      <p:sp>
        <p:nvSpPr>
          <p:cNvPr id="3" name="Title 2">
            <a:extLst>
              <a:ext uri="{FF2B5EF4-FFF2-40B4-BE49-F238E27FC236}">
                <a16:creationId xmlns:a16="http://schemas.microsoft.com/office/drawing/2014/main" id="{37AEAC3A-0466-46AF-9BEE-9B048662EBAD}"/>
              </a:ext>
            </a:extLst>
          </p:cNvPr>
          <p:cNvSpPr>
            <a:spLocks noGrp="1"/>
          </p:cNvSpPr>
          <p:nvPr>
            <p:ph type="title"/>
          </p:nvPr>
        </p:nvSpPr>
        <p:spPr/>
        <p:txBody>
          <a:bodyPr>
            <a:normAutofit/>
          </a:bodyPr>
          <a:lstStyle/>
          <a:p>
            <a:r>
              <a:rPr lang="en-US" dirty="0"/>
              <a:t>Disadvantage of Message Passing Model</a:t>
            </a:r>
            <a:endParaRPr lang="en-IN" dirty="0"/>
          </a:p>
        </p:txBody>
      </p:sp>
    </p:spTree>
    <p:extLst>
      <p:ext uri="{BB962C8B-B14F-4D97-AF65-F5344CB8AC3E}">
        <p14:creationId xmlns:p14="http://schemas.microsoft.com/office/powerpoint/2010/main" val="2761849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9144000" cy="3561989"/>
            <a:chOff x="0" y="3296011"/>
            <a:chExt cx="12192000" cy="3561989"/>
          </a:xfrm>
          <a:effectLst>
            <a:outerShdw blurRad="254000" dist="152400" dir="16200000" rotWithShape="0">
              <a:prstClr val="black">
                <a:alpha val="10000"/>
              </a:prstClr>
            </a:outerShdw>
          </a:effectLst>
        </p:grpSpPr>
        <p:grpSp>
          <p:nvGrpSpPr>
            <p:cNvPr id="10" name="Group 9">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4" name="Freeform: Shape 13">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1" name="Group 10">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2" name="Freeform: Shape 11">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 name="Title 1">
            <a:extLst>
              <a:ext uri="{FF2B5EF4-FFF2-40B4-BE49-F238E27FC236}">
                <a16:creationId xmlns:a16="http://schemas.microsoft.com/office/drawing/2014/main" id="{79BD2AF1-6C26-40B6-B5FC-37ACA0F0DFA4}"/>
              </a:ext>
            </a:extLst>
          </p:cNvPr>
          <p:cNvSpPr>
            <a:spLocks noGrp="1"/>
          </p:cNvSpPr>
          <p:nvPr>
            <p:ph type="title"/>
          </p:nvPr>
        </p:nvSpPr>
        <p:spPr>
          <a:xfrm>
            <a:off x="628649" y="1120676"/>
            <a:ext cx="5266135" cy="2308324"/>
          </a:xfrm>
        </p:spPr>
        <p:txBody>
          <a:bodyPr vert="horz" lIns="91440" tIns="45720" rIns="91440" bIns="45720" rtlCol="0" anchor="b">
            <a:normAutofit/>
          </a:bodyPr>
          <a:lstStyle/>
          <a:p>
            <a:r>
              <a:rPr lang="en-US" sz="5400" kern="1200">
                <a:solidFill>
                  <a:schemeClr val="bg1"/>
                </a:solidFill>
                <a:latin typeface="+mj-lt"/>
                <a:ea typeface="+mj-ea"/>
                <a:cs typeface="+mj-cs"/>
              </a:rPr>
              <a:t>Bulk Synchronous Parallel</a:t>
            </a:r>
          </a:p>
        </p:txBody>
      </p:sp>
    </p:spTree>
    <p:extLst>
      <p:ext uri="{BB962C8B-B14F-4D97-AF65-F5344CB8AC3E}">
        <p14:creationId xmlns:p14="http://schemas.microsoft.com/office/powerpoint/2010/main" val="7652107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5755363-4107-4897-B336-CF01AD89AA56}"/>
              </a:ext>
            </a:extLst>
          </p:cNvPr>
          <p:cNvSpPr>
            <a:spLocks noGrp="1"/>
          </p:cNvSpPr>
          <p:nvPr>
            <p:ph idx="1"/>
          </p:nvPr>
        </p:nvSpPr>
        <p:spPr/>
        <p:txBody>
          <a:bodyPr/>
          <a:lstStyle/>
          <a:p>
            <a:pPr marL="0" indent="0" algn="just">
              <a:buNone/>
            </a:pPr>
            <a:r>
              <a:rPr lang="en-US" sz="2800" b="0" i="0" dirty="0">
                <a:effectLst/>
                <a:latin typeface="Bahnschrift" panose="020B0502040204020203" pitchFamily="34" charset="0"/>
              </a:rPr>
              <a:t>Another problem is that for graph algorithms such as DFS, BFS or Pert, MapReduce model is not satisfactory. For these scenarios, there is the BSP.</a:t>
            </a:r>
            <a:endParaRPr lang="en-IN" sz="2800" dirty="0">
              <a:latin typeface="Bahnschrift" panose="020B0502040204020203" pitchFamily="34" charset="0"/>
            </a:endParaRPr>
          </a:p>
          <a:p>
            <a:pPr marL="0" indent="0">
              <a:buNone/>
            </a:pPr>
            <a:endParaRPr lang="en-IN" dirty="0"/>
          </a:p>
        </p:txBody>
      </p:sp>
      <p:sp>
        <p:nvSpPr>
          <p:cNvPr id="3" name="Title 2">
            <a:extLst>
              <a:ext uri="{FF2B5EF4-FFF2-40B4-BE49-F238E27FC236}">
                <a16:creationId xmlns:a16="http://schemas.microsoft.com/office/drawing/2014/main" id="{5877651A-397D-45D0-904E-75EAC7C62E4E}"/>
              </a:ext>
            </a:extLst>
          </p:cNvPr>
          <p:cNvSpPr>
            <a:spLocks noGrp="1"/>
          </p:cNvSpPr>
          <p:nvPr>
            <p:ph type="title"/>
          </p:nvPr>
        </p:nvSpPr>
        <p:spPr/>
        <p:txBody>
          <a:bodyPr/>
          <a:lstStyle/>
          <a:p>
            <a:r>
              <a:rPr lang="en-US" dirty="0"/>
              <a:t>Bulk Synchronous Parallel</a:t>
            </a:r>
            <a:endParaRPr lang="en-IN" dirty="0"/>
          </a:p>
        </p:txBody>
      </p:sp>
    </p:spTree>
    <p:extLst>
      <p:ext uri="{BB962C8B-B14F-4D97-AF65-F5344CB8AC3E}">
        <p14:creationId xmlns:p14="http://schemas.microsoft.com/office/powerpoint/2010/main" val="15928345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72235">
            <a:alpha val="0"/>
          </a:srgbClr>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A33CF8B-ADFA-4FE5-A493-742C4E39CF35}"/>
              </a:ext>
            </a:extLst>
          </p:cNvPr>
          <p:cNvPicPr>
            <a:picLocks noGrp="1" noChangeAspect="1"/>
          </p:cNvPicPr>
          <p:nvPr>
            <p:ph idx="1"/>
          </p:nvPr>
        </p:nvPicPr>
        <p:blipFill rotWithShape="1">
          <a:blip r:embed="rId2"/>
          <a:srcRect r="59244"/>
          <a:stretch/>
        </p:blipFill>
        <p:spPr>
          <a:xfrm>
            <a:off x="74428" y="2018303"/>
            <a:ext cx="3561907" cy="3297976"/>
          </a:xfrm>
          <a:prstGeom prst="rect">
            <a:avLst/>
          </a:prstGeom>
        </p:spPr>
      </p:pic>
      <p:sp>
        <p:nvSpPr>
          <p:cNvPr id="3" name="Title 2">
            <a:extLst>
              <a:ext uri="{FF2B5EF4-FFF2-40B4-BE49-F238E27FC236}">
                <a16:creationId xmlns:a16="http://schemas.microsoft.com/office/drawing/2014/main" id="{5877651A-397D-45D0-904E-75EAC7C62E4E}"/>
              </a:ext>
            </a:extLst>
          </p:cNvPr>
          <p:cNvSpPr>
            <a:spLocks noGrp="1"/>
          </p:cNvSpPr>
          <p:nvPr>
            <p:ph type="title"/>
          </p:nvPr>
        </p:nvSpPr>
        <p:spPr/>
        <p:txBody>
          <a:bodyPr/>
          <a:lstStyle/>
          <a:p>
            <a:r>
              <a:rPr lang="en-US" dirty="0"/>
              <a:t>Bulk Synchronous Parallel</a:t>
            </a:r>
            <a:endParaRPr lang="en-IN" dirty="0"/>
          </a:p>
        </p:txBody>
      </p:sp>
    </p:spTree>
    <p:extLst>
      <p:ext uri="{BB962C8B-B14F-4D97-AF65-F5344CB8AC3E}">
        <p14:creationId xmlns:p14="http://schemas.microsoft.com/office/powerpoint/2010/main" val="16106854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72235">
            <a:alpha val="0"/>
          </a:srgbClr>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A33CF8B-ADFA-4FE5-A493-742C4E39CF35}"/>
              </a:ext>
            </a:extLst>
          </p:cNvPr>
          <p:cNvPicPr>
            <a:picLocks noGrp="1" noChangeAspect="1"/>
          </p:cNvPicPr>
          <p:nvPr>
            <p:ph idx="1"/>
          </p:nvPr>
        </p:nvPicPr>
        <p:blipFill rotWithShape="1">
          <a:blip r:embed="rId2"/>
          <a:srcRect r="40509"/>
          <a:stretch/>
        </p:blipFill>
        <p:spPr>
          <a:xfrm>
            <a:off x="74428" y="2018303"/>
            <a:ext cx="5199321" cy="3297976"/>
          </a:xfrm>
          <a:prstGeom prst="rect">
            <a:avLst/>
          </a:prstGeom>
        </p:spPr>
      </p:pic>
      <p:sp>
        <p:nvSpPr>
          <p:cNvPr id="3" name="Title 2">
            <a:extLst>
              <a:ext uri="{FF2B5EF4-FFF2-40B4-BE49-F238E27FC236}">
                <a16:creationId xmlns:a16="http://schemas.microsoft.com/office/drawing/2014/main" id="{5877651A-397D-45D0-904E-75EAC7C62E4E}"/>
              </a:ext>
            </a:extLst>
          </p:cNvPr>
          <p:cNvSpPr>
            <a:spLocks noGrp="1"/>
          </p:cNvSpPr>
          <p:nvPr>
            <p:ph type="title"/>
          </p:nvPr>
        </p:nvSpPr>
        <p:spPr/>
        <p:txBody>
          <a:bodyPr/>
          <a:lstStyle/>
          <a:p>
            <a:r>
              <a:rPr lang="en-US" dirty="0"/>
              <a:t>Bulk Synchronous Parallel</a:t>
            </a:r>
            <a:endParaRPr lang="en-IN" dirty="0"/>
          </a:p>
        </p:txBody>
      </p:sp>
    </p:spTree>
    <p:extLst>
      <p:ext uri="{BB962C8B-B14F-4D97-AF65-F5344CB8AC3E}">
        <p14:creationId xmlns:p14="http://schemas.microsoft.com/office/powerpoint/2010/main" val="3154267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72235">
            <a:alpha val="0"/>
          </a:srgbClr>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A33CF8B-ADFA-4FE5-A493-742C4E39CF35}"/>
              </a:ext>
            </a:extLst>
          </p:cNvPr>
          <p:cNvPicPr>
            <a:picLocks noGrp="1" noChangeAspect="1"/>
          </p:cNvPicPr>
          <p:nvPr>
            <p:ph idx="1"/>
          </p:nvPr>
        </p:nvPicPr>
        <p:blipFill>
          <a:blip r:embed="rId2"/>
          <a:stretch>
            <a:fillRect/>
          </a:stretch>
        </p:blipFill>
        <p:spPr>
          <a:xfrm>
            <a:off x="74428" y="2018303"/>
            <a:ext cx="8739636" cy="3297976"/>
          </a:xfrm>
          <a:prstGeom prst="rect">
            <a:avLst/>
          </a:prstGeom>
        </p:spPr>
      </p:pic>
      <p:sp>
        <p:nvSpPr>
          <p:cNvPr id="3" name="Title 2">
            <a:extLst>
              <a:ext uri="{FF2B5EF4-FFF2-40B4-BE49-F238E27FC236}">
                <a16:creationId xmlns:a16="http://schemas.microsoft.com/office/drawing/2014/main" id="{5877651A-397D-45D0-904E-75EAC7C62E4E}"/>
              </a:ext>
            </a:extLst>
          </p:cNvPr>
          <p:cNvSpPr>
            <a:spLocks noGrp="1"/>
          </p:cNvSpPr>
          <p:nvPr>
            <p:ph type="title"/>
          </p:nvPr>
        </p:nvSpPr>
        <p:spPr/>
        <p:txBody>
          <a:bodyPr/>
          <a:lstStyle/>
          <a:p>
            <a:r>
              <a:rPr lang="en-US" dirty="0"/>
              <a:t>Bulk Synchronous Parallel</a:t>
            </a:r>
            <a:endParaRPr lang="en-IN" dirty="0"/>
          </a:p>
        </p:txBody>
      </p:sp>
    </p:spTree>
    <p:extLst>
      <p:ext uri="{BB962C8B-B14F-4D97-AF65-F5344CB8AC3E}">
        <p14:creationId xmlns:p14="http://schemas.microsoft.com/office/powerpoint/2010/main" val="15558377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F7EBD-920D-47C8-BC78-717932DC104F}"/>
              </a:ext>
            </a:extLst>
          </p:cNvPr>
          <p:cNvSpPr>
            <a:spLocks noGrp="1"/>
          </p:cNvSpPr>
          <p:nvPr>
            <p:ph type="title"/>
          </p:nvPr>
        </p:nvSpPr>
        <p:spPr>
          <a:xfrm>
            <a:off x="502776" y="1329070"/>
            <a:ext cx="8138448" cy="4424253"/>
          </a:xfrm>
        </p:spPr>
        <p:txBody>
          <a:bodyPr anchor="ctr">
            <a:normAutofit/>
          </a:bodyPr>
          <a:lstStyle/>
          <a:p>
            <a:pPr algn="ctr">
              <a:lnSpc>
                <a:spcPct val="150000"/>
              </a:lnSpc>
            </a:pPr>
            <a:r>
              <a:rPr lang="en-US" sz="4000" b="0" i="0" dirty="0">
                <a:solidFill>
                  <a:srgbClr val="232323"/>
                </a:solidFill>
                <a:effectLst/>
                <a:latin typeface="Bahnschrift SemiBold" panose="020B0502040204020203" pitchFamily="34" charset="0"/>
              </a:rPr>
              <a:t>Five Reasons You Need a Step-by-Step Approach to Workflow Orchestration for Big Data</a:t>
            </a:r>
            <a:br>
              <a:rPr lang="en-US" b="0" i="0" dirty="0">
                <a:solidFill>
                  <a:srgbClr val="232323"/>
                </a:solidFill>
                <a:effectLst/>
                <a:latin typeface="Open Sans" panose="020B0606030504020204" pitchFamily="34" charset="0"/>
              </a:rPr>
            </a:br>
            <a:endParaRPr lang="en-IN" dirty="0"/>
          </a:p>
        </p:txBody>
      </p:sp>
    </p:spTree>
    <p:extLst>
      <p:ext uri="{BB962C8B-B14F-4D97-AF65-F5344CB8AC3E}">
        <p14:creationId xmlns:p14="http://schemas.microsoft.com/office/powerpoint/2010/main" val="21310931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E42324D-09A7-47C2-84E1-721C8B367D91}"/>
              </a:ext>
            </a:extLst>
          </p:cNvPr>
          <p:cNvGraphicFramePr>
            <a:graphicFrameLocks noGrp="1"/>
          </p:cNvGraphicFramePr>
          <p:nvPr>
            <p:ph idx="1"/>
            <p:extLst>
              <p:ext uri="{D42A27DB-BD31-4B8C-83A1-F6EECF244321}">
                <p14:modId xmlns:p14="http://schemas.microsoft.com/office/powerpoint/2010/main" val="2940560524"/>
              </p:ext>
            </p:extLst>
          </p:nvPr>
        </p:nvGraphicFramePr>
        <p:xfrm>
          <a:off x="471054" y="1378760"/>
          <a:ext cx="8229601" cy="53684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47F1D942-E1D9-4C1F-9FF1-F964D3778DC0}"/>
              </a:ext>
            </a:extLst>
          </p:cNvPr>
          <p:cNvSpPr>
            <a:spLocks noGrp="1"/>
          </p:cNvSpPr>
          <p:nvPr>
            <p:ph type="title"/>
          </p:nvPr>
        </p:nvSpPr>
        <p:spPr/>
        <p:txBody>
          <a:bodyPr/>
          <a:lstStyle/>
          <a:p>
            <a:r>
              <a:rPr lang="en-US" dirty="0"/>
              <a:t>Workflow</a:t>
            </a:r>
            <a:endParaRPr lang="en-IN" dirty="0"/>
          </a:p>
        </p:txBody>
      </p:sp>
    </p:spTree>
    <p:extLst>
      <p:ext uri="{BB962C8B-B14F-4D97-AF65-F5344CB8AC3E}">
        <p14:creationId xmlns:p14="http://schemas.microsoft.com/office/powerpoint/2010/main" val="2317462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3718EF-8261-4A9D-A77A-FB597540D82F}"/>
              </a:ext>
            </a:extLst>
          </p:cNvPr>
          <p:cNvSpPr>
            <a:spLocks noGrp="1"/>
          </p:cNvSpPr>
          <p:nvPr>
            <p:ph idx="1"/>
          </p:nvPr>
        </p:nvSpPr>
        <p:spPr/>
        <p:txBody>
          <a:bodyPr>
            <a:normAutofit fontScale="92500" lnSpcReduction="20000"/>
          </a:bodyPr>
          <a:lstStyle/>
          <a:p>
            <a:pPr algn="just"/>
            <a:r>
              <a:rPr lang="en-US" b="0" i="0" dirty="0">
                <a:solidFill>
                  <a:srgbClr val="1D1D1D"/>
                </a:solidFill>
                <a:effectLst/>
              </a:rPr>
              <a:t>The approach also requires having a reliable application workflow orchestration tool that simplifies the complexity of Big Data workflows, avoids automation silos, connects processes, and manages workflows from a single point. </a:t>
            </a:r>
          </a:p>
          <a:p>
            <a:pPr algn="just"/>
            <a:r>
              <a:rPr lang="en-US" b="0" i="0" dirty="0">
                <a:solidFill>
                  <a:srgbClr val="1D1D1D"/>
                </a:solidFill>
                <a:effectLst/>
              </a:rPr>
              <a:t>This allows you end to end automation, integration and orchestration of your Big Data processes, ensuring that everything is running successfully, meeting all SLAs, and delivering insights to business users on time.</a:t>
            </a:r>
            <a:endParaRPr lang="en-IN" dirty="0"/>
          </a:p>
        </p:txBody>
      </p:sp>
      <p:sp>
        <p:nvSpPr>
          <p:cNvPr id="3" name="Title 2">
            <a:extLst>
              <a:ext uri="{FF2B5EF4-FFF2-40B4-BE49-F238E27FC236}">
                <a16:creationId xmlns:a16="http://schemas.microsoft.com/office/drawing/2014/main" id="{B4D4F37F-68B2-4CB1-B705-04E768A3388A}"/>
              </a:ext>
            </a:extLst>
          </p:cNvPr>
          <p:cNvSpPr>
            <a:spLocks noGrp="1"/>
          </p:cNvSpPr>
          <p:nvPr>
            <p:ph type="title"/>
          </p:nvPr>
        </p:nvSpPr>
        <p:spPr/>
        <p:txBody>
          <a:bodyPr/>
          <a:lstStyle/>
          <a:p>
            <a:r>
              <a:rPr lang="en-US" dirty="0"/>
              <a:t>Workflow</a:t>
            </a:r>
            <a:endParaRPr lang="en-IN" dirty="0"/>
          </a:p>
        </p:txBody>
      </p:sp>
    </p:spTree>
    <p:extLst>
      <p:ext uri="{BB962C8B-B14F-4D97-AF65-F5344CB8AC3E}">
        <p14:creationId xmlns:p14="http://schemas.microsoft.com/office/powerpoint/2010/main" val="23088288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784590-457C-45A2-8E83-2A4CC8ACE02A}"/>
              </a:ext>
            </a:extLst>
          </p:cNvPr>
          <p:cNvSpPr>
            <a:spLocks noGrp="1"/>
          </p:cNvSpPr>
          <p:nvPr>
            <p:ph idx="1"/>
          </p:nvPr>
        </p:nvSpPr>
        <p:spPr/>
        <p:txBody>
          <a:bodyPr/>
          <a:lstStyle/>
          <a:p>
            <a:pPr algn="just"/>
            <a:r>
              <a:rPr lang="en-US" b="0" i="0" dirty="0">
                <a:solidFill>
                  <a:srgbClr val="1D1D1D"/>
                </a:solidFill>
                <a:effectLst/>
              </a:rPr>
              <a:t>Cobbling together disparate automation and orchestration tools that don’t scale, may cause delays and put the entire project at risk. </a:t>
            </a:r>
          </a:p>
          <a:p>
            <a:pPr algn="just"/>
            <a:r>
              <a:rPr lang="en-US" b="0" i="0" dirty="0">
                <a:solidFill>
                  <a:srgbClr val="1D1D1D"/>
                </a:solidFill>
                <a:effectLst/>
              </a:rPr>
              <a:t>Here are some of the benefits of beginning your Big Data project with application workflow orchestration in mind and using a tool that supports these steps:</a:t>
            </a:r>
            <a:endParaRPr lang="en-IN" dirty="0"/>
          </a:p>
        </p:txBody>
      </p:sp>
      <p:sp>
        <p:nvSpPr>
          <p:cNvPr id="3" name="Title 2">
            <a:extLst>
              <a:ext uri="{FF2B5EF4-FFF2-40B4-BE49-F238E27FC236}">
                <a16:creationId xmlns:a16="http://schemas.microsoft.com/office/drawing/2014/main" id="{D30849D7-CB4A-4193-964D-A1AA86B03BB3}"/>
              </a:ext>
            </a:extLst>
          </p:cNvPr>
          <p:cNvSpPr>
            <a:spLocks noGrp="1"/>
          </p:cNvSpPr>
          <p:nvPr>
            <p:ph type="title"/>
          </p:nvPr>
        </p:nvSpPr>
        <p:spPr/>
        <p:txBody>
          <a:bodyPr/>
          <a:lstStyle/>
          <a:p>
            <a:r>
              <a:rPr lang="en-US" dirty="0"/>
              <a:t>Workflow</a:t>
            </a:r>
            <a:endParaRPr lang="en-IN" dirty="0"/>
          </a:p>
        </p:txBody>
      </p:sp>
    </p:spTree>
    <p:extLst>
      <p:ext uri="{BB962C8B-B14F-4D97-AF65-F5344CB8AC3E}">
        <p14:creationId xmlns:p14="http://schemas.microsoft.com/office/powerpoint/2010/main" val="19122626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348A5F-A143-4136-BEB1-2F0EFFB72F00}"/>
              </a:ext>
            </a:extLst>
          </p:cNvPr>
          <p:cNvSpPr>
            <a:spLocks noGrp="1"/>
          </p:cNvSpPr>
          <p:nvPr>
            <p:ph idx="1"/>
          </p:nvPr>
        </p:nvSpPr>
        <p:spPr/>
        <p:txBody>
          <a:bodyPr>
            <a:normAutofit/>
          </a:bodyPr>
          <a:lstStyle/>
          <a:p>
            <a:r>
              <a:rPr lang="en-US" b="0" i="0" dirty="0">
                <a:effectLst/>
              </a:rPr>
              <a:t>Improve quality, speed, and time to market.</a:t>
            </a:r>
          </a:p>
          <a:p>
            <a:r>
              <a:rPr lang="en-US" b="0" i="0" dirty="0">
                <a:solidFill>
                  <a:schemeClr val="bg1">
                    <a:lumMod val="65000"/>
                  </a:schemeClr>
                </a:solidFill>
                <a:effectLst/>
              </a:rPr>
              <a:t>Reduce complexity in all environments – on premises, hybrid, and multi-cloud</a:t>
            </a:r>
          </a:p>
          <a:p>
            <a:r>
              <a:rPr lang="en-US" b="0" i="0" dirty="0">
                <a:solidFill>
                  <a:schemeClr val="bg1">
                    <a:lumMod val="65000"/>
                  </a:schemeClr>
                </a:solidFill>
                <a:effectLst/>
              </a:rPr>
              <a:t>Ensure scalability and reduce risk</a:t>
            </a:r>
          </a:p>
          <a:p>
            <a:r>
              <a:rPr lang="en-IN" b="0" i="0" dirty="0">
                <a:solidFill>
                  <a:schemeClr val="bg1">
                    <a:lumMod val="65000"/>
                  </a:schemeClr>
                </a:solidFill>
                <a:effectLst/>
              </a:rPr>
              <a:t>Achieve better Integration</a:t>
            </a:r>
          </a:p>
          <a:p>
            <a:r>
              <a:rPr lang="en-IN" b="0" i="0" dirty="0">
                <a:solidFill>
                  <a:schemeClr val="bg1">
                    <a:lumMod val="65000"/>
                  </a:schemeClr>
                </a:solidFill>
                <a:effectLst/>
              </a:rPr>
              <a:t>Improve reliability</a:t>
            </a:r>
          </a:p>
          <a:p>
            <a:r>
              <a:rPr lang="en-IN" b="0" i="0" dirty="0">
                <a:solidFill>
                  <a:schemeClr val="bg1">
                    <a:lumMod val="65000"/>
                  </a:schemeClr>
                </a:solidFill>
                <a:effectLst/>
              </a:rPr>
              <a:t>Looking ahead</a:t>
            </a:r>
          </a:p>
          <a:p>
            <a:pPr marL="0" indent="0">
              <a:buNone/>
            </a:pPr>
            <a:endParaRPr lang="en-IN" dirty="0"/>
          </a:p>
        </p:txBody>
      </p:sp>
      <p:sp>
        <p:nvSpPr>
          <p:cNvPr id="3" name="Title 2">
            <a:extLst>
              <a:ext uri="{FF2B5EF4-FFF2-40B4-BE49-F238E27FC236}">
                <a16:creationId xmlns:a16="http://schemas.microsoft.com/office/drawing/2014/main" id="{9A173391-C1E1-44CF-9375-AB96F5079403}"/>
              </a:ext>
            </a:extLst>
          </p:cNvPr>
          <p:cNvSpPr>
            <a:spLocks noGrp="1"/>
          </p:cNvSpPr>
          <p:nvPr>
            <p:ph type="title"/>
          </p:nvPr>
        </p:nvSpPr>
        <p:spPr/>
        <p:txBody>
          <a:bodyPr/>
          <a:lstStyle/>
          <a:p>
            <a:r>
              <a:rPr lang="en-US" dirty="0"/>
              <a:t>Workflow</a:t>
            </a:r>
            <a:endParaRPr lang="en-IN" dirty="0"/>
          </a:p>
        </p:txBody>
      </p:sp>
    </p:spTree>
    <p:extLst>
      <p:ext uri="{BB962C8B-B14F-4D97-AF65-F5344CB8AC3E}">
        <p14:creationId xmlns:p14="http://schemas.microsoft.com/office/powerpoint/2010/main" val="41833633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348A5F-A143-4136-BEB1-2F0EFFB72F00}"/>
              </a:ext>
            </a:extLst>
          </p:cNvPr>
          <p:cNvSpPr>
            <a:spLocks noGrp="1"/>
          </p:cNvSpPr>
          <p:nvPr>
            <p:ph idx="1"/>
          </p:nvPr>
        </p:nvSpPr>
        <p:spPr/>
        <p:txBody>
          <a:bodyPr>
            <a:normAutofit/>
          </a:bodyPr>
          <a:lstStyle/>
          <a:p>
            <a:r>
              <a:rPr lang="en-US" b="0" i="0" dirty="0">
                <a:solidFill>
                  <a:schemeClr val="bg1">
                    <a:lumMod val="65000"/>
                  </a:schemeClr>
                </a:solidFill>
                <a:effectLst/>
              </a:rPr>
              <a:t>Improve quality, speed, and time to market</a:t>
            </a:r>
          </a:p>
          <a:p>
            <a:r>
              <a:rPr lang="en-US" b="0" i="0" dirty="0">
                <a:solidFill>
                  <a:srgbClr val="232323"/>
                </a:solidFill>
                <a:effectLst/>
              </a:rPr>
              <a:t>Reduce complexity in all environments – on premises, hybrid, and multi-cloud.</a:t>
            </a:r>
          </a:p>
          <a:p>
            <a:r>
              <a:rPr lang="en-US" b="0" i="0" dirty="0">
                <a:solidFill>
                  <a:schemeClr val="bg1">
                    <a:lumMod val="65000"/>
                  </a:schemeClr>
                </a:solidFill>
                <a:effectLst/>
              </a:rPr>
              <a:t>Ensure scalability and reduce risk</a:t>
            </a:r>
          </a:p>
          <a:p>
            <a:r>
              <a:rPr lang="en-IN" b="0" i="0" dirty="0">
                <a:solidFill>
                  <a:schemeClr val="bg1">
                    <a:lumMod val="65000"/>
                  </a:schemeClr>
                </a:solidFill>
                <a:effectLst/>
              </a:rPr>
              <a:t>Achieve better Integration</a:t>
            </a:r>
          </a:p>
          <a:p>
            <a:r>
              <a:rPr lang="en-IN" b="0" i="0" dirty="0">
                <a:solidFill>
                  <a:schemeClr val="bg1">
                    <a:lumMod val="65000"/>
                  </a:schemeClr>
                </a:solidFill>
                <a:effectLst/>
              </a:rPr>
              <a:t>Improve reliability</a:t>
            </a:r>
          </a:p>
          <a:p>
            <a:r>
              <a:rPr lang="en-IN" b="0" i="0" dirty="0">
                <a:solidFill>
                  <a:schemeClr val="bg1">
                    <a:lumMod val="65000"/>
                  </a:schemeClr>
                </a:solidFill>
                <a:effectLst/>
              </a:rPr>
              <a:t>Looking ahead</a:t>
            </a:r>
          </a:p>
          <a:p>
            <a:pPr marL="0" indent="0">
              <a:buNone/>
            </a:pPr>
            <a:endParaRPr lang="en-IN" dirty="0"/>
          </a:p>
        </p:txBody>
      </p:sp>
      <p:sp>
        <p:nvSpPr>
          <p:cNvPr id="3" name="Title 2">
            <a:extLst>
              <a:ext uri="{FF2B5EF4-FFF2-40B4-BE49-F238E27FC236}">
                <a16:creationId xmlns:a16="http://schemas.microsoft.com/office/drawing/2014/main" id="{9A173391-C1E1-44CF-9375-AB96F5079403}"/>
              </a:ext>
            </a:extLst>
          </p:cNvPr>
          <p:cNvSpPr>
            <a:spLocks noGrp="1"/>
          </p:cNvSpPr>
          <p:nvPr>
            <p:ph type="title"/>
          </p:nvPr>
        </p:nvSpPr>
        <p:spPr/>
        <p:txBody>
          <a:bodyPr/>
          <a:lstStyle/>
          <a:p>
            <a:r>
              <a:rPr lang="en-US" dirty="0"/>
              <a:t>Workflow</a:t>
            </a:r>
            <a:endParaRPr lang="en-IN" dirty="0"/>
          </a:p>
        </p:txBody>
      </p:sp>
    </p:spTree>
    <p:extLst>
      <p:ext uri="{BB962C8B-B14F-4D97-AF65-F5344CB8AC3E}">
        <p14:creationId xmlns:p14="http://schemas.microsoft.com/office/powerpoint/2010/main" val="38781974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348A5F-A143-4136-BEB1-2F0EFFB72F00}"/>
              </a:ext>
            </a:extLst>
          </p:cNvPr>
          <p:cNvSpPr>
            <a:spLocks noGrp="1"/>
          </p:cNvSpPr>
          <p:nvPr>
            <p:ph idx="1"/>
          </p:nvPr>
        </p:nvSpPr>
        <p:spPr/>
        <p:txBody>
          <a:bodyPr>
            <a:normAutofit/>
          </a:bodyPr>
          <a:lstStyle/>
          <a:p>
            <a:r>
              <a:rPr lang="en-US" b="0" i="0" dirty="0">
                <a:solidFill>
                  <a:schemeClr val="bg1">
                    <a:lumMod val="65000"/>
                  </a:schemeClr>
                </a:solidFill>
                <a:effectLst/>
              </a:rPr>
              <a:t>Improve quality, speed, and time to market</a:t>
            </a:r>
          </a:p>
          <a:p>
            <a:r>
              <a:rPr lang="en-US" b="0" i="0" dirty="0">
                <a:solidFill>
                  <a:schemeClr val="bg1">
                    <a:lumMod val="65000"/>
                  </a:schemeClr>
                </a:solidFill>
                <a:effectLst/>
              </a:rPr>
              <a:t>Reduce complexity in all environments – on premises, hybrid, and multi-cloud</a:t>
            </a:r>
          </a:p>
          <a:p>
            <a:r>
              <a:rPr lang="en-US" b="0" i="0" dirty="0">
                <a:solidFill>
                  <a:srgbClr val="232323"/>
                </a:solidFill>
                <a:effectLst/>
              </a:rPr>
              <a:t>Ensure scalability and reduce risk.</a:t>
            </a:r>
          </a:p>
          <a:p>
            <a:r>
              <a:rPr lang="en-IN" b="0" i="0" dirty="0">
                <a:solidFill>
                  <a:schemeClr val="bg1">
                    <a:lumMod val="65000"/>
                  </a:schemeClr>
                </a:solidFill>
                <a:effectLst/>
              </a:rPr>
              <a:t>Achieve better Integration</a:t>
            </a:r>
          </a:p>
          <a:p>
            <a:r>
              <a:rPr lang="en-IN" b="0" i="0" dirty="0">
                <a:solidFill>
                  <a:schemeClr val="bg1">
                    <a:lumMod val="65000"/>
                  </a:schemeClr>
                </a:solidFill>
                <a:effectLst/>
              </a:rPr>
              <a:t>Improve reliability</a:t>
            </a:r>
          </a:p>
          <a:p>
            <a:r>
              <a:rPr lang="en-IN" b="0" i="0" dirty="0">
                <a:solidFill>
                  <a:schemeClr val="bg1">
                    <a:lumMod val="65000"/>
                  </a:schemeClr>
                </a:solidFill>
                <a:effectLst/>
              </a:rPr>
              <a:t>Looking ahead</a:t>
            </a:r>
          </a:p>
          <a:p>
            <a:pPr marL="0" indent="0">
              <a:buNone/>
            </a:pPr>
            <a:endParaRPr lang="en-IN" dirty="0"/>
          </a:p>
        </p:txBody>
      </p:sp>
      <p:sp>
        <p:nvSpPr>
          <p:cNvPr id="3" name="Title 2">
            <a:extLst>
              <a:ext uri="{FF2B5EF4-FFF2-40B4-BE49-F238E27FC236}">
                <a16:creationId xmlns:a16="http://schemas.microsoft.com/office/drawing/2014/main" id="{9A173391-C1E1-44CF-9375-AB96F5079403}"/>
              </a:ext>
            </a:extLst>
          </p:cNvPr>
          <p:cNvSpPr>
            <a:spLocks noGrp="1"/>
          </p:cNvSpPr>
          <p:nvPr>
            <p:ph type="title"/>
          </p:nvPr>
        </p:nvSpPr>
        <p:spPr/>
        <p:txBody>
          <a:bodyPr/>
          <a:lstStyle/>
          <a:p>
            <a:r>
              <a:rPr lang="en-US" dirty="0"/>
              <a:t>Workflow</a:t>
            </a:r>
            <a:endParaRPr lang="en-IN" dirty="0"/>
          </a:p>
        </p:txBody>
      </p:sp>
    </p:spTree>
    <p:extLst>
      <p:ext uri="{BB962C8B-B14F-4D97-AF65-F5344CB8AC3E}">
        <p14:creationId xmlns:p14="http://schemas.microsoft.com/office/powerpoint/2010/main" val="12033093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348A5F-A143-4136-BEB1-2F0EFFB72F00}"/>
              </a:ext>
            </a:extLst>
          </p:cNvPr>
          <p:cNvSpPr>
            <a:spLocks noGrp="1"/>
          </p:cNvSpPr>
          <p:nvPr>
            <p:ph idx="1"/>
          </p:nvPr>
        </p:nvSpPr>
        <p:spPr/>
        <p:txBody>
          <a:bodyPr>
            <a:normAutofit/>
          </a:bodyPr>
          <a:lstStyle/>
          <a:p>
            <a:r>
              <a:rPr lang="en-US" b="0" i="0" dirty="0">
                <a:solidFill>
                  <a:schemeClr val="bg1">
                    <a:lumMod val="65000"/>
                  </a:schemeClr>
                </a:solidFill>
                <a:effectLst/>
              </a:rPr>
              <a:t>Improve quality, speed, and time to market</a:t>
            </a:r>
          </a:p>
          <a:p>
            <a:r>
              <a:rPr lang="en-US" b="0" i="0" dirty="0">
                <a:solidFill>
                  <a:schemeClr val="bg1">
                    <a:lumMod val="65000"/>
                  </a:schemeClr>
                </a:solidFill>
                <a:effectLst/>
              </a:rPr>
              <a:t>Reduce complexity in all environments – on premises, hybrid, and multi-cloud</a:t>
            </a:r>
          </a:p>
          <a:p>
            <a:r>
              <a:rPr lang="en-US" b="0" i="0" dirty="0">
                <a:solidFill>
                  <a:schemeClr val="bg1">
                    <a:lumMod val="65000"/>
                  </a:schemeClr>
                </a:solidFill>
                <a:effectLst/>
              </a:rPr>
              <a:t>Ensure scalability and reduce risk</a:t>
            </a:r>
          </a:p>
          <a:p>
            <a:r>
              <a:rPr lang="en-IN" b="0" i="0" dirty="0">
                <a:solidFill>
                  <a:srgbClr val="232323"/>
                </a:solidFill>
                <a:effectLst/>
              </a:rPr>
              <a:t>Achieve better Integration.</a:t>
            </a:r>
          </a:p>
          <a:p>
            <a:r>
              <a:rPr lang="en-IN" b="0" i="0" dirty="0">
                <a:solidFill>
                  <a:schemeClr val="bg1">
                    <a:lumMod val="65000"/>
                  </a:schemeClr>
                </a:solidFill>
                <a:effectLst/>
              </a:rPr>
              <a:t>Improve reliability</a:t>
            </a:r>
          </a:p>
          <a:p>
            <a:r>
              <a:rPr lang="en-IN" b="0" i="0" dirty="0">
                <a:solidFill>
                  <a:schemeClr val="bg1">
                    <a:lumMod val="65000"/>
                  </a:schemeClr>
                </a:solidFill>
                <a:effectLst/>
              </a:rPr>
              <a:t>Looking ahead</a:t>
            </a:r>
          </a:p>
          <a:p>
            <a:pPr marL="0" indent="0">
              <a:buNone/>
            </a:pPr>
            <a:endParaRPr lang="en-IN" dirty="0"/>
          </a:p>
        </p:txBody>
      </p:sp>
      <p:sp>
        <p:nvSpPr>
          <p:cNvPr id="3" name="Title 2">
            <a:extLst>
              <a:ext uri="{FF2B5EF4-FFF2-40B4-BE49-F238E27FC236}">
                <a16:creationId xmlns:a16="http://schemas.microsoft.com/office/drawing/2014/main" id="{9A173391-C1E1-44CF-9375-AB96F5079403}"/>
              </a:ext>
            </a:extLst>
          </p:cNvPr>
          <p:cNvSpPr>
            <a:spLocks noGrp="1"/>
          </p:cNvSpPr>
          <p:nvPr>
            <p:ph type="title"/>
          </p:nvPr>
        </p:nvSpPr>
        <p:spPr/>
        <p:txBody>
          <a:bodyPr/>
          <a:lstStyle/>
          <a:p>
            <a:r>
              <a:rPr lang="en-US" dirty="0"/>
              <a:t>Workflow</a:t>
            </a:r>
            <a:endParaRPr lang="en-IN" dirty="0"/>
          </a:p>
        </p:txBody>
      </p:sp>
    </p:spTree>
    <p:extLst>
      <p:ext uri="{BB962C8B-B14F-4D97-AF65-F5344CB8AC3E}">
        <p14:creationId xmlns:p14="http://schemas.microsoft.com/office/powerpoint/2010/main" val="24083489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348A5F-A143-4136-BEB1-2F0EFFB72F00}"/>
              </a:ext>
            </a:extLst>
          </p:cNvPr>
          <p:cNvSpPr>
            <a:spLocks noGrp="1"/>
          </p:cNvSpPr>
          <p:nvPr>
            <p:ph idx="1"/>
          </p:nvPr>
        </p:nvSpPr>
        <p:spPr/>
        <p:txBody>
          <a:bodyPr>
            <a:normAutofit/>
          </a:bodyPr>
          <a:lstStyle/>
          <a:p>
            <a:r>
              <a:rPr lang="en-US" b="0" i="0" dirty="0">
                <a:solidFill>
                  <a:schemeClr val="bg1">
                    <a:lumMod val="65000"/>
                  </a:schemeClr>
                </a:solidFill>
                <a:effectLst/>
              </a:rPr>
              <a:t>Improve quality, speed, and time to market</a:t>
            </a:r>
          </a:p>
          <a:p>
            <a:r>
              <a:rPr lang="en-US" b="0" i="0" dirty="0">
                <a:solidFill>
                  <a:schemeClr val="bg1">
                    <a:lumMod val="65000"/>
                  </a:schemeClr>
                </a:solidFill>
                <a:effectLst/>
              </a:rPr>
              <a:t>Reduce complexity in all environments – on premises, hybrid, and multi-cloud</a:t>
            </a:r>
          </a:p>
          <a:p>
            <a:r>
              <a:rPr lang="en-US" b="0" i="0" dirty="0">
                <a:solidFill>
                  <a:schemeClr val="bg1">
                    <a:lumMod val="65000"/>
                  </a:schemeClr>
                </a:solidFill>
                <a:effectLst/>
              </a:rPr>
              <a:t>Ensure scalability and reduce risk</a:t>
            </a:r>
          </a:p>
          <a:p>
            <a:r>
              <a:rPr lang="en-IN" b="0" i="0" dirty="0">
                <a:solidFill>
                  <a:schemeClr val="bg1">
                    <a:lumMod val="65000"/>
                  </a:schemeClr>
                </a:solidFill>
                <a:effectLst/>
              </a:rPr>
              <a:t>Achieve better Integration</a:t>
            </a:r>
          </a:p>
          <a:p>
            <a:r>
              <a:rPr lang="en-IN" b="0" i="0" dirty="0">
                <a:solidFill>
                  <a:srgbClr val="232323"/>
                </a:solidFill>
                <a:effectLst/>
              </a:rPr>
              <a:t>Improve reliability.</a:t>
            </a:r>
          </a:p>
          <a:p>
            <a:r>
              <a:rPr lang="en-IN" b="0" i="0" dirty="0">
                <a:solidFill>
                  <a:schemeClr val="bg1">
                    <a:lumMod val="65000"/>
                  </a:schemeClr>
                </a:solidFill>
                <a:effectLst/>
              </a:rPr>
              <a:t>Looking ahead</a:t>
            </a:r>
          </a:p>
          <a:p>
            <a:pPr marL="0" indent="0">
              <a:buNone/>
            </a:pPr>
            <a:endParaRPr lang="en-IN" dirty="0"/>
          </a:p>
        </p:txBody>
      </p:sp>
      <p:sp>
        <p:nvSpPr>
          <p:cNvPr id="3" name="Title 2">
            <a:extLst>
              <a:ext uri="{FF2B5EF4-FFF2-40B4-BE49-F238E27FC236}">
                <a16:creationId xmlns:a16="http://schemas.microsoft.com/office/drawing/2014/main" id="{9A173391-C1E1-44CF-9375-AB96F5079403}"/>
              </a:ext>
            </a:extLst>
          </p:cNvPr>
          <p:cNvSpPr>
            <a:spLocks noGrp="1"/>
          </p:cNvSpPr>
          <p:nvPr>
            <p:ph type="title"/>
          </p:nvPr>
        </p:nvSpPr>
        <p:spPr/>
        <p:txBody>
          <a:bodyPr/>
          <a:lstStyle/>
          <a:p>
            <a:r>
              <a:rPr lang="en-US" dirty="0"/>
              <a:t>Workflow</a:t>
            </a:r>
            <a:endParaRPr lang="en-IN" dirty="0"/>
          </a:p>
        </p:txBody>
      </p:sp>
    </p:spTree>
    <p:extLst>
      <p:ext uri="{BB962C8B-B14F-4D97-AF65-F5344CB8AC3E}">
        <p14:creationId xmlns:p14="http://schemas.microsoft.com/office/powerpoint/2010/main" val="38480724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348A5F-A143-4136-BEB1-2F0EFFB72F00}"/>
              </a:ext>
            </a:extLst>
          </p:cNvPr>
          <p:cNvSpPr>
            <a:spLocks noGrp="1"/>
          </p:cNvSpPr>
          <p:nvPr>
            <p:ph idx="1"/>
          </p:nvPr>
        </p:nvSpPr>
        <p:spPr/>
        <p:txBody>
          <a:bodyPr>
            <a:normAutofit/>
          </a:bodyPr>
          <a:lstStyle/>
          <a:p>
            <a:r>
              <a:rPr lang="en-US" b="0" i="0" dirty="0">
                <a:solidFill>
                  <a:schemeClr val="bg1">
                    <a:lumMod val="65000"/>
                  </a:schemeClr>
                </a:solidFill>
                <a:effectLst/>
              </a:rPr>
              <a:t>Improve quality, speed, and time to market</a:t>
            </a:r>
          </a:p>
          <a:p>
            <a:r>
              <a:rPr lang="en-US" b="0" i="0" dirty="0">
                <a:solidFill>
                  <a:schemeClr val="bg1">
                    <a:lumMod val="65000"/>
                  </a:schemeClr>
                </a:solidFill>
                <a:effectLst/>
              </a:rPr>
              <a:t>Reduce complexity in all environments – on premises, hybrid, and multi-cloud</a:t>
            </a:r>
          </a:p>
          <a:p>
            <a:r>
              <a:rPr lang="en-US" b="0" i="0" dirty="0">
                <a:solidFill>
                  <a:schemeClr val="bg1">
                    <a:lumMod val="65000"/>
                  </a:schemeClr>
                </a:solidFill>
                <a:effectLst/>
              </a:rPr>
              <a:t>Ensure scalability and reduce risk</a:t>
            </a:r>
          </a:p>
          <a:p>
            <a:r>
              <a:rPr lang="en-IN" b="0" i="0" dirty="0">
                <a:solidFill>
                  <a:schemeClr val="bg1">
                    <a:lumMod val="65000"/>
                  </a:schemeClr>
                </a:solidFill>
                <a:effectLst/>
              </a:rPr>
              <a:t>Achieve better Integration</a:t>
            </a:r>
          </a:p>
          <a:p>
            <a:r>
              <a:rPr lang="en-IN" b="0" i="0" dirty="0">
                <a:solidFill>
                  <a:schemeClr val="bg1">
                    <a:lumMod val="65000"/>
                  </a:schemeClr>
                </a:solidFill>
                <a:effectLst/>
              </a:rPr>
              <a:t>Improve reliability</a:t>
            </a:r>
          </a:p>
          <a:p>
            <a:r>
              <a:rPr lang="en-IN" b="0" i="0" dirty="0">
                <a:solidFill>
                  <a:srgbClr val="232323"/>
                </a:solidFill>
                <a:effectLst/>
              </a:rPr>
              <a:t>Looking ahead.</a:t>
            </a:r>
          </a:p>
          <a:p>
            <a:pPr marL="0" indent="0">
              <a:buNone/>
            </a:pPr>
            <a:endParaRPr lang="en-IN" dirty="0"/>
          </a:p>
        </p:txBody>
      </p:sp>
      <p:sp>
        <p:nvSpPr>
          <p:cNvPr id="3" name="Title 2">
            <a:extLst>
              <a:ext uri="{FF2B5EF4-FFF2-40B4-BE49-F238E27FC236}">
                <a16:creationId xmlns:a16="http://schemas.microsoft.com/office/drawing/2014/main" id="{9A173391-C1E1-44CF-9375-AB96F5079403}"/>
              </a:ext>
            </a:extLst>
          </p:cNvPr>
          <p:cNvSpPr>
            <a:spLocks noGrp="1"/>
          </p:cNvSpPr>
          <p:nvPr>
            <p:ph type="title"/>
          </p:nvPr>
        </p:nvSpPr>
        <p:spPr/>
        <p:txBody>
          <a:bodyPr/>
          <a:lstStyle/>
          <a:p>
            <a:r>
              <a:rPr lang="en-US" dirty="0"/>
              <a:t>Workflow</a:t>
            </a:r>
            <a:endParaRPr lang="en-IN" dirty="0"/>
          </a:p>
        </p:txBody>
      </p:sp>
    </p:spTree>
    <p:extLst>
      <p:ext uri="{BB962C8B-B14F-4D97-AF65-F5344CB8AC3E}">
        <p14:creationId xmlns:p14="http://schemas.microsoft.com/office/powerpoint/2010/main" val="31892005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6144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1268</TotalTime>
  <Words>1001</Words>
  <Application>Microsoft Office PowerPoint</Application>
  <PresentationFormat>On-screen Show (4:3)</PresentationFormat>
  <Paragraphs>133</Paragraphs>
  <Slides>42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Bahnschrift</vt:lpstr>
      <vt:lpstr>Bahnschrift SemiBold</vt:lpstr>
      <vt:lpstr>Calibri</vt:lpstr>
      <vt:lpstr>Calibri Light</vt:lpstr>
      <vt:lpstr>Open Sans</vt:lpstr>
      <vt:lpstr>Roboto</vt:lpstr>
      <vt:lpstr>Office Theme</vt:lpstr>
      <vt:lpstr>PowerPoint Presentation</vt:lpstr>
      <vt:lpstr>PowerPoint Presentation</vt:lpstr>
      <vt:lpstr>Popular Models</vt:lpstr>
      <vt:lpstr>MapReduce</vt:lpstr>
      <vt:lpstr>MapReduce</vt:lpstr>
      <vt:lpstr>MapReduce</vt:lpstr>
      <vt:lpstr>MapReduce</vt:lpstr>
      <vt:lpstr>MapReduce</vt:lpstr>
      <vt:lpstr>MapReduce</vt:lpstr>
      <vt:lpstr>The Algorithm</vt:lpstr>
      <vt:lpstr>MapReduce</vt:lpstr>
      <vt:lpstr>Advantage of MapReduce</vt:lpstr>
      <vt:lpstr>Advantage of MapReduce</vt:lpstr>
      <vt:lpstr>Directed Acyclic Graph,  </vt:lpstr>
      <vt:lpstr>Directed Acyclic Graph </vt:lpstr>
      <vt:lpstr>Explanation</vt:lpstr>
      <vt:lpstr>Explanation</vt:lpstr>
      <vt:lpstr>Explanation</vt:lpstr>
      <vt:lpstr>Directed Graph</vt:lpstr>
      <vt:lpstr>Directed Graph</vt:lpstr>
      <vt:lpstr>Application Areas</vt:lpstr>
      <vt:lpstr>Message Passing</vt:lpstr>
      <vt:lpstr>Message Passing</vt:lpstr>
      <vt:lpstr>Message Passing</vt:lpstr>
      <vt:lpstr>Advantages of Message Passing Mode</vt:lpstr>
      <vt:lpstr>Disadvantage of Message Passing Model</vt:lpstr>
      <vt:lpstr>Bulk Synchronous Parallel</vt:lpstr>
      <vt:lpstr>Bulk Synchronous Parallel</vt:lpstr>
      <vt:lpstr>Bulk Synchronous Parallel</vt:lpstr>
      <vt:lpstr>Bulk Synchronous Parallel</vt:lpstr>
      <vt:lpstr>Bulk Synchronous Parallel</vt:lpstr>
      <vt:lpstr>Five Reasons You Need a Step-by-Step Approach to Workflow Orchestration for Big Data </vt:lpstr>
      <vt:lpstr>Workflow</vt:lpstr>
      <vt:lpstr>Workflow</vt:lpstr>
      <vt:lpstr>Workflow</vt:lpstr>
      <vt:lpstr>Workflow</vt:lpstr>
      <vt:lpstr>Workflow</vt:lpstr>
      <vt:lpstr>Workflow</vt:lpstr>
      <vt:lpstr>Workflow</vt:lpstr>
      <vt:lpstr>Workflow</vt:lpstr>
      <vt:lpstr>Workflow</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video recording 1</dc:creator>
  <cp:lastModifiedBy>video recording 1</cp:lastModifiedBy>
  <cp:revision>91</cp:revision>
  <dcterms:created xsi:type="dcterms:W3CDTF">2021-05-13T17:45:44Z</dcterms:created>
  <dcterms:modified xsi:type="dcterms:W3CDTF">2021-06-23T05:46:13Z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444667</vt:lpwstr>
  </property>
  <property fmtid="{D5CDD505-2E9C-101B-9397-08002B2CF9AE}" name="NXPowerLiteSettings" pid="3">
    <vt:lpwstr>E700052003A000</vt:lpwstr>
  </property>
  <property fmtid="{D5CDD505-2E9C-101B-9397-08002B2CF9AE}" name="NXPowerLiteVersion" pid="4">
    <vt:lpwstr>D9.1.4</vt:lpwstr>
  </property>
</Properties>
</file>