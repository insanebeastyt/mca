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1"/>
  </p:handoutMasterIdLst>
  <p:sldIdLst>
    <p:sldId id="266" r:id="rId2"/>
    <p:sldId id="261" r:id="rId3"/>
    <p:sldId id="267" r:id="rId4"/>
    <p:sldId id="268" r:id="rId5"/>
    <p:sldId id="269" r:id="rId6"/>
    <p:sldId id="270" r:id="rId7"/>
    <p:sldId id="271" r:id="rId8"/>
    <p:sldId id="27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E1E4E6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name="adj" fmla="val 10415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3200" u="none" cap="small" baseline="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Introduction to Big Data</a:t>
            </a:r>
          </a:p>
        </p:txBody>
      </p:sp>
      <p:grpSp>
        <p:nvGrpSpPr>
          <p:cNvPr id="18" name="Group 45" hidden="1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5" y="2991370"/>
              <a:ext cx="6857455" cy="874715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8" r="27207" b="14395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name="connsiteX0" fmla="*/ 5282861 w 9153948"/>
              <a:gd name="connsiteY0" fmla="*/ 0 h 6850324"/>
              <a:gd name="connsiteX1" fmla="*/ 9153948 w 9153948"/>
              <a:gd name="connsiteY1" fmla="*/ 0 h 6850324"/>
              <a:gd name="connsiteX2" fmla="*/ 9153948 w 9153948"/>
              <a:gd name="connsiteY2" fmla="*/ 3977971 h 6850324"/>
              <a:gd name="connsiteX3" fmla="*/ 9004662 w 9153948"/>
              <a:gd name="connsiteY3" fmla="*/ 4052945 h 6850324"/>
              <a:gd name="connsiteX4" fmla="*/ 6158650 w 9153948"/>
              <a:gd name="connsiteY4" fmla="*/ 6710840 h 6850324"/>
              <a:gd name="connsiteX5" fmla="*/ 6089071 w 9153948"/>
              <a:gd name="connsiteY5" fmla="*/ 6850324 h 6850324"/>
              <a:gd name="connsiteX6" fmla="*/ 0 w 9153948"/>
              <a:gd name="connsiteY6" fmla="*/ 6850324 h 6850324"/>
              <a:gd name="connsiteX7" fmla="*/ 0 w 9153948"/>
              <a:gd name="connsiteY7" fmla="*/ 4281319 h 6850324"/>
              <a:gd name="connsiteX8" fmla="*/ 169673 w 9153948"/>
              <a:gd name="connsiteY8" fmla="*/ 4239758 h 6850324"/>
              <a:gd name="connsiteX9" fmla="*/ 1253697 w 9153948"/>
              <a:gd name="connsiteY9" fmla="*/ 3877347 h 6850324"/>
              <a:gd name="connsiteX10" fmla="*/ 5263701 w 9153948"/>
              <a:gd name="connsiteY10" fmla="*/ 75693 h 685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53948" h="6850324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name="connsiteX0" fmla="*/ 5282862 w 9153948"/>
              <a:gd name="connsiteY0" fmla="*/ 0 h 6850324"/>
              <a:gd name="connsiteX1" fmla="*/ 9153948 w 9153948"/>
              <a:gd name="connsiteY1" fmla="*/ 0 h 6850324"/>
              <a:gd name="connsiteX2" fmla="*/ 9153948 w 9153948"/>
              <a:gd name="connsiteY2" fmla="*/ 3977971 h 6850324"/>
              <a:gd name="connsiteX3" fmla="*/ 9004662 w 9153948"/>
              <a:gd name="connsiteY3" fmla="*/ 4052945 h 6850324"/>
              <a:gd name="connsiteX4" fmla="*/ 6158650 w 9153948"/>
              <a:gd name="connsiteY4" fmla="*/ 6710840 h 6850324"/>
              <a:gd name="connsiteX5" fmla="*/ 6089071 w 9153948"/>
              <a:gd name="connsiteY5" fmla="*/ 6850324 h 6850324"/>
              <a:gd name="connsiteX6" fmla="*/ 0 w 9153948"/>
              <a:gd name="connsiteY6" fmla="*/ 6850324 h 6850324"/>
              <a:gd name="connsiteX7" fmla="*/ 0 w 9153948"/>
              <a:gd name="connsiteY7" fmla="*/ 4281319 h 6850324"/>
              <a:gd name="connsiteX8" fmla="*/ 169673 w 9153948"/>
              <a:gd name="connsiteY8" fmla="*/ 4239758 h 6850324"/>
              <a:gd name="connsiteX9" fmla="*/ 1253697 w 9153948"/>
              <a:gd name="connsiteY9" fmla="*/ 3877347 h 6850324"/>
              <a:gd name="connsiteX10" fmla="*/ 5263701 w 9153948"/>
              <a:gd name="connsiteY10" fmla="*/ 75694 h 685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53948" h="6850324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name="connsiteX0" fmla="*/ 3909888 w 9144000"/>
              <a:gd name="connsiteY0" fmla="*/ 1376794 h 3809635"/>
              <a:gd name="connsiteX1" fmla="*/ 3815327 w 9144000"/>
              <a:gd name="connsiteY1" fmla="*/ 1514144 h 3809635"/>
              <a:gd name="connsiteX2" fmla="*/ 1032179 w 9144000"/>
              <a:gd name="connsiteY2" fmla="*/ 3516551 h 3809635"/>
              <a:gd name="connsiteX3" fmla="*/ 139693 w 9144000"/>
              <a:gd name="connsiteY3" fmla="*/ 3800747 h 3809635"/>
              <a:gd name="connsiteX4" fmla="*/ 101598 w 9144000"/>
              <a:gd name="connsiteY4" fmla="*/ 3809635 h 3809635"/>
              <a:gd name="connsiteX5" fmla="*/ 101598 w 9144000"/>
              <a:gd name="connsiteY5" fmla="*/ 3477088 h 3809635"/>
              <a:gd name="connsiteX6" fmla="*/ 181491 w 9144000"/>
              <a:gd name="connsiteY6" fmla="*/ 3460712 h 3809635"/>
              <a:gd name="connsiteX7" fmla="*/ 897358 w 9144000"/>
              <a:gd name="connsiteY7" fmla="*/ 3266910 h 3809635"/>
              <a:gd name="connsiteX8" fmla="*/ 3800595 w 9144000"/>
              <a:gd name="connsiteY8" fmla="*/ 1503680 h 3809635"/>
              <a:gd name="connsiteX9" fmla="*/ 4639132 w 9144000"/>
              <a:gd name="connsiteY9" fmla="*/ 0 h 3809635"/>
              <a:gd name="connsiteX10" fmla="*/ 9144000 w 9144000"/>
              <a:gd name="connsiteY10" fmla="*/ 0 h 3809635"/>
              <a:gd name="connsiteX11" fmla="*/ 9144000 w 9144000"/>
              <a:gd name="connsiteY11" fmla="*/ 545 h 3809635"/>
              <a:gd name="connsiteX12" fmla="*/ 4639015 w 9144000"/>
              <a:gd name="connsiteY12" fmla="*/ 545 h 3809635"/>
              <a:gd name="connsiteX13" fmla="*/ 0 w 9144000"/>
              <a:gd name="connsiteY13" fmla="*/ 0 h 3809635"/>
              <a:gd name="connsiteX14" fmla="*/ 2434 w 9144000"/>
              <a:gd name="connsiteY14" fmla="*/ 0 h 3809635"/>
              <a:gd name="connsiteX15" fmla="*/ 2434 w 9144000"/>
              <a:gd name="connsiteY15" fmla="*/ 116112 h 3809635"/>
              <a:gd name="connsiteX16" fmla="*/ 0 w 9144000"/>
              <a:gd name="connsiteY16" fmla="*/ 116112 h 380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4000" h="3809635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blurRad="63500" sx="102000" sy="102000" algn="c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name="connsiteX0" fmla="*/ 11106409 w 11106409"/>
              <a:gd name="connsiteY0" fmla="*/ 695 h 4102154"/>
              <a:gd name="connsiteX1" fmla="*/ 5634601 w 11106409"/>
              <a:gd name="connsiteY1" fmla="*/ 695 h 4102154"/>
              <a:gd name="connsiteX2" fmla="*/ 5634744 w 11106409"/>
              <a:gd name="connsiteY2" fmla="*/ 0 h 4102154"/>
              <a:gd name="connsiteX3" fmla="*/ 11106409 w 11106409"/>
              <a:gd name="connsiteY3" fmla="*/ 0 h 4102154"/>
              <a:gd name="connsiteX4" fmla="*/ 2956 w 11106409"/>
              <a:gd name="connsiteY4" fmla="*/ 148068 h 4102154"/>
              <a:gd name="connsiteX5" fmla="*/ 0 w 11106409"/>
              <a:gd name="connsiteY5" fmla="*/ 148068 h 4102154"/>
              <a:gd name="connsiteX6" fmla="*/ 0 w 11106409"/>
              <a:gd name="connsiteY6" fmla="*/ 0 h 4102154"/>
              <a:gd name="connsiteX7" fmla="*/ 2956 w 11106409"/>
              <a:gd name="connsiteY7" fmla="*/ 0 h 4102154"/>
              <a:gd name="connsiteX8" fmla="*/ 2061703 w 11106409"/>
              <a:gd name="connsiteY8" fmla="*/ 4102154 h 4102154"/>
              <a:gd name="connsiteX9" fmla="*/ 2061703 w 11106409"/>
              <a:gd name="connsiteY9" fmla="*/ 3774848 h 4102154"/>
              <a:gd name="connsiteX10" fmla="*/ 2149929 w 11106409"/>
              <a:gd name="connsiteY10" fmla="*/ 3735822 h 4102154"/>
              <a:gd name="connsiteX11" fmla="*/ 4616246 w 11106409"/>
              <a:gd name="connsiteY11" fmla="*/ 1917518 h 4102154"/>
              <a:gd name="connsiteX12" fmla="*/ 4748995 w 11106409"/>
              <a:gd name="connsiteY12" fmla="*/ 1755710 h 4102154"/>
              <a:gd name="connsiteX13" fmla="*/ 4634140 w 11106409"/>
              <a:gd name="connsiteY13" fmla="*/ 1930861 h 4102154"/>
              <a:gd name="connsiteX14" fmla="*/ 2302010 w 11106409"/>
              <a:gd name="connsiteY14" fmla="*/ 3975502 h 4102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106409" h="4102154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blurRad="63500" sx="102000" sy="102000" algn="c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name="adj" fmla="val 7564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4000" u="none" cap="small" baseline="0" dirty="0">
                <a:solidFill>
                  <a:srgbClr val="44525A"/>
                </a:solidFill>
                <a:latin typeface="Bahnschrift SemiBold" panose="020B0502040204020203" pitchFamily="34" charset="0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hnschrift SemiBold" panose="020B0502040204020203" pitchFamily="34" charset="0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steps to install Splunk on </a:t>
            </a:r>
            <a:r>
              <a:rPr lang="en-US" dirty="0" err="1"/>
              <a:t>linux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164A5-CB08-4A5F-A3BC-0FA79BBEF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76" y="1498936"/>
            <a:ext cx="7009140" cy="50048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Go to Splunk's website;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Click on the "Free Splunk" button;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362508-53AC-47B5-94ED-3AEC2A74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4CACD-0BFF-4E9E-88BD-8A3B0CC4E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147" y="3238048"/>
            <a:ext cx="4658966" cy="335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6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EFD0F-6924-4489-883C-16C5D966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25563"/>
            <a:ext cx="8039100" cy="5307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/>
              <a:t>3. Enter your personal information;</a:t>
            </a:r>
          </a:p>
          <a:p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C5BD1-17BE-4406-BA0A-F739E7D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A444B-6ED3-4D2E-8818-C9BD5D38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82" y="2339869"/>
            <a:ext cx="5953536" cy="42931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931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6F1BC-75B4-4019-814E-87607D126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2246" y="2653749"/>
            <a:ext cx="4119508" cy="35221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E0C5BD1-17BE-4406-BA0A-F739E7D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67C76-9331-415B-B48F-825718648817}"/>
              </a:ext>
            </a:extLst>
          </p:cNvPr>
          <p:cNvSpPr txBox="1"/>
          <p:nvPr/>
        </p:nvSpPr>
        <p:spPr>
          <a:xfrm>
            <a:off x="476353" y="1602140"/>
            <a:ext cx="77326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Bahnschrift" panose="020B0502040204020203" pitchFamily="34" charset="0"/>
              </a:rPr>
              <a:t>4. Accept the Splunk Software License Agreement;</a:t>
            </a:r>
            <a:endParaRPr lang="en-IN" sz="2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0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EFD0F-6924-4489-883C-16C5D966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32" y="1488997"/>
            <a:ext cx="8386537" cy="500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5. Choose the product that suits your needs;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C5BD1-17BE-4406-BA0A-F739E7D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46109-A089-447C-8917-56042CA8E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5" y="2600216"/>
            <a:ext cx="8109809" cy="312037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934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0EFD0F-6924-4489-883C-16C5D966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72" y="1558571"/>
            <a:ext cx="8386537" cy="5004884"/>
          </a:xfrm>
        </p:spPr>
        <p:txBody>
          <a:bodyPr>
            <a:normAutofit/>
          </a:bodyPr>
          <a:lstStyle/>
          <a:p>
            <a:pPr marL="357188" indent="-357188" algn="just">
              <a:buNone/>
            </a:pPr>
            <a:r>
              <a:rPr lang="en-US" sz="2600" dirty="0"/>
              <a:t>6. Select the Linux tab;</a:t>
            </a:r>
          </a:p>
          <a:p>
            <a:pPr marL="357188" indent="-357188" algn="just">
              <a:buNone/>
            </a:pPr>
            <a:r>
              <a:rPr lang="en-US" sz="2600" dirty="0"/>
              <a:t>7. Choose the correct file extension for your Linux distro (.</a:t>
            </a:r>
            <a:r>
              <a:rPr lang="en-US" sz="2600" dirty="0" err="1"/>
              <a:t>tgz</a:t>
            </a:r>
            <a:r>
              <a:rPr lang="en-US" sz="2600" dirty="0"/>
              <a:t>, .deb, .rpm) and click on the "Download Now" button to download Splunk.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C5BD1-17BE-4406-BA0A-F739E7D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</p:spTree>
    <p:extLst>
      <p:ext uri="{BB962C8B-B14F-4D97-AF65-F5344CB8AC3E}">
        <p14:creationId xmlns:p14="http://schemas.microsoft.com/office/powerpoint/2010/main" val="212301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554E59-9AD9-4ACE-81BC-2AEBB446B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808" y="1886187"/>
            <a:ext cx="6142384" cy="44293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E0C5BD1-17BE-4406-BA0A-F739E7D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via Browser</a:t>
            </a:r>
          </a:p>
        </p:txBody>
      </p:sp>
    </p:spTree>
    <p:extLst>
      <p:ext uri="{BB962C8B-B14F-4D97-AF65-F5344CB8AC3E}">
        <p14:creationId xmlns:p14="http://schemas.microsoft.com/office/powerpoint/2010/main" val="167184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1797</TotalTime>
  <Words>105</Words>
  <Application>Microsoft Office PowerPoint</Application>
  <PresentationFormat>On-screen Show (4:3)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Download via Browser</vt:lpstr>
      <vt:lpstr>Download via Browser</vt:lpstr>
      <vt:lpstr>Download via Browser</vt:lpstr>
      <vt:lpstr>Download via Browser</vt:lpstr>
      <vt:lpstr>Download via Browser</vt:lpstr>
      <vt:lpstr>Download via Browser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Rajni Bhalla</cp:lastModifiedBy>
  <cp:revision>120</cp:revision>
  <dcterms:created xsi:type="dcterms:W3CDTF">2021-05-13T17:45:44Z</dcterms:created>
  <dcterms:modified xsi:type="dcterms:W3CDTF">2022-10-21T05:15:54Z</dcterms:modified>
</cp:coreProperties>
</file>