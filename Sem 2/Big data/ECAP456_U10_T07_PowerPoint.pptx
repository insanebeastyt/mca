
<file path=[Content_Types].xml><?xml version="1.0" encoding="utf-8"?>
<Types xmlns="http://schemas.openxmlformats.org/package/2006/content-types">
  <Default ContentType="image/jpeg" Extension="jpeg"/>
  <Default ContentType="image/png" Extension="png"/>
  <Default ContentType="application/vnd.openxmlformats-package.relationships+xml" Extension="rels"/>
  <Default ContentType="image/vnd.ms-photo" Extension="wdp"/>
  <Default ContentType="application/xml" Extension="xml"/>
  <Override ContentType="application/vnd.openxmlformats-officedocument.presentationml.presentation.main+xml" PartName="/ppt/presentation.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slide+xml" PartName="/ppt/slides/slide27.xml"/>
  <Override ContentType="application/vnd.openxmlformats-officedocument.presentationml.slide+xml" PartName="/ppt/slides/slide28.xml"/>
  <Override ContentType="application/vnd.openxmlformats-officedocument.presentationml.slide+xml" PartName="/ppt/slides/slide29.xml"/>
  <Override ContentType="application/vnd.openxmlformats-officedocument.presentationml.slide+xml" PartName="/ppt/slides/slide30.xml"/>
  <Override ContentType="application/vnd.openxmlformats-officedocument.presentationml.slide+xml" PartName="/ppt/slides/slide31.xml"/>
  <Override ContentType="application/vnd.openxmlformats-officedocument.presentationml.slide+xml" PartName="/ppt/slides/slide32.xml"/>
  <Override ContentType="application/vnd.openxmlformats-officedocument.presentationml.slide+xml" PartName="/ppt/slides/slide33.xml"/>
  <Override ContentType="application/vnd.openxmlformats-officedocument.presentationml.slide+xml" PartName="/ppt/slides/slide34.xml"/>
  <Override ContentType="application/vnd.openxmlformats-officedocument.presentationml.slide+xml" PartName="/ppt/slides/slide35.xml"/>
  <Override ContentType="application/vnd.openxmlformats-officedocument.presentationml.slide+xml" PartName="/ppt/slides/slide36.xml"/>
  <Override ContentType="application/vnd.openxmlformats-officedocument.presentationml.slide+xml" PartName="/ppt/slides/slide37.xml"/>
  <Override ContentType="application/vnd.openxmlformats-officedocument.presentationml.slide+xml" PartName="/ppt/slides/slide38.xml"/>
  <Override ContentType="application/vnd.openxmlformats-officedocument.presentationml.slide+xml" PartName="/ppt/slides/slide39.xml"/>
  <Override ContentType="application/vnd.openxmlformats-officedocument.presentationml.slide+xml" PartName="/ppt/slides/slide40.xml"/>
  <Override ContentType="application/vnd.openxmlformats-officedocument.presentationml.slide+xml" PartName="/ppt/slides/slide41.xml"/>
  <Override ContentType="application/vnd.openxmlformats-officedocument.presentationml.slide+xml" PartName="/ppt/slides/slide42.xml"/>
  <Override ContentType="application/vnd.openxmlformats-officedocument.presentationml.slide+xml" PartName="/ppt/slides/slide43.xml"/>
  <Override ContentType="application/vnd.openxmlformats-officedocument.presentationml.slide+xml" PartName="/ppt/slides/slide44.xml"/>
  <Override ContentType="application/vnd.openxmlformats-officedocument.presentationml.slide+xml" PartName="/ppt/slides/slide45.xml"/>
  <Override ContentType="application/vnd.openxmlformats-officedocument.presentationml.slide+xml" PartName="/ppt/slides/slide46.xml"/>
  <Override ContentType="application/vnd.openxmlformats-officedocument.presentationml.slide+xml" PartName="/ppt/slides/slide47.xml"/>
  <Override ContentType="application/vnd.openxmlformats-officedocument.presentationml.slide+xml" PartName="/ppt/slides/slide48.xml"/>
  <Override ContentType="application/vnd.openxmlformats-officedocument.presentationml.handoutMaster+xml" PartName="/ppt/handoutMasters/handoutMaster1.xml"/>
  <Override ContentType="application/vnd.openxmlformats-officedocument.presentationml.presProps+xml" PartName="/ppt/presProps.xml"/>
  <Override ContentType="application/vnd.openxmlformats-officedocument.presentationml.viewProps+xml" PartName="/ppt/viewProps.xml"/>
  <Override ContentType="application/vnd.openxmlformats-officedocument.theme+xml" PartName="/ppt/theme/theme1.xml"/>
  <Override ContentType="application/vnd.openxmlformats-officedocument.presentationml.tableStyles+xml" PartName="/ppt/tableStyle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3.xml"/>
  <Override ContentType="application/vnd.openxmlformats-officedocument.theme+xml" PartName="/ppt/theme/theme2.xml"/>
  <Override ContentType="application/vnd.openxmlformats-package.core-properties+xml" PartName="/docProps/core.xml"/>
  <Override ContentType="application/vnd.openxmlformats-officedocument.extended-properties+xml" PartName="/docProps/app.xml"/>
  <Override ContentType="application/vnd.openxmlformats-officedocument.custom-properties+xml" PartName="/docProps/custom.xml"/>
</Types>
</file>

<file path=_rels/.rels><?xml version="1.0" encoding="UTF-8" standalone="yes" ?><Relationships xmlns="http://schemas.openxmlformats.org/package/2006/relationships"><Relationship Id="rId3" Target="docProps/core.xml" Type="http://schemas.openxmlformats.org/package/2006/relationships/metadata/core-properties"/><Relationship Id="rId2" Target="docProps/thumbnail.jpeg" Type="http://schemas.openxmlformats.org/package/2006/relationships/metadata/thumbnail"/><Relationship Id="rId1" Target="ppt/presentation.xml" Type="http://schemas.openxmlformats.org/officeDocument/2006/relationships/officeDocument"/><Relationship Id="rId4" Target="docProps/app.xml" Type="http://schemas.openxmlformats.org/officeDocument/2006/relationships/extended-properties"/><Relationship Id="rId5" Target="docProps/custom.xml" Type="http://schemas.openxmlformats.org/officeDocument/2006/relationships/custom-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handoutMasterIdLst>
    <p:handoutMasterId r:id="rId50"/>
  </p:handoutMasterIdLst>
  <p:sldIdLst>
    <p:sldId id="266" r:id="rId2"/>
    <p:sldId id="261" r:id="rId3"/>
    <p:sldId id="268" r:id="rId4"/>
    <p:sldId id="270" r:id="rId5"/>
    <p:sldId id="271" r:id="rId6"/>
    <p:sldId id="272" r:id="rId7"/>
    <p:sldId id="274" r:id="rId8"/>
    <p:sldId id="276" r:id="rId9"/>
    <p:sldId id="277" r:id="rId10"/>
    <p:sldId id="278" r:id="rId11"/>
    <p:sldId id="279" r:id="rId12"/>
    <p:sldId id="280" r:id="rId13"/>
    <p:sldId id="282" r:id="rId14"/>
    <p:sldId id="283" r:id="rId15"/>
    <p:sldId id="285" r:id="rId16"/>
    <p:sldId id="287" r:id="rId17"/>
    <p:sldId id="288" r:id="rId18"/>
    <p:sldId id="290" r:id="rId19"/>
    <p:sldId id="293" r:id="rId20"/>
    <p:sldId id="294" r:id="rId21"/>
    <p:sldId id="295" r:id="rId22"/>
    <p:sldId id="298" r:id="rId23"/>
    <p:sldId id="303" r:id="rId24"/>
    <p:sldId id="304" r:id="rId25"/>
    <p:sldId id="305" r:id="rId26"/>
    <p:sldId id="306" r:id="rId27"/>
    <p:sldId id="307" r:id="rId28"/>
    <p:sldId id="308" r:id="rId29"/>
    <p:sldId id="297" r:id="rId30"/>
    <p:sldId id="309" r:id="rId31"/>
    <p:sldId id="311" r:id="rId32"/>
    <p:sldId id="312" r:id="rId33"/>
    <p:sldId id="314" r:id="rId34"/>
    <p:sldId id="315" r:id="rId35"/>
    <p:sldId id="316" r:id="rId36"/>
    <p:sldId id="317" r:id="rId37"/>
    <p:sldId id="320" r:id="rId38"/>
    <p:sldId id="319" r:id="rId39"/>
    <p:sldId id="322" r:id="rId40"/>
    <p:sldId id="323" r:id="rId41"/>
    <p:sldId id="324" r:id="rId42"/>
    <p:sldId id="325" r:id="rId43"/>
    <p:sldId id="326" r:id="rId44"/>
    <p:sldId id="327" r:id="rId45"/>
    <p:sldId id="328" r:id="rId46"/>
    <p:sldId id="329" r:id="rId47"/>
    <p:sldId id="330" r:id="rId48"/>
    <p:sldId id="263" r:id="rId49"/>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4525A"/>
    <a:srgbClr val="618495"/>
    <a:srgbClr val="44525B"/>
    <a:srgbClr val="072235"/>
    <a:srgbClr val="453A38"/>
    <a:srgbClr val="B8B192"/>
    <a:srgbClr val="473B39"/>
    <a:srgbClr val="302C31"/>
    <a:srgbClr val="63504D"/>
    <a:srgbClr val="94787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953" autoAdjust="0"/>
    <p:restoredTop sz="94660"/>
  </p:normalViewPr>
  <p:slideViewPr>
    <p:cSldViewPr snapToGrid="0">
      <p:cViewPr varScale="1">
        <p:scale>
          <a:sx n="64" d="100"/>
          <a:sy n="64" d="100"/>
        </p:scale>
        <p:origin x="1386" y="390"/>
      </p:cViewPr>
      <p:guideLst/>
    </p:cSldViewPr>
  </p:slideViewPr>
  <p:notesTextViewPr>
    <p:cViewPr>
      <p:scale>
        <a:sx n="1" d="1"/>
        <a:sy n="1" d="1"/>
      </p:scale>
      <p:origin x="0" y="0"/>
    </p:cViewPr>
  </p:notesTextViewPr>
  <p:notesViewPr>
    <p:cSldViewPr snapToGrid="0">
      <p:cViewPr varScale="1">
        <p:scale>
          <a:sx n="49" d="100"/>
          <a:sy n="49" d="100"/>
        </p:scale>
        <p:origin x="2910" y="36"/>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handoutMaster" Target="handoutMasters/handout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2.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122CA918-4CC9-454A-A0CC-18E4AB147165}"/>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24B17E60-0D58-4E11-A0B3-7C89A952127B}"/>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C71E31DF-E085-4560-B70C-2BE0282116AF}" type="datetimeFigureOut">
              <a:rPr lang="en-US" smtClean="0"/>
              <a:t>9/3/2021</a:t>
            </a:fld>
            <a:endParaRPr lang="en-US"/>
          </a:p>
        </p:txBody>
      </p:sp>
      <p:sp>
        <p:nvSpPr>
          <p:cNvPr id="4" name="Footer Placeholder 3">
            <a:extLst>
              <a:ext uri="{FF2B5EF4-FFF2-40B4-BE49-F238E27FC236}">
                <a16:creationId xmlns:a16="http://schemas.microsoft.com/office/drawing/2014/main" id="{5C826CD9-44E6-4934-88CC-7B6414A4080B}"/>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52126C7B-3E85-4BB4-8FD9-8DF00D10313B}"/>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A12DE278-E6FC-4BDC-BC08-49EFF8121A40}" type="slidenum">
              <a:rPr lang="en-US" smtClean="0"/>
              <a:t>‹#›</a:t>
            </a:fld>
            <a:endParaRPr lang="en-US"/>
          </a:p>
        </p:txBody>
      </p:sp>
    </p:spTree>
    <p:extLst>
      <p:ext uri="{BB962C8B-B14F-4D97-AF65-F5344CB8AC3E}">
        <p14:creationId xmlns:p14="http://schemas.microsoft.com/office/powerpoint/2010/main" val="533904064"/>
      </p:ext>
    </p:extLst>
  </p:cSld>
  <p:clrMap bg1="lt1" tx1="dk1" bg2="lt2" tx2="dk2" accent1="accent1" accent2="accent2" accent3="accent3" accent4="accent4" accent5="accent5" accent6="accent6" hlink="hlink" folHlink="folHlink"/>
</p:handoutMaster>
</file>

<file path=ppt/slideLayouts/_rels/slideLayout1.xml.rels><?xml version="1.0" encoding="UTF-8" standalone="yes" ?><Relationships xmlns="http://schemas.openxmlformats.org/package/2006/relationships"><Relationship Id="rId3" Target="../media/image2.jpeg" Type="http://schemas.openxmlformats.org/officeDocument/2006/relationships/image"/><Relationship Id="rId2" Target="../media/image1.jpeg" Type="http://schemas.openxmlformats.org/officeDocument/2006/relationships/image"/><Relationship Id="rId1" Target="../slideMasters/slideMaster1.xml" Type="http://schemas.openxmlformats.org/officeDocument/2006/relationships/slideMaster"/></Relationships>
</file>

<file path=ppt/slideLayouts/_rels/slideLayout2.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p="http://schemas.openxmlformats.org/presentationml/2006/main" xmlns:a="http://schemas.openxmlformats.org/drawingml/2006/main" xmlns:r="http://schemas.openxmlformats.org/officeDocument/2006/relationships" preserve="1" userDrawn="1">
  <p:cSld name="1_Title Slide">
    <p:spTree>
      <p:nvGrpSpPr>
        <p:cNvPr id="1" name=""/>
        <p:cNvGrpSpPr/>
        <p:nvPr/>
      </p:nvGrpSpPr>
      <p:grpSpPr>
        <a:xfrm>
          <a:off x="0" y="0"/>
          <a:ext cx="0" cy="0"/>
          <a:chOff x="0" y="0"/>
          <a:chExt cx="0" cy="0"/>
        </a:xfrm>
      </p:grpSpPr>
      <p:sp>
        <p:nvSpPr>
          <p:cNvPr id="79" name="Rectangle: Rounded Corners 78">
            <a:extLst>
              <a:ext uri="{FF2B5EF4-FFF2-40B4-BE49-F238E27FC236}">
                <a16:creationId xmlns:a16="http://schemas.microsoft.com/office/drawing/2014/main" id="{FB821A54-EBB6-44D6-B654-A7206FCE625D}"/>
              </a:ext>
            </a:extLst>
          </p:cNvPr>
          <p:cNvSpPr/>
          <p:nvPr userDrawn="1"/>
        </p:nvSpPr>
        <p:spPr>
          <a:xfrm>
            <a:off x="51361" y="222575"/>
            <a:ext cx="4711139" cy="712652"/>
          </a:xfrm>
          <a:prstGeom prst="roundRect">
            <a:avLst>
              <a:gd fmla="val 10415" name="adj"/>
            </a:avLst>
          </a:prstGeom>
          <a:solidFill>
            <a:srgbClr val="44525B"/>
          </a:solidFill>
          <a:ln>
            <a:solidFill>
              <a:srgbClr val="44525A"/>
            </a:solidFill>
          </a:ln>
          <a:effectLst>
            <a:outerShdw algn="ctr" blurRad="63500" rotWithShape="0" sx="102000" sy="102000">
              <a:prstClr val="black">
                <a:alpha val="40000"/>
              </a:prstClr>
            </a:outerShdw>
          </a:effectLst>
          <a:scene3d>
            <a:camera prst="orthographicFront"/>
            <a:lightRig dir="t" rig="threePt"/>
          </a:scene3d>
          <a:sp3d>
            <a:bevelT/>
          </a:sp3d>
        </p:spPr>
        <p:style>
          <a:lnRef idx="2">
            <a:schemeClr val="accent1">
              <a:shade val="50000"/>
            </a:schemeClr>
          </a:lnRef>
          <a:fillRef idx="1">
            <a:schemeClr val="accent1"/>
          </a:fillRef>
          <a:effectRef idx="0">
            <a:schemeClr val="accent1"/>
          </a:effectRef>
          <a:fontRef idx="minor">
            <a:schemeClr val="lt1"/>
          </a:fontRef>
        </p:style>
        <p:txBody>
          <a:bodyPr anchor="ctr" rtlCol="0"/>
          <a:lstStyle/>
          <a:p>
            <a:pPr lvl="0"/>
            <a:r>
              <a:rPr baseline="0" cap="small" dirty="0" lang="en-US" sz="3200" u="none">
                <a:solidFill>
                  <a:schemeClr val="bg1"/>
                </a:solidFill>
                <a:latin charset="0" panose="020B0502040204020203" pitchFamily="34" typeface="Bahnschrift SemiBold"/>
              </a:rPr>
              <a:t>Introduction to Big Data</a:t>
            </a:r>
          </a:p>
        </p:txBody>
      </p:sp>
      <p:grpSp>
        <p:nvGrpSpPr>
          <p:cNvPr hidden="1" id="18" name="Group 45">
            <a:extLst>
              <a:ext uri="{FF2B5EF4-FFF2-40B4-BE49-F238E27FC236}">
                <a16:creationId xmlns:a16="http://schemas.microsoft.com/office/drawing/2014/main" id="{850EC89B-90C3-44BB-9D08-4AA2F18B76E6}"/>
              </a:ext>
              <a:ext uri="{C183D7F6-B498-43B3-948B-1728B52AA6E4}">
                <adec:decorative xmlns:adec="http://schemas.microsoft.com/office/drawing/2017/decorative" val="1"/>
              </a:ext>
            </a:extLst>
          </p:cNvPr>
          <p:cNvGrpSpPr>
            <a:grpSpLocks/>
          </p:cNvGrpSpPr>
          <p:nvPr userDrawn="1">
            <p:extLst>
              <p:ext uri="{386F3935-93C4-4BCD-93E2-E3B085C9AB24}">
                <p16:designElem xmlns:p16="http://schemas.microsoft.com/office/powerpoint/2015/main" val="1"/>
              </p:ext>
            </p:extLst>
          </p:nvPr>
        </p:nvGrpSpPr>
        <p:grpSpPr>
          <a:xfrm>
            <a:off x="4562810" y="545"/>
            <a:ext cx="656040" cy="6857455"/>
            <a:chOff x="5632355" y="0"/>
            <a:chExt cx="874719" cy="6857455"/>
          </a:xfrm>
        </p:grpSpPr>
        <p:sp>
          <p:nvSpPr>
            <p:cNvPr id="19" name="Freeform: Shape 18">
              <a:extLst>
                <a:ext uri="{FF2B5EF4-FFF2-40B4-BE49-F238E27FC236}">
                  <a16:creationId xmlns:a16="http://schemas.microsoft.com/office/drawing/2014/main" id="{CE7AE735-969F-4B48-90BB-9C0B68FF30E4}"/>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a:xfrm flipH="1" rot="5400000">
              <a:off x="2640985" y="2991370"/>
              <a:ext cx="6857455" cy="874715"/>
            </a:xfrm>
            <a:custGeom>
              <a:avLst/>
              <a:gdLst>
                <a:gd fmla="*/ 6857455 w 6857455" name="connsiteX0"/>
                <a:gd fmla="*/ 804643 h 874716" name="connsiteY0"/>
                <a:gd fmla="*/ 6857455 w 6857455" name="connsiteX1"/>
                <a:gd fmla="*/ 562246 h 874716" name="connsiteY1"/>
                <a:gd fmla="*/ 6829178 w 6857455" name="connsiteX2"/>
                <a:gd fmla="*/ 551284 h 874716" name="connsiteY2"/>
                <a:gd fmla="*/ 6766024 w 6857455" name="connsiteX3"/>
                <a:gd fmla="*/ 500372 h 874716" name="connsiteY3"/>
                <a:gd fmla="*/ 6734971 w 6857455" name="connsiteX4"/>
                <a:gd fmla="*/ 500944 h 874716" name="connsiteY4"/>
                <a:gd fmla="*/ 6683915 w 6857455" name="connsiteX5"/>
                <a:gd fmla="*/ 507040 h 874716" name="connsiteY5"/>
                <a:gd fmla="*/ 6628860 w 6857455" name="connsiteX6"/>
                <a:gd fmla="*/ 495418 h 874716" name="connsiteY6"/>
                <a:gd fmla="*/ 6588662 w 6857455" name="connsiteX7"/>
                <a:gd fmla="*/ 487227 h 874716" name="connsiteY7"/>
                <a:gd fmla="*/ 6476074 w 6857455" name="connsiteX8"/>
                <a:gd fmla="*/ 511230 h 874716" name="connsiteY8"/>
                <a:gd fmla="*/ 6382345 w 6857455" name="connsiteX9"/>
                <a:gd fmla="*/ 534853 h 874716" name="connsiteY9"/>
                <a:gd fmla="*/ 6369391 w 6857455" name="connsiteX10"/>
                <a:gd fmla="*/ 531615 h 874716" name="connsiteY10"/>
                <a:gd fmla="*/ 6244799 w 6857455" name="connsiteX11"/>
                <a:gd fmla="*/ 512182 h 874716" name="connsiteY11"/>
                <a:gd fmla="*/ 6190315 w 6857455" name="connsiteX12"/>
                <a:gd fmla="*/ 485703 h 874716" name="connsiteY12"/>
                <a:gd fmla="*/ 6115446 w 6857455" name="connsiteX13"/>
                <a:gd fmla="*/ 462270 h 874716" name="connsiteY13"/>
                <a:gd fmla="*/ 6032194 w 6857455" name="connsiteX14"/>
                <a:gd fmla="*/ 434266 h 874716" name="connsiteY14"/>
                <a:gd fmla="*/ 5971042 w 6857455" name="connsiteX15"/>
                <a:gd fmla="*/ 420738 h 874716" name="connsiteY15"/>
                <a:gd fmla="*/ 5880933 w 6857455" name="connsiteX16"/>
                <a:gd fmla="*/ 430646 h 874716" name="connsiteY16"/>
                <a:gd fmla="*/ 5862452 w 6857455" name="connsiteX17"/>
                <a:gd fmla="*/ 438648 h 874716" name="connsiteY17"/>
                <a:gd fmla="*/ 5685283 w 6857455" name="connsiteX18"/>
                <a:gd fmla="*/ 498658 h 874716" name="connsiteY18"/>
                <a:gd fmla="*/ 5567169 w 6857455" name="connsiteX19"/>
                <a:gd fmla="*/ 499420 h 874716" name="connsiteY19"/>
                <a:gd fmla="*/ 5527923 w 6857455" name="connsiteX20"/>
                <a:gd fmla="*/ 490466 h 874716" name="connsiteY20"/>
                <a:gd fmla="*/ 5456292 w 6857455" name="connsiteX21"/>
                <a:gd fmla="*/ 450650 h 874716" name="connsiteY21"/>
                <a:gd fmla="*/ 5424670 w 6857455" name="connsiteX22"/>
                <a:gd fmla="*/ 444934 h 874716" name="connsiteY22"/>
                <a:gd fmla="*/ 5368662 w 6857455" name="connsiteX23"/>
                <a:gd fmla="*/ 441124 h 874716" name="connsiteY23"/>
                <a:gd fmla="*/ 5247118 w 6857455" name="connsiteX24"/>
                <a:gd fmla="*/ 444934 h 874716" name="connsiteY24"/>
                <a:gd fmla="*/ 5088617 w 6857455" name="connsiteX25"/>
                <a:gd fmla="*/ 428742 h 874716" name="connsiteY25"/>
                <a:gd fmla="*/ 5025750 w 6857455" name="connsiteX26"/>
                <a:gd fmla="*/ 433694 h 874716" name="connsiteY26"/>
                <a:gd fmla="*/ 4957930 w 6857455" name="connsiteX27"/>
                <a:gd fmla="*/ 442268 h 874716" name="connsiteY27"/>
                <a:gd fmla="*/ 4938116 w 6857455" name="connsiteX28"/>
                <a:gd fmla="*/ 441886 h 874716" name="connsiteY28"/>
                <a:gd fmla="*/ 4833910 w 6857455" name="connsiteX29"/>
                <a:gd fmla="*/ 421693 h 874716" name="connsiteY29"/>
                <a:gd fmla="*/ 4810095 w 6857455" name="connsiteX30"/>
                <a:gd fmla="*/ 408167 h 874716" name="connsiteY30"/>
                <a:gd fmla="*/ 4747991 w 6857455" name="connsiteX31"/>
                <a:gd fmla="*/ 413691 h 874716" name="connsiteY31"/>
                <a:gd fmla="*/ 4692745 w 6857455" name="connsiteX32"/>
                <a:gd fmla="*/ 435790 h 874716" name="connsiteY32"/>
                <a:gd fmla="*/ 4375933 w 6857455" name="connsiteX33"/>
                <a:gd fmla="*/ 483417 h 874716" name="connsiteY33"/>
                <a:gd fmla="*/ 4185426 w 6857455" name="connsiteX34"/>
                <a:gd fmla="*/ 484179 h 874716" name="connsiteY34"/>
                <a:gd fmla="*/ 4052072 w 6857455" name="connsiteX35"/>
                <a:gd fmla="*/ 505134 h 874716" name="connsiteY35"/>
                <a:gd fmla="*/ 4029973 w 6857455" name="connsiteX36"/>
                <a:gd fmla="*/ 527233 h 874716" name="connsiteY36"/>
                <a:gd fmla="*/ 3948626 w 6857455" name="connsiteX37"/>
                <a:gd fmla="*/ 550666 h 874716" name="connsiteY37"/>
                <a:gd fmla="*/ 3871280 w 6857455" name="connsiteX38"/>
                <a:gd fmla="*/ 502275 h 874716" name="connsiteY38"/>
                <a:gd fmla="*/ 3774312 w 6857455" name="connsiteX39"/>
                <a:gd fmla="*/ 429122 h 874716" name="connsiteY39"/>
                <a:gd fmla="*/ 3721543 w 6857455" name="connsiteX40"/>
                <a:gd fmla="*/ 428552 h 874716" name="connsiteY40"/>
                <a:gd fmla="*/ 3612763 w 6857455" name="connsiteX41"/>
                <a:gd fmla="*/ 414263 h 874716" name="connsiteY41"/>
                <a:gd fmla="*/ 3537323 w 6857455" name="connsiteX42"/>
                <a:gd fmla="*/ 389878 h 874716" name="connsiteY42"/>
                <a:gd fmla="*/ 3431593 w 6857455" name="connsiteX43"/>
                <a:gd fmla="*/ 360921 h 874716" name="connsiteY43"/>
                <a:gd fmla="*/ 3392158 w 6857455" name="connsiteX44"/>
                <a:gd fmla="*/ 345681 h 874716" name="connsiteY44"/>
                <a:gd fmla="*/ 3297856 w 6857455" name="connsiteX45"/>
                <a:gd fmla="*/ 323010 h 874716" name="connsiteY45"/>
                <a:gd fmla="*/ 3219748 w 6857455" name="connsiteX46"/>
                <a:gd fmla="*/ 308151 h 874716" name="connsiteY46"/>
                <a:gd fmla="*/ 3156692 w 6857455" name="connsiteX47"/>
                <a:gd fmla="*/ 261668 h 874716" name="connsiteY47"/>
                <a:gd fmla="*/ 3136497 w 6857455" name="connsiteX48"/>
                <a:gd fmla="*/ 237663 h 874716" name="connsiteY48"/>
                <a:gd fmla="*/ 3119733 w 6857455" name="connsiteX49"/>
                <a:gd fmla="*/ 222233 h 874716" name="connsiteY49"/>
                <a:gd fmla="*/ 3045436 w 6857455" name="connsiteX50"/>
                <a:gd fmla="*/ 131742 h 874716" name="connsiteY50"/>
                <a:gd fmla="*/ 3037054 w 6857455" name="connsiteX51"/>
                <a:gd fmla="*/ 124121 h 874716" name="connsiteY51"/>
                <a:gd fmla="*/ 2936466 w 6857455" name="connsiteX52"/>
                <a:gd fmla="*/ 82400 h 874716" name="connsiteY52"/>
                <a:gd fmla="*/ 2901031 w 6857455" name="connsiteX53"/>
                <a:gd fmla="*/ 59731 h 874716" name="connsiteY53"/>
                <a:gd fmla="*/ 2828259 w 6857455" name="connsiteX54"/>
                <a:gd fmla="*/ 3149 h 874716" name="connsiteY54"/>
                <a:gd fmla="*/ 2799492 w 6857455" name="connsiteX55"/>
                <a:gd fmla="*/ 1245 h 874716" name="connsiteY55"/>
                <a:gd fmla="*/ 2693570 w 6857455" name="connsiteX56"/>
                <a:gd fmla="*/ 35154 h 874716" name="connsiteY56"/>
                <a:gd fmla="*/ 2639847 w 6857455" name="connsiteX57"/>
                <a:gd fmla="*/ 73448 h 874716" name="connsiteY57"/>
                <a:gd fmla="*/ 2621178 w 6857455" name="connsiteX58"/>
                <a:gd fmla="*/ 88688 h 874716" name="connsiteY58"/>
                <a:gd fmla="*/ 2489348 w 6857455" name="connsiteX59"/>
                <a:gd fmla="*/ 72304 h 874716" name="connsiteY59"/>
                <a:gd fmla="*/ 2452580 w 6857455" name="connsiteX60"/>
                <a:gd fmla="*/ 68683 h 874716" name="connsiteY60"/>
                <a:gd fmla="*/ 2326464 w 6857455" name="connsiteX61"/>
                <a:gd fmla="*/ 50395 h 874716" name="connsiteY61"/>
                <a:gd fmla="*/ 2300365 w 6857455" name="connsiteX62"/>
                <a:gd fmla="*/ 54777 h 874716" name="connsiteY62"/>
                <a:gd fmla="*/ 2130434 w 6857455" name="connsiteX63"/>
                <a:gd fmla="*/ 58397 h 874716" name="connsiteY63"/>
                <a:gd fmla="*/ 2118621 w 6857455" name="connsiteX64"/>
                <a:gd fmla="*/ 47919 h 874716" name="connsiteY64"/>
                <a:gd fmla="*/ 2057659 w 6857455" name="connsiteX65"/>
                <a:gd fmla="*/ 16866 h 874716" name="connsiteY65"/>
                <a:gd fmla="*/ 1976314 w 6857455" name="connsiteX66"/>
                <a:gd fmla="*/ 8865 h 874716" name="connsiteY66"/>
                <a:gd fmla="*/ 1961454 w 6857455" name="connsiteX67"/>
                <a:gd fmla="*/ 11724 h 874716" name="connsiteY67"/>
                <a:gd fmla="*/ 1906588 w 6857455" name="connsiteX68"/>
                <a:gd fmla="*/ 30964 h 874716" name="connsiteY68"/>
                <a:gd fmla="*/ 1783330 w 6857455" name="connsiteX69"/>
                <a:gd fmla="*/ 48871 h 874716" name="connsiteY69"/>
                <a:gd fmla="*/ 1759327 w 6857455" name="connsiteX70"/>
                <a:gd fmla="*/ 55349 h 874716" name="connsiteY70"/>
                <a:gd fmla="*/ 1716082 w 6857455" name="connsiteX71"/>
                <a:gd fmla="*/ 65445 h 874716" name="connsiteY71"/>
                <a:gd fmla="*/ 1598920 w 6857455" name="connsiteX72"/>
                <a:gd fmla="*/ 72114 h 874716" name="connsiteY72"/>
                <a:gd fmla="*/ 1542150 w 6857455" name="connsiteX73"/>
                <a:gd fmla="*/ 62207 h 874716" name="connsiteY73"/>
                <a:gd fmla="*/ 1516813 w 6857455" name="connsiteX74"/>
                <a:gd fmla="*/ 62779 h 874716" name="connsiteY74"/>
                <a:gd fmla="*/ 1432228 w 6857455" name="connsiteX75"/>
                <a:gd fmla="*/ 88116 h 874716" name="connsiteY75"/>
                <a:gd fmla="*/ 1224765 w 6857455" name="connsiteX76"/>
                <a:gd fmla="*/ 71924 h 874716" name="connsiteY76"/>
                <a:gd fmla="*/ 1159231 w 6857455" name="connsiteX77"/>
                <a:gd fmla="*/ 58207 h 874716" name="connsiteY77"/>
                <a:gd fmla="*/ 1124370 w 6857455" name="connsiteX78"/>
                <a:gd fmla="*/ 56301 h 874716" name="connsiteY78"/>
                <a:gd fmla="*/ 1075600 w 6857455" name="connsiteX79"/>
                <a:gd fmla="*/ 75542 h 874716" name="connsiteY79"/>
                <a:gd fmla="*/ 986633 w 6857455" name="connsiteX80"/>
                <a:gd fmla="*/ 79162 h 874716" name="connsiteY80"/>
                <a:gd fmla="*/ 861089 w 6857455" name="connsiteX81"/>
                <a:gd fmla="*/ 76304 h 874716" name="connsiteY81"/>
                <a:gd fmla="*/ 759168 w 6857455" name="connsiteX82"/>
                <a:gd fmla="*/ 104689 h 874716" name="connsiteY82"/>
                <a:gd fmla="*/ 723735 w 6857455" name="connsiteX83"/>
                <a:gd fmla="*/ 140696 h 874716" name="connsiteY83"/>
                <a:gd fmla="*/ 647532 w 6857455" name="connsiteX84"/>
                <a:gd fmla="*/ 147934 h 874716" name="connsiteY84"/>
                <a:gd fmla="*/ 552659 w 6857455" name="connsiteX85"/>
                <a:gd fmla="*/ 95926 h 874716" name="connsiteY85"/>
                <a:gd fmla="*/ 541800 w 6857455" name="connsiteX86"/>
                <a:gd fmla="*/ 97640 h 874716" name="connsiteY86"/>
                <a:gd fmla="*/ 375107 w 6857455" name="connsiteX87"/>
                <a:gd fmla="*/ 123169 h 874716" name="connsiteY87"/>
                <a:gd fmla="*/ 273567 w 6857455" name="connsiteX88"/>
                <a:gd fmla="*/ 145458 h 874716" name="connsiteY88"/>
                <a:gd fmla="*/ 264043 w 6857455" name="connsiteX89"/>
                <a:gd fmla="*/ 154792 h 874716" name="connsiteY89"/>
                <a:gd fmla="*/ 169360 w 6857455" name="connsiteX90"/>
                <a:gd fmla="*/ 177273 h 874716" name="connsiteY90"/>
                <a:gd fmla="*/ 89347 w 6857455" name="connsiteX91"/>
                <a:gd fmla="*/ 157460 h 874716" name="connsiteY91"/>
                <a:gd fmla="*/ 34291 w 6857455" name="connsiteX92"/>
                <a:gd fmla="*/ 145268 h 874716" name="connsiteY92"/>
                <a:gd fmla="*/ 0 w 6857455" name="connsiteX93"/>
                <a:gd fmla="*/ 142056 h 874716" name="connsiteY93"/>
                <a:gd fmla="*/ 0 w 6857455" name="connsiteX94"/>
                <a:gd fmla="*/ 849556 h 874716" name="connsiteY94"/>
                <a:gd fmla="*/ 60652 w 6857455" name="connsiteX95"/>
                <a:gd fmla="*/ 844783 h 874716" name="connsiteY95"/>
                <a:gd fmla="*/ 119068 w 6857455" name="connsiteX96"/>
                <a:gd fmla="*/ 827281 h 874716" name="connsiteY96"/>
                <a:gd fmla="*/ 171840 w 6857455" name="connsiteX97"/>
                <a:gd fmla="*/ 804420 h 874716" name="connsiteY97"/>
                <a:gd fmla="*/ 274329 w 6857455" name="connsiteX98"/>
                <a:gd fmla="*/ 794324 h 874716" name="connsiteY98"/>
                <a:gd fmla="*/ 306715 w 6857455" name="connsiteX99"/>
                <a:gd fmla="*/ 788798 h 874716" name="connsiteY99"/>
                <a:gd fmla="*/ 393967 w 6857455" name="connsiteX100"/>
                <a:gd fmla="*/ 765937 h 874716" name="connsiteY100"/>
                <a:gd fmla="*/ 493793 w 6857455" name="connsiteX101"/>
                <a:gd fmla="*/ 725549 h 874716" name="connsiteY101"/>
                <a:gd fmla="*/ 546373 w 6857455" name="connsiteX102"/>
                <a:gd fmla="*/ 740600 h 874716" name="connsiteY102"/>
                <a:gd fmla="*/ 730211 w 6857455" name="connsiteX103"/>
                <a:gd fmla="*/ 698116 h 874716" name="connsiteY103"/>
                <a:gd fmla="*/ 784889 w 6857455" name="connsiteX104"/>
                <a:gd fmla="*/ 676018 h 874716" name="connsiteY104"/>
                <a:gd fmla="*/ 800509 w 6857455" name="connsiteX105"/>
                <a:gd fmla="*/ 661349 h 874716" name="connsiteY105"/>
                <a:gd fmla="*/ 857661 w 6857455" name="connsiteX106"/>
                <a:gd fmla="*/ 626868 h 874716" name="connsiteY106"/>
                <a:gd fmla="*/ 949102 w 6857455" name="connsiteX107"/>
                <a:gd fmla="*/ 614676 h 874716" name="connsiteY107"/>
                <a:gd fmla="*/ 960342 w 6857455" name="connsiteX108"/>
                <a:gd fmla="*/ 607435 h 874716" name="connsiteY108"/>
                <a:gd fmla="*/ 977109 w 6857455" name="connsiteX109"/>
                <a:gd fmla="*/ 595815 h 874716" name="connsiteY109"/>
                <a:gd fmla="*/ 1071218 w 6857455" name="connsiteX110"/>
                <a:gd fmla="*/ 575240 h 874716" name="connsiteY110"/>
                <a:gd fmla="*/ 1091983 w 6857455" name="connsiteX111"/>
                <a:gd fmla="*/ 568764 h 874716" name="connsiteY111"/>
                <a:gd fmla="*/ 1109321 w 6857455" name="connsiteX112"/>
                <a:gd fmla="*/ 557904 h 874716" name="connsiteY112"/>
                <a:gd fmla="*/ 1162279 w 6857455" name="connsiteX113"/>
                <a:gd fmla="*/ 532949 h 874716" name="connsiteY113"/>
                <a:gd fmla="*/ 1206097 w 6857455" name="connsiteX114"/>
                <a:gd fmla="*/ 532187 h 874716" name="connsiteY114"/>
                <a:gd fmla="*/ 1266867 w 6857455" name="connsiteX115"/>
                <a:gd fmla="*/ 518088 h 874716" name="connsiteY115"/>
                <a:gd fmla="*/ 1380219 w 6857455" name="connsiteX116"/>
                <a:gd fmla="*/ 504182 h 874716" name="connsiteY116"/>
                <a:gd fmla="*/ 1403461 w 6857455" name="connsiteX117"/>
                <a:gd fmla="*/ 496180 h 874716" name="connsiteY117"/>
                <a:gd fmla="*/ 1544054 w 6857455" name="connsiteX118"/>
                <a:gd fmla="*/ 458268 h 874716" name="connsiteY118"/>
                <a:gd fmla="*/ 1656644 w 6857455" name="connsiteX119"/>
                <a:gd fmla="*/ 459032 h 874716" name="connsiteY119"/>
                <a:gd fmla="*/ 1665406 w 6857455" name="connsiteX120"/>
                <a:gd fmla="*/ 460747 h 874716" name="connsiteY120"/>
                <a:gd fmla="*/ 1708461 w 6857455" name="connsiteX121"/>
                <a:gd fmla="*/ 473318 h 874716" name="connsiteY121"/>
                <a:gd fmla="*/ 1775140 w 6857455" name="connsiteX122"/>
                <a:gd fmla="*/ 469891 h 874716" name="connsiteY122"/>
                <a:gd fmla="*/ 1821051 w 6857455" name="connsiteX123"/>
                <a:gd fmla="*/ 452554 h 874716" name="connsiteY123"/>
                <a:gd fmla="*/ 1878203 w 6857455" name="connsiteX124"/>
                <a:gd fmla="*/ 451792 h 874716" name="connsiteY124"/>
                <a:gd fmla="*/ 1943547 w 6857455" name="connsiteX125"/>
                <a:gd fmla="*/ 462651 h 874716" name="connsiteY125"/>
                <a:gd fmla="*/ 1972884 w 6857455" name="connsiteX126"/>
                <a:gd fmla="*/ 464937 h 874716" name="connsiteY126"/>
                <a:gd fmla="*/ 2053469 w 6857455" name="connsiteX127"/>
                <a:gd fmla="*/ 487417 h 874716" name="connsiteY127"/>
                <a:gd fmla="*/ 2101477 w 6857455" name="connsiteX128"/>
                <a:gd fmla="*/ 481893 h 874716" name="connsiteY128"/>
                <a:gd fmla="*/ 2148722 w 6857455" name="connsiteX129"/>
                <a:gd fmla="*/ 467033 h 874716" name="connsiteY129"/>
                <a:gd fmla="*/ 2179011 w 6857455" name="connsiteX130"/>
                <a:gd fmla="*/ 452744 h 874716" name="connsiteY130"/>
                <a:gd fmla="*/ 2240165 w 6857455" name="connsiteX131"/>
                <a:gd fmla="*/ 442648 h 874716" name="connsiteY131"/>
                <a:gd fmla="*/ 2251404 w 6857455" name="connsiteX132"/>
                <a:gd fmla="*/ 444172 h 874716" name="connsiteY132"/>
                <a:gd fmla="*/ 2433912 w 6857455" name="connsiteX133"/>
                <a:gd fmla="*/ 456746 h 874716" name="connsiteY133"/>
                <a:gd fmla="*/ 2506302 w 6857455" name="connsiteX134"/>
                <a:gd fmla="*/ 476939 h 874716" name="connsiteY134"/>
                <a:gd fmla="*/ 2521735 w 6857455" name="connsiteX135"/>
                <a:gd fmla="*/ 479415 h 874716" name="connsiteY135"/>
                <a:gd fmla="*/ 2675854 w 6857455" name="connsiteX136"/>
                <a:gd fmla="*/ 502086 h 874716" name="connsiteY136"/>
                <a:gd fmla="*/ 2692998 w 6857455" name="connsiteX137"/>
                <a:gd fmla="*/ 503038 h 874716" name="connsiteY137"/>
                <a:gd fmla="*/ 2740816 w 6857455" name="connsiteX138"/>
                <a:gd fmla="*/ 499037 h 874716" name="connsiteY138"/>
                <a:gd fmla="*/ 2853596 w 6857455" name="connsiteX139"/>
                <a:gd fmla="*/ 540187 h 874716" name="connsiteY139"/>
                <a:gd fmla="*/ 2966565 w 6857455" name="connsiteX140"/>
                <a:gd fmla="*/ 554286 h 874716" name="connsiteY140"/>
                <a:gd fmla="*/ 3028671 w 6857455" name="connsiteX141"/>
                <a:gd fmla="*/ 554094 h 874716" name="connsiteY141"/>
                <a:gd fmla="*/ 3073059 w 6857455" name="connsiteX142"/>
                <a:gd fmla="*/ 564192 h 874716" name="connsiteY142"/>
                <a:gd fmla="*/ 3182219 w 6857455" name="connsiteX143"/>
                <a:gd fmla="*/ 594862 h 874716" name="connsiteY143"/>
                <a:gd fmla="*/ 3233656 w 6857455" name="connsiteX144"/>
                <a:gd fmla="*/ 599625 h 874716" name="connsiteY144"/>
                <a:gd fmla="*/ 3288332 w 6857455" name="connsiteX145"/>
                <a:gd fmla="*/ 609914 h 874716" name="connsiteY145"/>
                <a:gd fmla="*/ 3423591 w 6857455" name="connsiteX146"/>
                <a:gd fmla="*/ 656015 h 874716" name="connsiteY146"/>
                <a:gd fmla="*/ 3534084 w 6857455" name="connsiteX147"/>
                <a:gd fmla="*/ 653349 h 874716" name="connsiteY147"/>
                <a:gd fmla="*/ 3604571 w 6857455" name="connsiteX148"/>
                <a:gd fmla="*/ 653918 h 874716" name="connsiteY148"/>
                <a:gd fmla="*/ 3688586 w 6857455" name="connsiteX149"/>
                <a:gd fmla="*/ 669160 h 874716" name="connsiteY149"/>
                <a:gd fmla="*/ 3757358 w 6857455" name="connsiteX150"/>
                <a:gd fmla="*/ 691450 h 874716" name="connsiteY150"/>
                <a:gd fmla="*/ 3852421 w 6857455" name="connsiteX151"/>
                <a:gd fmla="*/ 709167 h 874716" name="connsiteY151"/>
                <a:gd fmla="*/ 3947104 w 6857455" name="connsiteX152"/>
                <a:gd fmla="*/ 743267 h 874716" name="connsiteY152"/>
                <a:gd fmla="*/ 4013208 w 6857455" name="connsiteX153"/>
                <a:gd fmla="*/ 769367 h 874716" name="connsiteY153"/>
                <a:gd fmla="*/ 4105222 w 6857455" name="connsiteX154"/>
                <a:gd fmla="*/ 792418 h 874716" name="connsiteY154"/>
                <a:gd fmla="*/ 4246006 w 6857455" name="connsiteX155"/>
                <a:gd fmla="*/ 808610 h 874716" name="connsiteY155"/>
                <a:gd fmla="*/ 4310779 w 6857455" name="connsiteX156"/>
                <a:gd fmla="*/ 810326 h 874716" name="connsiteY156"/>
                <a:gd fmla="*/ 4413272 w 6857455" name="connsiteX157"/>
                <a:gd fmla="*/ 848235 h 874716" name="connsiteY157"/>
                <a:gd fmla="*/ 4457087 w 6857455" name="connsiteX158"/>
                <a:gd fmla="*/ 866524 h 874716" name="connsiteY158"/>
                <a:gd fmla="*/ 4496523 w 6857455" name="connsiteX159"/>
                <a:gd fmla="*/ 851284 h 874716" name="connsiteY159"/>
                <a:gd fmla="*/ 4522050 w 6857455" name="connsiteX160"/>
                <a:gd fmla="*/ 833757 h 874716" name="connsiteY160"/>
                <a:gd fmla="*/ 4602824 w 6857455" name="connsiteX161"/>
                <a:gd fmla="*/ 848618 h 874716" name="connsiteY161"/>
                <a:gd fmla="*/ 4688553 w 6857455" name="connsiteX162"/>
                <a:gd fmla="*/ 864238 h 874716" name="connsiteY162"/>
                <a:gd fmla="*/ 4749895 w 6857455" name="connsiteX163"/>
                <a:gd fmla="*/ 874716 h 874716" name="connsiteY163"/>
                <a:gd fmla="*/ 4826480 w 6857455" name="connsiteX164"/>
                <a:gd fmla="*/ 866334 h 874716" name="connsiteY164"/>
                <a:gd fmla="*/ 4886870 w 6857455" name="connsiteX165"/>
                <a:gd fmla="*/ 862906 h 874716" name="connsiteY165"/>
                <a:gd fmla="*/ 4935639 w 6857455" name="connsiteX166"/>
                <a:gd fmla="*/ 853190 h 874716" name="connsiteY166"/>
                <a:gd fmla="*/ 4952784 w 6857455" name="connsiteX167"/>
                <a:gd fmla="*/ 847473 h 874716" name="connsiteY167"/>
                <a:gd fmla="*/ 5088617 w 6857455" name="connsiteX168"/>
                <a:gd fmla="*/ 802896 h 874716" name="connsiteY168"/>
                <a:gd fmla="*/ 5233781 w 6857455" name="connsiteX169"/>
                <a:gd fmla="*/ 767271 h 874716" name="connsiteY169"/>
                <a:gd fmla="*/ 5327893 w 6857455" name="connsiteX170"/>
                <a:gd fmla="*/ 789752 h 874716" name="connsiteY170"/>
                <a:gd fmla="*/ 5362946 w 6857455" name="connsiteX171"/>
                <a:gd fmla="*/ 789370 h 874716" name="connsiteY171"/>
                <a:gd fmla="*/ 5524115 w 6857455" name="connsiteX172"/>
                <a:gd fmla="*/ 794514 h 874716" name="connsiteY172"/>
                <a:gd fmla="*/ 5552500 w 6857455" name="connsiteX173"/>
                <a:gd fmla="*/ 800038 h 874716" name="connsiteY173"/>
                <a:gd fmla="*/ 5705857 w 6857455" name="connsiteX174"/>
                <a:gd fmla="*/ 777367 h 874716" name="connsiteY174"/>
                <a:gd fmla="*/ 5761485 w 6857455" name="connsiteX175"/>
                <a:gd fmla="*/ 773557 h 874716" name="connsiteY175"/>
                <a:gd fmla="*/ 5812731 w 6857455" name="connsiteX176"/>
                <a:gd fmla="*/ 767271 h 874716" name="connsiteY176"/>
                <a:gd fmla="*/ 5884361 w 6857455" name="connsiteX177"/>
                <a:gd fmla="*/ 765747 h 874716" name="connsiteY177"/>
                <a:gd fmla="*/ 5958660 w 6857455" name="connsiteX178"/>
                <a:gd fmla="*/ 768605 h 874716" name="connsiteY178"/>
                <a:gd fmla="*/ 6041528 w 6857455" name="connsiteX179"/>
                <a:gd fmla="*/ 768033 h 874716" name="connsiteY179"/>
                <a:gd fmla="*/ 6074297 w 6857455" name="connsiteX180"/>
                <a:gd fmla="*/ 763081 h 874716" name="connsiteY180"/>
                <a:gd fmla="*/ 6162880 w 6857455" name="connsiteX181"/>
                <a:gd fmla="*/ 766509 h 874716" name="connsiteY181"/>
                <a:gd fmla="*/ 6209364 w 6857455" name="connsiteX182"/>
                <a:gd fmla="*/ 760795 h 874716" name="connsiteY182"/>
                <a:gd fmla="*/ 6285948 w 6857455" name="connsiteX183"/>
                <a:gd fmla="*/ 759651 h 874716" name="connsiteY183"/>
                <a:gd fmla="*/ 6310905 w 6857455" name="connsiteX184"/>
                <a:gd fmla="*/ 758316 h 874716" name="connsiteY184"/>
                <a:gd fmla="*/ 6333194 w 6857455" name="connsiteX185"/>
                <a:gd fmla="*/ 757554 h 874716" name="connsiteY185"/>
                <a:gd fmla="*/ 6409586 w 6857455" name="connsiteX186"/>
                <a:gd fmla="*/ 773177 h 874716" name="connsiteY186"/>
                <a:gd fmla="*/ 6477407 w 6857455" name="connsiteX187"/>
                <a:gd fmla="*/ 774129 h 874716" name="connsiteY187"/>
                <a:gd fmla="*/ 6596283 w 6857455" name="connsiteX188"/>
                <a:gd fmla="*/ 786703 h 874716" name="connsiteY188"/>
                <a:gd fmla="*/ 6622573 w 6857455" name="connsiteX189"/>
                <a:gd fmla="*/ 782321 h 874716" name="connsiteY189"/>
                <a:gd fmla="*/ 6704872 w 6857455" name="connsiteX190"/>
                <a:gd fmla="*/ 780607 h 874716" name="connsiteY190"/>
                <a:gd fmla="*/ 6751738 w 6857455" name="connsiteX191"/>
                <a:gd fmla="*/ 779273 h 874716" name="connsiteY191"/>
                <a:gd fmla="*/ 6809650 w 6857455" name="connsiteX192"/>
                <a:gd fmla="*/ 788417 h 874716" name="connsiteY192"/>
                <a:gd fmla="*/ 6832976 w 6857455" name="connsiteX193"/>
                <a:gd fmla="*/ 800428 h 874716" name="connsiteY1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Lst>
              <a:rect b="b" l="l" r="r" t="t"/>
              <a:pathLst>
                <a:path h="874716" w="6857455">
                  <a:moveTo>
                    <a:pt x="6857455" y="804643"/>
                  </a:moveTo>
                  <a:lnTo>
                    <a:pt x="6857455" y="562246"/>
                  </a:lnTo>
                  <a:lnTo>
                    <a:pt x="6829178" y="551284"/>
                  </a:lnTo>
                  <a:cubicBezTo>
                    <a:pt x="6805745" y="539044"/>
                    <a:pt x="6784885" y="521708"/>
                    <a:pt x="6766024" y="500372"/>
                  </a:cubicBezTo>
                  <a:cubicBezTo>
                    <a:pt x="6755166" y="488179"/>
                    <a:pt x="6746784" y="486845"/>
                    <a:pt x="6734971" y="500944"/>
                  </a:cubicBezTo>
                  <a:cubicBezTo>
                    <a:pt x="6721257" y="517326"/>
                    <a:pt x="6701634" y="510850"/>
                    <a:pt x="6683915" y="507040"/>
                  </a:cubicBezTo>
                  <a:cubicBezTo>
                    <a:pt x="6665629" y="503230"/>
                    <a:pt x="6647148" y="499228"/>
                    <a:pt x="6628860" y="495418"/>
                  </a:cubicBezTo>
                  <a:cubicBezTo>
                    <a:pt x="6615335" y="492752"/>
                    <a:pt x="6601999" y="490466"/>
                    <a:pt x="6588662" y="487227"/>
                  </a:cubicBezTo>
                  <a:cubicBezTo>
                    <a:pt x="6547133" y="477129"/>
                    <a:pt x="6509794" y="480177"/>
                    <a:pt x="6476074" y="511230"/>
                  </a:cubicBezTo>
                  <a:cubicBezTo>
                    <a:pt x="6450356" y="535043"/>
                    <a:pt x="6417399" y="542093"/>
                    <a:pt x="6382345" y="534853"/>
                  </a:cubicBezTo>
                  <a:cubicBezTo>
                    <a:pt x="6377963" y="533901"/>
                    <a:pt x="6372439" y="530091"/>
                    <a:pt x="6369391" y="531615"/>
                  </a:cubicBezTo>
                  <a:cubicBezTo>
                    <a:pt x="6323479" y="553904"/>
                    <a:pt x="6287092" y="514658"/>
                    <a:pt x="6244799" y="512182"/>
                  </a:cubicBezTo>
                  <a:cubicBezTo>
                    <a:pt x="6226130" y="511040"/>
                    <a:pt x="6207079" y="496942"/>
                    <a:pt x="6190315" y="485703"/>
                  </a:cubicBezTo>
                  <a:cubicBezTo>
                    <a:pt x="6167262" y="470271"/>
                    <a:pt x="6146687" y="455412"/>
                    <a:pt x="6115446" y="462270"/>
                  </a:cubicBezTo>
                  <a:cubicBezTo>
                    <a:pt x="6084203" y="469319"/>
                    <a:pt x="6055627" y="456364"/>
                    <a:pt x="6032194" y="434266"/>
                  </a:cubicBezTo>
                  <a:cubicBezTo>
                    <a:pt x="6014287" y="417501"/>
                    <a:pt x="5994665" y="415977"/>
                    <a:pt x="5971042" y="420738"/>
                  </a:cubicBezTo>
                  <a:cubicBezTo>
                    <a:pt x="5941513" y="426645"/>
                    <a:pt x="5910842" y="427027"/>
                    <a:pt x="5880933" y="430646"/>
                  </a:cubicBezTo>
                  <a:cubicBezTo>
                    <a:pt x="5874454" y="431408"/>
                    <a:pt x="5866265" y="434076"/>
                    <a:pt x="5862452" y="438648"/>
                  </a:cubicBezTo>
                  <a:cubicBezTo>
                    <a:pt x="5815779" y="495418"/>
                    <a:pt x="5750055" y="495990"/>
                    <a:pt x="5685283" y="498658"/>
                  </a:cubicBezTo>
                  <a:cubicBezTo>
                    <a:pt x="5646039" y="500372"/>
                    <a:pt x="5606604" y="500372"/>
                    <a:pt x="5567169" y="499420"/>
                  </a:cubicBezTo>
                  <a:cubicBezTo>
                    <a:pt x="5553832" y="499228"/>
                    <a:pt x="5539736" y="496180"/>
                    <a:pt x="5527923" y="490466"/>
                  </a:cubicBezTo>
                  <a:cubicBezTo>
                    <a:pt x="5503348" y="478463"/>
                    <a:pt x="5480680" y="462843"/>
                    <a:pt x="5456292" y="450650"/>
                  </a:cubicBezTo>
                  <a:cubicBezTo>
                    <a:pt x="5447151" y="445886"/>
                    <a:pt x="5435338" y="445696"/>
                    <a:pt x="5424670" y="444934"/>
                  </a:cubicBezTo>
                  <a:cubicBezTo>
                    <a:pt x="5405809" y="443410"/>
                    <a:pt x="5384854" y="447982"/>
                    <a:pt x="5368662" y="441124"/>
                  </a:cubicBezTo>
                  <a:cubicBezTo>
                    <a:pt x="5326559" y="423407"/>
                    <a:pt x="5287123" y="427407"/>
                    <a:pt x="5247118" y="444934"/>
                  </a:cubicBezTo>
                  <a:cubicBezTo>
                    <a:pt x="5191108" y="469509"/>
                    <a:pt x="5138148" y="467605"/>
                    <a:pt x="5088617" y="428742"/>
                  </a:cubicBezTo>
                  <a:cubicBezTo>
                    <a:pt x="5066328" y="411215"/>
                    <a:pt x="5044609" y="419596"/>
                    <a:pt x="5025750" y="433694"/>
                  </a:cubicBezTo>
                  <a:cubicBezTo>
                    <a:pt x="5004032" y="450078"/>
                    <a:pt x="4982885" y="454268"/>
                    <a:pt x="4957930" y="442268"/>
                  </a:cubicBezTo>
                  <a:cubicBezTo>
                    <a:pt x="4952404" y="439600"/>
                    <a:pt x="4944594" y="440933"/>
                    <a:pt x="4938116" y="441886"/>
                  </a:cubicBezTo>
                  <a:cubicBezTo>
                    <a:pt x="4901158" y="446648"/>
                    <a:pt x="4864009" y="454650"/>
                    <a:pt x="4833910" y="421693"/>
                  </a:cubicBezTo>
                  <a:cubicBezTo>
                    <a:pt x="4828004" y="415214"/>
                    <a:pt x="4818097" y="412549"/>
                    <a:pt x="4810095" y="408167"/>
                  </a:cubicBezTo>
                  <a:cubicBezTo>
                    <a:pt x="4776566" y="390258"/>
                    <a:pt x="4777900" y="391974"/>
                    <a:pt x="4747991" y="413691"/>
                  </a:cubicBezTo>
                  <a:cubicBezTo>
                    <a:pt x="4732369" y="425121"/>
                    <a:pt x="4710842" y="436742"/>
                    <a:pt x="4692745" y="435790"/>
                  </a:cubicBezTo>
                  <a:cubicBezTo>
                    <a:pt x="4583584" y="430075"/>
                    <a:pt x="4479758" y="457508"/>
                    <a:pt x="4375933" y="483417"/>
                  </a:cubicBezTo>
                  <a:cubicBezTo>
                    <a:pt x="4311923" y="499420"/>
                    <a:pt x="4249436" y="500372"/>
                    <a:pt x="4185426" y="484179"/>
                  </a:cubicBezTo>
                  <a:cubicBezTo>
                    <a:pt x="4139133" y="472367"/>
                    <a:pt x="4095315" y="491800"/>
                    <a:pt x="4052072" y="505134"/>
                  </a:cubicBezTo>
                  <a:cubicBezTo>
                    <a:pt x="4043117" y="507799"/>
                    <a:pt x="4034735" y="518278"/>
                    <a:pt x="4029973" y="527233"/>
                  </a:cubicBezTo>
                  <a:cubicBezTo>
                    <a:pt x="4012826" y="558858"/>
                    <a:pt x="3984441" y="563810"/>
                    <a:pt x="3948626" y="550666"/>
                  </a:cubicBezTo>
                  <a:cubicBezTo>
                    <a:pt x="3920241" y="540377"/>
                    <a:pt x="3894332" y="526661"/>
                    <a:pt x="3871280" y="502275"/>
                  </a:cubicBezTo>
                  <a:cubicBezTo>
                    <a:pt x="3844229" y="473701"/>
                    <a:pt x="3816224" y="441124"/>
                    <a:pt x="3774312" y="429122"/>
                  </a:cubicBezTo>
                  <a:cubicBezTo>
                    <a:pt x="3756214" y="423979"/>
                    <a:pt x="3740593" y="423217"/>
                    <a:pt x="3721543" y="428552"/>
                  </a:cubicBezTo>
                  <a:cubicBezTo>
                    <a:pt x="3684583" y="438837"/>
                    <a:pt x="3647436" y="446078"/>
                    <a:pt x="3612763" y="414263"/>
                  </a:cubicBezTo>
                  <a:cubicBezTo>
                    <a:pt x="3593712" y="396736"/>
                    <a:pt x="3567994" y="385496"/>
                    <a:pt x="3537323" y="389878"/>
                  </a:cubicBezTo>
                  <a:cubicBezTo>
                    <a:pt x="3499031" y="395402"/>
                    <a:pt x="3464168" y="381496"/>
                    <a:pt x="3431593" y="360921"/>
                  </a:cubicBezTo>
                  <a:cubicBezTo>
                    <a:pt x="3419971" y="353491"/>
                    <a:pt x="3405682" y="349301"/>
                    <a:pt x="3392158" y="345681"/>
                  </a:cubicBezTo>
                  <a:cubicBezTo>
                    <a:pt x="3360915" y="337298"/>
                    <a:pt x="3329480" y="329868"/>
                    <a:pt x="3297856" y="323010"/>
                  </a:cubicBezTo>
                  <a:cubicBezTo>
                    <a:pt x="3271948" y="317296"/>
                    <a:pt x="3245849" y="313104"/>
                    <a:pt x="3219748" y="308151"/>
                  </a:cubicBezTo>
                  <a:cubicBezTo>
                    <a:pt x="3191173" y="302817"/>
                    <a:pt x="3168502" y="290433"/>
                    <a:pt x="3156692" y="261668"/>
                  </a:cubicBezTo>
                  <a:cubicBezTo>
                    <a:pt x="3152882" y="252524"/>
                    <a:pt x="3143737" y="245283"/>
                    <a:pt x="3136497" y="237663"/>
                  </a:cubicBezTo>
                  <a:cubicBezTo>
                    <a:pt x="3131355" y="232139"/>
                    <a:pt x="3124495" y="227947"/>
                    <a:pt x="3119733" y="222233"/>
                  </a:cubicBezTo>
                  <a:cubicBezTo>
                    <a:pt x="3094776" y="192132"/>
                    <a:pt x="3070201" y="161843"/>
                    <a:pt x="3045436" y="131742"/>
                  </a:cubicBezTo>
                  <a:cubicBezTo>
                    <a:pt x="3042958" y="128884"/>
                    <a:pt x="3040292" y="125455"/>
                    <a:pt x="3037054" y="124121"/>
                  </a:cubicBezTo>
                  <a:cubicBezTo>
                    <a:pt x="3003525" y="110215"/>
                    <a:pt x="2969614" y="97070"/>
                    <a:pt x="2936466" y="82400"/>
                  </a:cubicBezTo>
                  <a:cubicBezTo>
                    <a:pt x="2923702" y="76686"/>
                    <a:pt x="2910558" y="69637"/>
                    <a:pt x="2901031" y="59731"/>
                  </a:cubicBezTo>
                  <a:cubicBezTo>
                    <a:pt x="2879314" y="37250"/>
                    <a:pt x="2859502" y="12866"/>
                    <a:pt x="2828259" y="3149"/>
                  </a:cubicBezTo>
                  <a:cubicBezTo>
                    <a:pt x="2819114" y="293"/>
                    <a:pt x="2808256" y="-1231"/>
                    <a:pt x="2799492" y="1245"/>
                  </a:cubicBezTo>
                  <a:cubicBezTo>
                    <a:pt x="2763867" y="11532"/>
                    <a:pt x="2729005" y="24296"/>
                    <a:pt x="2693570" y="35154"/>
                  </a:cubicBezTo>
                  <a:cubicBezTo>
                    <a:pt x="2671092" y="41823"/>
                    <a:pt x="2650707" y="49825"/>
                    <a:pt x="2639847" y="73448"/>
                  </a:cubicBezTo>
                  <a:cubicBezTo>
                    <a:pt x="2636801" y="80114"/>
                    <a:pt x="2628226" y="87354"/>
                    <a:pt x="2621178" y="88688"/>
                  </a:cubicBezTo>
                  <a:cubicBezTo>
                    <a:pt x="2575839" y="97260"/>
                    <a:pt x="2531069" y="101451"/>
                    <a:pt x="2489348" y="72304"/>
                  </a:cubicBezTo>
                  <a:cubicBezTo>
                    <a:pt x="2480585" y="66017"/>
                    <a:pt x="2464201" y="66017"/>
                    <a:pt x="2452580" y="68683"/>
                  </a:cubicBezTo>
                  <a:cubicBezTo>
                    <a:pt x="2407811" y="78590"/>
                    <a:pt x="2365328" y="82020"/>
                    <a:pt x="2326464" y="50395"/>
                  </a:cubicBezTo>
                  <a:cubicBezTo>
                    <a:pt x="2321892" y="46585"/>
                    <a:pt x="2307224" y="50015"/>
                    <a:pt x="2300365" y="54777"/>
                  </a:cubicBezTo>
                  <a:cubicBezTo>
                    <a:pt x="2234259" y="101261"/>
                    <a:pt x="2198064" y="102405"/>
                    <a:pt x="2130434" y="58397"/>
                  </a:cubicBezTo>
                  <a:cubicBezTo>
                    <a:pt x="2126052" y="55539"/>
                    <a:pt x="2120337" y="52301"/>
                    <a:pt x="2118621" y="47919"/>
                  </a:cubicBezTo>
                  <a:cubicBezTo>
                    <a:pt x="2107001" y="19914"/>
                    <a:pt x="2082236" y="19152"/>
                    <a:pt x="2057659" y="16866"/>
                  </a:cubicBezTo>
                  <a:cubicBezTo>
                    <a:pt x="2030608" y="14390"/>
                    <a:pt x="2003555" y="11152"/>
                    <a:pt x="1976314" y="8865"/>
                  </a:cubicBezTo>
                  <a:cubicBezTo>
                    <a:pt x="1971550" y="8483"/>
                    <a:pt x="1966216" y="10007"/>
                    <a:pt x="1961454" y="11724"/>
                  </a:cubicBezTo>
                  <a:cubicBezTo>
                    <a:pt x="1943165" y="18010"/>
                    <a:pt x="1925449" y="27154"/>
                    <a:pt x="1906588" y="30964"/>
                  </a:cubicBezTo>
                  <a:cubicBezTo>
                    <a:pt x="1865821" y="39156"/>
                    <a:pt x="1826385" y="55539"/>
                    <a:pt x="1783330" y="48871"/>
                  </a:cubicBezTo>
                  <a:cubicBezTo>
                    <a:pt x="1775902" y="47729"/>
                    <a:pt x="1767327" y="53253"/>
                    <a:pt x="1759327" y="55349"/>
                  </a:cubicBezTo>
                  <a:cubicBezTo>
                    <a:pt x="1744849" y="58969"/>
                    <a:pt x="1730750" y="64111"/>
                    <a:pt x="1716082" y="65445"/>
                  </a:cubicBezTo>
                  <a:cubicBezTo>
                    <a:pt x="1677218" y="68875"/>
                    <a:pt x="1637975" y="71924"/>
                    <a:pt x="1598920" y="72114"/>
                  </a:cubicBezTo>
                  <a:cubicBezTo>
                    <a:pt x="1580061" y="72304"/>
                    <a:pt x="1561201" y="65065"/>
                    <a:pt x="1542150" y="62207"/>
                  </a:cubicBezTo>
                  <a:cubicBezTo>
                    <a:pt x="1533578" y="60873"/>
                    <a:pt x="1519669" y="58587"/>
                    <a:pt x="1516813" y="62779"/>
                  </a:cubicBezTo>
                  <a:cubicBezTo>
                    <a:pt x="1494714" y="94592"/>
                    <a:pt x="1463661" y="88496"/>
                    <a:pt x="1432228" y="88116"/>
                  </a:cubicBezTo>
                  <a:cubicBezTo>
                    <a:pt x="1362884" y="87354"/>
                    <a:pt x="1295826" y="60493"/>
                    <a:pt x="1224765" y="71924"/>
                  </a:cubicBezTo>
                  <a:cubicBezTo>
                    <a:pt x="1204191" y="75162"/>
                    <a:pt x="1181330" y="62397"/>
                    <a:pt x="1159231" y="58207"/>
                  </a:cubicBezTo>
                  <a:cubicBezTo>
                    <a:pt x="1147801" y="56111"/>
                    <a:pt x="1135228" y="53633"/>
                    <a:pt x="1124370" y="56301"/>
                  </a:cubicBezTo>
                  <a:cubicBezTo>
                    <a:pt x="1107605" y="60493"/>
                    <a:pt x="1091411" y="68113"/>
                    <a:pt x="1075600" y="75542"/>
                  </a:cubicBezTo>
                  <a:cubicBezTo>
                    <a:pt x="1046261" y="89258"/>
                    <a:pt x="1016162" y="89258"/>
                    <a:pt x="986633" y="79162"/>
                  </a:cubicBezTo>
                  <a:cubicBezTo>
                    <a:pt x="944722" y="64873"/>
                    <a:pt x="903193" y="64873"/>
                    <a:pt x="861089" y="76304"/>
                  </a:cubicBezTo>
                  <a:cubicBezTo>
                    <a:pt x="826990" y="85638"/>
                    <a:pt x="791935" y="92116"/>
                    <a:pt x="759168" y="104689"/>
                  </a:cubicBezTo>
                  <a:cubicBezTo>
                    <a:pt x="744689" y="110215"/>
                    <a:pt x="732497" y="126597"/>
                    <a:pt x="723735" y="140696"/>
                  </a:cubicBezTo>
                  <a:cubicBezTo>
                    <a:pt x="706018" y="169271"/>
                    <a:pt x="674013" y="169081"/>
                    <a:pt x="647532" y="147934"/>
                  </a:cubicBezTo>
                  <a:cubicBezTo>
                    <a:pt x="619717" y="125645"/>
                    <a:pt x="584664" y="112501"/>
                    <a:pt x="552659" y="95926"/>
                  </a:cubicBezTo>
                  <a:cubicBezTo>
                    <a:pt x="549993" y="94592"/>
                    <a:pt x="545039" y="96116"/>
                    <a:pt x="541800" y="97640"/>
                  </a:cubicBezTo>
                  <a:cubicBezTo>
                    <a:pt x="488649" y="122407"/>
                    <a:pt x="433593" y="126979"/>
                    <a:pt x="375107" y="123169"/>
                  </a:cubicBezTo>
                  <a:cubicBezTo>
                    <a:pt x="341960" y="121073"/>
                    <a:pt x="307289" y="137076"/>
                    <a:pt x="273567" y="145458"/>
                  </a:cubicBezTo>
                  <a:cubicBezTo>
                    <a:pt x="269757" y="146410"/>
                    <a:pt x="266519" y="151174"/>
                    <a:pt x="264043" y="154792"/>
                  </a:cubicBezTo>
                  <a:cubicBezTo>
                    <a:pt x="240228" y="190800"/>
                    <a:pt x="208223" y="200706"/>
                    <a:pt x="169360" y="177273"/>
                  </a:cubicBezTo>
                  <a:cubicBezTo>
                    <a:pt x="143643" y="161651"/>
                    <a:pt x="118114" y="158032"/>
                    <a:pt x="89347" y="157460"/>
                  </a:cubicBezTo>
                  <a:cubicBezTo>
                    <a:pt x="71059" y="157078"/>
                    <a:pt x="52962" y="147934"/>
                    <a:pt x="34291" y="145268"/>
                  </a:cubicBezTo>
                  <a:lnTo>
                    <a:pt x="0" y="142056"/>
                  </a:lnTo>
                  <a:lnTo>
                    <a:pt x="0" y="849556"/>
                  </a:lnTo>
                  <a:lnTo>
                    <a:pt x="60652" y="844783"/>
                  </a:lnTo>
                  <a:cubicBezTo>
                    <a:pt x="80251" y="839473"/>
                    <a:pt x="99446" y="832043"/>
                    <a:pt x="119068" y="827281"/>
                  </a:cubicBezTo>
                  <a:cubicBezTo>
                    <a:pt x="137355" y="822899"/>
                    <a:pt x="154501" y="812802"/>
                    <a:pt x="171840" y="804420"/>
                  </a:cubicBezTo>
                  <a:cubicBezTo>
                    <a:pt x="204985" y="788417"/>
                    <a:pt x="240420" y="798514"/>
                    <a:pt x="274329" y="794324"/>
                  </a:cubicBezTo>
                  <a:cubicBezTo>
                    <a:pt x="285188" y="792990"/>
                    <a:pt x="296046" y="791466"/>
                    <a:pt x="306715" y="788798"/>
                  </a:cubicBezTo>
                  <a:cubicBezTo>
                    <a:pt x="335864" y="781749"/>
                    <a:pt x="365583" y="775653"/>
                    <a:pt x="393967" y="765937"/>
                  </a:cubicBezTo>
                  <a:cubicBezTo>
                    <a:pt x="426165" y="755078"/>
                    <a:pt x="457028" y="740600"/>
                    <a:pt x="493793" y="725549"/>
                  </a:cubicBezTo>
                  <a:cubicBezTo>
                    <a:pt x="506557" y="729360"/>
                    <a:pt x="526180" y="739648"/>
                    <a:pt x="546373" y="740600"/>
                  </a:cubicBezTo>
                  <a:cubicBezTo>
                    <a:pt x="611337" y="743838"/>
                    <a:pt x="672107" y="726121"/>
                    <a:pt x="730211" y="698116"/>
                  </a:cubicBezTo>
                  <a:cubicBezTo>
                    <a:pt x="747927" y="689734"/>
                    <a:pt x="766980" y="684210"/>
                    <a:pt x="784889" y="676018"/>
                  </a:cubicBezTo>
                  <a:cubicBezTo>
                    <a:pt x="791173" y="673161"/>
                    <a:pt x="799365" y="667065"/>
                    <a:pt x="800509" y="661349"/>
                  </a:cubicBezTo>
                  <a:cubicBezTo>
                    <a:pt x="807175" y="628201"/>
                    <a:pt x="831942" y="628772"/>
                    <a:pt x="857661" y="626868"/>
                  </a:cubicBezTo>
                  <a:cubicBezTo>
                    <a:pt x="888332" y="624582"/>
                    <a:pt x="918621" y="619248"/>
                    <a:pt x="949102" y="614676"/>
                  </a:cubicBezTo>
                  <a:cubicBezTo>
                    <a:pt x="953104" y="614104"/>
                    <a:pt x="956722" y="610104"/>
                    <a:pt x="960342" y="607435"/>
                  </a:cubicBezTo>
                  <a:cubicBezTo>
                    <a:pt x="965867" y="603435"/>
                    <a:pt x="971011" y="597339"/>
                    <a:pt x="977109" y="595815"/>
                  </a:cubicBezTo>
                  <a:cubicBezTo>
                    <a:pt x="1008350" y="588385"/>
                    <a:pt x="1039783" y="582099"/>
                    <a:pt x="1071218" y="575240"/>
                  </a:cubicBezTo>
                  <a:cubicBezTo>
                    <a:pt x="1078266" y="573716"/>
                    <a:pt x="1085505" y="571812"/>
                    <a:pt x="1091983" y="568764"/>
                  </a:cubicBezTo>
                  <a:cubicBezTo>
                    <a:pt x="1098079" y="565906"/>
                    <a:pt x="1103223" y="560952"/>
                    <a:pt x="1109321" y="557904"/>
                  </a:cubicBezTo>
                  <a:cubicBezTo>
                    <a:pt x="1125892" y="549714"/>
                    <a:pt x="1142851" y="542093"/>
                    <a:pt x="1162279" y="532949"/>
                  </a:cubicBezTo>
                  <a:cubicBezTo>
                    <a:pt x="1173138" y="550094"/>
                    <a:pt x="1187810" y="540377"/>
                    <a:pt x="1206097" y="532187"/>
                  </a:cubicBezTo>
                  <a:cubicBezTo>
                    <a:pt x="1224765" y="523805"/>
                    <a:pt x="1246292" y="521137"/>
                    <a:pt x="1266867" y="518088"/>
                  </a:cubicBezTo>
                  <a:cubicBezTo>
                    <a:pt x="1304588" y="512564"/>
                    <a:pt x="1342499" y="509134"/>
                    <a:pt x="1380219" y="504182"/>
                  </a:cubicBezTo>
                  <a:cubicBezTo>
                    <a:pt x="1388221" y="503038"/>
                    <a:pt x="1397365" y="500944"/>
                    <a:pt x="1403461" y="496180"/>
                  </a:cubicBezTo>
                  <a:cubicBezTo>
                    <a:pt x="1445181" y="464175"/>
                    <a:pt x="1495858" y="455222"/>
                    <a:pt x="1544054" y="458268"/>
                  </a:cubicBezTo>
                  <a:cubicBezTo>
                    <a:pt x="1581965" y="460557"/>
                    <a:pt x="1619114" y="462270"/>
                    <a:pt x="1656644" y="459032"/>
                  </a:cubicBezTo>
                  <a:cubicBezTo>
                    <a:pt x="1659502" y="458841"/>
                    <a:pt x="1663312" y="459223"/>
                    <a:pt x="1665406" y="460747"/>
                  </a:cubicBezTo>
                  <a:cubicBezTo>
                    <a:pt x="1678360" y="470843"/>
                    <a:pt x="1691887" y="471605"/>
                    <a:pt x="1708461" y="473318"/>
                  </a:cubicBezTo>
                  <a:cubicBezTo>
                    <a:pt x="1731894" y="475797"/>
                    <a:pt x="1753421" y="474081"/>
                    <a:pt x="1775140" y="469891"/>
                  </a:cubicBezTo>
                  <a:cubicBezTo>
                    <a:pt x="1790952" y="466843"/>
                    <a:pt x="1806953" y="460557"/>
                    <a:pt x="1821051" y="452554"/>
                  </a:cubicBezTo>
                  <a:cubicBezTo>
                    <a:pt x="1840672" y="441314"/>
                    <a:pt x="1859535" y="436934"/>
                    <a:pt x="1878203" y="451792"/>
                  </a:cubicBezTo>
                  <a:cubicBezTo>
                    <a:pt x="1898396" y="467605"/>
                    <a:pt x="1921257" y="462081"/>
                    <a:pt x="1943547" y="462651"/>
                  </a:cubicBezTo>
                  <a:cubicBezTo>
                    <a:pt x="1953262" y="462843"/>
                    <a:pt x="1963550" y="462461"/>
                    <a:pt x="1972884" y="464937"/>
                  </a:cubicBezTo>
                  <a:cubicBezTo>
                    <a:pt x="1999935" y="471987"/>
                    <a:pt x="2026036" y="482655"/>
                    <a:pt x="2053469" y="487417"/>
                  </a:cubicBezTo>
                  <a:cubicBezTo>
                    <a:pt x="2068710" y="490084"/>
                    <a:pt x="2085664" y="485321"/>
                    <a:pt x="2101477" y="481893"/>
                  </a:cubicBezTo>
                  <a:cubicBezTo>
                    <a:pt x="2117479" y="478273"/>
                    <a:pt x="2133290" y="472749"/>
                    <a:pt x="2148722" y="467033"/>
                  </a:cubicBezTo>
                  <a:cubicBezTo>
                    <a:pt x="2159199" y="463223"/>
                    <a:pt x="2170629" y="459603"/>
                    <a:pt x="2179011" y="452744"/>
                  </a:cubicBezTo>
                  <a:cubicBezTo>
                    <a:pt x="2198064" y="437124"/>
                    <a:pt x="2217685" y="434455"/>
                    <a:pt x="2240165" y="442648"/>
                  </a:cubicBezTo>
                  <a:cubicBezTo>
                    <a:pt x="2243593" y="443982"/>
                    <a:pt x="2247594" y="443982"/>
                    <a:pt x="2251404" y="444172"/>
                  </a:cubicBezTo>
                  <a:cubicBezTo>
                    <a:pt x="2312370" y="448172"/>
                    <a:pt x="2373330" y="450650"/>
                    <a:pt x="2433912" y="456746"/>
                  </a:cubicBezTo>
                  <a:cubicBezTo>
                    <a:pt x="2458485" y="459223"/>
                    <a:pt x="2482107" y="470081"/>
                    <a:pt x="2506302" y="476939"/>
                  </a:cubicBezTo>
                  <a:cubicBezTo>
                    <a:pt x="2511256" y="478273"/>
                    <a:pt x="2516783" y="480369"/>
                    <a:pt x="2521735" y="479415"/>
                  </a:cubicBezTo>
                  <a:cubicBezTo>
                    <a:pt x="2575647" y="469891"/>
                    <a:pt x="2626132" y="483797"/>
                    <a:pt x="2675854" y="502086"/>
                  </a:cubicBezTo>
                  <a:cubicBezTo>
                    <a:pt x="2680996" y="503992"/>
                    <a:pt x="2687282" y="503419"/>
                    <a:pt x="2692998" y="503038"/>
                  </a:cubicBezTo>
                  <a:cubicBezTo>
                    <a:pt x="2709003" y="501706"/>
                    <a:pt x="2726337" y="495038"/>
                    <a:pt x="2740816" y="499037"/>
                  </a:cubicBezTo>
                  <a:cubicBezTo>
                    <a:pt x="2779297" y="510088"/>
                    <a:pt x="2817398" y="523423"/>
                    <a:pt x="2853596" y="540187"/>
                  </a:cubicBezTo>
                  <a:cubicBezTo>
                    <a:pt x="2890365" y="557142"/>
                    <a:pt x="2924464" y="571430"/>
                    <a:pt x="2966565" y="554286"/>
                  </a:cubicBezTo>
                  <a:cubicBezTo>
                    <a:pt x="2984472" y="547045"/>
                    <a:pt x="3008095" y="552190"/>
                    <a:pt x="3028671" y="554094"/>
                  </a:cubicBezTo>
                  <a:cubicBezTo>
                    <a:pt x="3043720" y="555618"/>
                    <a:pt x="3058198" y="564192"/>
                    <a:pt x="3073059" y="564192"/>
                  </a:cubicBezTo>
                  <a:cubicBezTo>
                    <a:pt x="3112686" y="564192"/>
                    <a:pt x="3147927" y="574288"/>
                    <a:pt x="3182219" y="594862"/>
                  </a:cubicBezTo>
                  <a:cubicBezTo>
                    <a:pt x="3195557" y="602863"/>
                    <a:pt x="3216322" y="597529"/>
                    <a:pt x="3233656" y="599625"/>
                  </a:cubicBezTo>
                  <a:cubicBezTo>
                    <a:pt x="3251947" y="602101"/>
                    <a:pt x="3270804" y="604387"/>
                    <a:pt x="3288332" y="609914"/>
                  </a:cubicBezTo>
                  <a:cubicBezTo>
                    <a:pt x="3333672" y="624392"/>
                    <a:pt x="3378441" y="640774"/>
                    <a:pt x="3423591" y="656015"/>
                  </a:cubicBezTo>
                  <a:cubicBezTo>
                    <a:pt x="3460738" y="668590"/>
                    <a:pt x="3497317" y="658683"/>
                    <a:pt x="3534084" y="653349"/>
                  </a:cubicBezTo>
                  <a:cubicBezTo>
                    <a:pt x="3557137" y="649919"/>
                    <a:pt x="3578662" y="641727"/>
                    <a:pt x="3604571" y="653918"/>
                  </a:cubicBezTo>
                  <a:cubicBezTo>
                    <a:pt x="3629338" y="665541"/>
                    <a:pt x="3660771" y="662873"/>
                    <a:pt x="3688586" y="669160"/>
                  </a:cubicBezTo>
                  <a:cubicBezTo>
                    <a:pt x="3712020" y="674494"/>
                    <a:pt x="3734687" y="683068"/>
                    <a:pt x="3757358" y="691450"/>
                  </a:cubicBezTo>
                  <a:cubicBezTo>
                    <a:pt x="3788221" y="702881"/>
                    <a:pt x="3818700" y="714881"/>
                    <a:pt x="3852421" y="709167"/>
                  </a:cubicBezTo>
                  <a:cubicBezTo>
                    <a:pt x="3890714" y="702689"/>
                    <a:pt x="3917001" y="727073"/>
                    <a:pt x="3947104" y="743267"/>
                  </a:cubicBezTo>
                  <a:cubicBezTo>
                    <a:pt x="3967869" y="754316"/>
                    <a:pt x="3990538" y="762509"/>
                    <a:pt x="4013208" y="769367"/>
                  </a:cubicBezTo>
                  <a:cubicBezTo>
                    <a:pt x="4043497" y="778321"/>
                    <a:pt x="4074740" y="783655"/>
                    <a:pt x="4105222" y="792418"/>
                  </a:cubicBezTo>
                  <a:cubicBezTo>
                    <a:pt x="4151325" y="805561"/>
                    <a:pt x="4198001" y="815850"/>
                    <a:pt x="4246006" y="808610"/>
                  </a:cubicBezTo>
                  <a:cubicBezTo>
                    <a:pt x="4268105" y="805372"/>
                    <a:pt x="4288682" y="805561"/>
                    <a:pt x="4310779" y="810326"/>
                  </a:cubicBezTo>
                  <a:cubicBezTo>
                    <a:pt x="4346974" y="818136"/>
                    <a:pt x="4384123" y="819089"/>
                    <a:pt x="4413272" y="848235"/>
                  </a:cubicBezTo>
                  <a:cubicBezTo>
                    <a:pt x="4423558" y="858524"/>
                    <a:pt x="4442037" y="861190"/>
                    <a:pt x="4457087" y="866524"/>
                  </a:cubicBezTo>
                  <a:cubicBezTo>
                    <a:pt x="4474424" y="872812"/>
                    <a:pt x="4487186" y="869572"/>
                    <a:pt x="4496523" y="851284"/>
                  </a:cubicBezTo>
                  <a:cubicBezTo>
                    <a:pt x="4500713" y="843093"/>
                    <a:pt x="4512715" y="835091"/>
                    <a:pt x="4522050" y="833757"/>
                  </a:cubicBezTo>
                  <a:cubicBezTo>
                    <a:pt x="4550055" y="829757"/>
                    <a:pt x="4575773" y="835663"/>
                    <a:pt x="4602824" y="848618"/>
                  </a:cubicBezTo>
                  <a:cubicBezTo>
                    <a:pt x="4628161" y="860810"/>
                    <a:pt x="4659786" y="859476"/>
                    <a:pt x="4688553" y="864238"/>
                  </a:cubicBezTo>
                  <a:cubicBezTo>
                    <a:pt x="4708936" y="867668"/>
                    <a:pt x="4729321" y="874716"/>
                    <a:pt x="4749895" y="874716"/>
                  </a:cubicBezTo>
                  <a:cubicBezTo>
                    <a:pt x="4775424" y="874716"/>
                    <a:pt x="4800761" y="868620"/>
                    <a:pt x="4826480" y="866334"/>
                  </a:cubicBezTo>
                  <a:cubicBezTo>
                    <a:pt x="4846482" y="864430"/>
                    <a:pt x="4866867" y="865192"/>
                    <a:pt x="4886870" y="862906"/>
                  </a:cubicBezTo>
                  <a:cubicBezTo>
                    <a:pt x="4903254" y="861190"/>
                    <a:pt x="4919447" y="856810"/>
                    <a:pt x="4935639" y="853190"/>
                  </a:cubicBezTo>
                  <a:cubicBezTo>
                    <a:pt x="4941546" y="851856"/>
                    <a:pt x="4947452" y="846711"/>
                    <a:pt x="4952784" y="847473"/>
                  </a:cubicBezTo>
                  <a:cubicBezTo>
                    <a:pt x="5005745" y="855666"/>
                    <a:pt x="5043847" y="819089"/>
                    <a:pt x="5088617" y="802896"/>
                  </a:cubicBezTo>
                  <a:cubicBezTo>
                    <a:pt x="5135672" y="785749"/>
                    <a:pt x="5181204" y="759461"/>
                    <a:pt x="5233781" y="767271"/>
                  </a:cubicBezTo>
                  <a:cubicBezTo>
                    <a:pt x="5265596" y="772033"/>
                    <a:pt x="5296267" y="783083"/>
                    <a:pt x="5327893" y="789752"/>
                  </a:cubicBezTo>
                  <a:cubicBezTo>
                    <a:pt x="5339132" y="792038"/>
                    <a:pt x="5351705" y="791656"/>
                    <a:pt x="5362946" y="789370"/>
                  </a:cubicBezTo>
                  <a:cubicBezTo>
                    <a:pt x="5417240" y="778891"/>
                    <a:pt x="5470771" y="777367"/>
                    <a:pt x="5524115" y="794514"/>
                  </a:cubicBezTo>
                  <a:cubicBezTo>
                    <a:pt x="5533257" y="797372"/>
                    <a:pt x="5542974" y="800038"/>
                    <a:pt x="5552500" y="800038"/>
                  </a:cubicBezTo>
                  <a:cubicBezTo>
                    <a:pt x="5604697" y="800038"/>
                    <a:pt x="5655944" y="796038"/>
                    <a:pt x="5705857" y="777367"/>
                  </a:cubicBezTo>
                  <a:cubicBezTo>
                    <a:pt x="5722622" y="771080"/>
                    <a:pt x="5743006" y="775081"/>
                    <a:pt x="5761485" y="773557"/>
                  </a:cubicBezTo>
                  <a:cubicBezTo>
                    <a:pt x="5778629" y="772224"/>
                    <a:pt x="5796156" y="771653"/>
                    <a:pt x="5812731" y="767271"/>
                  </a:cubicBezTo>
                  <a:cubicBezTo>
                    <a:pt x="5836925" y="760795"/>
                    <a:pt x="5859404" y="760033"/>
                    <a:pt x="5884361" y="765747"/>
                  </a:cubicBezTo>
                  <a:cubicBezTo>
                    <a:pt x="5908174" y="771080"/>
                    <a:pt x="5933892" y="768415"/>
                    <a:pt x="5958660" y="768605"/>
                  </a:cubicBezTo>
                  <a:cubicBezTo>
                    <a:pt x="5986282" y="768795"/>
                    <a:pt x="6013906" y="768984"/>
                    <a:pt x="6041528" y="768033"/>
                  </a:cubicBezTo>
                  <a:cubicBezTo>
                    <a:pt x="6052579" y="767653"/>
                    <a:pt x="6065151" y="760033"/>
                    <a:pt x="6074297" y="763081"/>
                  </a:cubicBezTo>
                  <a:cubicBezTo>
                    <a:pt x="6103824" y="773366"/>
                    <a:pt x="6133353" y="760985"/>
                    <a:pt x="6162880" y="766509"/>
                  </a:cubicBezTo>
                  <a:cubicBezTo>
                    <a:pt x="6177360" y="769367"/>
                    <a:pt x="6193743" y="761557"/>
                    <a:pt x="6209364" y="760795"/>
                  </a:cubicBezTo>
                  <a:cubicBezTo>
                    <a:pt x="6234892" y="759461"/>
                    <a:pt x="6260419" y="760033"/>
                    <a:pt x="6285948" y="759651"/>
                  </a:cubicBezTo>
                  <a:cubicBezTo>
                    <a:pt x="6294330" y="759461"/>
                    <a:pt x="6302523" y="758699"/>
                    <a:pt x="6310905" y="758316"/>
                  </a:cubicBezTo>
                  <a:cubicBezTo>
                    <a:pt x="6318335" y="757936"/>
                    <a:pt x="6326145" y="756222"/>
                    <a:pt x="6333194" y="757554"/>
                  </a:cubicBezTo>
                  <a:cubicBezTo>
                    <a:pt x="6358723" y="762318"/>
                    <a:pt x="6383869" y="770129"/>
                    <a:pt x="6409586" y="773177"/>
                  </a:cubicBezTo>
                  <a:cubicBezTo>
                    <a:pt x="6431875" y="775843"/>
                    <a:pt x="6454928" y="772224"/>
                    <a:pt x="6477407" y="774129"/>
                  </a:cubicBezTo>
                  <a:cubicBezTo>
                    <a:pt x="6517032" y="777367"/>
                    <a:pt x="6556657" y="783083"/>
                    <a:pt x="6596283" y="786703"/>
                  </a:cubicBezTo>
                  <a:cubicBezTo>
                    <a:pt x="6604857" y="787465"/>
                    <a:pt x="6613809" y="782701"/>
                    <a:pt x="6622573" y="782321"/>
                  </a:cubicBezTo>
                  <a:cubicBezTo>
                    <a:pt x="6650006" y="781369"/>
                    <a:pt x="6677439" y="781177"/>
                    <a:pt x="6704872" y="780607"/>
                  </a:cubicBezTo>
                  <a:cubicBezTo>
                    <a:pt x="6720493" y="780415"/>
                    <a:pt x="6736305" y="780987"/>
                    <a:pt x="6751738" y="779273"/>
                  </a:cubicBezTo>
                  <a:cubicBezTo>
                    <a:pt x="6772120" y="776987"/>
                    <a:pt x="6790599" y="773557"/>
                    <a:pt x="6809650" y="788417"/>
                  </a:cubicBezTo>
                  <a:cubicBezTo>
                    <a:pt x="6816984" y="794180"/>
                    <a:pt x="6824819" y="797942"/>
                    <a:pt x="6832976" y="800428"/>
                  </a:cubicBezTo>
                  <a:close/>
                </a:path>
              </a:pathLst>
            </a:custGeom>
            <a:solidFill>
              <a:srgbClr val="FFFFF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rtlCol="0" wrap="square">
              <a:noAutofit/>
            </a:bodyPr>
            <a:lstStyle/>
            <a:p>
              <a:pPr algn="ctr"/>
              <a:endParaRPr lang="en-US"/>
            </a:p>
          </p:txBody>
        </p:sp>
        <p:sp>
          <p:nvSpPr>
            <p:cNvPr id="20" name="Freeform: Shape 47">
              <a:extLst>
                <a:ext uri="{FF2B5EF4-FFF2-40B4-BE49-F238E27FC236}">
                  <a16:creationId xmlns:a16="http://schemas.microsoft.com/office/drawing/2014/main" id="{1E3EFCBE-34EF-4B4E-BB43-0CC49CCDD13F}"/>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a:xfrm flipH="1" rot="5400000">
              <a:off x="2640988" y="2991370"/>
              <a:ext cx="6857455" cy="874716"/>
            </a:xfrm>
            <a:custGeom>
              <a:avLst/>
              <a:gdLst>
                <a:gd fmla="*/ 6857455 w 6857455" name="connsiteX0"/>
                <a:gd fmla="*/ 804643 h 874716" name="connsiteY0"/>
                <a:gd fmla="*/ 6857455 w 6857455" name="connsiteX1"/>
                <a:gd fmla="*/ 562246 h 874716" name="connsiteY1"/>
                <a:gd fmla="*/ 6829178 w 6857455" name="connsiteX2"/>
                <a:gd fmla="*/ 551284 h 874716" name="connsiteY2"/>
                <a:gd fmla="*/ 6766024 w 6857455" name="connsiteX3"/>
                <a:gd fmla="*/ 500372 h 874716" name="connsiteY3"/>
                <a:gd fmla="*/ 6734971 w 6857455" name="connsiteX4"/>
                <a:gd fmla="*/ 500944 h 874716" name="connsiteY4"/>
                <a:gd fmla="*/ 6683915 w 6857455" name="connsiteX5"/>
                <a:gd fmla="*/ 507040 h 874716" name="connsiteY5"/>
                <a:gd fmla="*/ 6628860 w 6857455" name="connsiteX6"/>
                <a:gd fmla="*/ 495418 h 874716" name="connsiteY6"/>
                <a:gd fmla="*/ 6588662 w 6857455" name="connsiteX7"/>
                <a:gd fmla="*/ 487227 h 874716" name="connsiteY7"/>
                <a:gd fmla="*/ 6476074 w 6857455" name="connsiteX8"/>
                <a:gd fmla="*/ 511230 h 874716" name="connsiteY8"/>
                <a:gd fmla="*/ 6382345 w 6857455" name="connsiteX9"/>
                <a:gd fmla="*/ 534853 h 874716" name="connsiteY9"/>
                <a:gd fmla="*/ 6369391 w 6857455" name="connsiteX10"/>
                <a:gd fmla="*/ 531615 h 874716" name="connsiteY10"/>
                <a:gd fmla="*/ 6244799 w 6857455" name="connsiteX11"/>
                <a:gd fmla="*/ 512182 h 874716" name="connsiteY11"/>
                <a:gd fmla="*/ 6190315 w 6857455" name="connsiteX12"/>
                <a:gd fmla="*/ 485703 h 874716" name="connsiteY12"/>
                <a:gd fmla="*/ 6115446 w 6857455" name="connsiteX13"/>
                <a:gd fmla="*/ 462270 h 874716" name="connsiteY13"/>
                <a:gd fmla="*/ 6032194 w 6857455" name="connsiteX14"/>
                <a:gd fmla="*/ 434266 h 874716" name="connsiteY14"/>
                <a:gd fmla="*/ 5971042 w 6857455" name="connsiteX15"/>
                <a:gd fmla="*/ 420738 h 874716" name="connsiteY15"/>
                <a:gd fmla="*/ 5880933 w 6857455" name="connsiteX16"/>
                <a:gd fmla="*/ 430646 h 874716" name="connsiteY16"/>
                <a:gd fmla="*/ 5862452 w 6857455" name="connsiteX17"/>
                <a:gd fmla="*/ 438648 h 874716" name="connsiteY17"/>
                <a:gd fmla="*/ 5685283 w 6857455" name="connsiteX18"/>
                <a:gd fmla="*/ 498658 h 874716" name="connsiteY18"/>
                <a:gd fmla="*/ 5567169 w 6857455" name="connsiteX19"/>
                <a:gd fmla="*/ 499420 h 874716" name="connsiteY19"/>
                <a:gd fmla="*/ 5527923 w 6857455" name="connsiteX20"/>
                <a:gd fmla="*/ 490466 h 874716" name="connsiteY20"/>
                <a:gd fmla="*/ 5456292 w 6857455" name="connsiteX21"/>
                <a:gd fmla="*/ 450650 h 874716" name="connsiteY21"/>
                <a:gd fmla="*/ 5424670 w 6857455" name="connsiteX22"/>
                <a:gd fmla="*/ 444934 h 874716" name="connsiteY22"/>
                <a:gd fmla="*/ 5368662 w 6857455" name="connsiteX23"/>
                <a:gd fmla="*/ 441124 h 874716" name="connsiteY23"/>
                <a:gd fmla="*/ 5247118 w 6857455" name="connsiteX24"/>
                <a:gd fmla="*/ 444934 h 874716" name="connsiteY24"/>
                <a:gd fmla="*/ 5088617 w 6857455" name="connsiteX25"/>
                <a:gd fmla="*/ 428742 h 874716" name="connsiteY25"/>
                <a:gd fmla="*/ 5025750 w 6857455" name="connsiteX26"/>
                <a:gd fmla="*/ 433694 h 874716" name="connsiteY26"/>
                <a:gd fmla="*/ 4957930 w 6857455" name="connsiteX27"/>
                <a:gd fmla="*/ 442268 h 874716" name="connsiteY27"/>
                <a:gd fmla="*/ 4938116 w 6857455" name="connsiteX28"/>
                <a:gd fmla="*/ 441886 h 874716" name="connsiteY28"/>
                <a:gd fmla="*/ 4833910 w 6857455" name="connsiteX29"/>
                <a:gd fmla="*/ 421693 h 874716" name="connsiteY29"/>
                <a:gd fmla="*/ 4810095 w 6857455" name="connsiteX30"/>
                <a:gd fmla="*/ 408167 h 874716" name="connsiteY30"/>
                <a:gd fmla="*/ 4747991 w 6857455" name="connsiteX31"/>
                <a:gd fmla="*/ 413691 h 874716" name="connsiteY31"/>
                <a:gd fmla="*/ 4692745 w 6857455" name="connsiteX32"/>
                <a:gd fmla="*/ 435790 h 874716" name="connsiteY32"/>
                <a:gd fmla="*/ 4375933 w 6857455" name="connsiteX33"/>
                <a:gd fmla="*/ 483417 h 874716" name="connsiteY33"/>
                <a:gd fmla="*/ 4185426 w 6857455" name="connsiteX34"/>
                <a:gd fmla="*/ 484179 h 874716" name="connsiteY34"/>
                <a:gd fmla="*/ 4052072 w 6857455" name="connsiteX35"/>
                <a:gd fmla="*/ 505134 h 874716" name="connsiteY35"/>
                <a:gd fmla="*/ 4029973 w 6857455" name="connsiteX36"/>
                <a:gd fmla="*/ 527233 h 874716" name="connsiteY36"/>
                <a:gd fmla="*/ 3948626 w 6857455" name="connsiteX37"/>
                <a:gd fmla="*/ 550666 h 874716" name="connsiteY37"/>
                <a:gd fmla="*/ 3871280 w 6857455" name="connsiteX38"/>
                <a:gd fmla="*/ 502275 h 874716" name="connsiteY38"/>
                <a:gd fmla="*/ 3774312 w 6857455" name="connsiteX39"/>
                <a:gd fmla="*/ 429122 h 874716" name="connsiteY39"/>
                <a:gd fmla="*/ 3721543 w 6857455" name="connsiteX40"/>
                <a:gd fmla="*/ 428552 h 874716" name="connsiteY40"/>
                <a:gd fmla="*/ 3612763 w 6857455" name="connsiteX41"/>
                <a:gd fmla="*/ 414263 h 874716" name="connsiteY41"/>
                <a:gd fmla="*/ 3537323 w 6857455" name="connsiteX42"/>
                <a:gd fmla="*/ 389878 h 874716" name="connsiteY42"/>
                <a:gd fmla="*/ 3431593 w 6857455" name="connsiteX43"/>
                <a:gd fmla="*/ 360921 h 874716" name="connsiteY43"/>
                <a:gd fmla="*/ 3392158 w 6857455" name="connsiteX44"/>
                <a:gd fmla="*/ 345681 h 874716" name="connsiteY44"/>
                <a:gd fmla="*/ 3297856 w 6857455" name="connsiteX45"/>
                <a:gd fmla="*/ 323010 h 874716" name="connsiteY45"/>
                <a:gd fmla="*/ 3219748 w 6857455" name="connsiteX46"/>
                <a:gd fmla="*/ 308151 h 874716" name="connsiteY46"/>
                <a:gd fmla="*/ 3156692 w 6857455" name="connsiteX47"/>
                <a:gd fmla="*/ 261668 h 874716" name="connsiteY47"/>
                <a:gd fmla="*/ 3136497 w 6857455" name="connsiteX48"/>
                <a:gd fmla="*/ 237663 h 874716" name="connsiteY48"/>
                <a:gd fmla="*/ 3119733 w 6857455" name="connsiteX49"/>
                <a:gd fmla="*/ 222233 h 874716" name="connsiteY49"/>
                <a:gd fmla="*/ 3045436 w 6857455" name="connsiteX50"/>
                <a:gd fmla="*/ 131742 h 874716" name="connsiteY50"/>
                <a:gd fmla="*/ 3037054 w 6857455" name="connsiteX51"/>
                <a:gd fmla="*/ 124121 h 874716" name="connsiteY51"/>
                <a:gd fmla="*/ 2936466 w 6857455" name="connsiteX52"/>
                <a:gd fmla="*/ 82400 h 874716" name="connsiteY52"/>
                <a:gd fmla="*/ 2901031 w 6857455" name="connsiteX53"/>
                <a:gd fmla="*/ 59731 h 874716" name="connsiteY53"/>
                <a:gd fmla="*/ 2828259 w 6857455" name="connsiteX54"/>
                <a:gd fmla="*/ 3149 h 874716" name="connsiteY54"/>
                <a:gd fmla="*/ 2799492 w 6857455" name="connsiteX55"/>
                <a:gd fmla="*/ 1245 h 874716" name="connsiteY55"/>
                <a:gd fmla="*/ 2693570 w 6857455" name="connsiteX56"/>
                <a:gd fmla="*/ 35154 h 874716" name="connsiteY56"/>
                <a:gd fmla="*/ 2639847 w 6857455" name="connsiteX57"/>
                <a:gd fmla="*/ 73448 h 874716" name="connsiteY57"/>
                <a:gd fmla="*/ 2621178 w 6857455" name="connsiteX58"/>
                <a:gd fmla="*/ 88688 h 874716" name="connsiteY58"/>
                <a:gd fmla="*/ 2489348 w 6857455" name="connsiteX59"/>
                <a:gd fmla="*/ 72304 h 874716" name="connsiteY59"/>
                <a:gd fmla="*/ 2452580 w 6857455" name="connsiteX60"/>
                <a:gd fmla="*/ 68683 h 874716" name="connsiteY60"/>
                <a:gd fmla="*/ 2326464 w 6857455" name="connsiteX61"/>
                <a:gd fmla="*/ 50395 h 874716" name="connsiteY61"/>
                <a:gd fmla="*/ 2300365 w 6857455" name="connsiteX62"/>
                <a:gd fmla="*/ 54777 h 874716" name="connsiteY62"/>
                <a:gd fmla="*/ 2130434 w 6857455" name="connsiteX63"/>
                <a:gd fmla="*/ 58397 h 874716" name="connsiteY63"/>
                <a:gd fmla="*/ 2118621 w 6857455" name="connsiteX64"/>
                <a:gd fmla="*/ 47919 h 874716" name="connsiteY64"/>
                <a:gd fmla="*/ 2057659 w 6857455" name="connsiteX65"/>
                <a:gd fmla="*/ 16866 h 874716" name="connsiteY65"/>
                <a:gd fmla="*/ 1976314 w 6857455" name="connsiteX66"/>
                <a:gd fmla="*/ 8865 h 874716" name="connsiteY66"/>
                <a:gd fmla="*/ 1961454 w 6857455" name="connsiteX67"/>
                <a:gd fmla="*/ 11724 h 874716" name="connsiteY67"/>
                <a:gd fmla="*/ 1906588 w 6857455" name="connsiteX68"/>
                <a:gd fmla="*/ 30964 h 874716" name="connsiteY68"/>
                <a:gd fmla="*/ 1783330 w 6857455" name="connsiteX69"/>
                <a:gd fmla="*/ 48871 h 874716" name="connsiteY69"/>
                <a:gd fmla="*/ 1759327 w 6857455" name="connsiteX70"/>
                <a:gd fmla="*/ 55349 h 874716" name="connsiteY70"/>
                <a:gd fmla="*/ 1716082 w 6857455" name="connsiteX71"/>
                <a:gd fmla="*/ 65445 h 874716" name="connsiteY71"/>
                <a:gd fmla="*/ 1598920 w 6857455" name="connsiteX72"/>
                <a:gd fmla="*/ 72114 h 874716" name="connsiteY72"/>
                <a:gd fmla="*/ 1542150 w 6857455" name="connsiteX73"/>
                <a:gd fmla="*/ 62207 h 874716" name="connsiteY73"/>
                <a:gd fmla="*/ 1516813 w 6857455" name="connsiteX74"/>
                <a:gd fmla="*/ 62779 h 874716" name="connsiteY74"/>
                <a:gd fmla="*/ 1432228 w 6857455" name="connsiteX75"/>
                <a:gd fmla="*/ 88116 h 874716" name="connsiteY75"/>
                <a:gd fmla="*/ 1224765 w 6857455" name="connsiteX76"/>
                <a:gd fmla="*/ 71924 h 874716" name="connsiteY76"/>
                <a:gd fmla="*/ 1159231 w 6857455" name="connsiteX77"/>
                <a:gd fmla="*/ 58207 h 874716" name="connsiteY77"/>
                <a:gd fmla="*/ 1124370 w 6857455" name="connsiteX78"/>
                <a:gd fmla="*/ 56301 h 874716" name="connsiteY78"/>
                <a:gd fmla="*/ 1075600 w 6857455" name="connsiteX79"/>
                <a:gd fmla="*/ 75542 h 874716" name="connsiteY79"/>
                <a:gd fmla="*/ 986633 w 6857455" name="connsiteX80"/>
                <a:gd fmla="*/ 79162 h 874716" name="connsiteY80"/>
                <a:gd fmla="*/ 861089 w 6857455" name="connsiteX81"/>
                <a:gd fmla="*/ 76304 h 874716" name="connsiteY81"/>
                <a:gd fmla="*/ 759168 w 6857455" name="connsiteX82"/>
                <a:gd fmla="*/ 104689 h 874716" name="connsiteY82"/>
                <a:gd fmla="*/ 723735 w 6857455" name="connsiteX83"/>
                <a:gd fmla="*/ 140696 h 874716" name="connsiteY83"/>
                <a:gd fmla="*/ 647532 w 6857455" name="connsiteX84"/>
                <a:gd fmla="*/ 147934 h 874716" name="connsiteY84"/>
                <a:gd fmla="*/ 552659 w 6857455" name="connsiteX85"/>
                <a:gd fmla="*/ 95926 h 874716" name="connsiteY85"/>
                <a:gd fmla="*/ 541800 w 6857455" name="connsiteX86"/>
                <a:gd fmla="*/ 97640 h 874716" name="connsiteY86"/>
                <a:gd fmla="*/ 375107 w 6857455" name="connsiteX87"/>
                <a:gd fmla="*/ 123169 h 874716" name="connsiteY87"/>
                <a:gd fmla="*/ 273567 w 6857455" name="connsiteX88"/>
                <a:gd fmla="*/ 145458 h 874716" name="connsiteY88"/>
                <a:gd fmla="*/ 264043 w 6857455" name="connsiteX89"/>
                <a:gd fmla="*/ 154792 h 874716" name="connsiteY89"/>
                <a:gd fmla="*/ 169360 w 6857455" name="connsiteX90"/>
                <a:gd fmla="*/ 177273 h 874716" name="connsiteY90"/>
                <a:gd fmla="*/ 89347 w 6857455" name="connsiteX91"/>
                <a:gd fmla="*/ 157460 h 874716" name="connsiteY91"/>
                <a:gd fmla="*/ 34291 w 6857455" name="connsiteX92"/>
                <a:gd fmla="*/ 145268 h 874716" name="connsiteY92"/>
                <a:gd fmla="*/ 0 w 6857455" name="connsiteX93"/>
                <a:gd fmla="*/ 142056 h 874716" name="connsiteY93"/>
                <a:gd fmla="*/ 0 w 6857455" name="connsiteX94"/>
                <a:gd fmla="*/ 849556 h 874716" name="connsiteY94"/>
                <a:gd fmla="*/ 60652 w 6857455" name="connsiteX95"/>
                <a:gd fmla="*/ 844783 h 874716" name="connsiteY95"/>
                <a:gd fmla="*/ 119068 w 6857455" name="connsiteX96"/>
                <a:gd fmla="*/ 827281 h 874716" name="connsiteY96"/>
                <a:gd fmla="*/ 171840 w 6857455" name="connsiteX97"/>
                <a:gd fmla="*/ 804420 h 874716" name="connsiteY97"/>
                <a:gd fmla="*/ 274329 w 6857455" name="connsiteX98"/>
                <a:gd fmla="*/ 794324 h 874716" name="connsiteY98"/>
                <a:gd fmla="*/ 306715 w 6857455" name="connsiteX99"/>
                <a:gd fmla="*/ 788798 h 874716" name="connsiteY99"/>
                <a:gd fmla="*/ 393967 w 6857455" name="connsiteX100"/>
                <a:gd fmla="*/ 765937 h 874716" name="connsiteY100"/>
                <a:gd fmla="*/ 493793 w 6857455" name="connsiteX101"/>
                <a:gd fmla="*/ 725549 h 874716" name="connsiteY101"/>
                <a:gd fmla="*/ 546373 w 6857455" name="connsiteX102"/>
                <a:gd fmla="*/ 740600 h 874716" name="connsiteY102"/>
                <a:gd fmla="*/ 730211 w 6857455" name="connsiteX103"/>
                <a:gd fmla="*/ 698116 h 874716" name="connsiteY103"/>
                <a:gd fmla="*/ 784889 w 6857455" name="connsiteX104"/>
                <a:gd fmla="*/ 676018 h 874716" name="connsiteY104"/>
                <a:gd fmla="*/ 800509 w 6857455" name="connsiteX105"/>
                <a:gd fmla="*/ 661349 h 874716" name="connsiteY105"/>
                <a:gd fmla="*/ 857661 w 6857455" name="connsiteX106"/>
                <a:gd fmla="*/ 626868 h 874716" name="connsiteY106"/>
                <a:gd fmla="*/ 949102 w 6857455" name="connsiteX107"/>
                <a:gd fmla="*/ 614676 h 874716" name="connsiteY107"/>
                <a:gd fmla="*/ 960342 w 6857455" name="connsiteX108"/>
                <a:gd fmla="*/ 607435 h 874716" name="connsiteY108"/>
                <a:gd fmla="*/ 977109 w 6857455" name="connsiteX109"/>
                <a:gd fmla="*/ 595815 h 874716" name="connsiteY109"/>
                <a:gd fmla="*/ 1071218 w 6857455" name="connsiteX110"/>
                <a:gd fmla="*/ 575240 h 874716" name="connsiteY110"/>
                <a:gd fmla="*/ 1091983 w 6857455" name="connsiteX111"/>
                <a:gd fmla="*/ 568764 h 874716" name="connsiteY111"/>
                <a:gd fmla="*/ 1109321 w 6857455" name="connsiteX112"/>
                <a:gd fmla="*/ 557904 h 874716" name="connsiteY112"/>
                <a:gd fmla="*/ 1162279 w 6857455" name="connsiteX113"/>
                <a:gd fmla="*/ 532949 h 874716" name="connsiteY113"/>
                <a:gd fmla="*/ 1206097 w 6857455" name="connsiteX114"/>
                <a:gd fmla="*/ 532187 h 874716" name="connsiteY114"/>
                <a:gd fmla="*/ 1266867 w 6857455" name="connsiteX115"/>
                <a:gd fmla="*/ 518088 h 874716" name="connsiteY115"/>
                <a:gd fmla="*/ 1380219 w 6857455" name="connsiteX116"/>
                <a:gd fmla="*/ 504182 h 874716" name="connsiteY116"/>
                <a:gd fmla="*/ 1403461 w 6857455" name="connsiteX117"/>
                <a:gd fmla="*/ 496180 h 874716" name="connsiteY117"/>
                <a:gd fmla="*/ 1544054 w 6857455" name="connsiteX118"/>
                <a:gd fmla="*/ 458268 h 874716" name="connsiteY118"/>
                <a:gd fmla="*/ 1656644 w 6857455" name="connsiteX119"/>
                <a:gd fmla="*/ 459032 h 874716" name="connsiteY119"/>
                <a:gd fmla="*/ 1665406 w 6857455" name="connsiteX120"/>
                <a:gd fmla="*/ 460747 h 874716" name="connsiteY120"/>
                <a:gd fmla="*/ 1708461 w 6857455" name="connsiteX121"/>
                <a:gd fmla="*/ 473318 h 874716" name="connsiteY121"/>
                <a:gd fmla="*/ 1775140 w 6857455" name="connsiteX122"/>
                <a:gd fmla="*/ 469891 h 874716" name="connsiteY122"/>
                <a:gd fmla="*/ 1821051 w 6857455" name="connsiteX123"/>
                <a:gd fmla="*/ 452554 h 874716" name="connsiteY123"/>
                <a:gd fmla="*/ 1878203 w 6857455" name="connsiteX124"/>
                <a:gd fmla="*/ 451792 h 874716" name="connsiteY124"/>
                <a:gd fmla="*/ 1943547 w 6857455" name="connsiteX125"/>
                <a:gd fmla="*/ 462651 h 874716" name="connsiteY125"/>
                <a:gd fmla="*/ 1972884 w 6857455" name="connsiteX126"/>
                <a:gd fmla="*/ 464937 h 874716" name="connsiteY126"/>
                <a:gd fmla="*/ 2053469 w 6857455" name="connsiteX127"/>
                <a:gd fmla="*/ 487417 h 874716" name="connsiteY127"/>
                <a:gd fmla="*/ 2101477 w 6857455" name="connsiteX128"/>
                <a:gd fmla="*/ 481893 h 874716" name="connsiteY128"/>
                <a:gd fmla="*/ 2148722 w 6857455" name="connsiteX129"/>
                <a:gd fmla="*/ 467033 h 874716" name="connsiteY129"/>
                <a:gd fmla="*/ 2179011 w 6857455" name="connsiteX130"/>
                <a:gd fmla="*/ 452744 h 874716" name="connsiteY130"/>
                <a:gd fmla="*/ 2240165 w 6857455" name="connsiteX131"/>
                <a:gd fmla="*/ 442648 h 874716" name="connsiteY131"/>
                <a:gd fmla="*/ 2251404 w 6857455" name="connsiteX132"/>
                <a:gd fmla="*/ 444172 h 874716" name="connsiteY132"/>
                <a:gd fmla="*/ 2433912 w 6857455" name="connsiteX133"/>
                <a:gd fmla="*/ 456746 h 874716" name="connsiteY133"/>
                <a:gd fmla="*/ 2506302 w 6857455" name="connsiteX134"/>
                <a:gd fmla="*/ 476939 h 874716" name="connsiteY134"/>
                <a:gd fmla="*/ 2521735 w 6857455" name="connsiteX135"/>
                <a:gd fmla="*/ 479415 h 874716" name="connsiteY135"/>
                <a:gd fmla="*/ 2675854 w 6857455" name="connsiteX136"/>
                <a:gd fmla="*/ 502086 h 874716" name="connsiteY136"/>
                <a:gd fmla="*/ 2692998 w 6857455" name="connsiteX137"/>
                <a:gd fmla="*/ 503038 h 874716" name="connsiteY137"/>
                <a:gd fmla="*/ 2740816 w 6857455" name="connsiteX138"/>
                <a:gd fmla="*/ 499037 h 874716" name="connsiteY138"/>
                <a:gd fmla="*/ 2853596 w 6857455" name="connsiteX139"/>
                <a:gd fmla="*/ 540187 h 874716" name="connsiteY139"/>
                <a:gd fmla="*/ 2966565 w 6857455" name="connsiteX140"/>
                <a:gd fmla="*/ 554286 h 874716" name="connsiteY140"/>
                <a:gd fmla="*/ 3028671 w 6857455" name="connsiteX141"/>
                <a:gd fmla="*/ 554094 h 874716" name="connsiteY141"/>
                <a:gd fmla="*/ 3073059 w 6857455" name="connsiteX142"/>
                <a:gd fmla="*/ 564192 h 874716" name="connsiteY142"/>
                <a:gd fmla="*/ 3182219 w 6857455" name="connsiteX143"/>
                <a:gd fmla="*/ 594862 h 874716" name="connsiteY143"/>
                <a:gd fmla="*/ 3233656 w 6857455" name="connsiteX144"/>
                <a:gd fmla="*/ 599625 h 874716" name="connsiteY144"/>
                <a:gd fmla="*/ 3288332 w 6857455" name="connsiteX145"/>
                <a:gd fmla="*/ 609914 h 874716" name="connsiteY145"/>
                <a:gd fmla="*/ 3423591 w 6857455" name="connsiteX146"/>
                <a:gd fmla="*/ 656015 h 874716" name="connsiteY146"/>
                <a:gd fmla="*/ 3534084 w 6857455" name="connsiteX147"/>
                <a:gd fmla="*/ 653349 h 874716" name="connsiteY147"/>
                <a:gd fmla="*/ 3604571 w 6857455" name="connsiteX148"/>
                <a:gd fmla="*/ 653918 h 874716" name="connsiteY148"/>
                <a:gd fmla="*/ 3688586 w 6857455" name="connsiteX149"/>
                <a:gd fmla="*/ 669160 h 874716" name="connsiteY149"/>
                <a:gd fmla="*/ 3757358 w 6857455" name="connsiteX150"/>
                <a:gd fmla="*/ 691450 h 874716" name="connsiteY150"/>
                <a:gd fmla="*/ 3852421 w 6857455" name="connsiteX151"/>
                <a:gd fmla="*/ 709167 h 874716" name="connsiteY151"/>
                <a:gd fmla="*/ 3947104 w 6857455" name="connsiteX152"/>
                <a:gd fmla="*/ 743267 h 874716" name="connsiteY152"/>
                <a:gd fmla="*/ 4013208 w 6857455" name="connsiteX153"/>
                <a:gd fmla="*/ 769367 h 874716" name="connsiteY153"/>
                <a:gd fmla="*/ 4105222 w 6857455" name="connsiteX154"/>
                <a:gd fmla="*/ 792417 h 874716" name="connsiteY154"/>
                <a:gd fmla="*/ 4246006 w 6857455" name="connsiteX155"/>
                <a:gd fmla="*/ 808610 h 874716" name="connsiteY155"/>
                <a:gd fmla="*/ 4310779 w 6857455" name="connsiteX156"/>
                <a:gd fmla="*/ 810326 h 874716" name="connsiteY156"/>
                <a:gd fmla="*/ 4413272 w 6857455" name="connsiteX157"/>
                <a:gd fmla="*/ 848235 h 874716" name="connsiteY157"/>
                <a:gd fmla="*/ 4457087 w 6857455" name="connsiteX158"/>
                <a:gd fmla="*/ 866524 h 874716" name="connsiteY158"/>
                <a:gd fmla="*/ 4496523 w 6857455" name="connsiteX159"/>
                <a:gd fmla="*/ 851284 h 874716" name="connsiteY159"/>
                <a:gd fmla="*/ 4522050 w 6857455" name="connsiteX160"/>
                <a:gd fmla="*/ 833757 h 874716" name="connsiteY160"/>
                <a:gd fmla="*/ 4602824 w 6857455" name="connsiteX161"/>
                <a:gd fmla="*/ 848618 h 874716" name="connsiteY161"/>
                <a:gd fmla="*/ 4688553 w 6857455" name="connsiteX162"/>
                <a:gd fmla="*/ 864238 h 874716" name="connsiteY162"/>
                <a:gd fmla="*/ 4749895 w 6857455" name="connsiteX163"/>
                <a:gd fmla="*/ 874716 h 874716" name="connsiteY163"/>
                <a:gd fmla="*/ 4826480 w 6857455" name="connsiteX164"/>
                <a:gd fmla="*/ 866334 h 874716" name="connsiteY164"/>
                <a:gd fmla="*/ 4886870 w 6857455" name="connsiteX165"/>
                <a:gd fmla="*/ 862906 h 874716" name="connsiteY165"/>
                <a:gd fmla="*/ 4935639 w 6857455" name="connsiteX166"/>
                <a:gd fmla="*/ 853190 h 874716" name="connsiteY166"/>
                <a:gd fmla="*/ 4952784 w 6857455" name="connsiteX167"/>
                <a:gd fmla="*/ 847473 h 874716" name="connsiteY167"/>
                <a:gd fmla="*/ 5088617 w 6857455" name="connsiteX168"/>
                <a:gd fmla="*/ 802896 h 874716" name="connsiteY168"/>
                <a:gd fmla="*/ 5233781 w 6857455" name="connsiteX169"/>
                <a:gd fmla="*/ 767271 h 874716" name="connsiteY169"/>
                <a:gd fmla="*/ 5327893 w 6857455" name="connsiteX170"/>
                <a:gd fmla="*/ 789752 h 874716" name="connsiteY170"/>
                <a:gd fmla="*/ 5362946 w 6857455" name="connsiteX171"/>
                <a:gd fmla="*/ 789370 h 874716" name="connsiteY171"/>
                <a:gd fmla="*/ 5524115 w 6857455" name="connsiteX172"/>
                <a:gd fmla="*/ 794514 h 874716" name="connsiteY172"/>
                <a:gd fmla="*/ 5552500 w 6857455" name="connsiteX173"/>
                <a:gd fmla="*/ 800038 h 874716" name="connsiteY173"/>
                <a:gd fmla="*/ 5705857 w 6857455" name="connsiteX174"/>
                <a:gd fmla="*/ 777367 h 874716" name="connsiteY174"/>
                <a:gd fmla="*/ 5761485 w 6857455" name="connsiteX175"/>
                <a:gd fmla="*/ 773557 h 874716" name="connsiteY175"/>
                <a:gd fmla="*/ 5812731 w 6857455" name="connsiteX176"/>
                <a:gd fmla="*/ 767271 h 874716" name="connsiteY176"/>
                <a:gd fmla="*/ 5884361 w 6857455" name="connsiteX177"/>
                <a:gd fmla="*/ 765747 h 874716" name="connsiteY177"/>
                <a:gd fmla="*/ 5958660 w 6857455" name="connsiteX178"/>
                <a:gd fmla="*/ 768605 h 874716" name="connsiteY178"/>
                <a:gd fmla="*/ 6041528 w 6857455" name="connsiteX179"/>
                <a:gd fmla="*/ 768033 h 874716" name="connsiteY179"/>
                <a:gd fmla="*/ 6074297 w 6857455" name="connsiteX180"/>
                <a:gd fmla="*/ 763081 h 874716" name="connsiteY180"/>
                <a:gd fmla="*/ 6162880 w 6857455" name="connsiteX181"/>
                <a:gd fmla="*/ 766509 h 874716" name="connsiteY181"/>
                <a:gd fmla="*/ 6209364 w 6857455" name="connsiteX182"/>
                <a:gd fmla="*/ 760795 h 874716" name="connsiteY182"/>
                <a:gd fmla="*/ 6285948 w 6857455" name="connsiteX183"/>
                <a:gd fmla="*/ 759651 h 874716" name="connsiteY183"/>
                <a:gd fmla="*/ 6310905 w 6857455" name="connsiteX184"/>
                <a:gd fmla="*/ 758316 h 874716" name="connsiteY184"/>
                <a:gd fmla="*/ 6333194 w 6857455" name="connsiteX185"/>
                <a:gd fmla="*/ 757554 h 874716" name="connsiteY185"/>
                <a:gd fmla="*/ 6409586 w 6857455" name="connsiteX186"/>
                <a:gd fmla="*/ 773177 h 874716" name="connsiteY186"/>
                <a:gd fmla="*/ 6477407 w 6857455" name="connsiteX187"/>
                <a:gd fmla="*/ 774129 h 874716" name="connsiteY187"/>
                <a:gd fmla="*/ 6596283 w 6857455" name="connsiteX188"/>
                <a:gd fmla="*/ 786703 h 874716" name="connsiteY188"/>
                <a:gd fmla="*/ 6622573 w 6857455" name="connsiteX189"/>
                <a:gd fmla="*/ 782321 h 874716" name="connsiteY189"/>
                <a:gd fmla="*/ 6704872 w 6857455" name="connsiteX190"/>
                <a:gd fmla="*/ 780607 h 874716" name="connsiteY190"/>
                <a:gd fmla="*/ 6751738 w 6857455" name="connsiteX191"/>
                <a:gd fmla="*/ 779273 h 874716" name="connsiteY191"/>
                <a:gd fmla="*/ 6809650 w 6857455" name="connsiteX192"/>
                <a:gd fmla="*/ 788417 h 874716" name="connsiteY192"/>
                <a:gd fmla="*/ 6832976 w 6857455" name="connsiteX193"/>
                <a:gd fmla="*/ 800428 h 874716" name="connsiteY1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Lst>
              <a:rect b="b" l="l" r="r" t="t"/>
              <a:pathLst>
                <a:path h="874716" w="6857455">
                  <a:moveTo>
                    <a:pt x="6857455" y="804643"/>
                  </a:moveTo>
                  <a:lnTo>
                    <a:pt x="6857455" y="562246"/>
                  </a:lnTo>
                  <a:lnTo>
                    <a:pt x="6829178" y="551284"/>
                  </a:lnTo>
                  <a:cubicBezTo>
                    <a:pt x="6805745" y="539044"/>
                    <a:pt x="6784885" y="521708"/>
                    <a:pt x="6766024" y="500372"/>
                  </a:cubicBezTo>
                  <a:cubicBezTo>
                    <a:pt x="6755166" y="488179"/>
                    <a:pt x="6746784" y="486845"/>
                    <a:pt x="6734971" y="500944"/>
                  </a:cubicBezTo>
                  <a:cubicBezTo>
                    <a:pt x="6721257" y="517326"/>
                    <a:pt x="6701634" y="510850"/>
                    <a:pt x="6683915" y="507040"/>
                  </a:cubicBezTo>
                  <a:cubicBezTo>
                    <a:pt x="6665629" y="503230"/>
                    <a:pt x="6647148" y="499228"/>
                    <a:pt x="6628860" y="495418"/>
                  </a:cubicBezTo>
                  <a:cubicBezTo>
                    <a:pt x="6615335" y="492752"/>
                    <a:pt x="6601999" y="490466"/>
                    <a:pt x="6588662" y="487227"/>
                  </a:cubicBezTo>
                  <a:cubicBezTo>
                    <a:pt x="6547133" y="477129"/>
                    <a:pt x="6509794" y="480177"/>
                    <a:pt x="6476074" y="511230"/>
                  </a:cubicBezTo>
                  <a:cubicBezTo>
                    <a:pt x="6450356" y="535043"/>
                    <a:pt x="6417399" y="542093"/>
                    <a:pt x="6382345" y="534853"/>
                  </a:cubicBezTo>
                  <a:cubicBezTo>
                    <a:pt x="6377963" y="533901"/>
                    <a:pt x="6372439" y="530091"/>
                    <a:pt x="6369391" y="531615"/>
                  </a:cubicBezTo>
                  <a:cubicBezTo>
                    <a:pt x="6323479" y="553904"/>
                    <a:pt x="6287092" y="514658"/>
                    <a:pt x="6244799" y="512182"/>
                  </a:cubicBezTo>
                  <a:cubicBezTo>
                    <a:pt x="6226130" y="511040"/>
                    <a:pt x="6207079" y="496942"/>
                    <a:pt x="6190315" y="485703"/>
                  </a:cubicBezTo>
                  <a:cubicBezTo>
                    <a:pt x="6167262" y="470271"/>
                    <a:pt x="6146687" y="455412"/>
                    <a:pt x="6115446" y="462270"/>
                  </a:cubicBezTo>
                  <a:cubicBezTo>
                    <a:pt x="6084203" y="469319"/>
                    <a:pt x="6055627" y="456364"/>
                    <a:pt x="6032194" y="434266"/>
                  </a:cubicBezTo>
                  <a:cubicBezTo>
                    <a:pt x="6014287" y="417501"/>
                    <a:pt x="5994665" y="415977"/>
                    <a:pt x="5971042" y="420738"/>
                  </a:cubicBezTo>
                  <a:cubicBezTo>
                    <a:pt x="5941513" y="426645"/>
                    <a:pt x="5910842" y="427027"/>
                    <a:pt x="5880933" y="430646"/>
                  </a:cubicBezTo>
                  <a:cubicBezTo>
                    <a:pt x="5874454" y="431408"/>
                    <a:pt x="5866265" y="434076"/>
                    <a:pt x="5862452" y="438648"/>
                  </a:cubicBezTo>
                  <a:cubicBezTo>
                    <a:pt x="5815779" y="495418"/>
                    <a:pt x="5750055" y="495990"/>
                    <a:pt x="5685283" y="498658"/>
                  </a:cubicBezTo>
                  <a:cubicBezTo>
                    <a:pt x="5646039" y="500372"/>
                    <a:pt x="5606604" y="500372"/>
                    <a:pt x="5567169" y="499420"/>
                  </a:cubicBezTo>
                  <a:cubicBezTo>
                    <a:pt x="5553832" y="499228"/>
                    <a:pt x="5539736" y="496180"/>
                    <a:pt x="5527923" y="490466"/>
                  </a:cubicBezTo>
                  <a:cubicBezTo>
                    <a:pt x="5503348" y="478463"/>
                    <a:pt x="5480680" y="462843"/>
                    <a:pt x="5456292" y="450650"/>
                  </a:cubicBezTo>
                  <a:cubicBezTo>
                    <a:pt x="5447151" y="445886"/>
                    <a:pt x="5435338" y="445696"/>
                    <a:pt x="5424670" y="444934"/>
                  </a:cubicBezTo>
                  <a:cubicBezTo>
                    <a:pt x="5405809" y="443410"/>
                    <a:pt x="5384854" y="447982"/>
                    <a:pt x="5368662" y="441124"/>
                  </a:cubicBezTo>
                  <a:cubicBezTo>
                    <a:pt x="5326559" y="423407"/>
                    <a:pt x="5287123" y="427407"/>
                    <a:pt x="5247118" y="444934"/>
                  </a:cubicBezTo>
                  <a:cubicBezTo>
                    <a:pt x="5191108" y="469509"/>
                    <a:pt x="5138148" y="467605"/>
                    <a:pt x="5088617" y="428742"/>
                  </a:cubicBezTo>
                  <a:cubicBezTo>
                    <a:pt x="5066328" y="411215"/>
                    <a:pt x="5044609" y="419596"/>
                    <a:pt x="5025750" y="433694"/>
                  </a:cubicBezTo>
                  <a:cubicBezTo>
                    <a:pt x="5004032" y="450078"/>
                    <a:pt x="4982885" y="454268"/>
                    <a:pt x="4957930" y="442268"/>
                  </a:cubicBezTo>
                  <a:cubicBezTo>
                    <a:pt x="4952404" y="439600"/>
                    <a:pt x="4944594" y="440933"/>
                    <a:pt x="4938116" y="441886"/>
                  </a:cubicBezTo>
                  <a:cubicBezTo>
                    <a:pt x="4901158" y="446648"/>
                    <a:pt x="4864009" y="454650"/>
                    <a:pt x="4833910" y="421693"/>
                  </a:cubicBezTo>
                  <a:cubicBezTo>
                    <a:pt x="4828004" y="415214"/>
                    <a:pt x="4818097" y="412549"/>
                    <a:pt x="4810095" y="408167"/>
                  </a:cubicBezTo>
                  <a:cubicBezTo>
                    <a:pt x="4776566" y="390258"/>
                    <a:pt x="4777900" y="391974"/>
                    <a:pt x="4747991" y="413691"/>
                  </a:cubicBezTo>
                  <a:cubicBezTo>
                    <a:pt x="4732369" y="425121"/>
                    <a:pt x="4710842" y="436742"/>
                    <a:pt x="4692745" y="435790"/>
                  </a:cubicBezTo>
                  <a:cubicBezTo>
                    <a:pt x="4583584" y="430075"/>
                    <a:pt x="4479758" y="457508"/>
                    <a:pt x="4375933" y="483417"/>
                  </a:cubicBezTo>
                  <a:cubicBezTo>
                    <a:pt x="4311923" y="499420"/>
                    <a:pt x="4249436" y="500372"/>
                    <a:pt x="4185426" y="484179"/>
                  </a:cubicBezTo>
                  <a:cubicBezTo>
                    <a:pt x="4139133" y="472367"/>
                    <a:pt x="4095315" y="491800"/>
                    <a:pt x="4052072" y="505134"/>
                  </a:cubicBezTo>
                  <a:cubicBezTo>
                    <a:pt x="4043117" y="507799"/>
                    <a:pt x="4034735" y="518278"/>
                    <a:pt x="4029973" y="527233"/>
                  </a:cubicBezTo>
                  <a:cubicBezTo>
                    <a:pt x="4012826" y="558858"/>
                    <a:pt x="3984441" y="563810"/>
                    <a:pt x="3948626" y="550666"/>
                  </a:cubicBezTo>
                  <a:cubicBezTo>
                    <a:pt x="3920241" y="540377"/>
                    <a:pt x="3894332" y="526661"/>
                    <a:pt x="3871280" y="502275"/>
                  </a:cubicBezTo>
                  <a:cubicBezTo>
                    <a:pt x="3844229" y="473701"/>
                    <a:pt x="3816224" y="441124"/>
                    <a:pt x="3774312" y="429122"/>
                  </a:cubicBezTo>
                  <a:cubicBezTo>
                    <a:pt x="3756214" y="423979"/>
                    <a:pt x="3740593" y="423217"/>
                    <a:pt x="3721543" y="428552"/>
                  </a:cubicBezTo>
                  <a:cubicBezTo>
                    <a:pt x="3684583" y="438837"/>
                    <a:pt x="3647436" y="446078"/>
                    <a:pt x="3612763" y="414263"/>
                  </a:cubicBezTo>
                  <a:cubicBezTo>
                    <a:pt x="3593712" y="396736"/>
                    <a:pt x="3567994" y="385496"/>
                    <a:pt x="3537323" y="389878"/>
                  </a:cubicBezTo>
                  <a:cubicBezTo>
                    <a:pt x="3499031" y="395402"/>
                    <a:pt x="3464168" y="381496"/>
                    <a:pt x="3431593" y="360921"/>
                  </a:cubicBezTo>
                  <a:cubicBezTo>
                    <a:pt x="3419971" y="353491"/>
                    <a:pt x="3405682" y="349301"/>
                    <a:pt x="3392158" y="345681"/>
                  </a:cubicBezTo>
                  <a:cubicBezTo>
                    <a:pt x="3360915" y="337298"/>
                    <a:pt x="3329480" y="329868"/>
                    <a:pt x="3297856" y="323010"/>
                  </a:cubicBezTo>
                  <a:cubicBezTo>
                    <a:pt x="3271948" y="317296"/>
                    <a:pt x="3245849" y="313104"/>
                    <a:pt x="3219748" y="308151"/>
                  </a:cubicBezTo>
                  <a:cubicBezTo>
                    <a:pt x="3191173" y="302817"/>
                    <a:pt x="3168502" y="290433"/>
                    <a:pt x="3156692" y="261668"/>
                  </a:cubicBezTo>
                  <a:cubicBezTo>
                    <a:pt x="3152882" y="252524"/>
                    <a:pt x="3143737" y="245283"/>
                    <a:pt x="3136497" y="237663"/>
                  </a:cubicBezTo>
                  <a:cubicBezTo>
                    <a:pt x="3131355" y="232139"/>
                    <a:pt x="3124495" y="227947"/>
                    <a:pt x="3119733" y="222233"/>
                  </a:cubicBezTo>
                  <a:cubicBezTo>
                    <a:pt x="3094776" y="192132"/>
                    <a:pt x="3070201" y="161843"/>
                    <a:pt x="3045436" y="131742"/>
                  </a:cubicBezTo>
                  <a:cubicBezTo>
                    <a:pt x="3042958" y="128884"/>
                    <a:pt x="3040292" y="125455"/>
                    <a:pt x="3037054" y="124121"/>
                  </a:cubicBezTo>
                  <a:cubicBezTo>
                    <a:pt x="3003525" y="110215"/>
                    <a:pt x="2969614" y="97070"/>
                    <a:pt x="2936466" y="82400"/>
                  </a:cubicBezTo>
                  <a:cubicBezTo>
                    <a:pt x="2923702" y="76686"/>
                    <a:pt x="2910558" y="69637"/>
                    <a:pt x="2901031" y="59731"/>
                  </a:cubicBezTo>
                  <a:cubicBezTo>
                    <a:pt x="2879314" y="37250"/>
                    <a:pt x="2859502" y="12866"/>
                    <a:pt x="2828259" y="3149"/>
                  </a:cubicBezTo>
                  <a:cubicBezTo>
                    <a:pt x="2819114" y="293"/>
                    <a:pt x="2808256" y="-1231"/>
                    <a:pt x="2799492" y="1245"/>
                  </a:cubicBezTo>
                  <a:cubicBezTo>
                    <a:pt x="2763867" y="11532"/>
                    <a:pt x="2729005" y="24296"/>
                    <a:pt x="2693570" y="35154"/>
                  </a:cubicBezTo>
                  <a:cubicBezTo>
                    <a:pt x="2671092" y="41823"/>
                    <a:pt x="2650707" y="49825"/>
                    <a:pt x="2639847" y="73448"/>
                  </a:cubicBezTo>
                  <a:cubicBezTo>
                    <a:pt x="2636801" y="80114"/>
                    <a:pt x="2628226" y="87354"/>
                    <a:pt x="2621178" y="88688"/>
                  </a:cubicBezTo>
                  <a:cubicBezTo>
                    <a:pt x="2575839" y="97260"/>
                    <a:pt x="2531069" y="101451"/>
                    <a:pt x="2489348" y="72304"/>
                  </a:cubicBezTo>
                  <a:cubicBezTo>
                    <a:pt x="2480585" y="66017"/>
                    <a:pt x="2464201" y="66017"/>
                    <a:pt x="2452580" y="68683"/>
                  </a:cubicBezTo>
                  <a:cubicBezTo>
                    <a:pt x="2407811" y="78590"/>
                    <a:pt x="2365328" y="82020"/>
                    <a:pt x="2326464" y="50395"/>
                  </a:cubicBezTo>
                  <a:cubicBezTo>
                    <a:pt x="2321892" y="46585"/>
                    <a:pt x="2307224" y="50015"/>
                    <a:pt x="2300365" y="54777"/>
                  </a:cubicBezTo>
                  <a:cubicBezTo>
                    <a:pt x="2234259" y="101261"/>
                    <a:pt x="2198064" y="102405"/>
                    <a:pt x="2130434" y="58397"/>
                  </a:cubicBezTo>
                  <a:cubicBezTo>
                    <a:pt x="2126052" y="55539"/>
                    <a:pt x="2120337" y="52301"/>
                    <a:pt x="2118621" y="47919"/>
                  </a:cubicBezTo>
                  <a:cubicBezTo>
                    <a:pt x="2107001" y="19914"/>
                    <a:pt x="2082236" y="19152"/>
                    <a:pt x="2057659" y="16866"/>
                  </a:cubicBezTo>
                  <a:cubicBezTo>
                    <a:pt x="2030608" y="14390"/>
                    <a:pt x="2003555" y="11152"/>
                    <a:pt x="1976314" y="8865"/>
                  </a:cubicBezTo>
                  <a:cubicBezTo>
                    <a:pt x="1971550" y="8483"/>
                    <a:pt x="1966216" y="10007"/>
                    <a:pt x="1961454" y="11724"/>
                  </a:cubicBezTo>
                  <a:cubicBezTo>
                    <a:pt x="1943165" y="18010"/>
                    <a:pt x="1925449" y="27154"/>
                    <a:pt x="1906588" y="30964"/>
                  </a:cubicBezTo>
                  <a:cubicBezTo>
                    <a:pt x="1865821" y="39156"/>
                    <a:pt x="1826385" y="55539"/>
                    <a:pt x="1783330" y="48871"/>
                  </a:cubicBezTo>
                  <a:cubicBezTo>
                    <a:pt x="1775902" y="47729"/>
                    <a:pt x="1767327" y="53253"/>
                    <a:pt x="1759327" y="55349"/>
                  </a:cubicBezTo>
                  <a:cubicBezTo>
                    <a:pt x="1744849" y="58969"/>
                    <a:pt x="1730750" y="64111"/>
                    <a:pt x="1716082" y="65445"/>
                  </a:cubicBezTo>
                  <a:cubicBezTo>
                    <a:pt x="1677218" y="68875"/>
                    <a:pt x="1637975" y="71924"/>
                    <a:pt x="1598920" y="72114"/>
                  </a:cubicBezTo>
                  <a:cubicBezTo>
                    <a:pt x="1580061" y="72304"/>
                    <a:pt x="1561201" y="65065"/>
                    <a:pt x="1542150" y="62207"/>
                  </a:cubicBezTo>
                  <a:cubicBezTo>
                    <a:pt x="1533578" y="60873"/>
                    <a:pt x="1519669" y="58587"/>
                    <a:pt x="1516813" y="62779"/>
                  </a:cubicBezTo>
                  <a:cubicBezTo>
                    <a:pt x="1494714" y="94592"/>
                    <a:pt x="1463661" y="88496"/>
                    <a:pt x="1432228" y="88116"/>
                  </a:cubicBezTo>
                  <a:cubicBezTo>
                    <a:pt x="1362884" y="87354"/>
                    <a:pt x="1295826" y="60493"/>
                    <a:pt x="1224765" y="71924"/>
                  </a:cubicBezTo>
                  <a:cubicBezTo>
                    <a:pt x="1204191" y="75162"/>
                    <a:pt x="1181330" y="62397"/>
                    <a:pt x="1159231" y="58207"/>
                  </a:cubicBezTo>
                  <a:cubicBezTo>
                    <a:pt x="1147801" y="56111"/>
                    <a:pt x="1135228" y="53633"/>
                    <a:pt x="1124370" y="56301"/>
                  </a:cubicBezTo>
                  <a:cubicBezTo>
                    <a:pt x="1107605" y="60493"/>
                    <a:pt x="1091411" y="68113"/>
                    <a:pt x="1075600" y="75542"/>
                  </a:cubicBezTo>
                  <a:cubicBezTo>
                    <a:pt x="1046261" y="89258"/>
                    <a:pt x="1016162" y="89258"/>
                    <a:pt x="986633" y="79162"/>
                  </a:cubicBezTo>
                  <a:cubicBezTo>
                    <a:pt x="944722" y="64873"/>
                    <a:pt x="903193" y="64873"/>
                    <a:pt x="861089" y="76304"/>
                  </a:cubicBezTo>
                  <a:cubicBezTo>
                    <a:pt x="826990" y="85638"/>
                    <a:pt x="791935" y="92116"/>
                    <a:pt x="759168" y="104689"/>
                  </a:cubicBezTo>
                  <a:cubicBezTo>
                    <a:pt x="744689" y="110215"/>
                    <a:pt x="732497" y="126597"/>
                    <a:pt x="723735" y="140696"/>
                  </a:cubicBezTo>
                  <a:cubicBezTo>
                    <a:pt x="706018" y="169271"/>
                    <a:pt x="674013" y="169081"/>
                    <a:pt x="647532" y="147934"/>
                  </a:cubicBezTo>
                  <a:cubicBezTo>
                    <a:pt x="619717" y="125645"/>
                    <a:pt x="584664" y="112501"/>
                    <a:pt x="552659" y="95926"/>
                  </a:cubicBezTo>
                  <a:cubicBezTo>
                    <a:pt x="549993" y="94592"/>
                    <a:pt x="545039" y="96116"/>
                    <a:pt x="541800" y="97640"/>
                  </a:cubicBezTo>
                  <a:cubicBezTo>
                    <a:pt x="488649" y="122407"/>
                    <a:pt x="433593" y="126979"/>
                    <a:pt x="375107" y="123169"/>
                  </a:cubicBezTo>
                  <a:cubicBezTo>
                    <a:pt x="341960" y="121073"/>
                    <a:pt x="307289" y="137076"/>
                    <a:pt x="273567" y="145458"/>
                  </a:cubicBezTo>
                  <a:cubicBezTo>
                    <a:pt x="269757" y="146410"/>
                    <a:pt x="266519" y="151174"/>
                    <a:pt x="264043" y="154792"/>
                  </a:cubicBezTo>
                  <a:cubicBezTo>
                    <a:pt x="240228" y="190800"/>
                    <a:pt x="208223" y="200706"/>
                    <a:pt x="169360" y="177273"/>
                  </a:cubicBezTo>
                  <a:cubicBezTo>
                    <a:pt x="143643" y="161651"/>
                    <a:pt x="118114" y="158032"/>
                    <a:pt x="89347" y="157460"/>
                  </a:cubicBezTo>
                  <a:cubicBezTo>
                    <a:pt x="71059" y="157078"/>
                    <a:pt x="52962" y="147934"/>
                    <a:pt x="34291" y="145268"/>
                  </a:cubicBezTo>
                  <a:lnTo>
                    <a:pt x="0" y="142056"/>
                  </a:lnTo>
                  <a:lnTo>
                    <a:pt x="0" y="849556"/>
                  </a:lnTo>
                  <a:lnTo>
                    <a:pt x="60652" y="844783"/>
                  </a:lnTo>
                  <a:cubicBezTo>
                    <a:pt x="80251" y="839473"/>
                    <a:pt x="99446" y="832043"/>
                    <a:pt x="119068" y="827281"/>
                  </a:cubicBezTo>
                  <a:cubicBezTo>
                    <a:pt x="137355" y="822899"/>
                    <a:pt x="154501" y="812802"/>
                    <a:pt x="171840" y="804420"/>
                  </a:cubicBezTo>
                  <a:cubicBezTo>
                    <a:pt x="204985" y="788417"/>
                    <a:pt x="240420" y="798514"/>
                    <a:pt x="274329" y="794324"/>
                  </a:cubicBezTo>
                  <a:cubicBezTo>
                    <a:pt x="285188" y="792990"/>
                    <a:pt x="296046" y="791466"/>
                    <a:pt x="306715" y="788798"/>
                  </a:cubicBezTo>
                  <a:cubicBezTo>
                    <a:pt x="335864" y="781749"/>
                    <a:pt x="365583" y="775653"/>
                    <a:pt x="393967" y="765937"/>
                  </a:cubicBezTo>
                  <a:cubicBezTo>
                    <a:pt x="426165" y="755078"/>
                    <a:pt x="457028" y="740600"/>
                    <a:pt x="493793" y="725549"/>
                  </a:cubicBezTo>
                  <a:cubicBezTo>
                    <a:pt x="506557" y="729360"/>
                    <a:pt x="526180" y="739648"/>
                    <a:pt x="546373" y="740600"/>
                  </a:cubicBezTo>
                  <a:cubicBezTo>
                    <a:pt x="611337" y="743838"/>
                    <a:pt x="672107" y="726121"/>
                    <a:pt x="730211" y="698116"/>
                  </a:cubicBezTo>
                  <a:cubicBezTo>
                    <a:pt x="747927" y="689734"/>
                    <a:pt x="766980" y="684210"/>
                    <a:pt x="784889" y="676018"/>
                  </a:cubicBezTo>
                  <a:cubicBezTo>
                    <a:pt x="791173" y="673161"/>
                    <a:pt x="799365" y="667065"/>
                    <a:pt x="800509" y="661349"/>
                  </a:cubicBezTo>
                  <a:cubicBezTo>
                    <a:pt x="807175" y="628201"/>
                    <a:pt x="831942" y="628772"/>
                    <a:pt x="857661" y="626868"/>
                  </a:cubicBezTo>
                  <a:cubicBezTo>
                    <a:pt x="888332" y="624582"/>
                    <a:pt x="918621" y="619248"/>
                    <a:pt x="949102" y="614676"/>
                  </a:cubicBezTo>
                  <a:cubicBezTo>
                    <a:pt x="953104" y="614104"/>
                    <a:pt x="956722" y="610104"/>
                    <a:pt x="960342" y="607435"/>
                  </a:cubicBezTo>
                  <a:cubicBezTo>
                    <a:pt x="965867" y="603435"/>
                    <a:pt x="971011" y="597339"/>
                    <a:pt x="977109" y="595815"/>
                  </a:cubicBezTo>
                  <a:cubicBezTo>
                    <a:pt x="1008350" y="588385"/>
                    <a:pt x="1039783" y="582099"/>
                    <a:pt x="1071218" y="575240"/>
                  </a:cubicBezTo>
                  <a:cubicBezTo>
                    <a:pt x="1078266" y="573716"/>
                    <a:pt x="1085505" y="571812"/>
                    <a:pt x="1091983" y="568764"/>
                  </a:cubicBezTo>
                  <a:cubicBezTo>
                    <a:pt x="1098079" y="565906"/>
                    <a:pt x="1103223" y="560952"/>
                    <a:pt x="1109321" y="557904"/>
                  </a:cubicBezTo>
                  <a:cubicBezTo>
                    <a:pt x="1125892" y="549714"/>
                    <a:pt x="1142851" y="542093"/>
                    <a:pt x="1162279" y="532949"/>
                  </a:cubicBezTo>
                  <a:cubicBezTo>
                    <a:pt x="1173138" y="550094"/>
                    <a:pt x="1187810" y="540377"/>
                    <a:pt x="1206097" y="532187"/>
                  </a:cubicBezTo>
                  <a:cubicBezTo>
                    <a:pt x="1224765" y="523805"/>
                    <a:pt x="1246292" y="521137"/>
                    <a:pt x="1266867" y="518088"/>
                  </a:cubicBezTo>
                  <a:cubicBezTo>
                    <a:pt x="1304588" y="512564"/>
                    <a:pt x="1342499" y="509134"/>
                    <a:pt x="1380219" y="504182"/>
                  </a:cubicBezTo>
                  <a:cubicBezTo>
                    <a:pt x="1388221" y="503038"/>
                    <a:pt x="1397365" y="500944"/>
                    <a:pt x="1403461" y="496180"/>
                  </a:cubicBezTo>
                  <a:cubicBezTo>
                    <a:pt x="1445181" y="464175"/>
                    <a:pt x="1495858" y="455222"/>
                    <a:pt x="1544054" y="458268"/>
                  </a:cubicBezTo>
                  <a:cubicBezTo>
                    <a:pt x="1581965" y="460557"/>
                    <a:pt x="1619114" y="462270"/>
                    <a:pt x="1656644" y="459032"/>
                  </a:cubicBezTo>
                  <a:cubicBezTo>
                    <a:pt x="1659502" y="458841"/>
                    <a:pt x="1663312" y="459223"/>
                    <a:pt x="1665406" y="460747"/>
                  </a:cubicBezTo>
                  <a:cubicBezTo>
                    <a:pt x="1678360" y="470843"/>
                    <a:pt x="1691887" y="471605"/>
                    <a:pt x="1708461" y="473318"/>
                  </a:cubicBezTo>
                  <a:cubicBezTo>
                    <a:pt x="1731894" y="475797"/>
                    <a:pt x="1753421" y="474081"/>
                    <a:pt x="1775140" y="469891"/>
                  </a:cubicBezTo>
                  <a:cubicBezTo>
                    <a:pt x="1790952" y="466843"/>
                    <a:pt x="1806953" y="460557"/>
                    <a:pt x="1821051" y="452554"/>
                  </a:cubicBezTo>
                  <a:cubicBezTo>
                    <a:pt x="1840672" y="441314"/>
                    <a:pt x="1859535" y="436934"/>
                    <a:pt x="1878203" y="451792"/>
                  </a:cubicBezTo>
                  <a:cubicBezTo>
                    <a:pt x="1898396" y="467605"/>
                    <a:pt x="1921257" y="462081"/>
                    <a:pt x="1943547" y="462651"/>
                  </a:cubicBezTo>
                  <a:cubicBezTo>
                    <a:pt x="1953262" y="462843"/>
                    <a:pt x="1963550" y="462461"/>
                    <a:pt x="1972884" y="464937"/>
                  </a:cubicBezTo>
                  <a:cubicBezTo>
                    <a:pt x="1999935" y="471987"/>
                    <a:pt x="2026036" y="482655"/>
                    <a:pt x="2053469" y="487417"/>
                  </a:cubicBezTo>
                  <a:cubicBezTo>
                    <a:pt x="2068710" y="490084"/>
                    <a:pt x="2085664" y="485321"/>
                    <a:pt x="2101477" y="481893"/>
                  </a:cubicBezTo>
                  <a:cubicBezTo>
                    <a:pt x="2117479" y="478273"/>
                    <a:pt x="2133290" y="472749"/>
                    <a:pt x="2148722" y="467033"/>
                  </a:cubicBezTo>
                  <a:cubicBezTo>
                    <a:pt x="2159199" y="463223"/>
                    <a:pt x="2170629" y="459603"/>
                    <a:pt x="2179011" y="452744"/>
                  </a:cubicBezTo>
                  <a:cubicBezTo>
                    <a:pt x="2198064" y="437124"/>
                    <a:pt x="2217685" y="434455"/>
                    <a:pt x="2240165" y="442648"/>
                  </a:cubicBezTo>
                  <a:cubicBezTo>
                    <a:pt x="2243593" y="443982"/>
                    <a:pt x="2247594" y="443982"/>
                    <a:pt x="2251404" y="444172"/>
                  </a:cubicBezTo>
                  <a:cubicBezTo>
                    <a:pt x="2312370" y="448172"/>
                    <a:pt x="2373330" y="450650"/>
                    <a:pt x="2433912" y="456746"/>
                  </a:cubicBezTo>
                  <a:cubicBezTo>
                    <a:pt x="2458485" y="459223"/>
                    <a:pt x="2482107" y="470081"/>
                    <a:pt x="2506302" y="476939"/>
                  </a:cubicBezTo>
                  <a:cubicBezTo>
                    <a:pt x="2511256" y="478273"/>
                    <a:pt x="2516783" y="480369"/>
                    <a:pt x="2521735" y="479415"/>
                  </a:cubicBezTo>
                  <a:cubicBezTo>
                    <a:pt x="2575647" y="469891"/>
                    <a:pt x="2626132" y="483797"/>
                    <a:pt x="2675854" y="502086"/>
                  </a:cubicBezTo>
                  <a:cubicBezTo>
                    <a:pt x="2680996" y="503992"/>
                    <a:pt x="2687282" y="503419"/>
                    <a:pt x="2692998" y="503038"/>
                  </a:cubicBezTo>
                  <a:cubicBezTo>
                    <a:pt x="2709003" y="501706"/>
                    <a:pt x="2726337" y="495038"/>
                    <a:pt x="2740816" y="499037"/>
                  </a:cubicBezTo>
                  <a:cubicBezTo>
                    <a:pt x="2779297" y="510088"/>
                    <a:pt x="2817398" y="523423"/>
                    <a:pt x="2853596" y="540187"/>
                  </a:cubicBezTo>
                  <a:cubicBezTo>
                    <a:pt x="2890365" y="557142"/>
                    <a:pt x="2924464" y="571430"/>
                    <a:pt x="2966565" y="554286"/>
                  </a:cubicBezTo>
                  <a:cubicBezTo>
                    <a:pt x="2984472" y="547045"/>
                    <a:pt x="3008095" y="552190"/>
                    <a:pt x="3028671" y="554094"/>
                  </a:cubicBezTo>
                  <a:cubicBezTo>
                    <a:pt x="3043720" y="555618"/>
                    <a:pt x="3058198" y="564192"/>
                    <a:pt x="3073059" y="564192"/>
                  </a:cubicBezTo>
                  <a:cubicBezTo>
                    <a:pt x="3112686" y="564192"/>
                    <a:pt x="3147927" y="574288"/>
                    <a:pt x="3182219" y="594862"/>
                  </a:cubicBezTo>
                  <a:cubicBezTo>
                    <a:pt x="3195557" y="602863"/>
                    <a:pt x="3216322" y="597529"/>
                    <a:pt x="3233656" y="599625"/>
                  </a:cubicBezTo>
                  <a:cubicBezTo>
                    <a:pt x="3251947" y="602101"/>
                    <a:pt x="3270804" y="604387"/>
                    <a:pt x="3288332" y="609914"/>
                  </a:cubicBezTo>
                  <a:cubicBezTo>
                    <a:pt x="3333672" y="624392"/>
                    <a:pt x="3378441" y="640774"/>
                    <a:pt x="3423591" y="656015"/>
                  </a:cubicBezTo>
                  <a:cubicBezTo>
                    <a:pt x="3460738" y="668590"/>
                    <a:pt x="3497317" y="658683"/>
                    <a:pt x="3534084" y="653349"/>
                  </a:cubicBezTo>
                  <a:cubicBezTo>
                    <a:pt x="3557137" y="649919"/>
                    <a:pt x="3578662" y="641727"/>
                    <a:pt x="3604571" y="653918"/>
                  </a:cubicBezTo>
                  <a:cubicBezTo>
                    <a:pt x="3629338" y="665541"/>
                    <a:pt x="3660771" y="662873"/>
                    <a:pt x="3688586" y="669160"/>
                  </a:cubicBezTo>
                  <a:cubicBezTo>
                    <a:pt x="3712020" y="674494"/>
                    <a:pt x="3734687" y="683068"/>
                    <a:pt x="3757358" y="691450"/>
                  </a:cubicBezTo>
                  <a:cubicBezTo>
                    <a:pt x="3788221" y="702881"/>
                    <a:pt x="3818700" y="714881"/>
                    <a:pt x="3852421" y="709167"/>
                  </a:cubicBezTo>
                  <a:cubicBezTo>
                    <a:pt x="3890714" y="702689"/>
                    <a:pt x="3917001" y="727073"/>
                    <a:pt x="3947104" y="743267"/>
                  </a:cubicBezTo>
                  <a:cubicBezTo>
                    <a:pt x="3967869" y="754316"/>
                    <a:pt x="3990538" y="762509"/>
                    <a:pt x="4013208" y="769367"/>
                  </a:cubicBezTo>
                  <a:cubicBezTo>
                    <a:pt x="4043497" y="778321"/>
                    <a:pt x="4074740" y="783655"/>
                    <a:pt x="4105222" y="792417"/>
                  </a:cubicBezTo>
                  <a:cubicBezTo>
                    <a:pt x="4151325" y="805561"/>
                    <a:pt x="4198001" y="815850"/>
                    <a:pt x="4246006" y="808610"/>
                  </a:cubicBezTo>
                  <a:cubicBezTo>
                    <a:pt x="4268105" y="805372"/>
                    <a:pt x="4288682" y="805561"/>
                    <a:pt x="4310779" y="810326"/>
                  </a:cubicBezTo>
                  <a:cubicBezTo>
                    <a:pt x="4346974" y="818136"/>
                    <a:pt x="4384123" y="819089"/>
                    <a:pt x="4413272" y="848235"/>
                  </a:cubicBezTo>
                  <a:cubicBezTo>
                    <a:pt x="4423558" y="858524"/>
                    <a:pt x="4442037" y="861190"/>
                    <a:pt x="4457087" y="866524"/>
                  </a:cubicBezTo>
                  <a:cubicBezTo>
                    <a:pt x="4474424" y="872812"/>
                    <a:pt x="4487186" y="869572"/>
                    <a:pt x="4496523" y="851284"/>
                  </a:cubicBezTo>
                  <a:cubicBezTo>
                    <a:pt x="4500713" y="843093"/>
                    <a:pt x="4512715" y="835091"/>
                    <a:pt x="4522050" y="833757"/>
                  </a:cubicBezTo>
                  <a:cubicBezTo>
                    <a:pt x="4550055" y="829757"/>
                    <a:pt x="4575773" y="835663"/>
                    <a:pt x="4602824" y="848618"/>
                  </a:cubicBezTo>
                  <a:cubicBezTo>
                    <a:pt x="4628161" y="860810"/>
                    <a:pt x="4659786" y="859476"/>
                    <a:pt x="4688553" y="864238"/>
                  </a:cubicBezTo>
                  <a:cubicBezTo>
                    <a:pt x="4708936" y="867668"/>
                    <a:pt x="4729321" y="874716"/>
                    <a:pt x="4749895" y="874716"/>
                  </a:cubicBezTo>
                  <a:cubicBezTo>
                    <a:pt x="4775424" y="874716"/>
                    <a:pt x="4800761" y="868620"/>
                    <a:pt x="4826480" y="866334"/>
                  </a:cubicBezTo>
                  <a:cubicBezTo>
                    <a:pt x="4846482" y="864430"/>
                    <a:pt x="4866867" y="865192"/>
                    <a:pt x="4886870" y="862906"/>
                  </a:cubicBezTo>
                  <a:cubicBezTo>
                    <a:pt x="4903254" y="861190"/>
                    <a:pt x="4919447" y="856810"/>
                    <a:pt x="4935639" y="853190"/>
                  </a:cubicBezTo>
                  <a:cubicBezTo>
                    <a:pt x="4941546" y="851856"/>
                    <a:pt x="4947452" y="846711"/>
                    <a:pt x="4952784" y="847473"/>
                  </a:cubicBezTo>
                  <a:cubicBezTo>
                    <a:pt x="5005745" y="855666"/>
                    <a:pt x="5043847" y="819089"/>
                    <a:pt x="5088617" y="802896"/>
                  </a:cubicBezTo>
                  <a:cubicBezTo>
                    <a:pt x="5135672" y="785749"/>
                    <a:pt x="5181204" y="759461"/>
                    <a:pt x="5233781" y="767271"/>
                  </a:cubicBezTo>
                  <a:cubicBezTo>
                    <a:pt x="5265596" y="772033"/>
                    <a:pt x="5296267" y="783083"/>
                    <a:pt x="5327893" y="789752"/>
                  </a:cubicBezTo>
                  <a:cubicBezTo>
                    <a:pt x="5339132" y="792038"/>
                    <a:pt x="5351705" y="791656"/>
                    <a:pt x="5362946" y="789370"/>
                  </a:cubicBezTo>
                  <a:cubicBezTo>
                    <a:pt x="5417240" y="778891"/>
                    <a:pt x="5470771" y="777367"/>
                    <a:pt x="5524115" y="794514"/>
                  </a:cubicBezTo>
                  <a:cubicBezTo>
                    <a:pt x="5533257" y="797372"/>
                    <a:pt x="5542974" y="800038"/>
                    <a:pt x="5552500" y="800038"/>
                  </a:cubicBezTo>
                  <a:cubicBezTo>
                    <a:pt x="5604697" y="800038"/>
                    <a:pt x="5655944" y="796038"/>
                    <a:pt x="5705857" y="777367"/>
                  </a:cubicBezTo>
                  <a:cubicBezTo>
                    <a:pt x="5722622" y="771080"/>
                    <a:pt x="5743006" y="775081"/>
                    <a:pt x="5761485" y="773557"/>
                  </a:cubicBezTo>
                  <a:cubicBezTo>
                    <a:pt x="5778629" y="772224"/>
                    <a:pt x="5796156" y="771653"/>
                    <a:pt x="5812731" y="767271"/>
                  </a:cubicBezTo>
                  <a:cubicBezTo>
                    <a:pt x="5836925" y="760795"/>
                    <a:pt x="5859404" y="760033"/>
                    <a:pt x="5884361" y="765747"/>
                  </a:cubicBezTo>
                  <a:cubicBezTo>
                    <a:pt x="5908174" y="771080"/>
                    <a:pt x="5933892" y="768415"/>
                    <a:pt x="5958660" y="768605"/>
                  </a:cubicBezTo>
                  <a:cubicBezTo>
                    <a:pt x="5986282" y="768795"/>
                    <a:pt x="6013906" y="768984"/>
                    <a:pt x="6041528" y="768033"/>
                  </a:cubicBezTo>
                  <a:cubicBezTo>
                    <a:pt x="6052579" y="767653"/>
                    <a:pt x="6065151" y="760033"/>
                    <a:pt x="6074297" y="763081"/>
                  </a:cubicBezTo>
                  <a:cubicBezTo>
                    <a:pt x="6103824" y="773366"/>
                    <a:pt x="6133353" y="760985"/>
                    <a:pt x="6162880" y="766509"/>
                  </a:cubicBezTo>
                  <a:cubicBezTo>
                    <a:pt x="6177360" y="769367"/>
                    <a:pt x="6193743" y="761557"/>
                    <a:pt x="6209364" y="760795"/>
                  </a:cubicBezTo>
                  <a:cubicBezTo>
                    <a:pt x="6234892" y="759461"/>
                    <a:pt x="6260419" y="760033"/>
                    <a:pt x="6285948" y="759651"/>
                  </a:cubicBezTo>
                  <a:cubicBezTo>
                    <a:pt x="6294330" y="759461"/>
                    <a:pt x="6302523" y="758699"/>
                    <a:pt x="6310905" y="758316"/>
                  </a:cubicBezTo>
                  <a:cubicBezTo>
                    <a:pt x="6318335" y="757936"/>
                    <a:pt x="6326145" y="756222"/>
                    <a:pt x="6333194" y="757554"/>
                  </a:cubicBezTo>
                  <a:cubicBezTo>
                    <a:pt x="6358723" y="762318"/>
                    <a:pt x="6383869" y="770129"/>
                    <a:pt x="6409586" y="773177"/>
                  </a:cubicBezTo>
                  <a:cubicBezTo>
                    <a:pt x="6431875" y="775843"/>
                    <a:pt x="6454928" y="772224"/>
                    <a:pt x="6477407" y="774129"/>
                  </a:cubicBezTo>
                  <a:cubicBezTo>
                    <a:pt x="6517032" y="777367"/>
                    <a:pt x="6556657" y="783083"/>
                    <a:pt x="6596283" y="786703"/>
                  </a:cubicBezTo>
                  <a:cubicBezTo>
                    <a:pt x="6604857" y="787465"/>
                    <a:pt x="6613809" y="782701"/>
                    <a:pt x="6622573" y="782321"/>
                  </a:cubicBezTo>
                  <a:cubicBezTo>
                    <a:pt x="6650006" y="781369"/>
                    <a:pt x="6677439" y="781177"/>
                    <a:pt x="6704872" y="780607"/>
                  </a:cubicBezTo>
                  <a:cubicBezTo>
                    <a:pt x="6720493" y="780415"/>
                    <a:pt x="6736305" y="780987"/>
                    <a:pt x="6751738" y="779273"/>
                  </a:cubicBezTo>
                  <a:cubicBezTo>
                    <a:pt x="6772120" y="776987"/>
                    <a:pt x="6790599" y="773557"/>
                    <a:pt x="6809650" y="788417"/>
                  </a:cubicBezTo>
                  <a:cubicBezTo>
                    <a:pt x="6816984" y="794180"/>
                    <a:pt x="6824819" y="797942"/>
                    <a:pt x="6832976" y="800428"/>
                  </a:cubicBezTo>
                  <a:close/>
                </a:path>
              </a:pathLst>
            </a:custGeom>
            <a:blipFill dpi="0" rotWithShape="1">
              <a:blip r:embed="rId2">
                <a:alphaModFix amt="57000"/>
              </a:blip>
              <a:srcRect/>
              <a:tile algn="tl" flip="none" sx="100000" sy="100000" tx="0" ty="0"/>
            </a:blip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rtlCol="0" wrap="square">
              <a:noAutofit/>
            </a:bodyPr>
            <a:lstStyle/>
            <a:p>
              <a:pPr algn="ctr"/>
              <a:endParaRPr lang="en-US"/>
            </a:p>
          </p:txBody>
        </p:sp>
      </p:grpSp>
      <p:pic>
        <p:nvPicPr>
          <p:cNvPr id="98" name="Picture 97">
            <a:extLst>
              <a:ext uri="{FF2B5EF4-FFF2-40B4-BE49-F238E27FC236}">
                <a16:creationId xmlns:a16="http://schemas.microsoft.com/office/drawing/2014/main" id="{178902E1-D29E-4408-BD1A-7961DCC69A4E}"/>
              </a:ext>
            </a:extLst>
          </p:cNvPr>
          <p:cNvPicPr>
            <a:picLocks noChangeArrowheads="1" noChangeAspect="1"/>
          </p:cNvPicPr>
          <p:nvPr userDrawn="1"/>
        </p:nvPicPr>
        <p:blipFill rotWithShape="1">
          <a:blip r:embed="rId3">
            <a:extLst>
              <a:ext uri="{28A0092B-C50C-407E-A947-70E740481C1C}">
                <a14:useLocalDpi xmlns:a14="http://schemas.microsoft.com/office/drawing/2010/main" val="0"/>
              </a:ext>
            </a:extLst>
          </a:blip>
          <a:srcRect b="-57" r="80"/>
          <a:stretch/>
        </p:blipFill>
        <p:spPr bwMode="auto">
          <a:xfrm>
            <a:off x="-9948" y="3838"/>
            <a:ext cx="9153948" cy="6850324"/>
          </a:xfrm>
          <a:custGeom>
            <a:avLst/>
            <a:gdLst>
              <a:gd fmla="*/ 5282861 w 9153948" name="connsiteX0"/>
              <a:gd fmla="*/ 0 h 6850324" name="connsiteY0"/>
              <a:gd fmla="*/ 9153948 w 9153948" name="connsiteX1"/>
              <a:gd fmla="*/ 0 h 6850324" name="connsiteY1"/>
              <a:gd fmla="*/ 9153948 w 9153948" name="connsiteX2"/>
              <a:gd fmla="*/ 3977971 h 6850324" name="connsiteY2"/>
              <a:gd fmla="*/ 9004662 w 9153948" name="connsiteX3"/>
              <a:gd fmla="*/ 4052945 h 6850324" name="connsiteY3"/>
              <a:gd fmla="*/ 6158650 w 9153948" name="connsiteX4"/>
              <a:gd fmla="*/ 6710840 h 6850324" name="connsiteY4"/>
              <a:gd fmla="*/ 6089071 w 9153948" name="connsiteX5"/>
              <a:gd fmla="*/ 6850324 h 6850324" name="connsiteY5"/>
              <a:gd fmla="*/ 0 w 9153948" name="connsiteX6"/>
              <a:gd fmla="*/ 6850324 h 6850324" name="connsiteY6"/>
              <a:gd fmla="*/ 0 w 9153948" name="connsiteX7"/>
              <a:gd fmla="*/ 4281319 h 6850324" name="connsiteY7"/>
              <a:gd fmla="*/ 169673 w 9153948" name="connsiteX8"/>
              <a:gd fmla="*/ 4239758 h 6850324" name="connsiteY8"/>
              <a:gd fmla="*/ 1253697 w 9153948" name="connsiteX9"/>
              <a:gd fmla="*/ 3877347 h 6850324" name="connsiteY9"/>
              <a:gd fmla="*/ 5263701 w 9153948" name="connsiteX10"/>
              <a:gd fmla="*/ 75693 h 6850324" name="connsiteY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b="b" l="l" r="r" t="t"/>
            <a:pathLst>
              <a:path h="6850324" w="9153948">
                <a:moveTo>
                  <a:pt x="5282861" y="0"/>
                </a:moveTo>
                <a:lnTo>
                  <a:pt x="9153948" y="0"/>
                </a:lnTo>
                <a:lnTo>
                  <a:pt x="9153948" y="3977971"/>
                </a:lnTo>
                <a:lnTo>
                  <a:pt x="9004662" y="4052945"/>
                </a:lnTo>
                <a:cubicBezTo>
                  <a:pt x="7703988" y="4749593"/>
                  <a:pt x="6701910" y="5709432"/>
                  <a:pt x="6158650" y="6710840"/>
                </a:cubicBezTo>
                <a:lnTo>
                  <a:pt x="6089071" y="6850324"/>
                </a:lnTo>
                <a:lnTo>
                  <a:pt x="0" y="6850324"/>
                </a:lnTo>
                <a:lnTo>
                  <a:pt x="0" y="4281319"/>
                </a:lnTo>
                <a:lnTo>
                  <a:pt x="169673" y="4239758"/>
                </a:lnTo>
                <a:cubicBezTo>
                  <a:pt x="528296" y="4145614"/>
                  <a:pt x="891090" y="4025089"/>
                  <a:pt x="1253697" y="3877347"/>
                </a:cubicBezTo>
                <a:cubicBezTo>
                  <a:pt x="3316023" y="3037055"/>
                  <a:pt x="4817044" y="1542499"/>
                  <a:pt x="5263701" y="75693"/>
                </a:cubicBezTo>
                <a:close/>
              </a:path>
            </a:pathLst>
          </a:custGeom>
          <a:noFill/>
          <a:extLst>
            <a:ext uri="{909E8E84-426E-40DD-AFC4-6F175D3DCCD1}">
              <a14:hiddenFill xmlns:a14="http://schemas.microsoft.com/office/drawing/2010/main">
                <a:solidFill>
                  <a:srgbClr val="FFFFFF"/>
                </a:solidFill>
              </a14:hiddenFill>
            </a:ext>
          </a:extLst>
        </p:spPr>
      </p:pic>
      <p:sp>
        <p:nvSpPr>
          <p:cNvPr id="97" name="Freeform: Shape 96">
            <a:extLst>
              <a:ext uri="{FF2B5EF4-FFF2-40B4-BE49-F238E27FC236}">
                <a16:creationId xmlns:a16="http://schemas.microsoft.com/office/drawing/2014/main" id="{8B6C1D65-4ABB-4690-93DF-7DFB2A98622A}"/>
              </a:ext>
            </a:extLst>
          </p:cNvPr>
          <p:cNvSpPr/>
          <p:nvPr userDrawn="1"/>
        </p:nvSpPr>
        <p:spPr>
          <a:xfrm>
            <a:off x="-9948" y="3838"/>
            <a:ext cx="9153948" cy="6850324"/>
          </a:xfrm>
          <a:custGeom>
            <a:avLst/>
            <a:gdLst>
              <a:gd fmla="*/ 5282862 w 9153948" name="connsiteX0"/>
              <a:gd fmla="*/ 0 h 6850324" name="connsiteY0"/>
              <a:gd fmla="*/ 9153948 w 9153948" name="connsiteX1"/>
              <a:gd fmla="*/ 0 h 6850324" name="connsiteY1"/>
              <a:gd fmla="*/ 9153948 w 9153948" name="connsiteX2"/>
              <a:gd fmla="*/ 3977971 h 6850324" name="connsiteY2"/>
              <a:gd fmla="*/ 9004662 w 9153948" name="connsiteX3"/>
              <a:gd fmla="*/ 4052945 h 6850324" name="connsiteY3"/>
              <a:gd fmla="*/ 6158650 w 9153948" name="connsiteX4"/>
              <a:gd fmla="*/ 6710840 h 6850324" name="connsiteY4"/>
              <a:gd fmla="*/ 6089071 w 9153948" name="connsiteX5"/>
              <a:gd fmla="*/ 6850324 h 6850324" name="connsiteY5"/>
              <a:gd fmla="*/ 0 w 9153948" name="connsiteX6"/>
              <a:gd fmla="*/ 6850324 h 6850324" name="connsiteY6"/>
              <a:gd fmla="*/ 0 w 9153948" name="connsiteX7"/>
              <a:gd fmla="*/ 4281319 h 6850324" name="connsiteY7"/>
              <a:gd fmla="*/ 169673 w 9153948" name="connsiteX8"/>
              <a:gd fmla="*/ 4239758 h 6850324" name="connsiteY8"/>
              <a:gd fmla="*/ 1253697 w 9153948" name="connsiteX9"/>
              <a:gd fmla="*/ 3877347 h 6850324" name="connsiteY9"/>
              <a:gd fmla="*/ 5263701 w 9153948" name="connsiteX10"/>
              <a:gd fmla="*/ 75694 h 6850324" name="connsiteY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b="b" l="l" r="r" t="t"/>
            <a:pathLst>
              <a:path h="6850324" w="9153948">
                <a:moveTo>
                  <a:pt x="5282862" y="0"/>
                </a:moveTo>
                <a:lnTo>
                  <a:pt x="9153948" y="0"/>
                </a:lnTo>
                <a:lnTo>
                  <a:pt x="9153948" y="3977971"/>
                </a:lnTo>
                <a:lnTo>
                  <a:pt x="9004662" y="4052945"/>
                </a:lnTo>
                <a:cubicBezTo>
                  <a:pt x="7703988" y="4749593"/>
                  <a:pt x="6701910" y="5709433"/>
                  <a:pt x="6158650" y="6710840"/>
                </a:cubicBezTo>
                <a:lnTo>
                  <a:pt x="6089071" y="6850324"/>
                </a:lnTo>
                <a:lnTo>
                  <a:pt x="0" y="6850324"/>
                </a:lnTo>
                <a:lnTo>
                  <a:pt x="0" y="4281319"/>
                </a:lnTo>
                <a:lnTo>
                  <a:pt x="169673" y="4239758"/>
                </a:lnTo>
                <a:cubicBezTo>
                  <a:pt x="528296" y="4145614"/>
                  <a:pt x="891090" y="4025089"/>
                  <a:pt x="1253697" y="3877347"/>
                </a:cubicBezTo>
                <a:cubicBezTo>
                  <a:pt x="3316023" y="3037055"/>
                  <a:pt x="4817044" y="1542499"/>
                  <a:pt x="5263701" y="75694"/>
                </a:cubicBezTo>
                <a:close/>
              </a:path>
            </a:pathLst>
          </a:custGeom>
          <a:solidFill>
            <a:schemeClr val="bg1">
              <a:lumMod val="50000"/>
              <a:alpha val="50000"/>
            </a:schemeClr>
          </a:solidFill>
          <a:ln>
            <a:noFill/>
          </a:ln>
          <a:effectLst>
            <a:outerShdw algn="ctr" blurRad="63500" rotWithShape="0" sx="102000" sy="10200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rtlCol="0" wrap="square">
            <a:noAutofit/>
          </a:bodyPr>
          <a:lstStyle/>
          <a:p>
            <a:pPr algn="ctr"/>
            <a:endParaRPr dirty="0" lang="en-US"/>
          </a:p>
        </p:txBody>
      </p:sp>
      <p:sp>
        <p:nvSpPr>
          <p:cNvPr id="75" name="Freeform: Shape 74">
            <a:extLst>
              <a:ext uri="{FF2B5EF4-FFF2-40B4-BE49-F238E27FC236}">
                <a16:creationId xmlns:a16="http://schemas.microsoft.com/office/drawing/2014/main" id="{3D86ACB6-5BFD-4C67-B168-1E477676C765}"/>
              </a:ext>
            </a:extLst>
          </p:cNvPr>
          <p:cNvSpPr/>
          <p:nvPr userDrawn="1"/>
        </p:nvSpPr>
        <p:spPr>
          <a:xfrm>
            <a:off x="-133350" y="-751246"/>
            <a:ext cx="11106409" cy="4858109"/>
          </a:xfrm>
          <a:custGeom>
            <a:avLst/>
            <a:gdLst>
              <a:gd fmla="*/ 3909888 w 9144000" name="connsiteX0"/>
              <a:gd fmla="*/ 1376794 h 3809635" name="connsiteY0"/>
              <a:gd fmla="*/ 3815327 w 9144000" name="connsiteX1"/>
              <a:gd fmla="*/ 1514144 h 3809635" name="connsiteY1"/>
              <a:gd fmla="*/ 1032179 w 9144000" name="connsiteX2"/>
              <a:gd fmla="*/ 3516551 h 3809635" name="connsiteY2"/>
              <a:gd fmla="*/ 139693 w 9144000" name="connsiteX3"/>
              <a:gd fmla="*/ 3800747 h 3809635" name="connsiteY3"/>
              <a:gd fmla="*/ 101598 w 9144000" name="connsiteX4"/>
              <a:gd fmla="*/ 3809635 h 3809635" name="connsiteY4"/>
              <a:gd fmla="*/ 101598 w 9144000" name="connsiteX5"/>
              <a:gd fmla="*/ 3477088 h 3809635" name="connsiteY5"/>
              <a:gd fmla="*/ 181491 w 9144000" name="connsiteX6"/>
              <a:gd fmla="*/ 3460712 h 3809635" name="connsiteY6"/>
              <a:gd fmla="*/ 897358 w 9144000" name="connsiteX7"/>
              <a:gd fmla="*/ 3266910 h 3809635" name="connsiteY7"/>
              <a:gd fmla="*/ 3800595 w 9144000" name="connsiteX8"/>
              <a:gd fmla="*/ 1503680 h 3809635" name="connsiteY8"/>
              <a:gd fmla="*/ 4639132 w 9144000" name="connsiteX9"/>
              <a:gd fmla="*/ 0 h 3809635" name="connsiteY9"/>
              <a:gd fmla="*/ 9144000 w 9144000" name="connsiteX10"/>
              <a:gd fmla="*/ 0 h 3809635" name="connsiteY10"/>
              <a:gd fmla="*/ 9144000 w 9144000" name="connsiteX11"/>
              <a:gd fmla="*/ 545 h 3809635" name="connsiteY11"/>
              <a:gd fmla="*/ 4639015 w 9144000" name="connsiteX12"/>
              <a:gd fmla="*/ 545 h 3809635" name="connsiteY12"/>
              <a:gd fmla="*/ 0 w 9144000" name="connsiteX13"/>
              <a:gd fmla="*/ 0 h 3809635" name="connsiteY13"/>
              <a:gd fmla="*/ 2434 w 9144000" name="connsiteX14"/>
              <a:gd fmla="*/ 0 h 3809635" name="connsiteY14"/>
              <a:gd fmla="*/ 2434 w 9144000" name="connsiteX15"/>
              <a:gd fmla="*/ 116112 h 3809635" name="connsiteY15"/>
              <a:gd fmla="*/ 0 w 9144000" name="connsiteX16"/>
              <a:gd fmla="*/ 116112 h 3809635" name="connsiteY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b="b" l="l" r="r" t="t"/>
            <a:pathLst>
              <a:path h="3809635" w="9144000">
                <a:moveTo>
                  <a:pt x="3909888" y="1376794"/>
                </a:moveTo>
                <a:lnTo>
                  <a:pt x="3815327" y="1514144"/>
                </a:lnTo>
                <a:cubicBezTo>
                  <a:pt x="3222015" y="2313441"/>
                  <a:pt x="2244987" y="3045879"/>
                  <a:pt x="1032179" y="3516551"/>
                </a:cubicBezTo>
                <a:cubicBezTo>
                  <a:pt x="733642" y="3632408"/>
                  <a:pt x="434950" y="3726921"/>
                  <a:pt x="139693" y="3800747"/>
                </a:cubicBezTo>
                <a:lnTo>
                  <a:pt x="101598" y="3809635"/>
                </a:lnTo>
                <a:lnTo>
                  <a:pt x="101598" y="3477088"/>
                </a:lnTo>
                <a:lnTo>
                  <a:pt x="181491" y="3460712"/>
                </a:lnTo>
                <a:cubicBezTo>
                  <a:pt x="418466" y="3408295"/>
                  <a:pt x="657613" y="3343819"/>
                  <a:pt x="897358" y="3266910"/>
                </a:cubicBezTo>
                <a:cubicBezTo>
                  <a:pt x="2114817" y="2876352"/>
                  <a:pt x="3128242" y="2235559"/>
                  <a:pt x="3800595" y="1503680"/>
                </a:cubicBezTo>
                <a:close/>
                <a:moveTo>
                  <a:pt x="4639132" y="0"/>
                </a:moveTo>
                <a:lnTo>
                  <a:pt x="9144000" y="0"/>
                </a:lnTo>
                <a:lnTo>
                  <a:pt x="9144000" y="545"/>
                </a:lnTo>
                <a:lnTo>
                  <a:pt x="4639015" y="545"/>
                </a:lnTo>
                <a:close/>
                <a:moveTo>
                  <a:pt x="0" y="0"/>
                </a:moveTo>
                <a:lnTo>
                  <a:pt x="2434" y="0"/>
                </a:lnTo>
                <a:lnTo>
                  <a:pt x="2434" y="116112"/>
                </a:lnTo>
                <a:lnTo>
                  <a:pt x="0" y="116112"/>
                </a:lnTo>
                <a:close/>
              </a:path>
            </a:pathLst>
          </a:custGeom>
          <a:solidFill>
            <a:srgbClr val="44525B"/>
          </a:solidFill>
          <a:ln>
            <a:noFill/>
          </a:ln>
          <a:effectLst>
            <a:outerShdw algn="ctr" blurRad="63500" rotWithShape="0" sx="102000" sy="10200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rtlCol="0" wrap="square">
            <a:noAutofit/>
          </a:bodyPr>
          <a:lstStyle/>
          <a:p>
            <a:pPr algn="ctr"/>
            <a:endParaRPr dirty="0" lang="en-US"/>
          </a:p>
        </p:txBody>
      </p:sp>
      <p:sp>
        <p:nvSpPr>
          <p:cNvPr id="89" name="Freeform: Shape 88">
            <a:extLst>
              <a:ext uri="{FF2B5EF4-FFF2-40B4-BE49-F238E27FC236}">
                <a16:creationId xmlns:a16="http://schemas.microsoft.com/office/drawing/2014/main" id="{B33DEB17-D024-478D-B70D-E045AB878E9A}"/>
              </a:ext>
            </a:extLst>
          </p:cNvPr>
          <p:cNvSpPr/>
          <p:nvPr userDrawn="1"/>
        </p:nvSpPr>
        <p:spPr>
          <a:xfrm rot="10800000">
            <a:off x="99294" y="4154791"/>
            <a:ext cx="11106409" cy="4102154"/>
          </a:xfrm>
          <a:custGeom>
            <a:avLst/>
            <a:gdLst>
              <a:gd fmla="*/ 11106409 w 11106409" name="connsiteX0"/>
              <a:gd fmla="*/ 695 h 4102154" name="connsiteY0"/>
              <a:gd fmla="*/ 5634601 w 11106409" name="connsiteX1"/>
              <a:gd fmla="*/ 695 h 4102154" name="connsiteY1"/>
              <a:gd fmla="*/ 5634744 w 11106409" name="connsiteX2"/>
              <a:gd fmla="*/ 0 h 4102154" name="connsiteY2"/>
              <a:gd fmla="*/ 11106409 w 11106409" name="connsiteX3"/>
              <a:gd fmla="*/ 0 h 4102154" name="connsiteY3"/>
              <a:gd fmla="*/ 2956 w 11106409" name="connsiteX4"/>
              <a:gd fmla="*/ 148068 h 4102154" name="connsiteY4"/>
              <a:gd fmla="*/ 0 w 11106409" name="connsiteX5"/>
              <a:gd fmla="*/ 148068 h 4102154" name="connsiteY5"/>
              <a:gd fmla="*/ 0 w 11106409" name="connsiteX6"/>
              <a:gd fmla="*/ 0 h 4102154" name="connsiteY6"/>
              <a:gd fmla="*/ 2956 w 11106409" name="connsiteX7"/>
              <a:gd fmla="*/ 0 h 4102154" name="connsiteY7"/>
              <a:gd fmla="*/ 2061703 w 11106409" name="connsiteX8"/>
              <a:gd fmla="*/ 4102154 h 4102154" name="connsiteY8"/>
              <a:gd fmla="*/ 2061703 w 11106409" name="connsiteX9"/>
              <a:gd fmla="*/ 3774848 h 4102154" name="connsiteY9"/>
              <a:gd fmla="*/ 2149929 w 11106409" name="connsiteX10"/>
              <a:gd fmla="*/ 3735822 h 4102154" name="connsiteY10"/>
              <a:gd fmla="*/ 4616246 w 11106409" name="connsiteX11"/>
              <a:gd fmla="*/ 1917518 h 4102154" name="connsiteY11"/>
              <a:gd fmla="*/ 4748995 w 11106409" name="connsiteX12"/>
              <a:gd fmla="*/ 1755710 h 4102154" name="connsiteY12"/>
              <a:gd fmla="*/ 4634140 w 11106409" name="connsiteX13"/>
              <a:gd fmla="*/ 1930861 h 4102154" name="connsiteY13"/>
              <a:gd fmla="*/ 2302010 w 11106409" name="connsiteX14"/>
              <a:gd fmla="*/ 3975502 h 4102154" name="connsiteY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b="b" l="l" r="r" t="t"/>
            <a:pathLst>
              <a:path h="4102154" w="11106409">
                <a:moveTo>
                  <a:pt x="11106409" y="695"/>
                </a:moveTo>
                <a:lnTo>
                  <a:pt x="5634601" y="695"/>
                </a:lnTo>
                <a:lnTo>
                  <a:pt x="5634744" y="0"/>
                </a:lnTo>
                <a:lnTo>
                  <a:pt x="11106409" y="0"/>
                </a:lnTo>
                <a:close/>
                <a:moveTo>
                  <a:pt x="2956" y="148068"/>
                </a:moveTo>
                <a:lnTo>
                  <a:pt x="0" y="148068"/>
                </a:lnTo>
                <a:lnTo>
                  <a:pt x="0" y="0"/>
                </a:lnTo>
                <a:lnTo>
                  <a:pt x="2956" y="0"/>
                </a:lnTo>
                <a:close/>
                <a:moveTo>
                  <a:pt x="2061703" y="4102154"/>
                </a:moveTo>
                <a:lnTo>
                  <a:pt x="2061703" y="3774848"/>
                </a:lnTo>
                <a:lnTo>
                  <a:pt x="2149929" y="3735822"/>
                </a:lnTo>
                <a:cubicBezTo>
                  <a:pt x="3158248" y="3252137"/>
                  <a:pt x="4003761" y="2617496"/>
                  <a:pt x="4616246" y="1917518"/>
                </a:cubicBezTo>
                <a:lnTo>
                  <a:pt x="4748995" y="1755710"/>
                </a:lnTo>
                <a:lnTo>
                  <a:pt x="4634140" y="1930861"/>
                </a:lnTo>
                <a:cubicBezTo>
                  <a:pt x="4093657" y="2695319"/>
                  <a:pt x="3291012" y="3411818"/>
                  <a:pt x="2302010" y="3975502"/>
                </a:cubicBezTo>
                <a:close/>
              </a:path>
            </a:pathLst>
          </a:custGeom>
          <a:solidFill>
            <a:srgbClr val="44525B"/>
          </a:solidFill>
          <a:ln>
            <a:noFill/>
          </a:ln>
          <a:effectLst>
            <a:outerShdw algn="ctr" blurRad="63500" rotWithShape="0" sx="102000" sy="10200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rtlCol="0" wrap="square">
            <a:noAutofit/>
          </a:bodyPr>
          <a:lstStyle/>
          <a:p>
            <a:pPr algn="ctr"/>
            <a:endParaRPr dirty="0" lang="en-US"/>
          </a:p>
        </p:txBody>
      </p:sp>
      <p:sp>
        <p:nvSpPr>
          <p:cNvPr id="78" name="Rectangle: Rounded Corners 77">
            <a:extLst>
              <a:ext uri="{FF2B5EF4-FFF2-40B4-BE49-F238E27FC236}">
                <a16:creationId xmlns:a16="http://schemas.microsoft.com/office/drawing/2014/main" id="{FFE54959-DEE0-47EE-AF9E-5321D7B257EA}"/>
              </a:ext>
            </a:extLst>
          </p:cNvPr>
          <p:cNvSpPr/>
          <p:nvPr userDrawn="1"/>
        </p:nvSpPr>
        <p:spPr>
          <a:xfrm>
            <a:off x="51361" y="1070314"/>
            <a:ext cx="2310839" cy="712652"/>
          </a:xfrm>
          <a:prstGeom prst="roundRect">
            <a:avLst>
              <a:gd fmla="val 7564" name="adj"/>
            </a:avLst>
          </a:prstGeom>
          <a:solidFill>
            <a:srgbClr val="44525B">
              <a:alpha val="4000"/>
            </a:srgbClr>
          </a:solidFill>
          <a:ln>
            <a:solidFill>
              <a:srgbClr val="44525A"/>
            </a:solidFill>
          </a:ln>
          <a:effectLst>
            <a:outerShdw algn="ctr" blurRad="63500" rotWithShape="0" sx="102000" sy="102000">
              <a:prstClr val="black">
                <a:alpha val="40000"/>
              </a:prstClr>
            </a:outerShdw>
          </a:effectLst>
          <a:scene3d>
            <a:camera prst="orthographicFront"/>
            <a:lightRig dir="t" rig="threePt"/>
          </a:scene3d>
          <a:sp3d>
            <a:bevelT/>
          </a:sp3d>
        </p:spPr>
        <p:style>
          <a:lnRef idx="2">
            <a:schemeClr val="accent1">
              <a:shade val="50000"/>
            </a:schemeClr>
          </a:lnRef>
          <a:fillRef idx="1">
            <a:schemeClr val="accent1"/>
          </a:fillRef>
          <a:effectRef idx="0">
            <a:schemeClr val="accent1"/>
          </a:effectRef>
          <a:fontRef idx="minor">
            <a:schemeClr val="lt1"/>
          </a:fontRef>
        </p:style>
        <p:txBody>
          <a:bodyPr anchor="ctr" rtlCol="0"/>
          <a:lstStyle/>
          <a:p>
            <a:pPr lvl="0"/>
            <a:r>
              <a:rPr baseline="0" cap="small" dirty="0" lang="en-US" sz="4000" u="none">
                <a:solidFill>
                  <a:srgbClr val="44525A"/>
                </a:solidFill>
                <a:latin charset="0" panose="020B0502040204020203" pitchFamily="34" typeface="Bahnschrift SemiBold"/>
              </a:rPr>
              <a:t>ECAP456</a:t>
            </a:r>
          </a:p>
        </p:txBody>
      </p:sp>
      <p:sp>
        <p:nvSpPr>
          <p:cNvPr id="80" name="TextBox 79">
            <a:extLst>
              <a:ext uri="{FF2B5EF4-FFF2-40B4-BE49-F238E27FC236}">
                <a16:creationId xmlns:a16="http://schemas.microsoft.com/office/drawing/2014/main" id="{D618CB88-4007-40A9-B126-AE157A2EA3D6}"/>
              </a:ext>
            </a:extLst>
          </p:cNvPr>
          <p:cNvSpPr txBox="1"/>
          <p:nvPr userDrawn="1"/>
        </p:nvSpPr>
        <p:spPr>
          <a:xfrm>
            <a:off x="6817722" y="5891971"/>
            <a:ext cx="2326278" cy="461665"/>
          </a:xfrm>
          <a:prstGeom prst="rect">
            <a:avLst/>
          </a:prstGeom>
          <a:noFill/>
        </p:spPr>
        <p:txBody>
          <a:bodyPr rtlCol="0" wrap="none">
            <a:spAutoFit/>
          </a:bodyPr>
          <a:lstStyle/>
          <a:p>
            <a:r>
              <a:rPr dirty="0" lang="en-US" sz="2400">
                <a:latin charset="0" panose="020B0502040204020203" pitchFamily="34" typeface="Bahnschrift SemiBold"/>
              </a:rPr>
              <a:t>Dr. Rajni Bhalla</a:t>
            </a:r>
          </a:p>
        </p:txBody>
      </p:sp>
      <p:sp>
        <p:nvSpPr>
          <p:cNvPr id="81" name="TextBox 80">
            <a:extLst>
              <a:ext uri="{FF2B5EF4-FFF2-40B4-BE49-F238E27FC236}">
                <a16:creationId xmlns:a16="http://schemas.microsoft.com/office/drawing/2014/main" id="{50CF1EBC-DA85-4E58-B8EC-90839B52F650}"/>
              </a:ext>
            </a:extLst>
          </p:cNvPr>
          <p:cNvSpPr txBox="1"/>
          <p:nvPr userDrawn="1"/>
        </p:nvSpPr>
        <p:spPr>
          <a:xfrm>
            <a:off x="6667805" y="6332318"/>
            <a:ext cx="2518638" cy="400110"/>
          </a:xfrm>
          <a:prstGeom prst="rect">
            <a:avLst/>
          </a:prstGeom>
          <a:noFill/>
        </p:spPr>
        <p:txBody>
          <a:bodyPr rtlCol="0" wrap="none">
            <a:spAutoFit/>
          </a:bodyPr>
          <a:lstStyle/>
          <a:p>
            <a:r>
              <a:rPr dirty="0" lang="en-US" sz="2000">
                <a:latin charset="0" panose="020B0502040204020203" pitchFamily="34" typeface="Bahnschrift SemiBold"/>
              </a:rPr>
              <a:t>Associate Professor</a:t>
            </a:r>
          </a:p>
        </p:txBody>
      </p:sp>
      <p:sp>
        <p:nvSpPr>
          <p:cNvPr id="99" name="Rectangle 98">
            <a:extLst>
              <a:ext uri="{FF2B5EF4-FFF2-40B4-BE49-F238E27FC236}">
                <a16:creationId xmlns:a16="http://schemas.microsoft.com/office/drawing/2014/main" id="{28AA0A77-4443-4511-81DB-6D4919D92960}"/>
              </a:ext>
            </a:extLst>
          </p:cNvPr>
          <p:cNvSpPr/>
          <p:nvPr userDrawn="1"/>
        </p:nvSpPr>
        <p:spPr>
          <a:xfrm>
            <a:off x="6734323" y="6696075"/>
            <a:ext cx="2409677" cy="50253"/>
          </a:xfrm>
          <a:prstGeom prst="rect">
            <a:avLst/>
          </a:prstGeom>
          <a:gradFill>
            <a:gsLst>
              <a:gs pos="100000">
                <a:schemeClr val="accent1">
                  <a:lumMod val="5000"/>
                  <a:lumOff val="95000"/>
                </a:schemeClr>
              </a:gs>
              <a:gs pos="0">
                <a:srgbClr val="072235"/>
              </a:gs>
            </a:gsLst>
            <a:path path="circle">
              <a:fillToRect b="50000" l="50000" r="50000" t="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rtlCol="0"/>
          <a:lstStyle/>
          <a:p>
            <a:pPr algn="ctr"/>
            <a:endParaRPr lang="en-US"/>
          </a:p>
        </p:txBody>
      </p:sp>
      <p:sp>
        <p:nvSpPr>
          <p:cNvPr id="100" name="Rectangle 99">
            <a:extLst>
              <a:ext uri="{FF2B5EF4-FFF2-40B4-BE49-F238E27FC236}">
                <a16:creationId xmlns:a16="http://schemas.microsoft.com/office/drawing/2014/main" id="{EA4B1C0C-45EB-4524-B766-E8F5A3D56091}"/>
              </a:ext>
            </a:extLst>
          </p:cNvPr>
          <p:cNvSpPr/>
          <p:nvPr userDrawn="1"/>
        </p:nvSpPr>
        <p:spPr>
          <a:xfrm>
            <a:off x="6734323" y="6353636"/>
            <a:ext cx="2409677" cy="50253"/>
          </a:xfrm>
          <a:prstGeom prst="rect">
            <a:avLst/>
          </a:prstGeom>
          <a:gradFill>
            <a:gsLst>
              <a:gs pos="100000">
                <a:schemeClr val="accent1">
                  <a:lumMod val="5000"/>
                  <a:lumOff val="95000"/>
                </a:schemeClr>
              </a:gs>
              <a:gs pos="0">
                <a:srgbClr val="072235"/>
              </a:gs>
            </a:gsLst>
            <a:path path="circle">
              <a:fillToRect b="50000" l="50000" r="50000" t="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rtlCol="0"/>
          <a:lstStyle/>
          <a:p>
            <a:pPr algn="ctr"/>
            <a:endParaRPr lang="en-US"/>
          </a:p>
        </p:txBody>
      </p:sp>
    </p:spTree>
    <p:extLst>
      <p:ext uri="{BB962C8B-B14F-4D97-AF65-F5344CB8AC3E}">
        <p14:creationId xmlns:p14="http://schemas.microsoft.com/office/powerpoint/2010/main" val="25937474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B3A4C81D-18A7-452F-9BBC-C8DF7C8B815D}"/>
              </a:ext>
            </a:extLst>
          </p:cNvPr>
          <p:cNvSpPr/>
          <p:nvPr userDrawn="1"/>
        </p:nvSpPr>
        <p:spPr>
          <a:xfrm>
            <a:off x="0" y="0"/>
            <a:ext cx="9144000" cy="1959429"/>
          </a:xfrm>
          <a:prstGeom prst="rect">
            <a:avLst/>
          </a:prstGeom>
          <a:gradFill flip="none" rotWithShape="1">
            <a:gsLst>
              <a:gs pos="69000">
                <a:srgbClr val="818A8F"/>
              </a:gs>
              <a:gs pos="0">
                <a:srgbClr val="44525A"/>
              </a:gs>
              <a:gs pos="100000">
                <a:srgbClr val="F4F4F5"/>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Content Placeholder 2"/>
          <p:cNvSpPr>
            <a:spLocks noGrp="1"/>
          </p:cNvSpPr>
          <p:nvPr>
            <p:ph idx="1" hasCustomPrompt="1"/>
          </p:nvPr>
        </p:nvSpPr>
        <p:spPr>
          <a:xfrm>
            <a:off x="921639" y="2700396"/>
            <a:ext cx="7525999" cy="3698763"/>
          </a:xfrm>
        </p:spPr>
        <p:txBody>
          <a:bodyPr/>
          <a:lstStyle>
            <a:lvl1pPr>
              <a:lnSpc>
                <a:spcPct val="150000"/>
              </a:lnSpc>
              <a:defRPr sz="2600">
                <a:latin typeface="Bahnschrift" panose="020B0502040204020203" pitchFamily="34" charset="0"/>
              </a:defRPr>
            </a:lvl1pPr>
            <a:lvl2pPr>
              <a:lnSpc>
                <a:spcPct val="150000"/>
              </a:lnSpc>
              <a:defRPr>
                <a:latin typeface="Bahnschrift" panose="020B0502040204020203" pitchFamily="34" charset="0"/>
              </a:defRPr>
            </a:lvl2pPr>
            <a:lvl3pPr>
              <a:lnSpc>
                <a:spcPct val="150000"/>
              </a:lnSpc>
              <a:defRPr>
                <a:latin typeface="Bahnschrift" panose="020B0502040204020203" pitchFamily="34" charset="0"/>
              </a:defRPr>
            </a:lvl3pPr>
            <a:lvl4pPr>
              <a:lnSpc>
                <a:spcPct val="150000"/>
              </a:lnSpc>
              <a:defRPr>
                <a:latin typeface="Bahnschrift" panose="020B0502040204020203" pitchFamily="34" charset="0"/>
              </a:defRPr>
            </a:lvl4pPr>
            <a:lvl5pPr>
              <a:lnSpc>
                <a:spcPct val="150000"/>
              </a:lnSpc>
              <a:defRPr>
                <a:latin typeface="Bahnschrift" panose="020B0502040204020203" pitchFamily="34" charset="0"/>
              </a:defRPr>
            </a:lvl5pPr>
          </a:lstStyle>
          <a:p>
            <a:pPr lvl="0"/>
            <a:r>
              <a:rPr lang="en-US" dirty="0"/>
              <a:t>Outcome 1</a:t>
            </a:r>
          </a:p>
          <a:p>
            <a:pPr lvl="0"/>
            <a:r>
              <a:rPr lang="en-US" dirty="0"/>
              <a:t>Outcome 2</a:t>
            </a:r>
          </a:p>
          <a:p>
            <a:pPr lvl="0"/>
            <a:r>
              <a:rPr lang="en-US" dirty="0"/>
              <a:t>Outcome 3</a:t>
            </a:r>
          </a:p>
        </p:txBody>
      </p:sp>
      <p:sp>
        <p:nvSpPr>
          <p:cNvPr id="10" name="TextBox 9">
            <a:extLst>
              <a:ext uri="{FF2B5EF4-FFF2-40B4-BE49-F238E27FC236}">
                <a16:creationId xmlns:a16="http://schemas.microsoft.com/office/drawing/2014/main" id="{66F90CB2-A495-4AF3-BC7C-1B34E1164439}"/>
              </a:ext>
            </a:extLst>
          </p:cNvPr>
          <p:cNvSpPr txBox="1"/>
          <p:nvPr userDrawn="1"/>
        </p:nvSpPr>
        <p:spPr>
          <a:xfrm>
            <a:off x="628650" y="235182"/>
            <a:ext cx="3429000" cy="1446550"/>
          </a:xfrm>
          <a:prstGeom prst="rect">
            <a:avLst/>
          </a:prstGeom>
          <a:noFill/>
        </p:spPr>
        <p:txBody>
          <a:bodyPr wrap="square" rtlCol="0">
            <a:spAutoFit/>
          </a:bodyPr>
          <a:lstStyle/>
          <a:p>
            <a:pPr marL="0" algn="l" defTabSz="457200" rtl="0" eaLnBrk="1" latinLnBrk="0" hangingPunct="1">
              <a:lnSpc>
                <a:spcPct val="100000"/>
              </a:lnSpc>
              <a:spcBef>
                <a:spcPct val="0"/>
              </a:spcBef>
              <a:buNone/>
            </a:pPr>
            <a:r>
              <a:rPr lang="en-US" sz="4400" kern="1200" dirty="0">
                <a:solidFill>
                  <a:schemeClr val="bg1"/>
                </a:solidFill>
                <a:latin typeface="Bahnschrift SemiBold" panose="020B0502040204020203" pitchFamily="34" charset="0"/>
                <a:ea typeface="+mn-ea"/>
                <a:cs typeface="+mn-cs"/>
              </a:rPr>
              <a:t>Learning Outcomes</a:t>
            </a:r>
          </a:p>
        </p:txBody>
      </p:sp>
      <p:pic>
        <p:nvPicPr>
          <p:cNvPr id="12" name="Picture 11">
            <a:extLst>
              <a:ext uri="{FF2B5EF4-FFF2-40B4-BE49-F238E27FC236}">
                <a16:creationId xmlns:a16="http://schemas.microsoft.com/office/drawing/2014/main" id="{70BD9AB8-BE8B-4AD4-8989-7D5BB1CBD5C5}"/>
              </a:ext>
            </a:extLst>
          </p:cNvPr>
          <p:cNvPicPr>
            <a:picLocks noChangeAspect="1"/>
          </p:cNvPicPr>
          <p:nvPr userDrawn="1"/>
        </p:nvPicPr>
        <p:blipFill>
          <a:blip r:embed="rId2">
            <a:extLst>
              <a:ext uri="{BEBA8EAE-BF5A-486C-A8C5-ECC9F3942E4B}">
                <a14:imgProps xmlns:a14="http://schemas.microsoft.com/office/drawing/2010/main">
                  <a14:imgLayer r:embed="rId3">
                    <a14:imgEffect>
                      <a14:backgroundRemoval t="6102" b="98622" l="9753" r="89973">
                        <a14:foregroundMark x1="62637" y1="39764" x2="62637" y2="39764"/>
                        <a14:foregroundMark x1="40797" y1="53346" x2="40797" y2="53346"/>
                        <a14:foregroundMark x1="27198" y1="59055" x2="27198" y2="59055"/>
                        <a14:foregroundMark x1="25687" y1="41929" x2="25687" y2="41929"/>
                        <a14:foregroundMark x1="28434" y1="22835" x2="28434" y2="22835"/>
                        <a14:foregroundMark x1="37225" y1="10433" x2="37225" y2="10433"/>
                        <a14:foregroundMark x1="49863" y1="6496" x2="49863" y2="6496"/>
                        <a14:foregroundMark x1="61538" y1="13583" x2="61538" y2="13583"/>
                        <a14:foregroundMark x1="71016" y1="24803" x2="71016" y2="24803"/>
                        <a14:foregroundMark x1="73626" y1="40945" x2="73626" y2="40945"/>
                        <a14:foregroundMark x1="72115" y1="60039" x2="72115" y2="60039"/>
                        <a14:foregroundMark x1="55345" y1="90060" x2="55907" y2="90157"/>
                        <a14:foregroundMark x1="48764" y1="98622" x2="50275" y2="97835"/>
                        <a14:foregroundMark x1="53709" y1="89764" x2="53709" y2="89764"/>
                        <a14:foregroundMark x1="53434" y1="90354" x2="51511" y2="89370"/>
                        <a14:foregroundMark x1="44780" y1="88189" x2="51236" y2="89567"/>
                        <a14:backgroundMark x1="55769" y1="85433" x2="49950" y2="86267"/>
                        <a14:backgroundMark x1="52194" y1="91242" x2="50589" y2="90886"/>
                        <a14:backgroundMark x1="56181" y1="92126" x2="53895" y2="91619"/>
                        <a14:backgroundMark x1="55495" y1="86024" x2="54258" y2="85827"/>
                        <a14:backgroundMark x1="54396" y1="86024" x2="55632" y2="86614"/>
                        <a14:backgroundMark x1="49176" y1="96654" x2="47940" y2="95079"/>
                      </a14:backgroundRemoval>
                    </a14:imgEffect>
                  </a14:imgLayer>
                </a14:imgProps>
              </a:ext>
            </a:extLst>
          </a:blip>
          <a:stretch>
            <a:fillRect/>
          </a:stretch>
        </p:blipFill>
        <p:spPr>
          <a:xfrm rot="19619398">
            <a:off x="7045240" y="145893"/>
            <a:ext cx="2389846" cy="1667640"/>
          </a:xfrm>
          <a:prstGeom prst="rect">
            <a:avLst/>
          </a:prstGeom>
        </p:spPr>
      </p:pic>
      <p:sp>
        <p:nvSpPr>
          <p:cNvPr id="2" name="Rectangle 1">
            <a:extLst>
              <a:ext uri="{FF2B5EF4-FFF2-40B4-BE49-F238E27FC236}">
                <a16:creationId xmlns:a16="http://schemas.microsoft.com/office/drawing/2014/main" id="{0FCCDEB3-12E7-45AF-A8F2-BC0F9E2254EE}"/>
              </a:ext>
            </a:extLst>
          </p:cNvPr>
          <p:cNvSpPr/>
          <p:nvPr userDrawn="1"/>
        </p:nvSpPr>
        <p:spPr>
          <a:xfrm>
            <a:off x="455696" y="1959429"/>
            <a:ext cx="7915742" cy="740967"/>
          </a:xfrm>
          <a:prstGeom prst="rect">
            <a:avLst/>
          </a:prstGeom>
        </p:spPr>
        <p:txBody>
          <a:bodyPr vert="horz" lIns="91440" tIns="45720" rIns="91440" bIns="45720" rtlCol="0">
            <a:normAutofit/>
          </a:bodyPr>
          <a:lstStyle/>
          <a:p>
            <a:pPr marL="0" lvl="0" indent="0" defTabSz="914400">
              <a:lnSpc>
                <a:spcPct val="150000"/>
              </a:lnSpc>
              <a:spcBef>
                <a:spcPts val="1000"/>
              </a:spcBef>
              <a:buFont typeface="Arial" panose="020B0604020202020204" pitchFamily="34" charset="0"/>
              <a:buNone/>
            </a:pPr>
            <a:r>
              <a:rPr lang="en-US" sz="2800" dirty="0">
                <a:solidFill>
                  <a:schemeClr val="tx1"/>
                </a:solidFill>
                <a:latin typeface="Bahnschrift" panose="020B0502040204020203" pitchFamily="34" charset="0"/>
              </a:rPr>
              <a:t>After this lecture, you will be able to</a:t>
            </a:r>
          </a:p>
        </p:txBody>
      </p:sp>
    </p:spTree>
    <p:extLst>
      <p:ext uri="{BB962C8B-B14F-4D97-AF65-F5344CB8AC3E}">
        <p14:creationId xmlns:p14="http://schemas.microsoft.com/office/powerpoint/2010/main" val="220990663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_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B3A4C81D-18A7-452F-9BBC-C8DF7C8B815D}"/>
              </a:ext>
            </a:extLst>
          </p:cNvPr>
          <p:cNvSpPr/>
          <p:nvPr userDrawn="1"/>
        </p:nvSpPr>
        <p:spPr>
          <a:xfrm>
            <a:off x="0" y="0"/>
            <a:ext cx="9144000" cy="1325563"/>
          </a:xfrm>
          <a:prstGeom prst="rect">
            <a:avLst/>
          </a:prstGeom>
          <a:solidFill>
            <a:srgbClr val="44525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Content Placeholder 2"/>
          <p:cNvSpPr>
            <a:spLocks noGrp="1"/>
          </p:cNvSpPr>
          <p:nvPr>
            <p:ph idx="1"/>
          </p:nvPr>
        </p:nvSpPr>
        <p:spPr>
          <a:xfrm>
            <a:off x="338362" y="1628145"/>
            <a:ext cx="8386537" cy="5004884"/>
          </a:xfrm>
        </p:spPr>
        <p:txBody>
          <a:bodyPr/>
          <a:lstStyle>
            <a:lvl1pPr>
              <a:lnSpc>
                <a:spcPct val="150000"/>
              </a:lnSpc>
              <a:defRPr>
                <a:latin typeface="Bahnschrift" panose="020B0502040204020203" pitchFamily="34" charset="0"/>
              </a:defRPr>
            </a:lvl1pPr>
            <a:lvl2pPr>
              <a:lnSpc>
                <a:spcPct val="150000"/>
              </a:lnSpc>
              <a:defRPr>
                <a:latin typeface="Bahnschrift" panose="020B0502040204020203" pitchFamily="34" charset="0"/>
              </a:defRPr>
            </a:lvl2pPr>
            <a:lvl3pPr>
              <a:lnSpc>
                <a:spcPct val="150000"/>
              </a:lnSpc>
              <a:defRPr>
                <a:latin typeface="Bahnschrift" panose="020B0502040204020203" pitchFamily="34" charset="0"/>
              </a:defRPr>
            </a:lvl3pPr>
            <a:lvl4pPr>
              <a:lnSpc>
                <a:spcPct val="150000"/>
              </a:lnSpc>
              <a:defRPr>
                <a:latin typeface="Bahnschrift" panose="020B0502040204020203" pitchFamily="34" charset="0"/>
              </a:defRPr>
            </a:lvl4pPr>
            <a:lvl5pPr>
              <a:lnSpc>
                <a:spcPct val="150000"/>
              </a:lnSpc>
              <a:defRPr>
                <a:latin typeface="Bahnschrift" panose="020B050204020402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Title 1">
            <a:extLst>
              <a:ext uri="{FF2B5EF4-FFF2-40B4-BE49-F238E27FC236}">
                <a16:creationId xmlns:a16="http://schemas.microsoft.com/office/drawing/2014/main" id="{D674DD10-9343-40FC-87DE-8A1F63FF11A0}"/>
              </a:ext>
            </a:extLst>
          </p:cNvPr>
          <p:cNvSpPr>
            <a:spLocks noGrp="1"/>
          </p:cNvSpPr>
          <p:nvPr>
            <p:ph type="title"/>
          </p:nvPr>
        </p:nvSpPr>
        <p:spPr>
          <a:xfrm>
            <a:off x="338362" y="0"/>
            <a:ext cx="8386537" cy="1325563"/>
          </a:xfrm>
        </p:spPr>
        <p:txBody>
          <a:bodyPr>
            <a:normAutofit/>
          </a:bodyPr>
          <a:lstStyle>
            <a:lvl1pPr marL="0" algn="l" defTabSz="457200" rtl="0" eaLnBrk="1" latinLnBrk="0" hangingPunct="1">
              <a:lnSpc>
                <a:spcPct val="100000"/>
              </a:lnSpc>
              <a:defRPr lang="en-US" sz="3600" kern="1200" dirty="0">
                <a:solidFill>
                  <a:schemeClr val="bg1"/>
                </a:solidFill>
                <a:latin typeface="Bahnschrift SemiBold" panose="020B0502040204020203" pitchFamily="34" charset="0"/>
                <a:ea typeface="+mn-ea"/>
                <a:cs typeface="+mn-cs"/>
              </a:defRPr>
            </a:lvl1pPr>
          </a:lstStyle>
          <a:p>
            <a:r>
              <a:rPr lang="en-US" dirty="0"/>
              <a:t>Click to edit Master title style</a:t>
            </a:r>
          </a:p>
        </p:txBody>
      </p:sp>
    </p:spTree>
    <p:extLst>
      <p:ext uri="{BB962C8B-B14F-4D97-AF65-F5344CB8AC3E}">
        <p14:creationId xmlns:p14="http://schemas.microsoft.com/office/powerpoint/2010/main" val="219215310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628650" y="8928101"/>
            <a:ext cx="2057400" cy="365125"/>
          </a:xfrm>
        </p:spPr>
        <p:txBody>
          <a:bodyPr/>
          <a:lstStyle/>
          <a:p>
            <a:fld id="{71BC5188-02C1-4612-A2C7-F501CF181F2E}" type="datetimeFigureOut">
              <a:rPr lang="en-US" smtClean="0"/>
              <a:t>9/3/2021</a:t>
            </a:fld>
            <a:endParaRPr lang="en-US"/>
          </a:p>
        </p:txBody>
      </p:sp>
      <p:sp>
        <p:nvSpPr>
          <p:cNvPr id="5" name="Footer Placeholder 4"/>
          <p:cNvSpPr>
            <a:spLocks noGrp="1"/>
          </p:cNvSpPr>
          <p:nvPr>
            <p:ph type="ftr" sz="quarter" idx="11"/>
          </p:nvPr>
        </p:nvSpPr>
        <p:spPr>
          <a:xfrm>
            <a:off x="3028950" y="8928101"/>
            <a:ext cx="3086100" cy="365125"/>
          </a:xfrm>
        </p:spPr>
        <p:txBody>
          <a:bodyPr/>
          <a:lstStyle/>
          <a:p>
            <a:endParaRPr lang="en-US"/>
          </a:p>
        </p:txBody>
      </p:sp>
      <p:sp>
        <p:nvSpPr>
          <p:cNvPr id="6" name="Slide Number Placeholder 5"/>
          <p:cNvSpPr>
            <a:spLocks noGrp="1"/>
          </p:cNvSpPr>
          <p:nvPr>
            <p:ph type="sldNum" sz="quarter" idx="12"/>
          </p:nvPr>
        </p:nvSpPr>
        <p:spPr>
          <a:xfrm>
            <a:off x="6457950" y="8928101"/>
            <a:ext cx="2057400" cy="365125"/>
          </a:xfrm>
        </p:spPr>
        <p:txBody>
          <a:bodyPr/>
          <a:lstStyle/>
          <a:p>
            <a:fld id="{0E4DDFBB-2C77-4C22-A6ED-B339E4E2C87F}" type="slidenum">
              <a:rPr lang="en-US" smtClean="0"/>
              <a:t>‹#›</a:t>
            </a:fld>
            <a:endParaRPr lang="en-US"/>
          </a:p>
        </p:txBody>
      </p:sp>
      <p:sp>
        <p:nvSpPr>
          <p:cNvPr id="19" name="Freeform: Shape 18">
            <a:extLst>
              <a:ext uri="{FF2B5EF4-FFF2-40B4-BE49-F238E27FC236}">
                <a16:creationId xmlns:a16="http://schemas.microsoft.com/office/drawing/2014/main" id="{89D0141E-891B-4C49-A1C4-D9497F151474}"/>
              </a:ext>
            </a:extLst>
          </p:cNvPr>
          <p:cNvSpPr/>
          <p:nvPr userDrawn="1"/>
        </p:nvSpPr>
        <p:spPr>
          <a:xfrm>
            <a:off x="1562553" y="2584505"/>
            <a:ext cx="6037944" cy="1756230"/>
          </a:xfrm>
          <a:custGeom>
            <a:avLst/>
            <a:gdLst>
              <a:gd name="connsiteX0" fmla="*/ 3018972 w 6037944"/>
              <a:gd name="connsiteY0" fmla="*/ 0 h 1451430"/>
              <a:gd name="connsiteX1" fmla="*/ 6037944 w 6037944"/>
              <a:gd name="connsiteY1" fmla="*/ 725715 h 1451430"/>
              <a:gd name="connsiteX2" fmla="*/ 3018972 w 6037944"/>
              <a:gd name="connsiteY2" fmla="*/ 1451430 h 1451430"/>
              <a:gd name="connsiteX3" fmla="*/ 0 w 6037944"/>
              <a:gd name="connsiteY3" fmla="*/ 725715 h 1451430"/>
              <a:gd name="connsiteX4" fmla="*/ 3018972 w 6037944"/>
              <a:gd name="connsiteY4" fmla="*/ 0 h 145143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37944" h="1451430">
                <a:moveTo>
                  <a:pt x="3018972" y="0"/>
                </a:moveTo>
                <a:cubicBezTo>
                  <a:pt x="4686304" y="0"/>
                  <a:pt x="6037944" y="324914"/>
                  <a:pt x="6037944" y="725715"/>
                </a:cubicBezTo>
                <a:cubicBezTo>
                  <a:pt x="6037944" y="1126516"/>
                  <a:pt x="4686304" y="1451430"/>
                  <a:pt x="3018972" y="1451430"/>
                </a:cubicBezTo>
                <a:cubicBezTo>
                  <a:pt x="1351640" y="1451430"/>
                  <a:pt x="0" y="1126516"/>
                  <a:pt x="0" y="725715"/>
                </a:cubicBezTo>
                <a:cubicBezTo>
                  <a:pt x="0" y="324914"/>
                  <a:pt x="1351640" y="0"/>
                  <a:pt x="3018972" y="0"/>
                </a:cubicBezTo>
                <a:close/>
              </a:path>
            </a:pathLst>
          </a:custGeom>
          <a:gradFill>
            <a:gsLst>
              <a:gs pos="54000">
                <a:schemeClr val="bg1"/>
              </a:gs>
              <a:gs pos="0">
                <a:srgbClr val="44525A"/>
              </a:gs>
              <a:gs pos="100000">
                <a:srgbClr val="44525A"/>
              </a:gs>
            </a:gsLst>
            <a:lin ang="5400000" scaled="1"/>
          </a:gradFill>
          <a:ln>
            <a:solidFill>
              <a:srgbClr val="81908F"/>
            </a:solidFill>
          </a:ln>
          <a:effectLst>
            <a:glow rad="101600">
              <a:schemeClr val="accent3">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wrap="square" tIns="731520" rtlCol="0" anchor="ctr">
            <a:noAutofit/>
          </a:bodyPr>
          <a:lstStyle/>
          <a:p>
            <a:pPr lvl="0"/>
            <a:endParaRPr lang="en-US" sz="3600" dirty="0">
              <a:solidFill>
                <a:srgbClr val="4B8985"/>
              </a:solidFill>
              <a:latin typeface="Bahnschrift SemiBold" panose="020B0502040204020203" pitchFamily="34" charset="0"/>
            </a:endParaRPr>
          </a:p>
        </p:txBody>
      </p:sp>
      <p:sp>
        <p:nvSpPr>
          <p:cNvPr id="18" name="Freeform: Shape 17">
            <a:extLst>
              <a:ext uri="{FF2B5EF4-FFF2-40B4-BE49-F238E27FC236}">
                <a16:creationId xmlns:a16="http://schemas.microsoft.com/office/drawing/2014/main" id="{C8AD4718-0501-403B-AFBC-33331BEC043B}"/>
              </a:ext>
            </a:extLst>
          </p:cNvPr>
          <p:cNvSpPr/>
          <p:nvPr userDrawn="1"/>
        </p:nvSpPr>
        <p:spPr>
          <a:xfrm>
            <a:off x="1562553" y="1895077"/>
            <a:ext cx="6037944" cy="1146629"/>
          </a:xfrm>
          <a:custGeom>
            <a:avLst/>
            <a:gdLst>
              <a:gd name="connsiteX0" fmla="*/ 3018972 w 6037944"/>
              <a:gd name="connsiteY0" fmla="*/ 0 h 1146629"/>
              <a:gd name="connsiteX1" fmla="*/ 6037944 w 6037944"/>
              <a:gd name="connsiteY1" fmla="*/ 1146629 h 1146629"/>
              <a:gd name="connsiteX2" fmla="*/ 3018972 w 6037944"/>
              <a:gd name="connsiteY2" fmla="*/ 420914 h 1146629"/>
              <a:gd name="connsiteX3" fmla="*/ 0 w 6037944"/>
              <a:gd name="connsiteY3" fmla="*/ 1146629 h 1146629"/>
              <a:gd name="connsiteX4" fmla="*/ 3018972 w 6037944"/>
              <a:gd name="connsiteY4" fmla="*/ 0 h 11466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37944" h="1146629">
                <a:moveTo>
                  <a:pt x="3018972" y="0"/>
                </a:moveTo>
                <a:cubicBezTo>
                  <a:pt x="4686304" y="0"/>
                  <a:pt x="6037944" y="513363"/>
                  <a:pt x="6037944" y="1146629"/>
                </a:cubicBezTo>
                <a:cubicBezTo>
                  <a:pt x="6037944" y="745828"/>
                  <a:pt x="4686304" y="420914"/>
                  <a:pt x="3018972" y="420914"/>
                </a:cubicBezTo>
                <a:cubicBezTo>
                  <a:pt x="1351640" y="420914"/>
                  <a:pt x="0" y="745828"/>
                  <a:pt x="0" y="1146629"/>
                </a:cubicBezTo>
                <a:cubicBezTo>
                  <a:pt x="0" y="513363"/>
                  <a:pt x="1351640" y="0"/>
                  <a:pt x="3018972" y="0"/>
                </a:cubicBezTo>
                <a:close/>
              </a:path>
            </a:pathLst>
          </a:custGeom>
          <a:gradFill>
            <a:gsLst>
              <a:gs pos="0">
                <a:schemeClr val="bg1"/>
              </a:gs>
              <a:gs pos="74000">
                <a:srgbClr val="44525A"/>
              </a:gs>
              <a:gs pos="83000">
                <a:srgbClr val="44525A"/>
              </a:gs>
              <a:gs pos="100000">
                <a:srgbClr val="44525A"/>
              </a:gs>
            </a:gsLst>
            <a:lin ang="5400000" scaled="1"/>
          </a:gradFill>
          <a:ln>
            <a:solidFill>
              <a:srgbClr val="81908F"/>
            </a:solidFill>
          </a:ln>
          <a:effectLst>
            <a:glow rad="101600">
              <a:schemeClr val="accent3">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wrap="square" tIns="731520" rtlCol="0" anchor="ctr">
            <a:noAutofit/>
          </a:bodyPr>
          <a:lstStyle/>
          <a:p>
            <a:pPr lvl="0"/>
            <a:endParaRPr lang="en-US" sz="3600" dirty="0">
              <a:solidFill>
                <a:srgbClr val="4B8985"/>
              </a:solidFill>
              <a:latin typeface="Bahnschrift SemiBold" panose="020B0502040204020203" pitchFamily="34" charset="0"/>
            </a:endParaRPr>
          </a:p>
        </p:txBody>
      </p:sp>
      <p:sp>
        <p:nvSpPr>
          <p:cNvPr id="17" name="Freeform: Shape 16">
            <a:extLst>
              <a:ext uri="{FF2B5EF4-FFF2-40B4-BE49-F238E27FC236}">
                <a16:creationId xmlns:a16="http://schemas.microsoft.com/office/drawing/2014/main" id="{38861B3F-8E45-4BA3-97F7-23CB90BE0433}"/>
              </a:ext>
            </a:extLst>
          </p:cNvPr>
          <p:cNvSpPr/>
          <p:nvPr userDrawn="1"/>
        </p:nvSpPr>
        <p:spPr>
          <a:xfrm>
            <a:off x="1543503" y="3816295"/>
            <a:ext cx="6037944" cy="1146629"/>
          </a:xfrm>
          <a:custGeom>
            <a:avLst/>
            <a:gdLst>
              <a:gd name="connsiteX0" fmla="*/ 0 w 6037944"/>
              <a:gd name="connsiteY0" fmla="*/ 0 h 1146629"/>
              <a:gd name="connsiteX1" fmla="*/ 3018972 w 6037944"/>
              <a:gd name="connsiteY1" fmla="*/ 725715 h 1146629"/>
              <a:gd name="connsiteX2" fmla="*/ 6037944 w 6037944"/>
              <a:gd name="connsiteY2" fmla="*/ 0 h 1146629"/>
              <a:gd name="connsiteX3" fmla="*/ 3018972 w 6037944"/>
              <a:gd name="connsiteY3" fmla="*/ 1146629 h 1146629"/>
              <a:gd name="connsiteX4" fmla="*/ 0 w 6037944"/>
              <a:gd name="connsiteY4" fmla="*/ 0 h 11466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37944" h="1146629">
                <a:moveTo>
                  <a:pt x="0" y="0"/>
                </a:moveTo>
                <a:cubicBezTo>
                  <a:pt x="0" y="400801"/>
                  <a:pt x="1351640" y="725715"/>
                  <a:pt x="3018972" y="725715"/>
                </a:cubicBezTo>
                <a:cubicBezTo>
                  <a:pt x="4686304" y="725715"/>
                  <a:pt x="6037944" y="400801"/>
                  <a:pt x="6037944" y="0"/>
                </a:cubicBezTo>
                <a:cubicBezTo>
                  <a:pt x="6037944" y="633266"/>
                  <a:pt x="4686304" y="1146629"/>
                  <a:pt x="3018972" y="1146629"/>
                </a:cubicBezTo>
                <a:cubicBezTo>
                  <a:pt x="1351640" y="1146629"/>
                  <a:pt x="0" y="633266"/>
                  <a:pt x="0" y="0"/>
                </a:cubicBezTo>
                <a:close/>
              </a:path>
            </a:pathLst>
          </a:custGeom>
          <a:gradFill>
            <a:gsLst>
              <a:gs pos="0">
                <a:schemeClr val="bg1"/>
              </a:gs>
              <a:gs pos="74000">
                <a:srgbClr val="44525A"/>
              </a:gs>
              <a:gs pos="83000">
                <a:srgbClr val="44525A"/>
              </a:gs>
              <a:gs pos="100000">
                <a:srgbClr val="44525A"/>
              </a:gs>
            </a:gsLst>
            <a:lin ang="5400000" scaled="1"/>
          </a:gradFill>
          <a:ln>
            <a:solidFill>
              <a:srgbClr val="81908F"/>
            </a:solidFill>
          </a:ln>
          <a:effectLst>
            <a:glow rad="101600">
              <a:schemeClr val="accent3">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wrap="square" tIns="731520" rtlCol="0" anchor="ctr">
            <a:noAutofit/>
          </a:bodyPr>
          <a:lstStyle/>
          <a:p>
            <a:pPr lvl="0"/>
            <a:endParaRPr lang="en-US" sz="3600" dirty="0">
              <a:solidFill>
                <a:srgbClr val="4B8985"/>
              </a:solidFill>
              <a:latin typeface="Bahnschrift SemiBold" panose="020B0502040204020203" pitchFamily="34" charset="0"/>
            </a:endParaRPr>
          </a:p>
        </p:txBody>
      </p:sp>
      <p:sp>
        <p:nvSpPr>
          <p:cNvPr id="22" name="TextBox 21">
            <a:extLst>
              <a:ext uri="{FF2B5EF4-FFF2-40B4-BE49-F238E27FC236}">
                <a16:creationId xmlns:a16="http://schemas.microsoft.com/office/drawing/2014/main" id="{513C37F6-66F0-4125-B2E0-B93F212BA9B3}"/>
              </a:ext>
            </a:extLst>
          </p:cNvPr>
          <p:cNvSpPr txBox="1"/>
          <p:nvPr userDrawn="1"/>
        </p:nvSpPr>
        <p:spPr>
          <a:xfrm>
            <a:off x="2147298" y="3044280"/>
            <a:ext cx="4849404" cy="769441"/>
          </a:xfrm>
          <a:prstGeom prst="rect">
            <a:avLst/>
          </a:prstGeom>
          <a:noFill/>
        </p:spPr>
        <p:txBody>
          <a:bodyPr wrap="none" rtlCol="0">
            <a:spAutoFit/>
          </a:bodyPr>
          <a:lstStyle/>
          <a:p>
            <a:r>
              <a:rPr lang="en-US" sz="4400" dirty="0">
                <a:solidFill>
                  <a:srgbClr val="453A38"/>
                </a:solidFill>
                <a:latin typeface="Bahnschrift SemiBold" panose="020B0502040204020203" pitchFamily="34" charset="0"/>
              </a:rPr>
              <a:t>That’s all for now…</a:t>
            </a:r>
          </a:p>
        </p:txBody>
      </p:sp>
    </p:spTree>
    <p:extLst>
      <p:ext uri="{BB962C8B-B14F-4D97-AF65-F5344CB8AC3E}">
        <p14:creationId xmlns:p14="http://schemas.microsoft.com/office/powerpoint/2010/main" val="7809602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1BC5188-02C1-4612-A2C7-F501CF181F2E}" type="datetimeFigureOut">
              <a:rPr lang="en-US" smtClean="0"/>
              <a:t>9/3/2021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E4DDFBB-2C77-4C22-A6ED-B339E4E2C87F}" type="slidenum">
              <a:rPr lang="en-US" smtClean="0"/>
              <a:t>‹#›</a:t>
            </a:fld>
            <a:endParaRPr lang="en-US"/>
          </a:p>
        </p:txBody>
      </p:sp>
    </p:spTree>
    <p:extLst>
      <p:ext uri="{BB962C8B-B14F-4D97-AF65-F5344CB8AC3E}">
        <p14:creationId xmlns:p14="http://schemas.microsoft.com/office/powerpoint/2010/main" val="107850974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71BC5188-02C1-4612-A2C7-F501CF181F2E}" type="datetimeFigureOut">
              <a:rPr lang="en-US" smtClean="0"/>
              <a:t>9/3/2021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E4DDFBB-2C77-4C22-A6ED-B339E4E2C87F}" type="slidenum">
              <a:rPr lang="en-US" smtClean="0"/>
              <a:t>‹#›</a:t>
            </a:fld>
            <a:endParaRPr lang="en-US"/>
          </a:p>
        </p:txBody>
      </p:sp>
    </p:spTree>
    <p:extLst>
      <p:ext uri="{BB962C8B-B14F-4D97-AF65-F5344CB8AC3E}">
        <p14:creationId xmlns:p14="http://schemas.microsoft.com/office/powerpoint/2010/main" val="265300394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71BC5188-02C1-4612-A2C7-F501CF181F2E}" type="datetimeFigureOut">
              <a:rPr lang="en-US" smtClean="0"/>
              <a:t>9/3/2021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E4DDFBB-2C77-4C22-A6ED-B339E4E2C87F}" type="slidenum">
              <a:rPr lang="en-US" smtClean="0"/>
              <a:t>‹#›</a:t>
            </a:fld>
            <a:endParaRPr lang="en-US"/>
          </a:p>
        </p:txBody>
      </p:sp>
    </p:spTree>
    <p:extLst>
      <p:ext uri="{BB962C8B-B14F-4D97-AF65-F5344CB8AC3E}">
        <p14:creationId xmlns:p14="http://schemas.microsoft.com/office/powerpoint/2010/main" val="23671987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71BC5188-02C1-4612-A2C7-F501CF181F2E}" type="datetimeFigureOut">
              <a:rPr lang="en-US" smtClean="0"/>
              <a:t>9/3/2021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E4DDFBB-2C77-4C22-A6ED-B339E4E2C87F}" type="slidenum">
              <a:rPr lang="en-US" smtClean="0"/>
              <a:t>‹#›</a:t>
            </a:fld>
            <a:endParaRPr lang="en-US"/>
          </a:p>
        </p:txBody>
      </p:sp>
    </p:spTree>
    <p:extLst>
      <p:ext uri="{BB962C8B-B14F-4D97-AF65-F5344CB8AC3E}">
        <p14:creationId xmlns:p14="http://schemas.microsoft.com/office/powerpoint/2010/main" val="77621523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1BC5188-02C1-4612-A2C7-F501CF181F2E}" type="datetimeFigureOut">
              <a:rPr lang="en-US" smtClean="0"/>
              <a:t>9/3/2021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0E4DDFBB-2C77-4C22-A6ED-B339E4E2C87F}" type="slidenum">
              <a:rPr lang="en-US" smtClean="0"/>
              <a:t>‹#›</a:t>
            </a:fld>
            <a:endParaRPr lang="en-US"/>
          </a:p>
        </p:txBody>
      </p:sp>
    </p:spTree>
    <p:extLst>
      <p:ext uri="{BB962C8B-B14F-4D97-AF65-F5344CB8AC3E}">
        <p14:creationId xmlns:p14="http://schemas.microsoft.com/office/powerpoint/2010/main" val="302825241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71BC5188-02C1-4612-A2C7-F501CF181F2E}" type="datetimeFigureOut">
              <a:rPr lang="en-US" smtClean="0"/>
              <a:t>9/3/2021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E4DDFBB-2C77-4C22-A6ED-B339E4E2C87F}" type="slidenum">
              <a:rPr lang="en-US" smtClean="0"/>
              <a:t>‹#›</a:t>
            </a:fld>
            <a:endParaRPr lang="en-US"/>
          </a:p>
        </p:txBody>
      </p:sp>
    </p:spTree>
    <p:extLst>
      <p:ext uri="{BB962C8B-B14F-4D97-AF65-F5344CB8AC3E}">
        <p14:creationId xmlns:p14="http://schemas.microsoft.com/office/powerpoint/2010/main" val="247480959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71BC5188-02C1-4612-A2C7-F501CF181F2E}" type="datetimeFigureOut">
              <a:rPr lang="en-US" smtClean="0"/>
              <a:t>9/3/2021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E4DDFBB-2C77-4C22-A6ED-B339E4E2C87F}" type="slidenum">
              <a:rPr lang="en-US" smtClean="0"/>
              <a:t>‹#›</a:t>
            </a:fld>
            <a:endParaRPr lang="en-US"/>
          </a:p>
        </p:txBody>
      </p:sp>
    </p:spTree>
    <p:extLst>
      <p:ext uri="{BB962C8B-B14F-4D97-AF65-F5344CB8AC3E}">
        <p14:creationId xmlns:p14="http://schemas.microsoft.com/office/powerpoint/2010/main" val="338388272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1BC5188-02C1-4612-A2C7-F501CF181F2E}" type="datetimeFigureOut">
              <a:rPr lang="en-US" smtClean="0"/>
              <a:t>9/3/2021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E4DDFBB-2C77-4C22-A6ED-B339E4E2C87F}" type="slidenum">
              <a:rPr lang="en-US" smtClean="0"/>
              <a:t>‹#›</a:t>
            </a:fld>
            <a:endParaRPr lang="en-US"/>
          </a:p>
        </p:txBody>
      </p:sp>
    </p:spTree>
    <p:extLst>
      <p:ext uri="{BB962C8B-B14F-4D97-AF65-F5344CB8AC3E}">
        <p14:creationId xmlns:p14="http://schemas.microsoft.com/office/powerpoint/2010/main" val="334426092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1BC5188-02C1-4612-A2C7-F501CF181F2E}" type="datetimeFigureOut">
              <a:rPr lang="en-US" smtClean="0"/>
              <a:t>9/3/2021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E4DDFBB-2C77-4C22-A6ED-B339E4E2C87F}" type="slidenum">
              <a:rPr lang="en-US" smtClean="0"/>
              <a:t>‹#›</a:t>
            </a:fld>
            <a:endParaRPr lang="en-US"/>
          </a:p>
        </p:txBody>
      </p:sp>
    </p:spTree>
    <p:extLst>
      <p:ext uri="{BB962C8B-B14F-4D97-AF65-F5344CB8AC3E}">
        <p14:creationId xmlns:p14="http://schemas.microsoft.com/office/powerpoint/2010/main" val="323040852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072235">
            <a:alpha val="11000"/>
          </a:srgbClr>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1BC5188-02C1-4612-A2C7-F501CF181F2E}" type="datetimeFigureOut">
              <a:rPr lang="en-US" smtClean="0"/>
              <a:t>9/3/2021</a:t>
            </a:fld>
            <a:endParaRPr 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E4DDFBB-2C77-4C22-A6ED-B339E4E2C87F}" type="slidenum">
              <a:rPr lang="en-US" smtClean="0"/>
              <a:t>‹#›</a:t>
            </a:fld>
            <a:endParaRPr lang="en-US"/>
          </a:p>
        </p:txBody>
      </p:sp>
    </p:spTree>
    <p:extLst>
      <p:ext uri="{BB962C8B-B14F-4D97-AF65-F5344CB8AC3E}">
        <p14:creationId xmlns:p14="http://schemas.microsoft.com/office/powerpoint/2010/main" val="2771957338"/>
      </p:ext>
    </p:extLst>
  </p:cSld>
  <p:clrMap bg1="lt1" tx1="dk1" bg2="lt2" tx2="dk2" accent1="accent1" accent2="accent2" accent3="accent3" accent4="accent4" accent5="accent5" accent6="accent6" hlink="hlink" folHlink="folHlink"/>
  <p:sldLayoutIdLst>
    <p:sldLayoutId id="2147483675" r:id="rId1"/>
    <p:sldLayoutId id="2147483673" r:id="rId2"/>
    <p:sldLayoutId id="2147483674"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0" r:id="rId12"/>
    <p:sldLayoutId id="2147483671"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45760918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D1D9C0B-6FD1-4FB9-A1DD-A4626C9E7E32}"/>
              </a:ext>
            </a:extLst>
          </p:cNvPr>
          <p:cNvSpPr>
            <a:spLocks noGrp="1"/>
          </p:cNvSpPr>
          <p:nvPr>
            <p:ph idx="1"/>
          </p:nvPr>
        </p:nvSpPr>
        <p:spPr>
          <a:xfrm>
            <a:off x="989350" y="2818150"/>
            <a:ext cx="7830800" cy="3773150"/>
          </a:xfrm>
        </p:spPr>
        <p:txBody>
          <a:bodyPr/>
          <a:lstStyle/>
          <a:p>
            <a:pPr algn="just"/>
            <a:r>
              <a:rPr lang="en-US" sz="2200" dirty="0">
                <a:solidFill>
                  <a:srgbClr val="000000"/>
                </a:solidFill>
              </a:rPr>
              <a:t>learn MapReduce types</a:t>
            </a:r>
          </a:p>
          <a:p>
            <a:pPr algn="just"/>
            <a:r>
              <a:rPr lang="en-US" sz="2200" dirty="0"/>
              <a:t>learn </a:t>
            </a:r>
            <a:r>
              <a:rPr lang="en-US" sz="2200" dirty="0">
                <a:solidFill>
                  <a:srgbClr val="000000"/>
                </a:solidFill>
                <a:effectLst/>
              </a:rPr>
              <a:t>input formats and output formats in </a:t>
            </a:r>
            <a:r>
              <a:rPr lang="en-US" sz="2200" dirty="0" err="1">
                <a:solidFill>
                  <a:srgbClr val="000000"/>
                </a:solidFill>
                <a:effectLst/>
              </a:rPr>
              <a:t>hadoop</a:t>
            </a:r>
            <a:r>
              <a:rPr lang="en-US" sz="2200" dirty="0">
                <a:solidFill>
                  <a:srgbClr val="000000"/>
                </a:solidFill>
                <a:effectLst/>
              </a:rPr>
              <a:t> and </a:t>
            </a:r>
            <a:r>
              <a:rPr lang="en-US" sz="2200" dirty="0" err="1">
                <a:solidFill>
                  <a:srgbClr val="000000"/>
                </a:solidFill>
                <a:effectLst/>
              </a:rPr>
              <a:t>mapreduce</a:t>
            </a:r>
            <a:endParaRPr lang="en-US" sz="2200" dirty="0">
              <a:solidFill>
                <a:srgbClr val="000000"/>
              </a:solidFill>
              <a:effectLst/>
            </a:endParaRPr>
          </a:p>
          <a:p>
            <a:pPr algn="just"/>
            <a:endParaRPr lang="en-US" sz="2200" dirty="0">
              <a:solidFill>
                <a:srgbClr val="000000"/>
              </a:solidFill>
              <a:effectLst/>
            </a:endParaRPr>
          </a:p>
          <a:p>
            <a:pPr algn="just"/>
            <a:endParaRPr lang="en-US" dirty="0"/>
          </a:p>
        </p:txBody>
      </p:sp>
    </p:spTree>
    <p:extLst>
      <p:ext uri="{BB962C8B-B14F-4D97-AF65-F5344CB8AC3E}">
        <p14:creationId xmlns:p14="http://schemas.microsoft.com/office/powerpoint/2010/main" val="249739980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DE429B3-3271-4CDE-AABA-E7436D0FEFB6}"/>
              </a:ext>
            </a:extLst>
          </p:cNvPr>
          <p:cNvSpPr>
            <a:spLocks noGrp="1"/>
          </p:cNvSpPr>
          <p:nvPr>
            <p:ph idx="1"/>
          </p:nvPr>
        </p:nvSpPr>
        <p:spPr>
          <a:xfrm>
            <a:off x="338362" y="1478243"/>
            <a:ext cx="8386537" cy="5004884"/>
          </a:xfrm>
        </p:spPr>
        <p:txBody>
          <a:bodyPr/>
          <a:lstStyle/>
          <a:p>
            <a:pPr marL="0" indent="0" algn="just">
              <a:buNone/>
            </a:pPr>
            <a:r>
              <a:rPr lang="en-US" dirty="0"/>
              <a:t>The map and reduce functions in Hadoop MapReduce have the following general form: </a:t>
            </a:r>
          </a:p>
          <a:p>
            <a:pPr marL="0" indent="0" algn="just">
              <a:buNone/>
            </a:pPr>
            <a:r>
              <a:rPr lang="en-US" dirty="0"/>
              <a:t>	     </a:t>
            </a:r>
            <a:r>
              <a:rPr lang="en-IN" dirty="0"/>
              <a:t>map: (K1, V1) → list(K2, V2) </a:t>
            </a:r>
          </a:p>
          <a:p>
            <a:pPr marL="0" indent="0" algn="ctr">
              <a:buNone/>
            </a:pPr>
            <a:r>
              <a:rPr lang="en-IN" dirty="0"/>
              <a:t>reduce: (K2, list(V2)) → list(K3, V3)</a:t>
            </a:r>
          </a:p>
        </p:txBody>
      </p:sp>
      <p:sp>
        <p:nvSpPr>
          <p:cNvPr id="3" name="Title 2">
            <a:extLst>
              <a:ext uri="{FF2B5EF4-FFF2-40B4-BE49-F238E27FC236}">
                <a16:creationId xmlns:a16="http://schemas.microsoft.com/office/drawing/2014/main" id="{DCEF9DCA-CF00-4355-88B9-EB11D59F03F3}"/>
              </a:ext>
            </a:extLst>
          </p:cNvPr>
          <p:cNvSpPr>
            <a:spLocks noGrp="1"/>
          </p:cNvSpPr>
          <p:nvPr>
            <p:ph type="title"/>
          </p:nvPr>
        </p:nvSpPr>
        <p:spPr/>
        <p:txBody>
          <a:bodyPr/>
          <a:lstStyle/>
          <a:p>
            <a:r>
              <a:rPr lang="en-IN" dirty="0"/>
              <a:t>Map Reduce Types</a:t>
            </a:r>
          </a:p>
        </p:txBody>
      </p:sp>
    </p:spTree>
    <p:extLst>
      <p:ext uri="{BB962C8B-B14F-4D97-AF65-F5344CB8AC3E}">
        <p14:creationId xmlns:p14="http://schemas.microsoft.com/office/powerpoint/2010/main" val="195327703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DE429B3-3271-4CDE-AABA-E7436D0FEFB6}"/>
              </a:ext>
            </a:extLst>
          </p:cNvPr>
          <p:cNvSpPr>
            <a:spLocks noGrp="1"/>
          </p:cNvSpPr>
          <p:nvPr>
            <p:ph idx="1"/>
          </p:nvPr>
        </p:nvSpPr>
        <p:spPr>
          <a:xfrm>
            <a:off x="338362" y="1435395"/>
            <a:ext cx="8805638" cy="5197633"/>
          </a:xfrm>
        </p:spPr>
        <p:txBody>
          <a:bodyPr numCol="2">
            <a:normAutofit/>
          </a:bodyPr>
          <a:lstStyle/>
          <a:p>
            <a:pPr marL="0" indent="0">
              <a:lnSpc>
                <a:spcPct val="100000"/>
              </a:lnSpc>
              <a:buNone/>
            </a:pPr>
            <a:r>
              <a:rPr lang="en-IN" sz="2000" dirty="0"/>
              <a:t>public void map(</a:t>
            </a:r>
            <a:r>
              <a:rPr lang="en-IN" sz="2000" dirty="0" err="1"/>
              <a:t>LongWritable</a:t>
            </a:r>
            <a:r>
              <a:rPr lang="en-IN" sz="2000" dirty="0"/>
              <a:t> key, Text value, Context context)</a:t>
            </a:r>
          </a:p>
          <a:p>
            <a:pPr marL="0" indent="0">
              <a:lnSpc>
                <a:spcPct val="100000"/>
              </a:lnSpc>
              <a:buNone/>
            </a:pPr>
            <a:r>
              <a:rPr lang="en-IN" sz="2000" dirty="0"/>
              <a:t> { .....</a:t>
            </a:r>
          </a:p>
          <a:p>
            <a:pPr marL="0" indent="0">
              <a:lnSpc>
                <a:spcPct val="100000"/>
              </a:lnSpc>
              <a:buNone/>
            </a:pPr>
            <a:r>
              <a:rPr lang="en-IN" sz="2000" dirty="0"/>
              <a:t> ..... </a:t>
            </a:r>
          </a:p>
          <a:p>
            <a:pPr marL="0" indent="0">
              <a:lnSpc>
                <a:spcPct val="100000"/>
              </a:lnSpc>
              <a:buNone/>
            </a:pPr>
            <a:r>
              <a:rPr lang="en-IN" sz="2000" dirty="0" err="1"/>
              <a:t>context.write</a:t>
            </a:r>
            <a:r>
              <a:rPr lang="en-IN" sz="2000" dirty="0"/>
              <a:t>(new Text(year), new </a:t>
            </a:r>
            <a:r>
              <a:rPr lang="en-IN" sz="2000" dirty="0" err="1"/>
              <a:t>IntWritable</a:t>
            </a:r>
            <a:r>
              <a:rPr lang="en-IN" sz="2000" dirty="0"/>
              <a:t>(</a:t>
            </a:r>
            <a:r>
              <a:rPr lang="en-IN" sz="2000" dirty="0" err="1"/>
              <a:t>airTemperature</a:t>
            </a:r>
            <a:r>
              <a:rPr lang="en-IN" sz="2000" dirty="0"/>
              <a:t>)); </a:t>
            </a:r>
          </a:p>
          <a:p>
            <a:pPr marL="0" indent="0">
              <a:lnSpc>
                <a:spcPct val="100000"/>
              </a:lnSpc>
              <a:buNone/>
            </a:pPr>
            <a:r>
              <a:rPr lang="en-IN" sz="2000" dirty="0"/>
              <a:t>} </a:t>
            </a:r>
          </a:p>
          <a:p>
            <a:pPr marL="0" indent="0">
              <a:lnSpc>
                <a:spcPct val="100000"/>
              </a:lnSpc>
              <a:buNone/>
            </a:pPr>
            <a:r>
              <a:rPr lang="en-IN" sz="2000" dirty="0"/>
              <a:t>public void reduce(Text key, </a:t>
            </a:r>
            <a:r>
              <a:rPr lang="en-IN" sz="2000" dirty="0" err="1"/>
              <a:t>Iterable</a:t>
            </a:r>
            <a:r>
              <a:rPr lang="en-IN" sz="2000" dirty="0"/>
              <a:t> values, Context context)</a:t>
            </a:r>
          </a:p>
          <a:p>
            <a:pPr marL="0" indent="0">
              <a:lnSpc>
                <a:spcPct val="100000"/>
              </a:lnSpc>
              <a:buNone/>
            </a:pPr>
            <a:r>
              <a:rPr lang="en-IN" sz="2000" dirty="0"/>
              <a:t> { </a:t>
            </a:r>
          </a:p>
          <a:p>
            <a:pPr marL="0" indent="0">
              <a:lnSpc>
                <a:spcPct val="100000"/>
              </a:lnSpc>
              <a:buNone/>
            </a:pPr>
            <a:r>
              <a:rPr lang="en-IN" sz="2000" dirty="0"/>
              <a:t>.................. </a:t>
            </a:r>
          </a:p>
          <a:p>
            <a:pPr marL="0" indent="0">
              <a:lnSpc>
                <a:spcPct val="100000"/>
              </a:lnSpc>
              <a:buNone/>
            </a:pPr>
            <a:r>
              <a:rPr lang="en-IN" sz="2000" dirty="0" err="1"/>
              <a:t>context.write</a:t>
            </a:r>
            <a:r>
              <a:rPr lang="en-IN" sz="2000" dirty="0"/>
              <a:t>(key, new </a:t>
            </a:r>
            <a:r>
              <a:rPr lang="en-IN" sz="2000" dirty="0" err="1"/>
              <a:t>IntWritable</a:t>
            </a:r>
            <a:r>
              <a:rPr lang="en-IN" sz="2000" dirty="0"/>
              <a:t>(</a:t>
            </a:r>
            <a:r>
              <a:rPr lang="en-IN" sz="2000" dirty="0" err="1"/>
              <a:t>maxValue</a:t>
            </a:r>
            <a:r>
              <a:rPr lang="en-IN" sz="2000" dirty="0"/>
              <a:t>)); </a:t>
            </a:r>
          </a:p>
          <a:p>
            <a:pPr marL="0" indent="0">
              <a:lnSpc>
                <a:spcPct val="100000"/>
              </a:lnSpc>
              <a:buNone/>
            </a:pPr>
            <a:r>
              <a:rPr lang="en-IN" sz="2000" dirty="0"/>
              <a:t>} </a:t>
            </a:r>
          </a:p>
          <a:p>
            <a:pPr marL="0" indent="0">
              <a:lnSpc>
                <a:spcPct val="100000"/>
              </a:lnSpc>
              <a:buNone/>
            </a:pPr>
            <a:r>
              <a:rPr lang="en-IN" sz="2000" dirty="0"/>
              <a:t>public void combiner(Text key, </a:t>
            </a:r>
            <a:r>
              <a:rPr lang="en-IN" sz="2000" dirty="0" err="1"/>
              <a:t>Iterable</a:t>
            </a:r>
            <a:r>
              <a:rPr lang="en-IN" sz="2000" dirty="0"/>
              <a:t> values, Context context)</a:t>
            </a:r>
          </a:p>
          <a:p>
            <a:pPr marL="0" indent="0">
              <a:lnSpc>
                <a:spcPct val="100000"/>
              </a:lnSpc>
              <a:buNone/>
            </a:pPr>
            <a:r>
              <a:rPr lang="en-IN" sz="2000" dirty="0"/>
              <a:t> {</a:t>
            </a:r>
          </a:p>
          <a:p>
            <a:pPr marL="0" indent="0">
              <a:lnSpc>
                <a:spcPct val="100000"/>
              </a:lnSpc>
              <a:buNone/>
            </a:pPr>
            <a:r>
              <a:rPr lang="en-IN" sz="2000" dirty="0"/>
              <a:t> .................. </a:t>
            </a:r>
          </a:p>
          <a:p>
            <a:pPr marL="0" indent="0">
              <a:lnSpc>
                <a:spcPct val="100000"/>
              </a:lnSpc>
              <a:buNone/>
            </a:pPr>
            <a:r>
              <a:rPr lang="en-IN" sz="2000" dirty="0" err="1"/>
              <a:t>context.write</a:t>
            </a:r>
            <a:r>
              <a:rPr lang="en-IN" sz="2000" dirty="0"/>
              <a:t>(key, new </a:t>
            </a:r>
            <a:r>
              <a:rPr lang="en-IN" sz="2000" dirty="0" err="1"/>
              <a:t>IntWritable</a:t>
            </a:r>
            <a:r>
              <a:rPr lang="en-IN" sz="2000" dirty="0"/>
              <a:t>(</a:t>
            </a:r>
            <a:r>
              <a:rPr lang="en-IN" sz="2000" dirty="0" err="1"/>
              <a:t>maxValue</a:t>
            </a:r>
            <a:r>
              <a:rPr lang="en-IN" sz="2000" dirty="0"/>
              <a:t>)); </a:t>
            </a:r>
          </a:p>
          <a:p>
            <a:pPr marL="0" indent="0">
              <a:lnSpc>
                <a:spcPct val="100000"/>
              </a:lnSpc>
              <a:buNone/>
            </a:pPr>
            <a:r>
              <a:rPr lang="en-IN" sz="2000" dirty="0"/>
              <a:t>}</a:t>
            </a:r>
            <a:endParaRPr lang="en-IN" sz="3200" dirty="0"/>
          </a:p>
        </p:txBody>
      </p:sp>
      <p:sp>
        <p:nvSpPr>
          <p:cNvPr id="3" name="Title 2">
            <a:extLst>
              <a:ext uri="{FF2B5EF4-FFF2-40B4-BE49-F238E27FC236}">
                <a16:creationId xmlns:a16="http://schemas.microsoft.com/office/drawing/2014/main" id="{DCEF9DCA-CF00-4355-88B9-EB11D59F03F3}"/>
              </a:ext>
            </a:extLst>
          </p:cNvPr>
          <p:cNvSpPr>
            <a:spLocks noGrp="1"/>
          </p:cNvSpPr>
          <p:nvPr>
            <p:ph type="title"/>
          </p:nvPr>
        </p:nvSpPr>
        <p:spPr/>
        <p:txBody>
          <a:bodyPr/>
          <a:lstStyle/>
          <a:p>
            <a:r>
              <a:rPr lang="en-IN" dirty="0"/>
              <a:t>Map Reduce Types</a:t>
            </a:r>
          </a:p>
        </p:txBody>
      </p:sp>
    </p:spTree>
    <p:extLst>
      <p:ext uri="{BB962C8B-B14F-4D97-AF65-F5344CB8AC3E}">
        <p14:creationId xmlns:p14="http://schemas.microsoft.com/office/powerpoint/2010/main" val="56968089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DE429B3-3271-4CDE-AABA-E7436D0FEFB6}"/>
              </a:ext>
            </a:extLst>
          </p:cNvPr>
          <p:cNvSpPr>
            <a:spLocks noGrp="1"/>
          </p:cNvSpPr>
          <p:nvPr>
            <p:ph idx="1"/>
          </p:nvPr>
        </p:nvSpPr>
        <p:spPr>
          <a:xfrm>
            <a:off x="338362" y="1466770"/>
            <a:ext cx="8624885" cy="5248823"/>
          </a:xfrm>
        </p:spPr>
        <p:txBody>
          <a:bodyPr>
            <a:normAutofit lnSpcReduction="10000"/>
          </a:bodyPr>
          <a:lstStyle/>
          <a:p>
            <a:pPr marL="0" indent="0" algn="just">
              <a:buNone/>
            </a:pPr>
            <a:r>
              <a:rPr lang="en-US" sz="2400" dirty="0"/>
              <a:t>If a combine function is used, then it is the same form as the reduce function (and is an implementation of Reducer), except its output types are the intermediate key and value types (K2 and V2), so they can feed the reduce function:</a:t>
            </a:r>
          </a:p>
          <a:p>
            <a:pPr marL="0" indent="0" algn="ctr">
              <a:buNone/>
            </a:pPr>
            <a:r>
              <a:rPr lang="en-IN" sz="2400" dirty="0"/>
              <a:t>map: (K1, V1) → list(K2, V2) </a:t>
            </a:r>
          </a:p>
          <a:p>
            <a:pPr marL="0" indent="0" algn="ctr">
              <a:buNone/>
            </a:pPr>
            <a:r>
              <a:rPr lang="en-IN" sz="2400" dirty="0"/>
              <a:t>combine: (K2, list(V2)) → list(K2, V2) </a:t>
            </a:r>
          </a:p>
          <a:p>
            <a:pPr marL="0" indent="0" algn="ctr">
              <a:buNone/>
            </a:pPr>
            <a:r>
              <a:rPr lang="en-IN" sz="2400" dirty="0"/>
              <a:t>reduce: (K2, list(V2)) → list(K3, V3) </a:t>
            </a:r>
          </a:p>
          <a:p>
            <a:pPr marL="0" indent="0" algn="ctr">
              <a:buNone/>
            </a:pPr>
            <a:r>
              <a:rPr lang="en-US" sz="2400" dirty="0"/>
              <a:t>Often the combine and reduce functions are the same, in which case, K3 is the same as K2, and V3 is the same as V2.</a:t>
            </a:r>
            <a:endParaRPr lang="en-IN" sz="2400" dirty="0"/>
          </a:p>
        </p:txBody>
      </p:sp>
      <p:sp>
        <p:nvSpPr>
          <p:cNvPr id="3" name="Title 2">
            <a:extLst>
              <a:ext uri="{FF2B5EF4-FFF2-40B4-BE49-F238E27FC236}">
                <a16:creationId xmlns:a16="http://schemas.microsoft.com/office/drawing/2014/main" id="{DCEF9DCA-CF00-4355-88B9-EB11D59F03F3}"/>
              </a:ext>
            </a:extLst>
          </p:cNvPr>
          <p:cNvSpPr>
            <a:spLocks noGrp="1"/>
          </p:cNvSpPr>
          <p:nvPr>
            <p:ph type="title"/>
          </p:nvPr>
        </p:nvSpPr>
        <p:spPr/>
        <p:txBody>
          <a:bodyPr/>
          <a:lstStyle/>
          <a:p>
            <a:r>
              <a:rPr lang="en-IN" dirty="0"/>
              <a:t>Map Reduce Types</a:t>
            </a:r>
          </a:p>
        </p:txBody>
      </p:sp>
    </p:spTree>
    <p:extLst>
      <p:ext uri="{BB962C8B-B14F-4D97-AF65-F5344CB8AC3E}">
        <p14:creationId xmlns:p14="http://schemas.microsoft.com/office/powerpoint/2010/main" val="249138841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DE429B3-3271-4CDE-AABA-E7436D0FEFB6}"/>
              </a:ext>
            </a:extLst>
          </p:cNvPr>
          <p:cNvSpPr>
            <a:spLocks noGrp="1"/>
          </p:cNvSpPr>
          <p:nvPr>
            <p:ph idx="1"/>
          </p:nvPr>
        </p:nvSpPr>
        <p:spPr>
          <a:xfrm>
            <a:off x="1" y="2565953"/>
            <a:ext cx="9144000" cy="3048037"/>
          </a:xfrm>
          <a:solidFill>
            <a:schemeClr val="accent2"/>
          </a:solidFill>
        </p:spPr>
        <p:txBody>
          <a:bodyPr anchor="ctr">
            <a:normAutofit/>
          </a:bodyPr>
          <a:lstStyle/>
          <a:p>
            <a:pPr marL="0" indent="0" algn="ctr">
              <a:buNone/>
            </a:pPr>
            <a:r>
              <a:rPr lang="en-US" sz="3600" dirty="0"/>
              <a:t>How input types are set?</a:t>
            </a:r>
            <a:endParaRPr lang="en-IN" sz="3600" dirty="0"/>
          </a:p>
        </p:txBody>
      </p:sp>
      <p:sp>
        <p:nvSpPr>
          <p:cNvPr id="3" name="Title 2">
            <a:extLst>
              <a:ext uri="{FF2B5EF4-FFF2-40B4-BE49-F238E27FC236}">
                <a16:creationId xmlns:a16="http://schemas.microsoft.com/office/drawing/2014/main" id="{DCEF9DCA-CF00-4355-88B9-EB11D59F03F3}"/>
              </a:ext>
            </a:extLst>
          </p:cNvPr>
          <p:cNvSpPr>
            <a:spLocks noGrp="1"/>
          </p:cNvSpPr>
          <p:nvPr>
            <p:ph type="title"/>
          </p:nvPr>
        </p:nvSpPr>
        <p:spPr/>
        <p:txBody>
          <a:bodyPr/>
          <a:lstStyle/>
          <a:p>
            <a:r>
              <a:rPr lang="en-IN" dirty="0"/>
              <a:t>Map Reduce Types</a:t>
            </a:r>
          </a:p>
        </p:txBody>
      </p:sp>
    </p:spTree>
    <p:extLst>
      <p:ext uri="{BB962C8B-B14F-4D97-AF65-F5344CB8AC3E}">
        <p14:creationId xmlns:p14="http://schemas.microsoft.com/office/powerpoint/2010/main" val="294771340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DE429B3-3271-4CDE-AABA-E7436D0FEFB6}"/>
              </a:ext>
            </a:extLst>
          </p:cNvPr>
          <p:cNvSpPr>
            <a:spLocks noGrp="1"/>
          </p:cNvSpPr>
          <p:nvPr>
            <p:ph idx="1"/>
          </p:nvPr>
        </p:nvSpPr>
        <p:spPr>
          <a:xfrm>
            <a:off x="0" y="2573078"/>
            <a:ext cx="9144000" cy="2860159"/>
          </a:xfrm>
          <a:solidFill>
            <a:schemeClr val="accent2"/>
          </a:solidFill>
        </p:spPr>
        <p:txBody>
          <a:bodyPr anchor="ctr">
            <a:normAutofit/>
          </a:bodyPr>
          <a:lstStyle/>
          <a:p>
            <a:pPr marL="0" indent="0" algn="ctr">
              <a:buNone/>
            </a:pPr>
            <a:r>
              <a:rPr lang="en-IN" dirty="0" err="1"/>
              <a:t>job.setOutputKeyClass</a:t>
            </a:r>
            <a:r>
              <a:rPr lang="en-IN" dirty="0"/>
              <a:t>(</a:t>
            </a:r>
            <a:r>
              <a:rPr lang="en-IN" dirty="0" err="1"/>
              <a:t>Text.class</a:t>
            </a:r>
            <a:r>
              <a:rPr lang="en-IN" dirty="0"/>
              <a:t>);</a:t>
            </a:r>
          </a:p>
          <a:p>
            <a:pPr marL="0" indent="0" algn="ctr">
              <a:buNone/>
            </a:pPr>
            <a:r>
              <a:rPr lang="en-IN" dirty="0"/>
              <a:t> </a:t>
            </a:r>
            <a:r>
              <a:rPr lang="en-IN" dirty="0" err="1"/>
              <a:t>job.setOutputValueClass</a:t>
            </a:r>
            <a:r>
              <a:rPr lang="en-IN" dirty="0"/>
              <a:t>(</a:t>
            </a:r>
            <a:r>
              <a:rPr lang="en-IN" dirty="0" err="1"/>
              <a:t>IntWritable.class</a:t>
            </a:r>
            <a:r>
              <a:rPr lang="en-IN" dirty="0"/>
              <a:t>);</a:t>
            </a:r>
          </a:p>
        </p:txBody>
      </p:sp>
      <p:sp>
        <p:nvSpPr>
          <p:cNvPr id="3" name="Title 2">
            <a:extLst>
              <a:ext uri="{FF2B5EF4-FFF2-40B4-BE49-F238E27FC236}">
                <a16:creationId xmlns:a16="http://schemas.microsoft.com/office/drawing/2014/main" id="{DCEF9DCA-CF00-4355-88B9-EB11D59F03F3}"/>
              </a:ext>
            </a:extLst>
          </p:cNvPr>
          <p:cNvSpPr>
            <a:spLocks noGrp="1"/>
          </p:cNvSpPr>
          <p:nvPr>
            <p:ph type="title"/>
          </p:nvPr>
        </p:nvSpPr>
        <p:spPr/>
        <p:txBody>
          <a:bodyPr/>
          <a:lstStyle/>
          <a:p>
            <a:r>
              <a:rPr lang="en-IN" dirty="0"/>
              <a:t>Map Reduce Types</a:t>
            </a:r>
          </a:p>
        </p:txBody>
      </p:sp>
    </p:spTree>
    <p:extLst>
      <p:ext uri="{BB962C8B-B14F-4D97-AF65-F5344CB8AC3E}">
        <p14:creationId xmlns:p14="http://schemas.microsoft.com/office/powerpoint/2010/main" val="385957100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DE429B3-3271-4CDE-AABA-E7436D0FEFB6}"/>
              </a:ext>
            </a:extLst>
          </p:cNvPr>
          <p:cNvSpPr>
            <a:spLocks noGrp="1"/>
          </p:cNvSpPr>
          <p:nvPr>
            <p:ph idx="1"/>
          </p:nvPr>
        </p:nvSpPr>
        <p:spPr>
          <a:xfrm>
            <a:off x="0" y="2573078"/>
            <a:ext cx="9144000" cy="2658141"/>
          </a:xfrm>
          <a:solidFill>
            <a:schemeClr val="accent2"/>
          </a:solidFill>
        </p:spPr>
        <p:txBody>
          <a:bodyPr anchor="ctr">
            <a:normAutofit fontScale="85000" lnSpcReduction="20000"/>
          </a:bodyPr>
          <a:lstStyle/>
          <a:p>
            <a:pPr marL="0" indent="0" algn="ctr">
              <a:buNone/>
            </a:pPr>
            <a:r>
              <a:rPr lang="en-US" dirty="0"/>
              <a:t>So if K2 and K3 are the same, you don’t need to call </a:t>
            </a:r>
            <a:r>
              <a:rPr lang="en-US" dirty="0" err="1"/>
              <a:t>setMapOutputKeyClass</a:t>
            </a:r>
            <a:r>
              <a:rPr lang="en-US" dirty="0"/>
              <a:t>(), since it falls back to the type set by calling </a:t>
            </a:r>
            <a:r>
              <a:rPr lang="en-US" dirty="0" err="1"/>
              <a:t>setOutputKeyClass</a:t>
            </a:r>
            <a:r>
              <a:rPr lang="en-US" dirty="0"/>
              <a:t>(). </a:t>
            </a:r>
          </a:p>
          <a:p>
            <a:pPr marL="0" indent="0" algn="ctr">
              <a:buNone/>
            </a:pPr>
            <a:r>
              <a:rPr lang="en-US" dirty="0"/>
              <a:t>Similarly, if V2 and V3 are the same, you only need to use </a:t>
            </a:r>
            <a:r>
              <a:rPr lang="en-US" dirty="0" err="1"/>
              <a:t>setOutputValueClass</a:t>
            </a:r>
            <a:r>
              <a:rPr lang="en-US" dirty="0"/>
              <a:t>().</a:t>
            </a:r>
            <a:endParaRPr lang="en-IN" dirty="0"/>
          </a:p>
        </p:txBody>
      </p:sp>
      <p:sp>
        <p:nvSpPr>
          <p:cNvPr id="3" name="Title 2">
            <a:extLst>
              <a:ext uri="{FF2B5EF4-FFF2-40B4-BE49-F238E27FC236}">
                <a16:creationId xmlns:a16="http://schemas.microsoft.com/office/drawing/2014/main" id="{DCEF9DCA-CF00-4355-88B9-EB11D59F03F3}"/>
              </a:ext>
            </a:extLst>
          </p:cNvPr>
          <p:cNvSpPr>
            <a:spLocks noGrp="1"/>
          </p:cNvSpPr>
          <p:nvPr>
            <p:ph type="title"/>
          </p:nvPr>
        </p:nvSpPr>
        <p:spPr/>
        <p:txBody>
          <a:bodyPr/>
          <a:lstStyle/>
          <a:p>
            <a:r>
              <a:rPr lang="en-IN" dirty="0"/>
              <a:t>Map Reduce Types</a:t>
            </a:r>
          </a:p>
        </p:txBody>
      </p:sp>
    </p:spTree>
    <p:extLst>
      <p:ext uri="{BB962C8B-B14F-4D97-AF65-F5344CB8AC3E}">
        <p14:creationId xmlns:p14="http://schemas.microsoft.com/office/powerpoint/2010/main" val="267312823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72235">
            <a:alpha val="0"/>
          </a:srgbClr>
        </a:solidFill>
        <a:effectLst/>
      </p:bgPr>
    </p:bg>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1028FF7E-B8E5-4B29-8177-5225E5A24114}"/>
              </a:ext>
            </a:extLst>
          </p:cNvPr>
          <p:cNvPicPr>
            <a:picLocks noGrp="1" noChangeAspect="1"/>
          </p:cNvPicPr>
          <p:nvPr>
            <p:ph idx="1"/>
          </p:nvPr>
        </p:nvPicPr>
        <p:blipFill>
          <a:blip r:embed="rId2"/>
          <a:stretch>
            <a:fillRect/>
          </a:stretch>
        </p:blipFill>
        <p:spPr>
          <a:xfrm>
            <a:off x="464344" y="1939925"/>
            <a:ext cx="8134350" cy="4381500"/>
          </a:xfrm>
          <a:prstGeom prst="rect">
            <a:avLst/>
          </a:prstGeom>
        </p:spPr>
      </p:pic>
      <p:sp>
        <p:nvSpPr>
          <p:cNvPr id="3" name="Title 2">
            <a:extLst>
              <a:ext uri="{FF2B5EF4-FFF2-40B4-BE49-F238E27FC236}">
                <a16:creationId xmlns:a16="http://schemas.microsoft.com/office/drawing/2014/main" id="{43AFE048-DBE6-4C3A-BA15-9B03A33E5E5D}"/>
              </a:ext>
            </a:extLst>
          </p:cNvPr>
          <p:cNvSpPr>
            <a:spLocks noGrp="1"/>
          </p:cNvSpPr>
          <p:nvPr>
            <p:ph type="title"/>
          </p:nvPr>
        </p:nvSpPr>
        <p:spPr/>
        <p:txBody>
          <a:bodyPr/>
          <a:lstStyle/>
          <a:p>
            <a:r>
              <a:rPr lang="en-IN" dirty="0"/>
              <a:t>Configuration of MapReduce in the new API</a:t>
            </a:r>
          </a:p>
        </p:txBody>
      </p:sp>
    </p:spTree>
    <p:extLst>
      <p:ext uri="{BB962C8B-B14F-4D97-AF65-F5344CB8AC3E}">
        <p14:creationId xmlns:p14="http://schemas.microsoft.com/office/powerpoint/2010/main" val="205092248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72235">
            <a:alpha val="3000"/>
          </a:srgbClr>
        </a:solidFill>
        <a:effectLst/>
      </p:bgPr>
    </p:bg>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F54FB7AB-1544-4EB2-9355-F990C9A377B0}"/>
              </a:ext>
            </a:extLst>
          </p:cNvPr>
          <p:cNvPicPr>
            <a:picLocks noGrp="1" noChangeAspect="1"/>
          </p:cNvPicPr>
          <p:nvPr>
            <p:ph idx="1"/>
          </p:nvPr>
        </p:nvPicPr>
        <p:blipFill>
          <a:blip r:embed="rId2"/>
          <a:stretch>
            <a:fillRect/>
          </a:stretch>
        </p:blipFill>
        <p:spPr>
          <a:xfrm>
            <a:off x="550069" y="1939925"/>
            <a:ext cx="7962900" cy="4381500"/>
          </a:xfrm>
          <a:prstGeom prst="rect">
            <a:avLst/>
          </a:prstGeom>
        </p:spPr>
      </p:pic>
      <p:sp>
        <p:nvSpPr>
          <p:cNvPr id="3" name="Title 2">
            <a:extLst>
              <a:ext uri="{FF2B5EF4-FFF2-40B4-BE49-F238E27FC236}">
                <a16:creationId xmlns:a16="http://schemas.microsoft.com/office/drawing/2014/main" id="{2292AFA3-D38D-461E-BFE4-6394BE03CFC7}"/>
              </a:ext>
            </a:extLst>
          </p:cNvPr>
          <p:cNvSpPr>
            <a:spLocks noGrp="1"/>
          </p:cNvSpPr>
          <p:nvPr>
            <p:ph type="title"/>
          </p:nvPr>
        </p:nvSpPr>
        <p:spPr/>
        <p:txBody>
          <a:bodyPr/>
          <a:lstStyle/>
          <a:p>
            <a:r>
              <a:rPr lang="en-IN" dirty="0"/>
              <a:t>Configuration of MapReduce types in the old API</a:t>
            </a:r>
          </a:p>
        </p:txBody>
      </p:sp>
    </p:spTree>
    <p:extLst>
      <p:ext uri="{BB962C8B-B14F-4D97-AF65-F5344CB8AC3E}">
        <p14:creationId xmlns:p14="http://schemas.microsoft.com/office/powerpoint/2010/main" val="245586775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7CE72F0-FB05-413A-B48B-80F3ED7E39BD}"/>
              </a:ext>
            </a:extLst>
          </p:cNvPr>
          <p:cNvSpPr>
            <a:spLocks noGrp="1"/>
          </p:cNvSpPr>
          <p:nvPr>
            <p:ph idx="1"/>
          </p:nvPr>
        </p:nvSpPr>
        <p:spPr>
          <a:xfrm>
            <a:off x="338362" y="1568184"/>
            <a:ext cx="8386537" cy="5004884"/>
          </a:xfrm>
        </p:spPr>
        <p:txBody>
          <a:bodyPr/>
          <a:lstStyle/>
          <a:p>
            <a:pPr marL="0" indent="0" algn="just">
              <a:buNone/>
            </a:pPr>
            <a:r>
              <a:rPr lang="en-US" dirty="0"/>
              <a:t>Hadoop can process many different types of data formats, from flat text files to databases</a:t>
            </a:r>
            <a:endParaRPr lang="en-IN" dirty="0"/>
          </a:p>
        </p:txBody>
      </p:sp>
      <p:sp>
        <p:nvSpPr>
          <p:cNvPr id="3" name="Title 2">
            <a:extLst>
              <a:ext uri="{FF2B5EF4-FFF2-40B4-BE49-F238E27FC236}">
                <a16:creationId xmlns:a16="http://schemas.microsoft.com/office/drawing/2014/main" id="{1B3F48EE-3D8E-4C22-A05C-E23FB3EE72C4}"/>
              </a:ext>
            </a:extLst>
          </p:cNvPr>
          <p:cNvSpPr>
            <a:spLocks noGrp="1"/>
          </p:cNvSpPr>
          <p:nvPr>
            <p:ph type="title"/>
          </p:nvPr>
        </p:nvSpPr>
        <p:spPr/>
        <p:txBody>
          <a:bodyPr/>
          <a:lstStyle/>
          <a:p>
            <a:r>
              <a:rPr lang="en-US" dirty="0"/>
              <a:t>Input Formats</a:t>
            </a:r>
            <a:endParaRPr lang="en-IN" dirty="0"/>
          </a:p>
        </p:txBody>
      </p:sp>
    </p:spTree>
    <p:extLst>
      <p:ext uri="{BB962C8B-B14F-4D97-AF65-F5344CB8AC3E}">
        <p14:creationId xmlns:p14="http://schemas.microsoft.com/office/powerpoint/2010/main" val="379728295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7CE72F0-FB05-413A-B48B-80F3ED7E39BD}"/>
              </a:ext>
            </a:extLst>
          </p:cNvPr>
          <p:cNvSpPr>
            <a:spLocks noGrp="1"/>
          </p:cNvSpPr>
          <p:nvPr>
            <p:ph idx="1"/>
          </p:nvPr>
        </p:nvSpPr>
        <p:spPr>
          <a:xfrm>
            <a:off x="338362" y="1478244"/>
            <a:ext cx="8386537" cy="1325563"/>
          </a:xfrm>
        </p:spPr>
        <p:txBody>
          <a:bodyPr/>
          <a:lstStyle/>
          <a:p>
            <a:pPr marL="0" indent="0" algn="just">
              <a:buNone/>
            </a:pPr>
            <a:r>
              <a:rPr lang="en-US" dirty="0"/>
              <a:t>The Relationship Between Input Splits and HDFS Block</a:t>
            </a:r>
            <a:endParaRPr lang="en-IN" dirty="0"/>
          </a:p>
        </p:txBody>
      </p:sp>
      <p:sp>
        <p:nvSpPr>
          <p:cNvPr id="3" name="Title 2">
            <a:extLst>
              <a:ext uri="{FF2B5EF4-FFF2-40B4-BE49-F238E27FC236}">
                <a16:creationId xmlns:a16="http://schemas.microsoft.com/office/drawing/2014/main" id="{1B3F48EE-3D8E-4C22-A05C-E23FB3EE72C4}"/>
              </a:ext>
            </a:extLst>
          </p:cNvPr>
          <p:cNvSpPr>
            <a:spLocks noGrp="1"/>
          </p:cNvSpPr>
          <p:nvPr>
            <p:ph type="title"/>
          </p:nvPr>
        </p:nvSpPr>
        <p:spPr/>
        <p:txBody>
          <a:bodyPr/>
          <a:lstStyle/>
          <a:p>
            <a:r>
              <a:rPr lang="en-US" dirty="0"/>
              <a:t>Input Formats</a:t>
            </a:r>
            <a:endParaRPr lang="en-IN" dirty="0"/>
          </a:p>
        </p:txBody>
      </p:sp>
      <p:pic>
        <p:nvPicPr>
          <p:cNvPr id="4" name="Picture 3">
            <a:extLst>
              <a:ext uri="{FF2B5EF4-FFF2-40B4-BE49-F238E27FC236}">
                <a16:creationId xmlns:a16="http://schemas.microsoft.com/office/drawing/2014/main" id="{6C8586B7-5C7D-48FA-B106-3DEEFBB4E299}"/>
              </a:ext>
            </a:extLst>
          </p:cNvPr>
          <p:cNvPicPr>
            <a:picLocks noChangeAspect="1"/>
          </p:cNvPicPr>
          <p:nvPr/>
        </p:nvPicPr>
        <p:blipFill>
          <a:blip r:embed="rId2"/>
          <a:stretch>
            <a:fillRect/>
          </a:stretch>
        </p:blipFill>
        <p:spPr>
          <a:xfrm>
            <a:off x="584010" y="3429000"/>
            <a:ext cx="7975980" cy="1609087"/>
          </a:xfrm>
          <a:prstGeom prst="rect">
            <a:avLst/>
          </a:prstGeom>
        </p:spPr>
      </p:pic>
    </p:spTree>
    <p:extLst>
      <p:ext uri="{BB962C8B-B14F-4D97-AF65-F5344CB8AC3E}">
        <p14:creationId xmlns:p14="http://schemas.microsoft.com/office/powerpoint/2010/main" val="125206654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4">
            <a:extLst>
              <a:ext uri="{FF2B5EF4-FFF2-40B4-BE49-F238E27FC236}">
                <a16:creationId xmlns:a16="http://schemas.microsoft.com/office/drawing/2014/main" id="{890CC51E-CA23-4018-A539-005F5DBACC51}"/>
              </a:ext>
            </a:extLst>
          </p:cNvPr>
          <p:cNvGraphicFramePr>
            <a:graphicFrameLocks noGrp="1"/>
          </p:cNvGraphicFramePr>
          <p:nvPr>
            <p:ph idx="1"/>
            <p:extLst>
              <p:ext uri="{D42A27DB-BD31-4B8C-83A1-F6EECF244321}">
                <p14:modId xmlns:p14="http://schemas.microsoft.com/office/powerpoint/2010/main" val="1857767592"/>
              </p:ext>
            </p:extLst>
          </p:nvPr>
        </p:nvGraphicFramePr>
        <p:xfrm>
          <a:off x="338138" y="1628774"/>
          <a:ext cx="4193269" cy="3187127"/>
        </p:xfrm>
        <a:graphic>
          <a:graphicData uri="http://schemas.openxmlformats.org/drawingml/2006/table">
            <a:tbl>
              <a:tblPr firstRow="1" bandRow="1">
                <a:tableStyleId>{5C22544A-7EE6-4342-B048-85BDC9FD1C3A}</a:tableStyleId>
              </a:tblPr>
              <a:tblGrid>
                <a:gridCol w="4193269">
                  <a:extLst>
                    <a:ext uri="{9D8B030D-6E8A-4147-A177-3AD203B41FA5}">
                      <a16:colId xmlns:a16="http://schemas.microsoft.com/office/drawing/2014/main" val="3428109730"/>
                    </a:ext>
                  </a:extLst>
                </a:gridCol>
              </a:tblGrid>
              <a:tr h="859593">
                <a:tc>
                  <a:txBody>
                    <a:bodyPr/>
                    <a:lstStyle/>
                    <a:p>
                      <a:r>
                        <a:rPr lang="en-US" dirty="0">
                          <a:solidFill>
                            <a:schemeClr val="tx1"/>
                          </a:solidFill>
                          <a:latin typeface="Bahnschrift" panose="020B0502040204020203" pitchFamily="34" charset="0"/>
                        </a:rPr>
                        <a:t>So a file containing the following text:</a:t>
                      </a:r>
                      <a:endParaRPr lang="en-IN" dirty="0">
                        <a:solidFill>
                          <a:schemeClr val="tx1"/>
                        </a:solidFill>
                        <a:latin typeface="Bahnschrift" panose="020B0502040204020203" pitchFamily="34" charset="0"/>
                      </a:endParaRPr>
                    </a:p>
                  </a:txBody>
                  <a:tcPr>
                    <a:solidFill>
                      <a:schemeClr val="bg1">
                        <a:lumMod val="85000"/>
                      </a:schemeClr>
                    </a:solidFill>
                  </a:tcPr>
                </a:tc>
                <a:extLst>
                  <a:ext uri="{0D108BD9-81ED-4DB2-BD59-A6C34878D82A}">
                    <a16:rowId xmlns:a16="http://schemas.microsoft.com/office/drawing/2014/main" val="2668996530"/>
                  </a:ext>
                </a:extLst>
              </a:tr>
              <a:tr h="2327534">
                <a:tc>
                  <a:txBody>
                    <a:bodyPr/>
                    <a:lstStyle/>
                    <a:p>
                      <a:pPr algn="just"/>
                      <a:r>
                        <a:rPr lang="en-US" dirty="0">
                          <a:latin typeface="Bahnschrift" panose="020B0502040204020203" pitchFamily="34" charset="0"/>
                        </a:rPr>
                        <a:t>On the top of the </a:t>
                      </a:r>
                      <a:r>
                        <a:rPr lang="en-US" dirty="0" err="1">
                          <a:latin typeface="Bahnschrift" panose="020B0502040204020203" pitchFamily="34" charset="0"/>
                        </a:rPr>
                        <a:t>Crumpetty</a:t>
                      </a:r>
                      <a:r>
                        <a:rPr lang="en-US" dirty="0">
                          <a:latin typeface="Bahnschrift" panose="020B0502040204020203" pitchFamily="34" charset="0"/>
                        </a:rPr>
                        <a:t> Tree</a:t>
                      </a:r>
                      <a:br>
                        <a:rPr lang="en-US" dirty="0">
                          <a:latin typeface="Bahnschrift" panose="020B0502040204020203" pitchFamily="34" charset="0"/>
                        </a:rPr>
                      </a:br>
                      <a:r>
                        <a:rPr lang="en-US" dirty="0">
                          <a:latin typeface="Bahnschrift" panose="020B0502040204020203" pitchFamily="34" charset="0"/>
                        </a:rPr>
                        <a:t> </a:t>
                      </a:r>
                      <a:br>
                        <a:rPr lang="en-US" dirty="0">
                          <a:latin typeface="Bahnschrift" panose="020B0502040204020203" pitchFamily="34" charset="0"/>
                        </a:rPr>
                      </a:br>
                      <a:r>
                        <a:rPr lang="en-US" dirty="0">
                          <a:latin typeface="Bahnschrift" panose="020B0502040204020203" pitchFamily="34" charset="0"/>
                        </a:rPr>
                        <a:t>The </a:t>
                      </a:r>
                      <a:r>
                        <a:rPr lang="en-US" dirty="0" err="1">
                          <a:latin typeface="Bahnschrift" panose="020B0502040204020203" pitchFamily="34" charset="0"/>
                        </a:rPr>
                        <a:t>Quangle</a:t>
                      </a:r>
                      <a:r>
                        <a:rPr lang="en-US" dirty="0">
                          <a:latin typeface="Bahnschrift" panose="020B0502040204020203" pitchFamily="34" charset="0"/>
                        </a:rPr>
                        <a:t> Wangle sat,</a:t>
                      </a:r>
                      <a:br>
                        <a:rPr lang="en-US" dirty="0">
                          <a:latin typeface="Bahnschrift" panose="020B0502040204020203" pitchFamily="34" charset="0"/>
                        </a:rPr>
                      </a:br>
                      <a:r>
                        <a:rPr lang="en-US" dirty="0">
                          <a:latin typeface="Bahnschrift" panose="020B0502040204020203" pitchFamily="34" charset="0"/>
                        </a:rPr>
                        <a:t> </a:t>
                      </a:r>
                      <a:br>
                        <a:rPr lang="en-US" dirty="0">
                          <a:latin typeface="Bahnschrift" panose="020B0502040204020203" pitchFamily="34" charset="0"/>
                        </a:rPr>
                      </a:br>
                      <a:r>
                        <a:rPr lang="en-US" dirty="0">
                          <a:latin typeface="Bahnschrift" panose="020B0502040204020203" pitchFamily="34" charset="0"/>
                        </a:rPr>
                        <a:t>But his face you could not see,</a:t>
                      </a:r>
                      <a:br>
                        <a:rPr lang="en-US" dirty="0">
                          <a:latin typeface="Bahnschrift" panose="020B0502040204020203" pitchFamily="34" charset="0"/>
                        </a:rPr>
                      </a:br>
                      <a:r>
                        <a:rPr lang="en-US" dirty="0">
                          <a:latin typeface="Bahnschrift" panose="020B0502040204020203" pitchFamily="34" charset="0"/>
                        </a:rPr>
                        <a:t> </a:t>
                      </a:r>
                      <a:br>
                        <a:rPr lang="en-US" dirty="0">
                          <a:latin typeface="Bahnschrift" panose="020B0502040204020203" pitchFamily="34" charset="0"/>
                        </a:rPr>
                      </a:br>
                      <a:r>
                        <a:rPr lang="en-US" dirty="0">
                          <a:latin typeface="Bahnschrift" panose="020B0502040204020203" pitchFamily="34" charset="0"/>
                        </a:rPr>
                        <a:t>On account of his Beaver Hat.</a:t>
                      </a:r>
                      <a:endParaRPr lang="en-IN" dirty="0">
                        <a:latin typeface="Bahnschrift" panose="020B0502040204020203" pitchFamily="34" charset="0"/>
                      </a:endParaRPr>
                    </a:p>
                  </a:txBody>
                  <a:tcPr>
                    <a:solidFill>
                      <a:schemeClr val="bg1">
                        <a:lumMod val="85000"/>
                      </a:schemeClr>
                    </a:solidFill>
                  </a:tcPr>
                </a:tc>
                <a:extLst>
                  <a:ext uri="{0D108BD9-81ED-4DB2-BD59-A6C34878D82A}">
                    <a16:rowId xmlns:a16="http://schemas.microsoft.com/office/drawing/2014/main" val="719570314"/>
                  </a:ext>
                </a:extLst>
              </a:tr>
            </a:tbl>
          </a:graphicData>
        </a:graphic>
      </p:graphicFrame>
      <p:sp>
        <p:nvSpPr>
          <p:cNvPr id="3" name="Title 2">
            <a:extLst>
              <a:ext uri="{FF2B5EF4-FFF2-40B4-BE49-F238E27FC236}">
                <a16:creationId xmlns:a16="http://schemas.microsoft.com/office/drawing/2014/main" id="{1B3F48EE-3D8E-4C22-A05C-E23FB3EE72C4}"/>
              </a:ext>
            </a:extLst>
          </p:cNvPr>
          <p:cNvSpPr>
            <a:spLocks noGrp="1"/>
          </p:cNvSpPr>
          <p:nvPr>
            <p:ph type="title"/>
          </p:nvPr>
        </p:nvSpPr>
        <p:spPr/>
        <p:txBody>
          <a:bodyPr/>
          <a:lstStyle/>
          <a:p>
            <a:r>
              <a:rPr lang="en-US" dirty="0"/>
              <a:t>Text Input</a:t>
            </a:r>
            <a:endParaRPr lang="en-IN" dirty="0"/>
          </a:p>
        </p:txBody>
      </p:sp>
    </p:spTree>
    <p:extLst>
      <p:ext uri="{BB962C8B-B14F-4D97-AF65-F5344CB8AC3E}">
        <p14:creationId xmlns:p14="http://schemas.microsoft.com/office/powerpoint/2010/main" val="7527912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4">
            <a:extLst>
              <a:ext uri="{FF2B5EF4-FFF2-40B4-BE49-F238E27FC236}">
                <a16:creationId xmlns:a16="http://schemas.microsoft.com/office/drawing/2014/main" id="{890CC51E-CA23-4018-A539-005F5DBACC51}"/>
              </a:ext>
            </a:extLst>
          </p:cNvPr>
          <p:cNvGraphicFramePr>
            <a:graphicFrameLocks noGrp="1"/>
          </p:cNvGraphicFramePr>
          <p:nvPr>
            <p:ph idx="1"/>
            <p:extLst>
              <p:ext uri="{D42A27DB-BD31-4B8C-83A1-F6EECF244321}">
                <p14:modId xmlns:p14="http://schemas.microsoft.com/office/powerpoint/2010/main" val="4172575506"/>
              </p:ext>
            </p:extLst>
          </p:nvPr>
        </p:nvGraphicFramePr>
        <p:xfrm>
          <a:off x="338138" y="1628774"/>
          <a:ext cx="8386538" cy="3127167"/>
        </p:xfrm>
        <a:graphic>
          <a:graphicData uri="http://schemas.openxmlformats.org/drawingml/2006/table">
            <a:tbl>
              <a:tblPr firstRow="1" bandRow="1">
                <a:tableStyleId>{5C22544A-7EE6-4342-B048-85BDC9FD1C3A}</a:tableStyleId>
              </a:tblPr>
              <a:tblGrid>
                <a:gridCol w="4193269">
                  <a:extLst>
                    <a:ext uri="{9D8B030D-6E8A-4147-A177-3AD203B41FA5}">
                      <a16:colId xmlns:a16="http://schemas.microsoft.com/office/drawing/2014/main" val="3428109730"/>
                    </a:ext>
                  </a:extLst>
                </a:gridCol>
                <a:gridCol w="4193269">
                  <a:extLst>
                    <a:ext uri="{9D8B030D-6E8A-4147-A177-3AD203B41FA5}">
                      <a16:colId xmlns:a16="http://schemas.microsoft.com/office/drawing/2014/main" val="2764083736"/>
                    </a:ext>
                  </a:extLst>
                </a:gridCol>
              </a:tblGrid>
              <a:tr h="799633">
                <a:tc>
                  <a:txBody>
                    <a:bodyPr/>
                    <a:lstStyle/>
                    <a:p>
                      <a:r>
                        <a:rPr lang="en-US" dirty="0">
                          <a:solidFill>
                            <a:schemeClr val="tx1"/>
                          </a:solidFill>
                          <a:latin typeface="Bahnschrift" panose="020B0502040204020203" pitchFamily="34" charset="0"/>
                        </a:rPr>
                        <a:t>So a file containing the following text:</a:t>
                      </a:r>
                      <a:endParaRPr lang="en-IN" dirty="0">
                        <a:solidFill>
                          <a:schemeClr val="tx1"/>
                        </a:solidFill>
                        <a:latin typeface="Bahnschrift" panose="020B0502040204020203" pitchFamily="34" charset="0"/>
                      </a:endParaRPr>
                    </a:p>
                  </a:txBody>
                  <a:tcPr>
                    <a:solidFill>
                      <a:schemeClr val="bg1">
                        <a:lumMod val="85000"/>
                      </a:schemeClr>
                    </a:solidFill>
                  </a:tcPr>
                </a:tc>
                <a:tc>
                  <a:txBody>
                    <a:bodyPr/>
                    <a:lstStyle/>
                    <a:p>
                      <a:r>
                        <a:rPr lang="en-US" dirty="0">
                          <a:solidFill>
                            <a:schemeClr val="tx1"/>
                          </a:solidFill>
                          <a:latin typeface="Bahnschrift" panose="020B0502040204020203" pitchFamily="34" charset="0"/>
                        </a:rPr>
                        <a:t>The records are interpreted as the following key-value pairs:</a:t>
                      </a:r>
                      <a:endParaRPr lang="en-IN" dirty="0">
                        <a:solidFill>
                          <a:schemeClr val="tx1"/>
                        </a:solidFill>
                        <a:latin typeface="Bahnschrift" panose="020B0502040204020203" pitchFamily="34" charset="0"/>
                      </a:endParaRPr>
                    </a:p>
                  </a:txBody>
                  <a:tcPr>
                    <a:solidFill>
                      <a:schemeClr val="bg1">
                        <a:lumMod val="85000"/>
                      </a:schemeClr>
                    </a:solidFill>
                  </a:tcPr>
                </a:tc>
                <a:extLst>
                  <a:ext uri="{0D108BD9-81ED-4DB2-BD59-A6C34878D82A}">
                    <a16:rowId xmlns:a16="http://schemas.microsoft.com/office/drawing/2014/main" val="2668996530"/>
                  </a:ext>
                </a:extLst>
              </a:tr>
              <a:tr h="2327534">
                <a:tc>
                  <a:txBody>
                    <a:bodyPr/>
                    <a:lstStyle/>
                    <a:p>
                      <a:pPr algn="just"/>
                      <a:r>
                        <a:rPr lang="en-US" dirty="0">
                          <a:latin typeface="Bahnschrift" panose="020B0502040204020203" pitchFamily="34" charset="0"/>
                        </a:rPr>
                        <a:t>On the top of the </a:t>
                      </a:r>
                      <a:r>
                        <a:rPr lang="en-US" dirty="0" err="1">
                          <a:latin typeface="Bahnschrift" panose="020B0502040204020203" pitchFamily="34" charset="0"/>
                        </a:rPr>
                        <a:t>Crumpetty</a:t>
                      </a:r>
                      <a:r>
                        <a:rPr lang="en-US" dirty="0">
                          <a:latin typeface="Bahnschrift" panose="020B0502040204020203" pitchFamily="34" charset="0"/>
                        </a:rPr>
                        <a:t> Tree</a:t>
                      </a:r>
                      <a:br>
                        <a:rPr lang="en-US" dirty="0">
                          <a:latin typeface="Bahnschrift" panose="020B0502040204020203" pitchFamily="34" charset="0"/>
                        </a:rPr>
                      </a:br>
                      <a:r>
                        <a:rPr lang="en-US" dirty="0">
                          <a:latin typeface="Bahnschrift" panose="020B0502040204020203" pitchFamily="34" charset="0"/>
                        </a:rPr>
                        <a:t> </a:t>
                      </a:r>
                      <a:br>
                        <a:rPr lang="en-US" dirty="0">
                          <a:latin typeface="Bahnschrift" panose="020B0502040204020203" pitchFamily="34" charset="0"/>
                        </a:rPr>
                      </a:br>
                      <a:r>
                        <a:rPr lang="en-US" dirty="0">
                          <a:latin typeface="Bahnschrift" panose="020B0502040204020203" pitchFamily="34" charset="0"/>
                        </a:rPr>
                        <a:t>The </a:t>
                      </a:r>
                      <a:r>
                        <a:rPr lang="en-US" dirty="0" err="1">
                          <a:latin typeface="Bahnschrift" panose="020B0502040204020203" pitchFamily="34" charset="0"/>
                        </a:rPr>
                        <a:t>Quangle</a:t>
                      </a:r>
                      <a:r>
                        <a:rPr lang="en-US" dirty="0">
                          <a:latin typeface="Bahnschrift" panose="020B0502040204020203" pitchFamily="34" charset="0"/>
                        </a:rPr>
                        <a:t> Wangle sat,</a:t>
                      </a:r>
                      <a:br>
                        <a:rPr lang="en-US" dirty="0">
                          <a:latin typeface="Bahnschrift" panose="020B0502040204020203" pitchFamily="34" charset="0"/>
                        </a:rPr>
                      </a:br>
                      <a:r>
                        <a:rPr lang="en-US" dirty="0">
                          <a:latin typeface="Bahnschrift" panose="020B0502040204020203" pitchFamily="34" charset="0"/>
                        </a:rPr>
                        <a:t> </a:t>
                      </a:r>
                      <a:br>
                        <a:rPr lang="en-US" dirty="0">
                          <a:latin typeface="Bahnschrift" panose="020B0502040204020203" pitchFamily="34" charset="0"/>
                        </a:rPr>
                      </a:br>
                      <a:r>
                        <a:rPr lang="en-US" dirty="0">
                          <a:latin typeface="Bahnschrift" panose="020B0502040204020203" pitchFamily="34" charset="0"/>
                        </a:rPr>
                        <a:t>But his face you could not see,</a:t>
                      </a:r>
                      <a:br>
                        <a:rPr lang="en-US" dirty="0">
                          <a:latin typeface="Bahnschrift" panose="020B0502040204020203" pitchFamily="34" charset="0"/>
                        </a:rPr>
                      </a:br>
                      <a:r>
                        <a:rPr lang="en-US" dirty="0">
                          <a:latin typeface="Bahnschrift" panose="020B0502040204020203" pitchFamily="34" charset="0"/>
                        </a:rPr>
                        <a:t> </a:t>
                      </a:r>
                      <a:br>
                        <a:rPr lang="en-US" dirty="0">
                          <a:latin typeface="Bahnschrift" panose="020B0502040204020203" pitchFamily="34" charset="0"/>
                        </a:rPr>
                      </a:br>
                      <a:r>
                        <a:rPr lang="en-US" dirty="0">
                          <a:latin typeface="Bahnschrift" panose="020B0502040204020203" pitchFamily="34" charset="0"/>
                        </a:rPr>
                        <a:t>On account of his Beaver Hat.</a:t>
                      </a:r>
                      <a:endParaRPr lang="en-IN" dirty="0">
                        <a:latin typeface="Bahnschrift" panose="020B0502040204020203" pitchFamily="34" charset="0"/>
                      </a:endParaRPr>
                    </a:p>
                  </a:txBody>
                  <a:tcPr>
                    <a:solidFill>
                      <a:schemeClr val="bg1">
                        <a:lumMod val="85000"/>
                      </a:schemeClr>
                    </a:solidFill>
                  </a:tcPr>
                </a:tc>
                <a:tc>
                  <a:txBody>
                    <a:bodyPr/>
                    <a:lstStyle/>
                    <a:p>
                      <a:r>
                        <a:rPr lang="en-US" dirty="0">
                          <a:latin typeface="Bahnschrift" panose="020B0502040204020203" pitchFamily="34" charset="0"/>
                        </a:rPr>
                        <a:t>(0, On the top of the </a:t>
                      </a:r>
                      <a:r>
                        <a:rPr lang="en-US" dirty="0" err="1">
                          <a:latin typeface="Bahnschrift" panose="020B0502040204020203" pitchFamily="34" charset="0"/>
                        </a:rPr>
                        <a:t>Crumpetty</a:t>
                      </a:r>
                      <a:r>
                        <a:rPr lang="en-US" dirty="0">
                          <a:latin typeface="Bahnschrift" panose="020B0502040204020203" pitchFamily="34" charset="0"/>
                        </a:rPr>
                        <a:t> Tree)</a:t>
                      </a:r>
                      <a:br>
                        <a:rPr lang="en-US" dirty="0">
                          <a:latin typeface="Bahnschrift" panose="020B0502040204020203" pitchFamily="34" charset="0"/>
                        </a:rPr>
                      </a:br>
                      <a:br>
                        <a:rPr lang="en-US" dirty="0">
                          <a:latin typeface="Bahnschrift" panose="020B0502040204020203" pitchFamily="34" charset="0"/>
                        </a:rPr>
                      </a:br>
                      <a:r>
                        <a:rPr lang="en-US" dirty="0">
                          <a:latin typeface="Bahnschrift" panose="020B0502040204020203" pitchFamily="34" charset="0"/>
                        </a:rPr>
                        <a:t> (33, The </a:t>
                      </a:r>
                      <a:r>
                        <a:rPr lang="en-US" dirty="0" err="1">
                          <a:latin typeface="Bahnschrift" panose="020B0502040204020203" pitchFamily="34" charset="0"/>
                        </a:rPr>
                        <a:t>Quangle</a:t>
                      </a:r>
                      <a:r>
                        <a:rPr lang="en-US" dirty="0">
                          <a:latin typeface="Bahnschrift" panose="020B0502040204020203" pitchFamily="34" charset="0"/>
                        </a:rPr>
                        <a:t> Wangle sat,) </a:t>
                      </a:r>
                      <a:br>
                        <a:rPr lang="en-US" dirty="0">
                          <a:latin typeface="Bahnschrift" panose="020B0502040204020203" pitchFamily="34" charset="0"/>
                        </a:rPr>
                      </a:br>
                      <a:endParaRPr lang="en-US" dirty="0">
                        <a:latin typeface="Bahnschrift" panose="020B0502040204020203" pitchFamily="34" charset="0"/>
                      </a:endParaRPr>
                    </a:p>
                    <a:p>
                      <a:r>
                        <a:rPr lang="en-US" dirty="0">
                          <a:latin typeface="Bahnschrift" panose="020B0502040204020203" pitchFamily="34" charset="0"/>
                        </a:rPr>
                        <a:t>(57, But his face you could not see,)</a:t>
                      </a:r>
                      <a:br>
                        <a:rPr lang="en-US" dirty="0">
                          <a:latin typeface="Bahnschrift" panose="020B0502040204020203" pitchFamily="34" charset="0"/>
                        </a:rPr>
                      </a:br>
                      <a:br>
                        <a:rPr lang="en-US" dirty="0">
                          <a:latin typeface="Bahnschrift" panose="020B0502040204020203" pitchFamily="34" charset="0"/>
                        </a:rPr>
                      </a:br>
                      <a:r>
                        <a:rPr lang="en-US" dirty="0">
                          <a:latin typeface="Bahnschrift" panose="020B0502040204020203" pitchFamily="34" charset="0"/>
                        </a:rPr>
                        <a:t> (89, On account of his Beaver Hat.)</a:t>
                      </a:r>
                      <a:endParaRPr lang="en-IN" dirty="0">
                        <a:latin typeface="Bahnschrift" panose="020B0502040204020203" pitchFamily="34" charset="0"/>
                      </a:endParaRPr>
                    </a:p>
                  </a:txBody>
                  <a:tcPr>
                    <a:solidFill>
                      <a:schemeClr val="bg1">
                        <a:lumMod val="85000"/>
                      </a:schemeClr>
                    </a:solidFill>
                  </a:tcPr>
                </a:tc>
                <a:extLst>
                  <a:ext uri="{0D108BD9-81ED-4DB2-BD59-A6C34878D82A}">
                    <a16:rowId xmlns:a16="http://schemas.microsoft.com/office/drawing/2014/main" val="719570314"/>
                  </a:ext>
                </a:extLst>
              </a:tr>
            </a:tbl>
          </a:graphicData>
        </a:graphic>
      </p:graphicFrame>
      <p:sp>
        <p:nvSpPr>
          <p:cNvPr id="3" name="Title 2">
            <a:extLst>
              <a:ext uri="{FF2B5EF4-FFF2-40B4-BE49-F238E27FC236}">
                <a16:creationId xmlns:a16="http://schemas.microsoft.com/office/drawing/2014/main" id="{1B3F48EE-3D8E-4C22-A05C-E23FB3EE72C4}"/>
              </a:ext>
            </a:extLst>
          </p:cNvPr>
          <p:cNvSpPr>
            <a:spLocks noGrp="1"/>
          </p:cNvSpPr>
          <p:nvPr>
            <p:ph type="title"/>
          </p:nvPr>
        </p:nvSpPr>
        <p:spPr/>
        <p:txBody>
          <a:bodyPr/>
          <a:lstStyle/>
          <a:p>
            <a:r>
              <a:rPr lang="en-US" dirty="0"/>
              <a:t>Text Input</a:t>
            </a:r>
            <a:endParaRPr lang="en-IN" dirty="0"/>
          </a:p>
        </p:txBody>
      </p:sp>
    </p:spTree>
    <p:extLst>
      <p:ext uri="{BB962C8B-B14F-4D97-AF65-F5344CB8AC3E}">
        <p14:creationId xmlns:p14="http://schemas.microsoft.com/office/powerpoint/2010/main" val="316332989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B3F48EE-3D8E-4C22-A05C-E23FB3EE72C4}"/>
              </a:ext>
            </a:extLst>
          </p:cNvPr>
          <p:cNvSpPr>
            <a:spLocks noGrp="1"/>
          </p:cNvSpPr>
          <p:nvPr>
            <p:ph type="title"/>
          </p:nvPr>
        </p:nvSpPr>
        <p:spPr/>
        <p:txBody>
          <a:bodyPr/>
          <a:lstStyle/>
          <a:p>
            <a:r>
              <a:rPr lang="en-US" dirty="0"/>
              <a:t>Text Input</a:t>
            </a:r>
            <a:endParaRPr lang="en-IN" dirty="0"/>
          </a:p>
        </p:txBody>
      </p:sp>
      <p:sp>
        <p:nvSpPr>
          <p:cNvPr id="5" name="Content Placeholder 4">
            <a:extLst>
              <a:ext uri="{FF2B5EF4-FFF2-40B4-BE49-F238E27FC236}">
                <a16:creationId xmlns:a16="http://schemas.microsoft.com/office/drawing/2014/main" id="{DDE1EDA0-E73D-49C3-9239-3455E7360246}"/>
              </a:ext>
            </a:extLst>
          </p:cNvPr>
          <p:cNvSpPr>
            <a:spLocks noGrp="1"/>
          </p:cNvSpPr>
          <p:nvPr>
            <p:ph idx="1"/>
          </p:nvPr>
        </p:nvSpPr>
        <p:spPr>
          <a:xfrm>
            <a:off x="499730" y="2583712"/>
            <a:ext cx="7336465" cy="2286000"/>
          </a:xfrm>
        </p:spPr>
        <p:txBody>
          <a:bodyPr anchor="ctr"/>
          <a:lstStyle/>
          <a:p>
            <a:pPr marL="0" indent="0" algn="ctr">
              <a:buNone/>
            </a:pPr>
            <a:r>
              <a:rPr lang="en-IN" dirty="0" err="1"/>
              <a:t>KeyValueTextInputFormat</a:t>
            </a:r>
            <a:endParaRPr lang="en-IN" dirty="0"/>
          </a:p>
        </p:txBody>
      </p:sp>
    </p:spTree>
    <p:extLst>
      <p:ext uri="{BB962C8B-B14F-4D97-AF65-F5344CB8AC3E}">
        <p14:creationId xmlns:p14="http://schemas.microsoft.com/office/powerpoint/2010/main" val="232211788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B3F48EE-3D8E-4C22-A05C-E23FB3EE72C4}"/>
              </a:ext>
            </a:extLst>
          </p:cNvPr>
          <p:cNvSpPr>
            <a:spLocks noGrp="1"/>
          </p:cNvSpPr>
          <p:nvPr>
            <p:ph type="title"/>
          </p:nvPr>
        </p:nvSpPr>
        <p:spPr/>
        <p:txBody>
          <a:bodyPr/>
          <a:lstStyle/>
          <a:p>
            <a:r>
              <a:rPr lang="en-US" dirty="0"/>
              <a:t>Text Input</a:t>
            </a:r>
            <a:endParaRPr lang="en-IN" dirty="0"/>
          </a:p>
        </p:txBody>
      </p:sp>
      <p:sp>
        <p:nvSpPr>
          <p:cNvPr id="5" name="Content Placeholder 4">
            <a:extLst>
              <a:ext uri="{FF2B5EF4-FFF2-40B4-BE49-F238E27FC236}">
                <a16:creationId xmlns:a16="http://schemas.microsoft.com/office/drawing/2014/main" id="{DDE1EDA0-E73D-49C3-9239-3455E7360246}"/>
              </a:ext>
            </a:extLst>
          </p:cNvPr>
          <p:cNvSpPr>
            <a:spLocks noGrp="1"/>
          </p:cNvSpPr>
          <p:nvPr>
            <p:ph idx="1"/>
          </p:nvPr>
        </p:nvSpPr>
        <p:spPr>
          <a:xfrm>
            <a:off x="338362" y="1905285"/>
            <a:ext cx="8386537" cy="3935075"/>
          </a:xfrm>
        </p:spPr>
        <p:txBody>
          <a:bodyPr anchor="ctr">
            <a:noAutofit/>
          </a:bodyPr>
          <a:lstStyle/>
          <a:p>
            <a:pPr marL="0" indent="0" algn="ctr">
              <a:buNone/>
            </a:pPr>
            <a:r>
              <a:rPr lang="en-IN" dirty="0" err="1"/>
              <a:t>mapreduce.input.keyvaluelinerecodreader.key.value.separator</a:t>
            </a:r>
            <a:r>
              <a:rPr lang="en-IN" dirty="0"/>
              <a:t> property</a:t>
            </a:r>
          </a:p>
          <a:p>
            <a:pPr marL="0" indent="0" algn="ctr">
              <a:buNone/>
            </a:pPr>
            <a:r>
              <a:rPr lang="en-IN" dirty="0"/>
              <a:t>Or</a:t>
            </a:r>
          </a:p>
          <a:p>
            <a:pPr marL="0" indent="0" algn="ctr">
              <a:buNone/>
            </a:pPr>
            <a:r>
              <a:rPr lang="en-US" dirty="0" err="1"/>
              <a:t>key.value.separator.in.input.line</a:t>
            </a:r>
            <a:endParaRPr lang="en-US" dirty="0"/>
          </a:p>
          <a:p>
            <a:pPr marL="0" indent="0" algn="ctr">
              <a:buNone/>
            </a:pPr>
            <a:r>
              <a:rPr lang="en-US" dirty="0"/>
              <a:t> in the old API</a:t>
            </a:r>
            <a:endParaRPr lang="en-IN" dirty="0"/>
          </a:p>
        </p:txBody>
      </p:sp>
    </p:spTree>
    <p:extLst>
      <p:ext uri="{BB962C8B-B14F-4D97-AF65-F5344CB8AC3E}">
        <p14:creationId xmlns:p14="http://schemas.microsoft.com/office/powerpoint/2010/main" val="133085434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B3F48EE-3D8E-4C22-A05C-E23FB3EE72C4}"/>
              </a:ext>
            </a:extLst>
          </p:cNvPr>
          <p:cNvSpPr>
            <a:spLocks noGrp="1"/>
          </p:cNvSpPr>
          <p:nvPr>
            <p:ph type="title"/>
          </p:nvPr>
        </p:nvSpPr>
        <p:spPr/>
        <p:txBody>
          <a:bodyPr/>
          <a:lstStyle/>
          <a:p>
            <a:r>
              <a:rPr lang="en-US" dirty="0"/>
              <a:t>Text Input</a:t>
            </a:r>
            <a:endParaRPr lang="en-IN" dirty="0"/>
          </a:p>
        </p:txBody>
      </p:sp>
      <p:sp>
        <p:nvSpPr>
          <p:cNvPr id="5" name="Content Placeholder 4">
            <a:extLst>
              <a:ext uri="{FF2B5EF4-FFF2-40B4-BE49-F238E27FC236}">
                <a16:creationId xmlns:a16="http://schemas.microsoft.com/office/drawing/2014/main" id="{DDE1EDA0-E73D-49C3-9239-3455E7360246}"/>
              </a:ext>
            </a:extLst>
          </p:cNvPr>
          <p:cNvSpPr>
            <a:spLocks noGrp="1"/>
          </p:cNvSpPr>
          <p:nvPr>
            <p:ph idx="1"/>
          </p:nvPr>
        </p:nvSpPr>
        <p:spPr>
          <a:xfrm>
            <a:off x="338362" y="1520456"/>
            <a:ext cx="8805638" cy="1325563"/>
          </a:xfrm>
        </p:spPr>
        <p:txBody>
          <a:bodyPr anchor="t">
            <a:normAutofit/>
          </a:bodyPr>
          <a:lstStyle/>
          <a:p>
            <a:pPr marL="0" indent="0" algn="just">
              <a:buNone/>
            </a:pPr>
            <a:r>
              <a:rPr lang="en-US" dirty="0"/>
              <a:t>Consider the following input file, where → represents a (horizontal) tab character: </a:t>
            </a:r>
            <a:endParaRPr lang="en-IN" dirty="0"/>
          </a:p>
        </p:txBody>
      </p:sp>
      <p:sp>
        <p:nvSpPr>
          <p:cNvPr id="6" name="TextBox 5">
            <a:extLst>
              <a:ext uri="{FF2B5EF4-FFF2-40B4-BE49-F238E27FC236}">
                <a16:creationId xmlns:a16="http://schemas.microsoft.com/office/drawing/2014/main" id="{136F5363-C0B4-4769-BB03-0A8532596635}"/>
              </a:ext>
            </a:extLst>
          </p:cNvPr>
          <p:cNvSpPr txBox="1"/>
          <p:nvPr/>
        </p:nvSpPr>
        <p:spPr>
          <a:xfrm>
            <a:off x="1621465" y="3107280"/>
            <a:ext cx="6519645" cy="2596352"/>
          </a:xfrm>
          <a:prstGeom prst="rect">
            <a:avLst/>
          </a:prstGeom>
          <a:noFill/>
        </p:spPr>
        <p:txBody>
          <a:bodyPr wrap="square">
            <a:spAutoFit/>
          </a:bodyPr>
          <a:lstStyle/>
          <a:p>
            <a:pPr>
              <a:lnSpc>
                <a:spcPct val="150000"/>
              </a:lnSpc>
            </a:pPr>
            <a:r>
              <a:rPr lang="en-US" sz="2800" dirty="0">
                <a:latin typeface="Bahnschrift" panose="020B0502040204020203" pitchFamily="34" charset="0"/>
              </a:rPr>
              <a:t>line1→On the top of the </a:t>
            </a:r>
            <a:r>
              <a:rPr lang="en-US" sz="2800" dirty="0" err="1">
                <a:latin typeface="Bahnschrift" panose="020B0502040204020203" pitchFamily="34" charset="0"/>
              </a:rPr>
              <a:t>Crumpetty</a:t>
            </a:r>
            <a:r>
              <a:rPr lang="en-US" sz="2800" dirty="0">
                <a:latin typeface="Bahnschrift" panose="020B0502040204020203" pitchFamily="34" charset="0"/>
              </a:rPr>
              <a:t> Tree</a:t>
            </a:r>
          </a:p>
          <a:p>
            <a:pPr>
              <a:lnSpc>
                <a:spcPct val="150000"/>
              </a:lnSpc>
            </a:pPr>
            <a:r>
              <a:rPr lang="en-US" sz="2800" dirty="0">
                <a:latin typeface="Bahnschrift" panose="020B0502040204020203" pitchFamily="34" charset="0"/>
              </a:rPr>
              <a:t>line2→The </a:t>
            </a:r>
            <a:r>
              <a:rPr lang="en-US" sz="2800" dirty="0" err="1">
                <a:latin typeface="Bahnschrift" panose="020B0502040204020203" pitchFamily="34" charset="0"/>
              </a:rPr>
              <a:t>Quangle</a:t>
            </a:r>
            <a:r>
              <a:rPr lang="en-US" sz="2800" dirty="0">
                <a:latin typeface="Bahnschrift" panose="020B0502040204020203" pitchFamily="34" charset="0"/>
              </a:rPr>
              <a:t> Wangle sat,</a:t>
            </a:r>
          </a:p>
          <a:p>
            <a:pPr>
              <a:lnSpc>
                <a:spcPct val="150000"/>
              </a:lnSpc>
            </a:pPr>
            <a:r>
              <a:rPr lang="en-US" sz="2800" dirty="0">
                <a:latin typeface="Bahnschrift" panose="020B0502040204020203" pitchFamily="34" charset="0"/>
              </a:rPr>
              <a:t>line3→But his face you could not see,</a:t>
            </a:r>
          </a:p>
          <a:p>
            <a:pPr>
              <a:lnSpc>
                <a:spcPct val="150000"/>
              </a:lnSpc>
            </a:pPr>
            <a:r>
              <a:rPr lang="en-US" sz="2800" dirty="0">
                <a:latin typeface="Bahnschrift" panose="020B0502040204020203" pitchFamily="34" charset="0"/>
              </a:rPr>
              <a:t>line4→On account of his Beaver Hat.</a:t>
            </a:r>
            <a:endParaRPr lang="en-IN" sz="2800" dirty="0">
              <a:latin typeface="Bahnschrift" panose="020B0502040204020203" pitchFamily="34" charset="0"/>
            </a:endParaRPr>
          </a:p>
        </p:txBody>
      </p:sp>
    </p:spTree>
    <p:extLst>
      <p:ext uri="{BB962C8B-B14F-4D97-AF65-F5344CB8AC3E}">
        <p14:creationId xmlns:p14="http://schemas.microsoft.com/office/powerpoint/2010/main" val="423315060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B3F48EE-3D8E-4C22-A05C-E23FB3EE72C4}"/>
              </a:ext>
            </a:extLst>
          </p:cNvPr>
          <p:cNvSpPr>
            <a:spLocks noGrp="1"/>
          </p:cNvSpPr>
          <p:nvPr>
            <p:ph type="title"/>
          </p:nvPr>
        </p:nvSpPr>
        <p:spPr/>
        <p:txBody>
          <a:bodyPr/>
          <a:lstStyle/>
          <a:p>
            <a:r>
              <a:rPr lang="en-US" dirty="0"/>
              <a:t>Text Input</a:t>
            </a:r>
            <a:endParaRPr lang="en-IN" dirty="0"/>
          </a:p>
        </p:txBody>
      </p:sp>
      <p:sp>
        <p:nvSpPr>
          <p:cNvPr id="5" name="Content Placeholder 4">
            <a:extLst>
              <a:ext uri="{FF2B5EF4-FFF2-40B4-BE49-F238E27FC236}">
                <a16:creationId xmlns:a16="http://schemas.microsoft.com/office/drawing/2014/main" id="{DDE1EDA0-E73D-49C3-9239-3455E7360246}"/>
              </a:ext>
            </a:extLst>
          </p:cNvPr>
          <p:cNvSpPr>
            <a:spLocks noGrp="1"/>
          </p:cNvSpPr>
          <p:nvPr>
            <p:ph idx="1"/>
          </p:nvPr>
        </p:nvSpPr>
        <p:spPr>
          <a:xfrm>
            <a:off x="850606" y="2977115"/>
            <a:ext cx="5986130" cy="1807535"/>
          </a:xfrm>
        </p:spPr>
        <p:txBody>
          <a:bodyPr anchor="t">
            <a:normAutofit/>
          </a:bodyPr>
          <a:lstStyle/>
          <a:p>
            <a:pPr marL="0" indent="0" algn="ctr">
              <a:buNone/>
            </a:pPr>
            <a:r>
              <a:rPr lang="en-IN" sz="2500" dirty="0" err="1"/>
              <a:t>NLineInputFormat</a:t>
            </a:r>
            <a:endParaRPr lang="en-IN" sz="2500" dirty="0"/>
          </a:p>
        </p:txBody>
      </p:sp>
    </p:spTree>
    <p:extLst>
      <p:ext uri="{BB962C8B-B14F-4D97-AF65-F5344CB8AC3E}">
        <p14:creationId xmlns:p14="http://schemas.microsoft.com/office/powerpoint/2010/main" val="71184918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B3F48EE-3D8E-4C22-A05C-E23FB3EE72C4}"/>
              </a:ext>
            </a:extLst>
          </p:cNvPr>
          <p:cNvSpPr>
            <a:spLocks noGrp="1"/>
          </p:cNvSpPr>
          <p:nvPr>
            <p:ph type="title"/>
          </p:nvPr>
        </p:nvSpPr>
        <p:spPr/>
        <p:txBody>
          <a:bodyPr/>
          <a:lstStyle/>
          <a:p>
            <a:r>
              <a:rPr lang="en-US" dirty="0"/>
              <a:t>Text Input</a:t>
            </a:r>
            <a:endParaRPr lang="en-IN" dirty="0"/>
          </a:p>
        </p:txBody>
      </p:sp>
      <p:sp>
        <p:nvSpPr>
          <p:cNvPr id="5" name="Content Placeholder 4">
            <a:extLst>
              <a:ext uri="{FF2B5EF4-FFF2-40B4-BE49-F238E27FC236}">
                <a16:creationId xmlns:a16="http://schemas.microsoft.com/office/drawing/2014/main" id="{DDE1EDA0-E73D-49C3-9239-3455E7360246}"/>
              </a:ext>
            </a:extLst>
          </p:cNvPr>
          <p:cNvSpPr>
            <a:spLocks noGrp="1"/>
          </p:cNvSpPr>
          <p:nvPr>
            <p:ph idx="1"/>
          </p:nvPr>
        </p:nvSpPr>
        <p:spPr>
          <a:xfrm>
            <a:off x="338362" y="1571218"/>
            <a:ext cx="7655264" cy="4770587"/>
          </a:xfrm>
        </p:spPr>
        <p:txBody>
          <a:bodyPr anchor="t">
            <a:normAutofit/>
          </a:bodyPr>
          <a:lstStyle/>
          <a:p>
            <a:pPr marL="0" indent="0" algn="just">
              <a:buNone/>
            </a:pPr>
            <a:r>
              <a:rPr lang="en-US" dirty="0"/>
              <a:t>On the top of the </a:t>
            </a:r>
            <a:r>
              <a:rPr lang="en-US" dirty="0" err="1"/>
              <a:t>Crumpetty</a:t>
            </a:r>
            <a:r>
              <a:rPr lang="en-US" dirty="0"/>
              <a:t> Tree </a:t>
            </a:r>
          </a:p>
          <a:p>
            <a:pPr marL="0" indent="0" algn="just">
              <a:buNone/>
            </a:pPr>
            <a:r>
              <a:rPr lang="en-US" dirty="0"/>
              <a:t>The </a:t>
            </a:r>
            <a:r>
              <a:rPr lang="en-US" dirty="0" err="1"/>
              <a:t>Quangle</a:t>
            </a:r>
            <a:r>
              <a:rPr lang="en-US" dirty="0"/>
              <a:t> Wangle sat,</a:t>
            </a:r>
          </a:p>
          <a:p>
            <a:pPr marL="0" indent="0" algn="just">
              <a:buNone/>
            </a:pPr>
            <a:r>
              <a:rPr lang="en-US" dirty="0"/>
              <a:t> But his face you could not see, </a:t>
            </a:r>
          </a:p>
          <a:p>
            <a:pPr marL="0" indent="0" algn="just">
              <a:buNone/>
            </a:pPr>
            <a:r>
              <a:rPr lang="en-US" dirty="0"/>
              <a:t>On account of his Beaver Hat.</a:t>
            </a:r>
            <a:endParaRPr lang="en-IN" dirty="0"/>
          </a:p>
        </p:txBody>
      </p:sp>
    </p:spTree>
    <p:extLst>
      <p:ext uri="{BB962C8B-B14F-4D97-AF65-F5344CB8AC3E}">
        <p14:creationId xmlns:p14="http://schemas.microsoft.com/office/powerpoint/2010/main" val="328585669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B3F48EE-3D8E-4C22-A05C-E23FB3EE72C4}"/>
              </a:ext>
            </a:extLst>
          </p:cNvPr>
          <p:cNvSpPr>
            <a:spLocks noGrp="1"/>
          </p:cNvSpPr>
          <p:nvPr>
            <p:ph type="title"/>
          </p:nvPr>
        </p:nvSpPr>
        <p:spPr/>
        <p:txBody>
          <a:bodyPr/>
          <a:lstStyle/>
          <a:p>
            <a:r>
              <a:rPr lang="en-US" dirty="0"/>
              <a:t>Text Input</a:t>
            </a:r>
            <a:endParaRPr lang="en-IN" dirty="0"/>
          </a:p>
        </p:txBody>
      </p:sp>
      <p:sp>
        <p:nvSpPr>
          <p:cNvPr id="5" name="Content Placeholder 4">
            <a:extLst>
              <a:ext uri="{FF2B5EF4-FFF2-40B4-BE49-F238E27FC236}">
                <a16:creationId xmlns:a16="http://schemas.microsoft.com/office/drawing/2014/main" id="{DDE1EDA0-E73D-49C3-9239-3455E7360246}"/>
              </a:ext>
            </a:extLst>
          </p:cNvPr>
          <p:cNvSpPr>
            <a:spLocks noGrp="1"/>
          </p:cNvSpPr>
          <p:nvPr>
            <p:ph idx="1"/>
          </p:nvPr>
        </p:nvSpPr>
        <p:spPr>
          <a:xfrm>
            <a:off x="338362" y="1520456"/>
            <a:ext cx="8529191" cy="3806456"/>
          </a:xfrm>
        </p:spPr>
        <p:txBody>
          <a:bodyPr anchor="t">
            <a:noAutofit/>
          </a:bodyPr>
          <a:lstStyle/>
          <a:p>
            <a:pPr marL="0" indent="0" algn="just">
              <a:buNone/>
            </a:pPr>
            <a:r>
              <a:rPr lang="en-US" dirty="0"/>
              <a:t>If, for example, N is </a:t>
            </a:r>
            <a:r>
              <a:rPr lang="en-US" dirty="0">
                <a:solidFill>
                  <a:srgbClr val="FF0000"/>
                </a:solidFill>
              </a:rPr>
              <a:t>two</a:t>
            </a:r>
            <a:r>
              <a:rPr lang="en-US" dirty="0"/>
              <a:t>, then each split contains two lines. </a:t>
            </a:r>
          </a:p>
          <a:p>
            <a:pPr marL="0" indent="0" algn="just">
              <a:buNone/>
            </a:pPr>
            <a:r>
              <a:rPr lang="en-US" dirty="0"/>
              <a:t>One mapper will receive the first two key-value pairs:</a:t>
            </a:r>
            <a:br>
              <a:rPr lang="en-US" dirty="0"/>
            </a:br>
            <a:r>
              <a:rPr lang="en-US" b="1" dirty="0"/>
              <a:t> 	      (0, On the top of the </a:t>
            </a:r>
            <a:r>
              <a:rPr lang="en-US" b="1" dirty="0" err="1"/>
              <a:t>Crumpetty</a:t>
            </a:r>
            <a:r>
              <a:rPr lang="en-US" b="1" dirty="0"/>
              <a:t> Tree)</a:t>
            </a:r>
          </a:p>
          <a:p>
            <a:pPr marL="0" indent="0" algn="ctr">
              <a:buNone/>
            </a:pPr>
            <a:r>
              <a:rPr lang="en-US" b="1" dirty="0"/>
              <a:t> (33, The </a:t>
            </a:r>
            <a:r>
              <a:rPr lang="en-US" b="1" dirty="0" err="1"/>
              <a:t>Quangle</a:t>
            </a:r>
            <a:r>
              <a:rPr lang="en-US" b="1" dirty="0"/>
              <a:t> Wangle sat,)</a:t>
            </a:r>
            <a:endParaRPr lang="en-IN" b="1" dirty="0"/>
          </a:p>
        </p:txBody>
      </p:sp>
    </p:spTree>
    <p:extLst>
      <p:ext uri="{BB962C8B-B14F-4D97-AF65-F5344CB8AC3E}">
        <p14:creationId xmlns:p14="http://schemas.microsoft.com/office/powerpoint/2010/main" val="376438293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B3F48EE-3D8E-4C22-A05C-E23FB3EE72C4}"/>
              </a:ext>
            </a:extLst>
          </p:cNvPr>
          <p:cNvSpPr>
            <a:spLocks noGrp="1"/>
          </p:cNvSpPr>
          <p:nvPr>
            <p:ph type="title"/>
          </p:nvPr>
        </p:nvSpPr>
        <p:spPr/>
        <p:txBody>
          <a:bodyPr/>
          <a:lstStyle/>
          <a:p>
            <a:r>
              <a:rPr lang="en-US" dirty="0"/>
              <a:t>Text Input</a:t>
            </a:r>
            <a:endParaRPr lang="en-IN" dirty="0"/>
          </a:p>
        </p:txBody>
      </p:sp>
      <p:sp>
        <p:nvSpPr>
          <p:cNvPr id="5" name="Content Placeholder 4">
            <a:extLst>
              <a:ext uri="{FF2B5EF4-FFF2-40B4-BE49-F238E27FC236}">
                <a16:creationId xmlns:a16="http://schemas.microsoft.com/office/drawing/2014/main" id="{DDE1EDA0-E73D-49C3-9239-3455E7360246}"/>
              </a:ext>
            </a:extLst>
          </p:cNvPr>
          <p:cNvSpPr>
            <a:spLocks noGrp="1"/>
          </p:cNvSpPr>
          <p:nvPr>
            <p:ph idx="1"/>
          </p:nvPr>
        </p:nvSpPr>
        <p:spPr>
          <a:xfrm>
            <a:off x="180752" y="1520456"/>
            <a:ext cx="8856922" cy="5188688"/>
          </a:xfrm>
        </p:spPr>
        <p:txBody>
          <a:bodyPr anchor="t">
            <a:normAutofit/>
          </a:bodyPr>
          <a:lstStyle/>
          <a:p>
            <a:pPr marL="0" indent="0">
              <a:buNone/>
            </a:pPr>
            <a:r>
              <a:rPr lang="en-US" sz="2600" dirty="0"/>
              <a:t>And another mapper will receive the second two key-value pairs:</a:t>
            </a:r>
            <a:br>
              <a:rPr lang="en-US" sz="2600" dirty="0"/>
            </a:br>
            <a:r>
              <a:rPr lang="en-US" sz="2600" dirty="0"/>
              <a:t>		  (57, But his face you could not see,) </a:t>
            </a:r>
          </a:p>
          <a:p>
            <a:pPr marL="0" indent="0" algn="ctr">
              <a:buNone/>
            </a:pPr>
            <a:r>
              <a:rPr lang="en-US" sz="2600" dirty="0"/>
              <a:t>(89, On account of his Beaver Hat.)</a:t>
            </a:r>
            <a:endParaRPr lang="en-IN" sz="2600" b="1" dirty="0"/>
          </a:p>
        </p:txBody>
      </p:sp>
    </p:spTree>
    <p:extLst>
      <p:ext uri="{BB962C8B-B14F-4D97-AF65-F5344CB8AC3E}">
        <p14:creationId xmlns:p14="http://schemas.microsoft.com/office/powerpoint/2010/main" val="205469186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B3F48EE-3D8E-4C22-A05C-E23FB3EE72C4}"/>
              </a:ext>
            </a:extLst>
          </p:cNvPr>
          <p:cNvSpPr>
            <a:spLocks noGrp="1"/>
          </p:cNvSpPr>
          <p:nvPr>
            <p:ph type="title"/>
          </p:nvPr>
        </p:nvSpPr>
        <p:spPr/>
        <p:txBody>
          <a:bodyPr/>
          <a:lstStyle/>
          <a:p>
            <a:r>
              <a:rPr lang="en-US" dirty="0"/>
              <a:t>Text Input</a:t>
            </a:r>
            <a:endParaRPr lang="en-IN" dirty="0"/>
          </a:p>
        </p:txBody>
      </p:sp>
      <p:sp>
        <p:nvSpPr>
          <p:cNvPr id="5" name="Content Placeholder 4">
            <a:extLst>
              <a:ext uri="{FF2B5EF4-FFF2-40B4-BE49-F238E27FC236}">
                <a16:creationId xmlns:a16="http://schemas.microsoft.com/office/drawing/2014/main" id="{DDE1EDA0-E73D-49C3-9239-3455E7360246}"/>
              </a:ext>
            </a:extLst>
          </p:cNvPr>
          <p:cNvSpPr>
            <a:spLocks noGrp="1"/>
          </p:cNvSpPr>
          <p:nvPr>
            <p:ph idx="1"/>
          </p:nvPr>
        </p:nvSpPr>
        <p:spPr>
          <a:xfrm>
            <a:off x="180752" y="1520456"/>
            <a:ext cx="8856922" cy="5188688"/>
          </a:xfrm>
        </p:spPr>
        <p:txBody>
          <a:bodyPr anchor="t">
            <a:normAutofit/>
          </a:bodyPr>
          <a:lstStyle/>
          <a:p>
            <a:pPr marL="0" indent="0">
              <a:buNone/>
            </a:pPr>
            <a:r>
              <a:rPr lang="en-IN" sz="2600" dirty="0"/>
              <a:t>XML</a:t>
            </a:r>
          </a:p>
          <a:p>
            <a:pPr marL="0" indent="0">
              <a:buNone/>
            </a:pPr>
            <a:r>
              <a:rPr lang="en-US" sz="2600" dirty="0"/>
              <a:t>             set your input format to </a:t>
            </a:r>
            <a:r>
              <a:rPr lang="en-US" sz="2600" dirty="0" err="1"/>
              <a:t>StreamInputFormat</a:t>
            </a:r>
            <a:r>
              <a:rPr lang="en-US" sz="2600" dirty="0"/>
              <a:t> and </a:t>
            </a:r>
          </a:p>
          <a:p>
            <a:pPr marL="0" indent="0" algn="ctr">
              <a:buNone/>
            </a:pPr>
            <a:r>
              <a:rPr lang="en-US" sz="2600" dirty="0"/>
              <a:t>set the </a:t>
            </a:r>
            <a:r>
              <a:rPr lang="en-US" sz="2600" dirty="0" err="1"/>
              <a:t>stream.recordreader.class</a:t>
            </a:r>
            <a:r>
              <a:rPr lang="en-US" sz="2600" dirty="0"/>
              <a:t> property to </a:t>
            </a:r>
            <a:r>
              <a:rPr lang="en-US" sz="2600" dirty="0" err="1"/>
              <a:t>org.apache.hadoop.streaming.StreamXmlRecordReader</a:t>
            </a:r>
            <a:r>
              <a:rPr lang="en-US" sz="2600" dirty="0"/>
              <a:t> </a:t>
            </a:r>
          </a:p>
          <a:p>
            <a:pPr marL="0" indent="0" algn="ctr">
              <a:buNone/>
            </a:pPr>
            <a:r>
              <a:rPr lang="en-US" sz="2600" dirty="0"/>
              <a:t>to use xml as an input format. </a:t>
            </a:r>
            <a:endParaRPr lang="en-IN" sz="2600" b="1" dirty="0"/>
          </a:p>
        </p:txBody>
      </p:sp>
    </p:spTree>
    <p:extLst>
      <p:ext uri="{BB962C8B-B14F-4D97-AF65-F5344CB8AC3E}">
        <p14:creationId xmlns:p14="http://schemas.microsoft.com/office/powerpoint/2010/main" val="17620975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B3F48EE-3D8E-4C22-A05C-E23FB3EE72C4}"/>
              </a:ext>
            </a:extLst>
          </p:cNvPr>
          <p:cNvSpPr>
            <a:spLocks noGrp="1"/>
          </p:cNvSpPr>
          <p:nvPr>
            <p:ph type="title"/>
          </p:nvPr>
        </p:nvSpPr>
        <p:spPr/>
        <p:txBody>
          <a:bodyPr/>
          <a:lstStyle/>
          <a:p>
            <a:r>
              <a:rPr lang="en-US" dirty="0"/>
              <a:t>Text Input</a:t>
            </a:r>
            <a:endParaRPr lang="en-IN" dirty="0"/>
          </a:p>
        </p:txBody>
      </p:sp>
      <p:sp>
        <p:nvSpPr>
          <p:cNvPr id="5" name="Content Placeholder 4">
            <a:extLst>
              <a:ext uri="{FF2B5EF4-FFF2-40B4-BE49-F238E27FC236}">
                <a16:creationId xmlns:a16="http://schemas.microsoft.com/office/drawing/2014/main" id="{DDE1EDA0-E73D-49C3-9239-3455E7360246}"/>
              </a:ext>
            </a:extLst>
          </p:cNvPr>
          <p:cNvSpPr>
            <a:spLocks noGrp="1"/>
          </p:cNvSpPr>
          <p:nvPr>
            <p:ph idx="1"/>
          </p:nvPr>
        </p:nvSpPr>
        <p:spPr>
          <a:xfrm>
            <a:off x="180752" y="1520456"/>
            <a:ext cx="8856922" cy="5188688"/>
          </a:xfrm>
        </p:spPr>
        <p:txBody>
          <a:bodyPr anchor="t">
            <a:normAutofit/>
          </a:bodyPr>
          <a:lstStyle/>
          <a:p>
            <a:pPr marL="0" indent="0">
              <a:buNone/>
            </a:pPr>
            <a:r>
              <a:rPr lang="en-IN" sz="2600" dirty="0"/>
              <a:t>Binary Input :</a:t>
            </a:r>
          </a:p>
          <a:p>
            <a:pPr marL="0" indent="0" algn="ctr">
              <a:buNone/>
            </a:pPr>
            <a:r>
              <a:rPr lang="en-IN" sz="2600" dirty="0" err="1"/>
              <a:t>SequenceFileInputFormat</a:t>
            </a:r>
            <a:endParaRPr lang="en-IN" sz="2600" dirty="0"/>
          </a:p>
        </p:txBody>
      </p:sp>
    </p:spTree>
    <p:extLst>
      <p:ext uri="{BB962C8B-B14F-4D97-AF65-F5344CB8AC3E}">
        <p14:creationId xmlns:p14="http://schemas.microsoft.com/office/powerpoint/2010/main" val="27220303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B3F48EE-3D8E-4C22-A05C-E23FB3EE72C4}"/>
              </a:ext>
            </a:extLst>
          </p:cNvPr>
          <p:cNvSpPr>
            <a:spLocks noGrp="1"/>
          </p:cNvSpPr>
          <p:nvPr>
            <p:ph type="title"/>
          </p:nvPr>
        </p:nvSpPr>
        <p:spPr/>
        <p:txBody>
          <a:bodyPr/>
          <a:lstStyle/>
          <a:p>
            <a:r>
              <a:rPr lang="en-US" dirty="0"/>
              <a:t>Text Input</a:t>
            </a:r>
            <a:endParaRPr lang="en-IN" dirty="0"/>
          </a:p>
        </p:txBody>
      </p:sp>
      <p:sp>
        <p:nvSpPr>
          <p:cNvPr id="5" name="Content Placeholder 4">
            <a:extLst>
              <a:ext uri="{FF2B5EF4-FFF2-40B4-BE49-F238E27FC236}">
                <a16:creationId xmlns:a16="http://schemas.microsoft.com/office/drawing/2014/main" id="{DDE1EDA0-E73D-49C3-9239-3455E7360246}"/>
              </a:ext>
            </a:extLst>
          </p:cNvPr>
          <p:cNvSpPr>
            <a:spLocks noGrp="1"/>
          </p:cNvSpPr>
          <p:nvPr>
            <p:ph idx="1"/>
          </p:nvPr>
        </p:nvSpPr>
        <p:spPr>
          <a:xfrm>
            <a:off x="180752" y="1520456"/>
            <a:ext cx="8856922" cy="5188688"/>
          </a:xfrm>
        </p:spPr>
        <p:txBody>
          <a:bodyPr anchor="t">
            <a:normAutofit/>
          </a:bodyPr>
          <a:lstStyle/>
          <a:p>
            <a:pPr marL="0" indent="0">
              <a:buNone/>
            </a:pPr>
            <a:r>
              <a:rPr lang="en-IN" sz="2600" dirty="0"/>
              <a:t>Binary Input :</a:t>
            </a:r>
          </a:p>
          <a:p>
            <a:pPr marL="0" indent="0" algn="ctr">
              <a:buNone/>
            </a:pPr>
            <a:r>
              <a:rPr lang="en-IN" sz="2600" dirty="0" err="1"/>
              <a:t>SequenceFileInputFormat</a:t>
            </a:r>
            <a:endParaRPr lang="en-IN" sz="2600" dirty="0"/>
          </a:p>
          <a:p>
            <a:pPr marL="0" indent="0" algn="ctr">
              <a:buNone/>
            </a:pPr>
            <a:r>
              <a:rPr lang="en-IN" sz="2600" dirty="0" err="1"/>
              <a:t>SequenceFileAsTextInputFormat</a:t>
            </a:r>
            <a:endParaRPr lang="en-IN" sz="2600" dirty="0"/>
          </a:p>
        </p:txBody>
      </p:sp>
    </p:spTree>
    <p:extLst>
      <p:ext uri="{BB962C8B-B14F-4D97-AF65-F5344CB8AC3E}">
        <p14:creationId xmlns:p14="http://schemas.microsoft.com/office/powerpoint/2010/main" val="366681814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B3F48EE-3D8E-4C22-A05C-E23FB3EE72C4}"/>
              </a:ext>
            </a:extLst>
          </p:cNvPr>
          <p:cNvSpPr>
            <a:spLocks noGrp="1"/>
          </p:cNvSpPr>
          <p:nvPr>
            <p:ph type="title"/>
          </p:nvPr>
        </p:nvSpPr>
        <p:spPr/>
        <p:txBody>
          <a:bodyPr/>
          <a:lstStyle/>
          <a:p>
            <a:r>
              <a:rPr lang="en-US" dirty="0"/>
              <a:t>Text Input</a:t>
            </a:r>
            <a:endParaRPr lang="en-IN" dirty="0"/>
          </a:p>
        </p:txBody>
      </p:sp>
      <p:sp>
        <p:nvSpPr>
          <p:cNvPr id="5" name="Content Placeholder 4">
            <a:extLst>
              <a:ext uri="{FF2B5EF4-FFF2-40B4-BE49-F238E27FC236}">
                <a16:creationId xmlns:a16="http://schemas.microsoft.com/office/drawing/2014/main" id="{DDE1EDA0-E73D-49C3-9239-3455E7360246}"/>
              </a:ext>
            </a:extLst>
          </p:cNvPr>
          <p:cNvSpPr>
            <a:spLocks noGrp="1"/>
          </p:cNvSpPr>
          <p:nvPr>
            <p:ph idx="1"/>
          </p:nvPr>
        </p:nvSpPr>
        <p:spPr>
          <a:xfrm>
            <a:off x="180752" y="1520456"/>
            <a:ext cx="8856922" cy="5188688"/>
          </a:xfrm>
        </p:spPr>
        <p:txBody>
          <a:bodyPr anchor="t">
            <a:normAutofit/>
          </a:bodyPr>
          <a:lstStyle/>
          <a:p>
            <a:pPr marL="0" indent="0">
              <a:buNone/>
            </a:pPr>
            <a:r>
              <a:rPr lang="en-IN" sz="2600" dirty="0"/>
              <a:t>Binary Input :</a:t>
            </a:r>
          </a:p>
          <a:p>
            <a:pPr marL="0" indent="0" algn="ctr">
              <a:buNone/>
            </a:pPr>
            <a:r>
              <a:rPr lang="en-IN" sz="2600" dirty="0" err="1"/>
              <a:t>SequenceFileInputFormat</a:t>
            </a:r>
            <a:endParaRPr lang="en-IN" sz="2600" dirty="0"/>
          </a:p>
          <a:p>
            <a:pPr marL="0" indent="0" algn="ctr">
              <a:buNone/>
            </a:pPr>
            <a:r>
              <a:rPr lang="en-IN" sz="2600" dirty="0" err="1"/>
              <a:t>SequenceFileAsTextInputFormat</a:t>
            </a:r>
            <a:endParaRPr lang="en-IN" sz="2600" dirty="0"/>
          </a:p>
          <a:p>
            <a:pPr marL="0" indent="0" algn="ctr">
              <a:buNone/>
            </a:pPr>
            <a:r>
              <a:rPr lang="en-IN" sz="2600" dirty="0" err="1"/>
              <a:t>SequenceFileAsBinaryInputFormat</a:t>
            </a:r>
            <a:endParaRPr lang="en-IN" sz="2600" b="1" dirty="0"/>
          </a:p>
        </p:txBody>
      </p:sp>
    </p:spTree>
    <p:extLst>
      <p:ext uri="{BB962C8B-B14F-4D97-AF65-F5344CB8AC3E}">
        <p14:creationId xmlns:p14="http://schemas.microsoft.com/office/powerpoint/2010/main" val="388395292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2B5C06F-7819-474E-93AE-BCD54F824AEC}"/>
              </a:ext>
            </a:extLst>
          </p:cNvPr>
          <p:cNvSpPr>
            <a:spLocks noGrp="1"/>
          </p:cNvSpPr>
          <p:nvPr>
            <p:ph idx="1"/>
          </p:nvPr>
        </p:nvSpPr>
        <p:spPr>
          <a:xfrm>
            <a:off x="338361" y="1543779"/>
            <a:ext cx="8386537" cy="4410824"/>
          </a:xfrm>
        </p:spPr>
        <p:txBody>
          <a:bodyPr>
            <a:normAutofit/>
          </a:bodyPr>
          <a:lstStyle/>
          <a:p>
            <a:pPr marL="0" indent="0">
              <a:buNone/>
            </a:pPr>
            <a:r>
              <a:rPr lang="en-IN" dirty="0" err="1">
                <a:solidFill>
                  <a:srgbClr val="FF0000"/>
                </a:solidFill>
              </a:rPr>
              <a:t>SequenceFileInputFormat</a:t>
            </a:r>
            <a:endParaRPr lang="en-IN" dirty="0">
              <a:solidFill>
                <a:srgbClr val="FF0000"/>
              </a:solidFill>
            </a:endParaRPr>
          </a:p>
          <a:p>
            <a:pPr marL="0" indent="0" algn="just">
              <a:buNone/>
            </a:pPr>
            <a:r>
              <a:rPr lang="en-IN" sz="2600" dirty="0"/>
              <a:t>Hadoop’s sequence file format stores sequences of binary key-value pairs. Sequence files are well suited as a format for MapReduce data since they are </a:t>
            </a:r>
            <a:r>
              <a:rPr lang="en-IN" sz="2600" dirty="0" err="1"/>
              <a:t>splittable</a:t>
            </a:r>
            <a:r>
              <a:rPr lang="en-IN" sz="2600" dirty="0"/>
              <a:t> they support compression as a part of the format.</a:t>
            </a:r>
          </a:p>
        </p:txBody>
      </p:sp>
      <p:sp>
        <p:nvSpPr>
          <p:cNvPr id="3" name="Title 2">
            <a:extLst>
              <a:ext uri="{FF2B5EF4-FFF2-40B4-BE49-F238E27FC236}">
                <a16:creationId xmlns:a16="http://schemas.microsoft.com/office/drawing/2014/main" id="{04870334-B57C-452B-951F-3CE0271C459A}"/>
              </a:ext>
            </a:extLst>
          </p:cNvPr>
          <p:cNvSpPr>
            <a:spLocks noGrp="1"/>
          </p:cNvSpPr>
          <p:nvPr>
            <p:ph type="title"/>
          </p:nvPr>
        </p:nvSpPr>
        <p:spPr/>
        <p:txBody>
          <a:bodyPr/>
          <a:lstStyle/>
          <a:p>
            <a:r>
              <a:rPr lang="en-US" dirty="0"/>
              <a:t>Text Input</a:t>
            </a:r>
            <a:endParaRPr lang="en-IN" dirty="0"/>
          </a:p>
        </p:txBody>
      </p:sp>
    </p:spTree>
    <p:extLst>
      <p:ext uri="{BB962C8B-B14F-4D97-AF65-F5344CB8AC3E}">
        <p14:creationId xmlns:p14="http://schemas.microsoft.com/office/powerpoint/2010/main" val="348612334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2B5C06F-7819-474E-93AE-BCD54F824AEC}"/>
              </a:ext>
            </a:extLst>
          </p:cNvPr>
          <p:cNvSpPr>
            <a:spLocks noGrp="1"/>
          </p:cNvSpPr>
          <p:nvPr>
            <p:ph idx="1"/>
          </p:nvPr>
        </p:nvSpPr>
        <p:spPr>
          <a:xfrm>
            <a:off x="338361" y="1577049"/>
            <a:ext cx="8386537" cy="4230070"/>
          </a:xfrm>
        </p:spPr>
        <p:txBody>
          <a:bodyPr>
            <a:normAutofit/>
          </a:bodyPr>
          <a:lstStyle/>
          <a:p>
            <a:pPr marL="0" indent="0" algn="just">
              <a:buNone/>
            </a:pPr>
            <a:r>
              <a:rPr lang="en-IN" dirty="0" err="1">
                <a:solidFill>
                  <a:srgbClr val="FF0000"/>
                </a:solidFill>
              </a:rPr>
              <a:t>SequenceFileAsTextInputFormat</a:t>
            </a:r>
            <a:r>
              <a:rPr lang="en-IN" dirty="0">
                <a:solidFill>
                  <a:srgbClr val="FF0000"/>
                </a:solidFill>
              </a:rPr>
              <a:t> </a:t>
            </a:r>
          </a:p>
          <a:p>
            <a:pPr marL="0" indent="0" algn="just">
              <a:buNone/>
            </a:pPr>
            <a:r>
              <a:rPr lang="en-IN" sz="2600" dirty="0" err="1"/>
              <a:t>SequenceFileAsTextInputFormat</a:t>
            </a:r>
            <a:r>
              <a:rPr lang="en-IN" sz="2600" dirty="0"/>
              <a:t> is a variant of </a:t>
            </a:r>
            <a:r>
              <a:rPr lang="en-IN" sz="2600" dirty="0" err="1"/>
              <a:t>SequenceFileInputFormat</a:t>
            </a:r>
            <a:r>
              <a:rPr lang="en-IN" sz="2600" dirty="0"/>
              <a:t> that converts the sequence file’s keys and values to Text objects. </a:t>
            </a:r>
          </a:p>
        </p:txBody>
      </p:sp>
      <p:sp>
        <p:nvSpPr>
          <p:cNvPr id="3" name="Title 2">
            <a:extLst>
              <a:ext uri="{FF2B5EF4-FFF2-40B4-BE49-F238E27FC236}">
                <a16:creationId xmlns:a16="http://schemas.microsoft.com/office/drawing/2014/main" id="{04870334-B57C-452B-951F-3CE0271C459A}"/>
              </a:ext>
            </a:extLst>
          </p:cNvPr>
          <p:cNvSpPr>
            <a:spLocks noGrp="1"/>
          </p:cNvSpPr>
          <p:nvPr>
            <p:ph type="title"/>
          </p:nvPr>
        </p:nvSpPr>
        <p:spPr/>
        <p:txBody>
          <a:bodyPr/>
          <a:lstStyle/>
          <a:p>
            <a:r>
              <a:rPr lang="en-US" dirty="0"/>
              <a:t>Text Input</a:t>
            </a:r>
            <a:endParaRPr lang="en-IN" dirty="0"/>
          </a:p>
        </p:txBody>
      </p:sp>
    </p:spTree>
    <p:extLst>
      <p:ext uri="{BB962C8B-B14F-4D97-AF65-F5344CB8AC3E}">
        <p14:creationId xmlns:p14="http://schemas.microsoft.com/office/powerpoint/2010/main" val="382884062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2B5C06F-7819-474E-93AE-BCD54F824AEC}"/>
              </a:ext>
            </a:extLst>
          </p:cNvPr>
          <p:cNvSpPr>
            <a:spLocks noGrp="1"/>
          </p:cNvSpPr>
          <p:nvPr>
            <p:ph idx="1"/>
          </p:nvPr>
        </p:nvSpPr>
        <p:spPr>
          <a:xfrm>
            <a:off x="338362" y="1688176"/>
            <a:ext cx="8386537" cy="4059949"/>
          </a:xfrm>
        </p:spPr>
        <p:txBody>
          <a:bodyPr>
            <a:normAutofit/>
          </a:bodyPr>
          <a:lstStyle/>
          <a:p>
            <a:pPr marL="0" indent="0">
              <a:buNone/>
            </a:pPr>
            <a:r>
              <a:rPr lang="en-IN" dirty="0" err="1">
                <a:solidFill>
                  <a:srgbClr val="FF0000"/>
                </a:solidFill>
              </a:rPr>
              <a:t>SequenceFileAsBinaryInputFormat</a:t>
            </a:r>
            <a:r>
              <a:rPr lang="en-IN" dirty="0">
                <a:solidFill>
                  <a:srgbClr val="FF0000"/>
                </a:solidFill>
              </a:rPr>
              <a:t> </a:t>
            </a:r>
          </a:p>
          <a:p>
            <a:pPr marL="0" indent="0" algn="just">
              <a:buNone/>
            </a:pPr>
            <a:r>
              <a:rPr lang="en-IN" dirty="0" err="1"/>
              <a:t>SequenceFileAsBinaryInputFormat</a:t>
            </a:r>
            <a:r>
              <a:rPr lang="en-IN" dirty="0"/>
              <a:t> is a variant of </a:t>
            </a:r>
            <a:r>
              <a:rPr lang="en-IN" dirty="0" err="1"/>
              <a:t>SequenceFileInputFormat</a:t>
            </a:r>
            <a:r>
              <a:rPr lang="en-IN" dirty="0"/>
              <a:t> that retrieves the sequence file’s keys and values as opaque binary objects.</a:t>
            </a:r>
          </a:p>
        </p:txBody>
      </p:sp>
      <p:sp>
        <p:nvSpPr>
          <p:cNvPr id="3" name="Title 2">
            <a:extLst>
              <a:ext uri="{FF2B5EF4-FFF2-40B4-BE49-F238E27FC236}">
                <a16:creationId xmlns:a16="http://schemas.microsoft.com/office/drawing/2014/main" id="{04870334-B57C-452B-951F-3CE0271C459A}"/>
              </a:ext>
            </a:extLst>
          </p:cNvPr>
          <p:cNvSpPr>
            <a:spLocks noGrp="1"/>
          </p:cNvSpPr>
          <p:nvPr>
            <p:ph type="title"/>
          </p:nvPr>
        </p:nvSpPr>
        <p:spPr/>
        <p:txBody>
          <a:bodyPr/>
          <a:lstStyle/>
          <a:p>
            <a:r>
              <a:rPr lang="en-US" dirty="0"/>
              <a:t>Text Input</a:t>
            </a:r>
            <a:endParaRPr lang="en-IN" dirty="0"/>
          </a:p>
        </p:txBody>
      </p:sp>
    </p:spTree>
    <p:extLst>
      <p:ext uri="{BB962C8B-B14F-4D97-AF65-F5344CB8AC3E}">
        <p14:creationId xmlns:p14="http://schemas.microsoft.com/office/powerpoint/2010/main" val="26323550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B3F48EE-3D8E-4C22-A05C-E23FB3EE72C4}"/>
              </a:ext>
            </a:extLst>
          </p:cNvPr>
          <p:cNvSpPr>
            <a:spLocks noGrp="1"/>
          </p:cNvSpPr>
          <p:nvPr>
            <p:ph type="title"/>
          </p:nvPr>
        </p:nvSpPr>
        <p:spPr/>
        <p:txBody>
          <a:bodyPr/>
          <a:lstStyle/>
          <a:p>
            <a:r>
              <a:rPr lang="en-US" dirty="0"/>
              <a:t>Text Input</a:t>
            </a:r>
            <a:endParaRPr lang="en-IN" dirty="0"/>
          </a:p>
        </p:txBody>
      </p:sp>
      <p:sp>
        <p:nvSpPr>
          <p:cNvPr id="5" name="Content Placeholder 4">
            <a:extLst>
              <a:ext uri="{FF2B5EF4-FFF2-40B4-BE49-F238E27FC236}">
                <a16:creationId xmlns:a16="http://schemas.microsoft.com/office/drawing/2014/main" id="{DDE1EDA0-E73D-49C3-9239-3455E7360246}"/>
              </a:ext>
            </a:extLst>
          </p:cNvPr>
          <p:cNvSpPr>
            <a:spLocks noGrp="1"/>
          </p:cNvSpPr>
          <p:nvPr>
            <p:ph idx="1"/>
          </p:nvPr>
        </p:nvSpPr>
        <p:spPr>
          <a:xfrm>
            <a:off x="338362" y="1520456"/>
            <a:ext cx="8699312" cy="5188688"/>
          </a:xfrm>
        </p:spPr>
        <p:txBody>
          <a:bodyPr anchor="t">
            <a:normAutofit/>
          </a:bodyPr>
          <a:lstStyle/>
          <a:p>
            <a:pPr marL="0" indent="0">
              <a:buNone/>
            </a:pPr>
            <a:r>
              <a:rPr lang="en-IN" dirty="0">
                <a:solidFill>
                  <a:srgbClr val="FF0000"/>
                </a:solidFill>
              </a:rPr>
              <a:t>Multiple Inputs</a:t>
            </a:r>
          </a:p>
          <a:p>
            <a:pPr marL="0" indent="0" algn="just">
              <a:buNone/>
            </a:pPr>
            <a:r>
              <a:rPr lang="en-US" dirty="0"/>
              <a:t>The input to a MapReduce job may consist of multiple input files. This case is handled elegantly by using the </a:t>
            </a:r>
            <a:r>
              <a:rPr lang="en-US" dirty="0" err="1"/>
              <a:t>MultipleInputs</a:t>
            </a:r>
            <a:r>
              <a:rPr lang="en-US" dirty="0"/>
              <a:t> class.</a:t>
            </a:r>
          </a:p>
        </p:txBody>
      </p:sp>
    </p:spTree>
    <p:extLst>
      <p:ext uri="{BB962C8B-B14F-4D97-AF65-F5344CB8AC3E}">
        <p14:creationId xmlns:p14="http://schemas.microsoft.com/office/powerpoint/2010/main" val="293232636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B3F48EE-3D8E-4C22-A05C-E23FB3EE72C4}"/>
              </a:ext>
            </a:extLst>
          </p:cNvPr>
          <p:cNvSpPr>
            <a:spLocks noGrp="1"/>
          </p:cNvSpPr>
          <p:nvPr>
            <p:ph type="title"/>
          </p:nvPr>
        </p:nvSpPr>
        <p:spPr/>
        <p:txBody>
          <a:bodyPr/>
          <a:lstStyle/>
          <a:p>
            <a:r>
              <a:rPr lang="en-US" dirty="0"/>
              <a:t>Text Input</a:t>
            </a:r>
            <a:endParaRPr lang="en-IN" dirty="0"/>
          </a:p>
        </p:txBody>
      </p:sp>
      <p:sp>
        <p:nvSpPr>
          <p:cNvPr id="5" name="Content Placeholder 4">
            <a:extLst>
              <a:ext uri="{FF2B5EF4-FFF2-40B4-BE49-F238E27FC236}">
                <a16:creationId xmlns:a16="http://schemas.microsoft.com/office/drawing/2014/main" id="{DDE1EDA0-E73D-49C3-9239-3455E7360246}"/>
              </a:ext>
            </a:extLst>
          </p:cNvPr>
          <p:cNvSpPr>
            <a:spLocks noGrp="1"/>
          </p:cNvSpPr>
          <p:nvPr>
            <p:ph idx="1"/>
          </p:nvPr>
        </p:nvSpPr>
        <p:spPr>
          <a:xfrm>
            <a:off x="338362" y="1681317"/>
            <a:ext cx="8656783" cy="3900776"/>
          </a:xfrm>
        </p:spPr>
        <p:txBody>
          <a:bodyPr anchor="t">
            <a:normAutofit lnSpcReduction="10000"/>
          </a:bodyPr>
          <a:lstStyle/>
          <a:p>
            <a:pPr marL="0" indent="0">
              <a:buNone/>
            </a:pPr>
            <a:r>
              <a:rPr lang="en-IN" dirty="0" err="1"/>
              <a:t>MultipleInputs.addInputPath</a:t>
            </a:r>
            <a:r>
              <a:rPr lang="en-IN" dirty="0"/>
              <a:t>(job, </a:t>
            </a:r>
            <a:r>
              <a:rPr lang="en-IN" dirty="0" err="1"/>
              <a:t>ncdcInputPath</a:t>
            </a:r>
            <a:r>
              <a:rPr lang="en-IN" dirty="0"/>
              <a:t>, </a:t>
            </a:r>
            <a:r>
              <a:rPr lang="en-IN" dirty="0" err="1"/>
              <a:t>TextInputFormat.class</a:t>
            </a:r>
            <a:r>
              <a:rPr lang="en-IN" dirty="0"/>
              <a:t>, </a:t>
            </a:r>
            <a:r>
              <a:rPr lang="en-IN" dirty="0" err="1"/>
              <a:t>MaxTemperatureMapper.class</a:t>
            </a:r>
            <a:r>
              <a:rPr lang="en-IN" dirty="0"/>
              <a:t>);</a:t>
            </a:r>
          </a:p>
          <a:p>
            <a:pPr marL="0" indent="0">
              <a:buNone/>
            </a:pPr>
            <a:r>
              <a:rPr lang="en-IN" dirty="0"/>
              <a:t> </a:t>
            </a:r>
            <a:r>
              <a:rPr lang="en-IN" dirty="0" err="1"/>
              <a:t>MultipleInputs.addInputPath</a:t>
            </a:r>
            <a:r>
              <a:rPr lang="en-IN" dirty="0"/>
              <a:t>(job, </a:t>
            </a:r>
            <a:r>
              <a:rPr lang="en-IN" dirty="0" err="1"/>
              <a:t>metOfficeInputPath</a:t>
            </a:r>
            <a:r>
              <a:rPr lang="en-IN" dirty="0"/>
              <a:t>, </a:t>
            </a:r>
            <a:r>
              <a:rPr lang="en-IN" dirty="0" err="1"/>
              <a:t>TextInputFormat.class</a:t>
            </a:r>
            <a:r>
              <a:rPr lang="en-IN" dirty="0"/>
              <a:t>, </a:t>
            </a:r>
            <a:r>
              <a:rPr lang="en-IN" dirty="0" err="1"/>
              <a:t>MetOfficeMaxTemperatureMapper.class</a:t>
            </a:r>
            <a:r>
              <a:rPr lang="en-IN" dirty="0"/>
              <a:t>);</a:t>
            </a:r>
          </a:p>
        </p:txBody>
      </p:sp>
    </p:spTree>
    <p:extLst>
      <p:ext uri="{BB962C8B-B14F-4D97-AF65-F5344CB8AC3E}">
        <p14:creationId xmlns:p14="http://schemas.microsoft.com/office/powerpoint/2010/main" val="2544194323"/>
      </p:ext>
    </p:extLst>
  </p:cSld>
  <p:clrMapOvr>
    <a:masterClrMapping/>
  </p:clrMapOvr>
</p:sld>
</file>

<file path=ppt/slides/slide3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B3F48EE-3D8E-4C22-A05C-E23FB3EE72C4}"/>
              </a:ext>
            </a:extLst>
          </p:cNvPr>
          <p:cNvSpPr>
            <a:spLocks noGrp="1"/>
          </p:cNvSpPr>
          <p:nvPr>
            <p:ph type="title"/>
          </p:nvPr>
        </p:nvSpPr>
        <p:spPr/>
        <p:txBody>
          <a:bodyPr/>
          <a:lstStyle/>
          <a:p>
            <a:r>
              <a:rPr dirty="0" lang="en-IN"/>
              <a:t>Database Input</a:t>
            </a:r>
          </a:p>
        </p:txBody>
      </p:sp>
      <p:pic>
        <p:nvPicPr>
          <p:cNvPr id="2" name="Picture 1">
            <a:extLst>
              <a:ext uri="{FF2B5EF4-FFF2-40B4-BE49-F238E27FC236}">
                <a16:creationId xmlns:a16="http://schemas.microsoft.com/office/drawing/2014/main" id="{4DFAFE4B-C111-44FA-9951-9D0258C6C972}"/>
              </a:ext>
            </a:extLst>
          </p:cNvPr>
          <p:cNvPicPr>
            <a:picLocks noChangeAspect="1"/>
          </p:cNvPicPr>
          <p:nvPr/>
        </p:nvPicPr>
        <p:blipFill rotWithShape="1">
          <a:blip r:embed="rId2"/>
          <a:srcRect b="-24" r="-22"/>
          <a:stretch/>
        </p:blipFill>
        <p:spPr>
          <a:xfrm>
            <a:off x="1131338" y="1435511"/>
            <a:ext cx="6445388" cy="4936894"/>
          </a:xfrm>
          <a:prstGeom prst="rect">
            <a:avLst/>
          </a:prstGeom>
        </p:spPr>
      </p:pic>
      <p:sp>
        <p:nvSpPr>
          <p:cNvPr id="4" name="Rectangle 3">
            <a:extLst>
              <a:ext uri="{FF2B5EF4-FFF2-40B4-BE49-F238E27FC236}">
                <a16:creationId xmlns:a16="http://schemas.microsoft.com/office/drawing/2014/main" id="{0E6B3C5D-A747-4808-ADB3-F4077B5AE42D}"/>
              </a:ext>
            </a:extLst>
          </p:cNvPr>
          <p:cNvSpPr/>
          <p:nvPr/>
        </p:nvSpPr>
        <p:spPr>
          <a:xfrm>
            <a:off x="2658139" y="6423360"/>
            <a:ext cx="3391786" cy="375646"/>
          </a:xfrm>
          <a:prstGeom prst="rect">
            <a:avLst/>
          </a:prstGeom>
          <a:solidFill>
            <a:srgbClr val="44525A"/>
          </a:solidFill>
        </p:spPr>
        <p:style>
          <a:lnRef idx="2">
            <a:schemeClr val="accent1">
              <a:shade val="50000"/>
            </a:schemeClr>
          </a:lnRef>
          <a:fillRef idx="1">
            <a:schemeClr val="accent1"/>
          </a:fillRef>
          <a:effectRef idx="0">
            <a:schemeClr val="accent1"/>
          </a:effectRef>
          <a:fontRef idx="minor">
            <a:schemeClr val="lt1"/>
          </a:fontRef>
        </p:style>
        <p:txBody>
          <a:bodyPr anchor="ctr" rtlCol="0"/>
          <a:lstStyle/>
          <a:p>
            <a:pPr algn="ctr"/>
            <a:r>
              <a:rPr dirty="0" lang="en-US"/>
              <a:t>Input format class hierarchy</a:t>
            </a:r>
            <a:endParaRPr dirty="0" lang="en-IN"/>
          </a:p>
        </p:txBody>
      </p:sp>
    </p:spTree>
    <p:extLst>
      <p:ext uri="{BB962C8B-B14F-4D97-AF65-F5344CB8AC3E}">
        <p14:creationId xmlns:p14="http://schemas.microsoft.com/office/powerpoint/2010/main" val="410949005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072235">
            <a:alpha val="0"/>
          </a:srgb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B3F48EE-3D8E-4C22-A05C-E23FB3EE72C4}"/>
              </a:ext>
            </a:extLst>
          </p:cNvPr>
          <p:cNvSpPr>
            <a:spLocks noGrp="1"/>
          </p:cNvSpPr>
          <p:nvPr>
            <p:ph type="title"/>
          </p:nvPr>
        </p:nvSpPr>
        <p:spPr/>
        <p:txBody>
          <a:bodyPr/>
          <a:lstStyle/>
          <a:p>
            <a:r>
              <a:rPr lang="en-IN" dirty="0"/>
              <a:t>Database Input</a:t>
            </a:r>
          </a:p>
        </p:txBody>
      </p:sp>
      <p:sp>
        <p:nvSpPr>
          <p:cNvPr id="4" name="Rectangle 3">
            <a:extLst>
              <a:ext uri="{FF2B5EF4-FFF2-40B4-BE49-F238E27FC236}">
                <a16:creationId xmlns:a16="http://schemas.microsoft.com/office/drawing/2014/main" id="{0E6B3C5D-A747-4808-ADB3-F4077B5AE42D}"/>
              </a:ext>
            </a:extLst>
          </p:cNvPr>
          <p:cNvSpPr/>
          <p:nvPr/>
        </p:nvSpPr>
        <p:spPr>
          <a:xfrm>
            <a:off x="2628642" y="6353524"/>
            <a:ext cx="3391786" cy="375646"/>
          </a:xfrm>
          <a:prstGeom prst="rect">
            <a:avLst/>
          </a:prstGeom>
          <a:solidFill>
            <a:srgbClr val="44525A"/>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Output format class hierarchy</a:t>
            </a:r>
            <a:endParaRPr lang="en-IN" dirty="0"/>
          </a:p>
        </p:txBody>
      </p:sp>
      <p:pic>
        <p:nvPicPr>
          <p:cNvPr id="6" name="Picture 5">
            <a:extLst>
              <a:ext uri="{FF2B5EF4-FFF2-40B4-BE49-F238E27FC236}">
                <a16:creationId xmlns:a16="http://schemas.microsoft.com/office/drawing/2014/main" id="{936DBED7-95BC-43EC-A288-50D9172CA341}"/>
              </a:ext>
            </a:extLst>
          </p:cNvPr>
          <p:cNvPicPr>
            <a:picLocks noChangeAspect="1"/>
          </p:cNvPicPr>
          <p:nvPr/>
        </p:nvPicPr>
        <p:blipFill>
          <a:blip r:embed="rId2"/>
          <a:stretch>
            <a:fillRect/>
          </a:stretch>
        </p:blipFill>
        <p:spPr>
          <a:xfrm>
            <a:off x="1079117" y="1552274"/>
            <a:ext cx="6985765" cy="4703368"/>
          </a:xfrm>
          <a:prstGeom prst="rect">
            <a:avLst/>
          </a:prstGeom>
        </p:spPr>
      </p:pic>
    </p:spTree>
    <p:extLst>
      <p:ext uri="{BB962C8B-B14F-4D97-AF65-F5344CB8AC3E}">
        <p14:creationId xmlns:p14="http://schemas.microsoft.com/office/powerpoint/2010/main" val="307099885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823C125-DB1B-4DFB-ADD2-AD5633B85297}"/>
              </a:ext>
            </a:extLst>
          </p:cNvPr>
          <p:cNvSpPr>
            <a:spLocks noGrp="1"/>
          </p:cNvSpPr>
          <p:nvPr>
            <p:ph idx="1"/>
          </p:nvPr>
        </p:nvSpPr>
        <p:spPr>
          <a:xfrm>
            <a:off x="338361" y="1556357"/>
            <a:ext cx="8386537" cy="5004884"/>
          </a:xfrm>
        </p:spPr>
        <p:txBody>
          <a:bodyPr>
            <a:normAutofit/>
          </a:bodyPr>
          <a:lstStyle/>
          <a:p>
            <a:pPr algn="just"/>
            <a:r>
              <a:rPr lang="en-US" sz="2400" dirty="0"/>
              <a:t>The default output format, </a:t>
            </a:r>
            <a:r>
              <a:rPr lang="en-US" sz="2400" dirty="0" err="1"/>
              <a:t>TextOutputFormat</a:t>
            </a:r>
            <a:r>
              <a:rPr lang="en-US" sz="2400" dirty="0"/>
              <a:t>, writes records as lines of text.</a:t>
            </a:r>
          </a:p>
          <a:p>
            <a:pPr algn="just"/>
            <a:r>
              <a:rPr lang="en-US" sz="2400" dirty="0"/>
              <a:t> Its keys and values may be of any type, since </a:t>
            </a:r>
            <a:r>
              <a:rPr lang="en-US" sz="2400" dirty="0" err="1"/>
              <a:t>TextOutputFormat</a:t>
            </a:r>
            <a:r>
              <a:rPr lang="en-US" sz="2400" dirty="0"/>
              <a:t> turns them to strings by calling </a:t>
            </a:r>
            <a:r>
              <a:rPr lang="en-US" sz="2400" dirty="0" err="1"/>
              <a:t>toString</a:t>
            </a:r>
            <a:r>
              <a:rPr lang="en-US" sz="2400" dirty="0"/>
              <a:t>() on them. </a:t>
            </a:r>
          </a:p>
          <a:p>
            <a:pPr algn="just"/>
            <a:r>
              <a:rPr lang="en-US" sz="2400" dirty="0"/>
              <a:t>Each key-value pair is separated by a tab character. The counterpart to </a:t>
            </a:r>
            <a:r>
              <a:rPr lang="en-US" sz="2400" dirty="0" err="1"/>
              <a:t>TextOutput</a:t>
            </a:r>
            <a:r>
              <a:rPr lang="en-US" sz="2400" dirty="0"/>
              <a:t> Format for reading in this case is </a:t>
            </a:r>
            <a:r>
              <a:rPr lang="en-US" sz="2400" dirty="0" err="1"/>
              <a:t>KeyValueTextInputFormat</a:t>
            </a:r>
            <a:r>
              <a:rPr lang="en-US" sz="2400" dirty="0"/>
              <a:t>. </a:t>
            </a:r>
            <a:endParaRPr lang="en-IN" sz="2400" dirty="0"/>
          </a:p>
        </p:txBody>
      </p:sp>
      <p:sp>
        <p:nvSpPr>
          <p:cNvPr id="3" name="Title 2">
            <a:extLst>
              <a:ext uri="{FF2B5EF4-FFF2-40B4-BE49-F238E27FC236}">
                <a16:creationId xmlns:a16="http://schemas.microsoft.com/office/drawing/2014/main" id="{1EC0177A-F1ED-44AC-9F4F-D2ADE025CACA}"/>
              </a:ext>
            </a:extLst>
          </p:cNvPr>
          <p:cNvSpPr>
            <a:spLocks noGrp="1"/>
          </p:cNvSpPr>
          <p:nvPr>
            <p:ph type="title"/>
          </p:nvPr>
        </p:nvSpPr>
        <p:spPr/>
        <p:txBody>
          <a:bodyPr/>
          <a:lstStyle/>
          <a:p>
            <a:r>
              <a:rPr lang="en-US" dirty="0"/>
              <a:t>Text Output</a:t>
            </a:r>
            <a:endParaRPr lang="en-IN" dirty="0"/>
          </a:p>
        </p:txBody>
      </p:sp>
    </p:spTree>
    <p:extLst>
      <p:ext uri="{BB962C8B-B14F-4D97-AF65-F5344CB8AC3E}">
        <p14:creationId xmlns:p14="http://schemas.microsoft.com/office/powerpoint/2010/main" val="82996290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3CF2A1A-1B24-4CAA-9941-17505323B7C6}"/>
              </a:ext>
            </a:extLst>
          </p:cNvPr>
          <p:cNvSpPr>
            <a:spLocks noGrp="1"/>
          </p:cNvSpPr>
          <p:nvPr>
            <p:ph idx="1"/>
          </p:nvPr>
        </p:nvSpPr>
        <p:spPr/>
        <p:txBody>
          <a:bodyPr/>
          <a:lstStyle/>
          <a:p>
            <a:pPr algn="just"/>
            <a:r>
              <a:rPr lang="en-IN" dirty="0" err="1"/>
              <a:t>SequenceFileOutputFormat</a:t>
            </a:r>
            <a:endParaRPr lang="en-IN" dirty="0"/>
          </a:p>
        </p:txBody>
      </p:sp>
      <p:sp>
        <p:nvSpPr>
          <p:cNvPr id="3" name="Title 2">
            <a:extLst>
              <a:ext uri="{FF2B5EF4-FFF2-40B4-BE49-F238E27FC236}">
                <a16:creationId xmlns:a16="http://schemas.microsoft.com/office/drawing/2014/main" id="{05A260B4-C749-4BCE-A69C-7A57B2647CDF}"/>
              </a:ext>
            </a:extLst>
          </p:cNvPr>
          <p:cNvSpPr>
            <a:spLocks noGrp="1"/>
          </p:cNvSpPr>
          <p:nvPr>
            <p:ph type="title"/>
          </p:nvPr>
        </p:nvSpPr>
        <p:spPr/>
        <p:txBody>
          <a:bodyPr/>
          <a:lstStyle/>
          <a:p>
            <a:r>
              <a:rPr lang="en-IN" dirty="0"/>
              <a:t>Binary Output </a:t>
            </a:r>
          </a:p>
        </p:txBody>
      </p:sp>
    </p:spTree>
    <p:extLst>
      <p:ext uri="{BB962C8B-B14F-4D97-AF65-F5344CB8AC3E}">
        <p14:creationId xmlns:p14="http://schemas.microsoft.com/office/powerpoint/2010/main" val="317142859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3CF2A1A-1B24-4CAA-9941-17505323B7C6}"/>
              </a:ext>
            </a:extLst>
          </p:cNvPr>
          <p:cNvSpPr>
            <a:spLocks noGrp="1"/>
          </p:cNvSpPr>
          <p:nvPr>
            <p:ph idx="1"/>
          </p:nvPr>
        </p:nvSpPr>
        <p:spPr/>
        <p:txBody>
          <a:bodyPr/>
          <a:lstStyle/>
          <a:p>
            <a:pPr algn="just"/>
            <a:r>
              <a:rPr lang="en-IN" dirty="0" err="1"/>
              <a:t>SequenceFileOutputFormat</a:t>
            </a:r>
            <a:endParaRPr lang="en-IN" dirty="0"/>
          </a:p>
          <a:p>
            <a:pPr algn="just"/>
            <a:r>
              <a:rPr lang="en-IN" dirty="0" err="1"/>
              <a:t>SequenceFileAsBinaryOutputFormat</a:t>
            </a:r>
            <a:r>
              <a:rPr lang="en-IN" dirty="0"/>
              <a:t> </a:t>
            </a:r>
          </a:p>
        </p:txBody>
      </p:sp>
      <p:sp>
        <p:nvSpPr>
          <p:cNvPr id="3" name="Title 2">
            <a:extLst>
              <a:ext uri="{FF2B5EF4-FFF2-40B4-BE49-F238E27FC236}">
                <a16:creationId xmlns:a16="http://schemas.microsoft.com/office/drawing/2014/main" id="{05A260B4-C749-4BCE-A69C-7A57B2647CDF}"/>
              </a:ext>
            </a:extLst>
          </p:cNvPr>
          <p:cNvSpPr>
            <a:spLocks noGrp="1"/>
          </p:cNvSpPr>
          <p:nvPr>
            <p:ph type="title"/>
          </p:nvPr>
        </p:nvSpPr>
        <p:spPr/>
        <p:txBody>
          <a:bodyPr/>
          <a:lstStyle/>
          <a:p>
            <a:r>
              <a:rPr lang="en-IN" dirty="0"/>
              <a:t>Binary Output </a:t>
            </a:r>
          </a:p>
        </p:txBody>
      </p:sp>
    </p:spTree>
    <p:extLst>
      <p:ext uri="{BB962C8B-B14F-4D97-AF65-F5344CB8AC3E}">
        <p14:creationId xmlns:p14="http://schemas.microsoft.com/office/powerpoint/2010/main" val="339109132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3CF2A1A-1B24-4CAA-9941-17505323B7C6}"/>
              </a:ext>
            </a:extLst>
          </p:cNvPr>
          <p:cNvSpPr>
            <a:spLocks noGrp="1"/>
          </p:cNvSpPr>
          <p:nvPr>
            <p:ph idx="1"/>
          </p:nvPr>
        </p:nvSpPr>
        <p:spPr/>
        <p:txBody>
          <a:bodyPr>
            <a:normAutofit/>
          </a:bodyPr>
          <a:lstStyle/>
          <a:p>
            <a:pPr algn="just"/>
            <a:r>
              <a:rPr lang="en-IN" dirty="0" err="1"/>
              <a:t>SequenceFileOutputFormat</a:t>
            </a:r>
            <a:endParaRPr lang="en-IN" dirty="0"/>
          </a:p>
          <a:p>
            <a:pPr algn="just"/>
            <a:r>
              <a:rPr lang="en-IN" dirty="0" err="1"/>
              <a:t>SequenceFileAsBinaryOutputFormat</a:t>
            </a:r>
            <a:r>
              <a:rPr lang="en-IN" dirty="0"/>
              <a:t> </a:t>
            </a:r>
          </a:p>
          <a:p>
            <a:pPr algn="just"/>
            <a:r>
              <a:rPr lang="en-IN" dirty="0" err="1"/>
              <a:t>MapFileOutputFormat</a:t>
            </a:r>
            <a:endParaRPr lang="en-IN" dirty="0"/>
          </a:p>
        </p:txBody>
      </p:sp>
      <p:sp>
        <p:nvSpPr>
          <p:cNvPr id="3" name="Title 2">
            <a:extLst>
              <a:ext uri="{FF2B5EF4-FFF2-40B4-BE49-F238E27FC236}">
                <a16:creationId xmlns:a16="http://schemas.microsoft.com/office/drawing/2014/main" id="{05A260B4-C749-4BCE-A69C-7A57B2647CDF}"/>
              </a:ext>
            </a:extLst>
          </p:cNvPr>
          <p:cNvSpPr>
            <a:spLocks noGrp="1"/>
          </p:cNvSpPr>
          <p:nvPr>
            <p:ph type="title"/>
          </p:nvPr>
        </p:nvSpPr>
        <p:spPr/>
        <p:txBody>
          <a:bodyPr/>
          <a:lstStyle/>
          <a:p>
            <a:r>
              <a:rPr lang="en-IN" dirty="0"/>
              <a:t>Binary Output </a:t>
            </a:r>
          </a:p>
        </p:txBody>
      </p:sp>
    </p:spTree>
    <p:extLst>
      <p:ext uri="{BB962C8B-B14F-4D97-AF65-F5344CB8AC3E}">
        <p14:creationId xmlns:p14="http://schemas.microsoft.com/office/powerpoint/2010/main" val="105326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852922B-A132-4D34-B90C-8808A1B6B4B5}"/>
              </a:ext>
            </a:extLst>
          </p:cNvPr>
          <p:cNvSpPr>
            <a:spLocks noGrp="1"/>
          </p:cNvSpPr>
          <p:nvPr>
            <p:ph idx="1"/>
          </p:nvPr>
        </p:nvSpPr>
        <p:spPr>
          <a:xfrm>
            <a:off x="457200" y="1539655"/>
            <a:ext cx="8401050" cy="5004884"/>
          </a:xfrm>
        </p:spPr>
        <p:txBody>
          <a:bodyPr>
            <a:noAutofit/>
          </a:bodyPr>
          <a:lstStyle/>
          <a:p>
            <a:pPr marL="0" indent="0" algn="l" fontAlgn="base">
              <a:buNone/>
            </a:pPr>
            <a:r>
              <a:rPr lang="en-IN" sz="2600" b="0" i="0" dirty="0">
                <a:effectLst/>
              </a:rPr>
              <a:t>Hadoop </a:t>
            </a:r>
            <a:r>
              <a:rPr lang="en-IN" sz="2600" b="0" i="0" dirty="0" err="1">
                <a:effectLst/>
              </a:rPr>
              <a:t>InputFormat</a:t>
            </a:r>
            <a:endParaRPr lang="en-IN" sz="2600" b="0" i="0" dirty="0">
              <a:effectLst/>
            </a:endParaRPr>
          </a:p>
          <a:p>
            <a:pPr algn="just" fontAlgn="base"/>
            <a:r>
              <a:rPr lang="en-US" sz="2600" b="0" i="0" dirty="0">
                <a:effectLst/>
              </a:rPr>
              <a:t>Describes the input-specification for execution.</a:t>
            </a:r>
          </a:p>
          <a:p>
            <a:pPr algn="just" fontAlgn="base"/>
            <a:r>
              <a:rPr lang="en-US" sz="2600" b="0" i="0" dirty="0">
                <a:effectLst/>
              </a:rPr>
              <a:t>Describes how to split up and read input files.</a:t>
            </a:r>
          </a:p>
          <a:p>
            <a:pPr algn="just" fontAlgn="base"/>
            <a:r>
              <a:rPr lang="en-US" sz="2600" b="0" i="0" dirty="0" err="1">
                <a:effectLst/>
              </a:rPr>
              <a:t>InputFormat</a:t>
            </a:r>
            <a:r>
              <a:rPr lang="en-US" sz="2600" b="0" i="0" dirty="0">
                <a:effectLst/>
              </a:rPr>
              <a:t> is the first step. </a:t>
            </a:r>
          </a:p>
          <a:p>
            <a:pPr algn="just" fontAlgn="base"/>
            <a:r>
              <a:rPr lang="en-US" sz="2600" b="0" i="0" dirty="0">
                <a:effectLst/>
              </a:rPr>
              <a:t>Responsible for creating the input splits and dividing them into records.</a:t>
            </a:r>
          </a:p>
          <a:p>
            <a:pPr algn="just" fontAlgn="base"/>
            <a:r>
              <a:rPr lang="en-US" sz="2600" b="0" i="0" dirty="0">
                <a:effectLst/>
              </a:rPr>
              <a:t>Input files reside in </a:t>
            </a:r>
            <a:r>
              <a:rPr lang="en-US" sz="2600" b="1" i="0" dirty="0">
                <a:effectLst/>
              </a:rPr>
              <a:t>HDFS</a:t>
            </a:r>
            <a:r>
              <a:rPr lang="en-US" sz="2600" b="0" i="0" dirty="0">
                <a:effectLst/>
              </a:rPr>
              <a:t>.</a:t>
            </a:r>
          </a:p>
          <a:p>
            <a:pPr marL="0" indent="0" algn="l" fontAlgn="base">
              <a:buNone/>
            </a:pPr>
            <a:r>
              <a:rPr lang="en-IN" sz="2600" b="0" i="0" dirty="0">
                <a:effectLst/>
              </a:rPr>
              <a:t> </a:t>
            </a:r>
          </a:p>
        </p:txBody>
      </p:sp>
      <p:sp>
        <p:nvSpPr>
          <p:cNvPr id="3" name="Title 2">
            <a:extLst>
              <a:ext uri="{FF2B5EF4-FFF2-40B4-BE49-F238E27FC236}">
                <a16:creationId xmlns:a16="http://schemas.microsoft.com/office/drawing/2014/main" id="{9C27E1D6-E295-4037-ADAB-F9B050F2C519}"/>
              </a:ext>
            </a:extLst>
          </p:cNvPr>
          <p:cNvSpPr>
            <a:spLocks noGrp="1"/>
          </p:cNvSpPr>
          <p:nvPr>
            <p:ph type="title"/>
          </p:nvPr>
        </p:nvSpPr>
        <p:spPr>
          <a:xfrm>
            <a:off x="457200" y="0"/>
            <a:ext cx="8401050" cy="1276351"/>
          </a:xfrm>
        </p:spPr>
        <p:txBody>
          <a:bodyPr/>
          <a:lstStyle/>
          <a:p>
            <a:pPr algn="l" fontAlgn="base"/>
            <a:r>
              <a:rPr lang="en-IN" b="0" i="0" dirty="0">
                <a:effectLst/>
                <a:latin typeface="Georgia" panose="02040502050405020303" pitchFamily="18" charset="0"/>
              </a:rPr>
              <a:t>Hadoop </a:t>
            </a:r>
            <a:r>
              <a:rPr lang="en-IN" b="0" i="0" dirty="0" err="1">
                <a:effectLst/>
                <a:latin typeface="Georgia" panose="02040502050405020303" pitchFamily="18" charset="0"/>
              </a:rPr>
              <a:t>InputFormat</a:t>
            </a:r>
            <a:r>
              <a:rPr lang="en-IN" b="0" i="0" dirty="0">
                <a:effectLst/>
                <a:latin typeface="Georgia" panose="02040502050405020303" pitchFamily="18" charset="0"/>
              </a:rPr>
              <a:t> </a:t>
            </a:r>
          </a:p>
        </p:txBody>
      </p:sp>
    </p:spTree>
    <p:extLst>
      <p:ext uri="{BB962C8B-B14F-4D97-AF65-F5344CB8AC3E}">
        <p14:creationId xmlns:p14="http://schemas.microsoft.com/office/powerpoint/2010/main" val="316065470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852922B-A132-4D34-B90C-8808A1B6B4B5}"/>
              </a:ext>
            </a:extLst>
          </p:cNvPr>
          <p:cNvSpPr>
            <a:spLocks noGrp="1"/>
          </p:cNvSpPr>
          <p:nvPr>
            <p:ph idx="1"/>
          </p:nvPr>
        </p:nvSpPr>
        <p:spPr>
          <a:xfrm>
            <a:off x="457200" y="1569152"/>
            <a:ext cx="8401050" cy="5004884"/>
          </a:xfrm>
        </p:spPr>
        <p:txBody>
          <a:bodyPr>
            <a:normAutofit/>
          </a:bodyPr>
          <a:lstStyle/>
          <a:p>
            <a:pPr marL="0" indent="0" algn="l" fontAlgn="base">
              <a:buNone/>
            </a:pPr>
            <a:r>
              <a:rPr lang="en-US" b="0" i="0" dirty="0">
                <a:effectLst/>
              </a:rPr>
              <a:t>Hence, In MapReduce, </a:t>
            </a:r>
            <a:r>
              <a:rPr lang="en-US" b="0" i="0" dirty="0" err="1">
                <a:effectLst/>
              </a:rPr>
              <a:t>InputFormat</a:t>
            </a:r>
            <a:r>
              <a:rPr lang="en-US" b="0" i="0" dirty="0">
                <a:effectLst/>
              </a:rPr>
              <a:t> class is one of the fundamental classes which provides below functionality:</a:t>
            </a:r>
          </a:p>
          <a:p>
            <a:pPr algn="l" fontAlgn="base">
              <a:buFont typeface="Arial" panose="020B0604020202020204" pitchFamily="34" charset="0"/>
              <a:buChar char="•"/>
            </a:pPr>
            <a:r>
              <a:rPr lang="en-US" b="0" i="0" dirty="0">
                <a:effectLst/>
              </a:rPr>
              <a:t>It selects the files or other objects for input.</a:t>
            </a:r>
          </a:p>
          <a:p>
            <a:pPr algn="l" fontAlgn="base">
              <a:buFont typeface="Arial" panose="020B0604020202020204" pitchFamily="34" charset="0"/>
              <a:buChar char="•"/>
            </a:pPr>
            <a:r>
              <a:rPr lang="en-US" b="0" i="0" dirty="0">
                <a:effectLst/>
              </a:rPr>
              <a:t>It also defines the Data splits. </a:t>
            </a:r>
          </a:p>
          <a:p>
            <a:pPr algn="l" fontAlgn="base">
              <a:buFont typeface="Arial" panose="020B0604020202020204" pitchFamily="34" charset="0"/>
              <a:buChar char="•"/>
            </a:pPr>
            <a:r>
              <a:rPr lang="en-US" dirty="0"/>
              <a:t>It</a:t>
            </a:r>
            <a:r>
              <a:rPr lang="en-US" b="0" i="0" dirty="0">
                <a:effectLst/>
              </a:rPr>
              <a:t> defines the </a:t>
            </a:r>
            <a:r>
              <a:rPr lang="en-US" b="0" i="0" dirty="0" err="1">
                <a:effectLst/>
              </a:rPr>
              <a:t>RecordReader</a:t>
            </a:r>
            <a:r>
              <a:rPr lang="en-US" b="0" i="0" dirty="0">
                <a:effectLst/>
              </a:rPr>
              <a:t>. </a:t>
            </a:r>
            <a:r>
              <a:rPr lang="en-IN" b="0" i="0" dirty="0">
                <a:effectLst/>
              </a:rPr>
              <a:t> </a:t>
            </a:r>
          </a:p>
        </p:txBody>
      </p:sp>
      <p:sp>
        <p:nvSpPr>
          <p:cNvPr id="3" name="Title 2">
            <a:extLst>
              <a:ext uri="{FF2B5EF4-FFF2-40B4-BE49-F238E27FC236}">
                <a16:creationId xmlns:a16="http://schemas.microsoft.com/office/drawing/2014/main" id="{9C27E1D6-E295-4037-ADAB-F9B050F2C519}"/>
              </a:ext>
            </a:extLst>
          </p:cNvPr>
          <p:cNvSpPr>
            <a:spLocks noGrp="1"/>
          </p:cNvSpPr>
          <p:nvPr>
            <p:ph type="title"/>
          </p:nvPr>
        </p:nvSpPr>
        <p:spPr>
          <a:xfrm>
            <a:off x="457200" y="0"/>
            <a:ext cx="8401050" cy="1276351"/>
          </a:xfrm>
        </p:spPr>
        <p:txBody>
          <a:bodyPr/>
          <a:lstStyle/>
          <a:p>
            <a:pPr algn="l" fontAlgn="base"/>
            <a:r>
              <a:rPr lang="en-IN" b="0" i="0" dirty="0">
                <a:effectLst/>
                <a:latin typeface="Bahnschrift" panose="020B0502040204020203" pitchFamily="34" charset="0"/>
              </a:rPr>
              <a:t>Hadoop </a:t>
            </a:r>
            <a:r>
              <a:rPr lang="en-IN" b="0" i="0" dirty="0" err="1">
                <a:effectLst/>
                <a:latin typeface="Bahnschrift" panose="020B0502040204020203" pitchFamily="34" charset="0"/>
              </a:rPr>
              <a:t>InputFormat</a:t>
            </a:r>
            <a:r>
              <a:rPr lang="en-IN" b="0" i="0" dirty="0">
                <a:effectLst/>
                <a:latin typeface="Bahnschrift" panose="020B0502040204020203" pitchFamily="34" charset="0"/>
              </a:rPr>
              <a:t> </a:t>
            </a:r>
          </a:p>
        </p:txBody>
      </p:sp>
    </p:spTree>
    <p:extLst>
      <p:ext uri="{BB962C8B-B14F-4D97-AF65-F5344CB8AC3E}">
        <p14:creationId xmlns:p14="http://schemas.microsoft.com/office/powerpoint/2010/main" val="70708165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476C0AF2-891B-47CA-8F67-4CF6A333048A}"/>
              </a:ext>
            </a:extLst>
          </p:cNvPr>
          <p:cNvSpPr>
            <a:spLocks noGrp="1"/>
          </p:cNvSpPr>
          <p:nvPr>
            <p:ph idx="1"/>
          </p:nvPr>
        </p:nvSpPr>
        <p:spPr>
          <a:xfrm>
            <a:off x="338361" y="1385197"/>
            <a:ext cx="8386537" cy="995134"/>
          </a:xfrm>
        </p:spPr>
        <p:txBody>
          <a:bodyPr/>
          <a:lstStyle/>
          <a:p>
            <a:pPr marL="0" indent="0">
              <a:buNone/>
            </a:pPr>
            <a:r>
              <a:rPr lang="en-US" b="0" i="0" dirty="0">
                <a:effectLst/>
              </a:rPr>
              <a:t>How we get the data from Mapper?</a:t>
            </a:r>
          </a:p>
          <a:p>
            <a:pPr marL="0" indent="0">
              <a:buNone/>
            </a:pPr>
            <a:endParaRPr lang="en-IN" dirty="0"/>
          </a:p>
        </p:txBody>
      </p:sp>
      <p:sp>
        <p:nvSpPr>
          <p:cNvPr id="3" name="Title 2">
            <a:extLst>
              <a:ext uri="{FF2B5EF4-FFF2-40B4-BE49-F238E27FC236}">
                <a16:creationId xmlns:a16="http://schemas.microsoft.com/office/drawing/2014/main" id="{B658CB22-50B4-48E3-A83D-F7285D0FE41D}"/>
              </a:ext>
            </a:extLst>
          </p:cNvPr>
          <p:cNvSpPr>
            <a:spLocks noGrp="1"/>
          </p:cNvSpPr>
          <p:nvPr>
            <p:ph type="title"/>
          </p:nvPr>
        </p:nvSpPr>
        <p:spPr/>
        <p:txBody>
          <a:bodyPr/>
          <a:lstStyle/>
          <a:p>
            <a:r>
              <a:rPr lang="en-IN" b="0" i="0" dirty="0">
                <a:effectLst/>
                <a:latin typeface="Bahnschrift" panose="020B0502040204020203" pitchFamily="34" charset="0"/>
              </a:rPr>
              <a:t>Hadoop </a:t>
            </a:r>
            <a:r>
              <a:rPr lang="en-IN" b="0" i="0" dirty="0" err="1">
                <a:effectLst/>
                <a:latin typeface="Bahnschrift" panose="020B0502040204020203" pitchFamily="34" charset="0"/>
              </a:rPr>
              <a:t>InputFormat</a:t>
            </a:r>
            <a:r>
              <a:rPr lang="en-IN" b="0" i="0" dirty="0">
                <a:effectLst/>
                <a:latin typeface="Bahnschrift" panose="020B0502040204020203" pitchFamily="34" charset="0"/>
              </a:rPr>
              <a:t> </a:t>
            </a:r>
            <a:endParaRPr lang="en-IN" dirty="0"/>
          </a:p>
        </p:txBody>
      </p:sp>
      <p:sp>
        <p:nvSpPr>
          <p:cNvPr id="5" name="TextBox 4">
            <a:extLst>
              <a:ext uri="{FF2B5EF4-FFF2-40B4-BE49-F238E27FC236}">
                <a16:creationId xmlns:a16="http://schemas.microsoft.com/office/drawing/2014/main" id="{F6C57543-4D5C-4F16-B7C7-1B7DBB3A1B9B}"/>
              </a:ext>
            </a:extLst>
          </p:cNvPr>
          <p:cNvSpPr txBox="1"/>
          <p:nvPr/>
        </p:nvSpPr>
        <p:spPr>
          <a:xfrm>
            <a:off x="338361" y="2380331"/>
            <a:ext cx="7161914" cy="4184735"/>
          </a:xfrm>
          <a:prstGeom prst="rect">
            <a:avLst/>
          </a:prstGeom>
          <a:noFill/>
        </p:spPr>
        <p:txBody>
          <a:bodyPr wrap="square">
            <a:spAutoFit/>
          </a:bodyPr>
          <a:lstStyle/>
          <a:p>
            <a:pPr>
              <a:lnSpc>
                <a:spcPct val="150000"/>
              </a:lnSpc>
            </a:pPr>
            <a:r>
              <a:rPr lang="en-IN" sz="2000" dirty="0">
                <a:latin typeface="Bahnschrift" panose="020B0502040204020203" pitchFamily="34" charset="0"/>
              </a:rPr>
              <a:t>public abstract class </a:t>
            </a:r>
            <a:r>
              <a:rPr lang="en-IN" sz="2000" dirty="0" err="1">
                <a:latin typeface="Bahnschrift" panose="020B0502040204020203" pitchFamily="34" charset="0"/>
              </a:rPr>
              <a:t>InputFormat</a:t>
            </a:r>
            <a:r>
              <a:rPr lang="en-IN" sz="2000" dirty="0">
                <a:latin typeface="Bahnschrift" panose="020B0502040204020203" pitchFamily="34" charset="0"/>
              </a:rPr>
              <a:t>&lt;K, V&gt;</a:t>
            </a:r>
          </a:p>
          <a:p>
            <a:pPr>
              <a:lnSpc>
                <a:spcPct val="150000"/>
              </a:lnSpc>
            </a:pPr>
            <a:r>
              <a:rPr lang="en-IN" sz="2000" dirty="0">
                <a:latin typeface="Bahnschrift" panose="020B0502040204020203" pitchFamily="34" charset="0"/>
              </a:rPr>
              <a:t>{</a:t>
            </a:r>
          </a:p>
          <a:p>
            <a:pPr>
              <a:lnSpc>
                <a:spcPct val="150000"/>
              </a:lnSpc>
            </a:pPr>
            <a:r>
              <a:rPr lang="en-IN" sz="2000" dirty="0">
                <a:latin typeface="Bahnschrift" panose="020B0502040204020203" pitchFamily="34" charset="0"/>
              </a:rPr>
              <a:t>public abstract List&lt;</a:t>
            </a:r>
            <a:r>
              <a:rPr lang="en-IN" sz="2000" dirty="0" err="1">
                <a:latin typeface="Bahnschrift" panose="020B0502040204020203" pitchFamily="34" charset="0"/>
              </a:rPr>
              <a:t>InputSplit</a:t>
            </a:r>
            <a:r>
              <a:rPr lang="en-IN" sz="2000" dirty="0">
                <a:latin typeface="Bahnschrift" panose="020B0502040204020203" pitchFamily="34" charset="0"/>
              </a:rPr>
              <a:t>&gt; </a:t>
            </a:r>
            <a:r>
              <a:rPr lang="en-IN" sz="2000" dirty="0" err="1">
                <a:latin typeface="Bahnschrift" panose="020B0502040204020203" pitchFamily="34" charset="0"/>
              </a:rPr>
              <a:t>getSplits</a:t>
            </a:r>
            <a:r>
              <a:rPr lang="en-IN" sz="2000" dirty="0">
                <a:latin typeface="Bahnschrift" panose="020B0502040204020203" pitchFamily="34" charset="0"/>
              </a:rPr>
              <a:t>(</a:t>
            </a:r>
            <a:r>
              <a:rPr lang="en-IN" sz="2000" dirty="0" err="1">
                <a:latin typeface="Bahnschrift" panose="020B0502040204020203" pitchFamily="34" charset="0"/>
              </a:rPr>
              <a:t>JobContext</a:t>
            </a:r>
            <a:r>
              <a:rPr lang="en-IN" sz="2000" dirty="0">
                <a:latin typeface="Bahnschrift" panose="020B0502040204020203" pitchFamily="34" charset="0"/>
              </a:rPr>
              <a:t> context)</a:t>
            </a:r>
          </a:p>
          <a:p>
            <a:pPr>
              <a:lnSpc>
                <a:spcPct val="150000"/>
              </a:lnSpc>
            </a:pPr>
            <a:r>
              <a:rPr lang="en-IN" sz="2000" dirty="0">
                <a:latin typeface="Bahnschrift" panose="020B0502040204020203" pitchFamily="34" charset="0"/>
              </a:rPr>
              <a:t>throws </a:t>
            </a:r>
            <a:r>
              <a:rPr lang="en-IN" sz="2000" dirty="0" err="1">
                <a:latin typeface="Bahnschrift" panose="020B0502040204020203" pitchFamily="34" charset="0"/>
              </a:rPr>
              <a:t>IOException</a:t>
            </a:r>
            <a:r>
              <a:rPr lang="en-IN" sz="2000" dirty="0">
                <a:latin typeface="Bahnschrift" panose="020B0502040204020203" pitchFamily="34" charset="0"/>
              </a:rPr>
              <a:t>, </a:t>
            </a:r>
            <a:r>
              <a:rPr lang="en-IN" sz="2000" dirty="0" err="1">
                <a:latin typeface="Bahnschrift" panose="020B0502040204020203" pitchFamily="34" charset="0"/>
              </a:rPr>
              <a:t>InterruptedException</a:t>
            </a:r>
            <a:r>
              <a:rPr lang="en-IN" sz="2000" dirty="0">
                <a:latin typeface="Bahnschrift" panose="020B0502040204020203" pitchFamily="34" charset="0"/>
              </a:rPr>
              <a:t>;</a:t>
            </a:r>
          </a:p>
          <a:p>
            <a:pPr>
              <a:lnSpc>
                <a:spcPct val="150000"/>
              </a:lnSpc>
            </a:pPr>
            <a:r>
              <a:rPr lang="en-IN" sz="2000" dirty="0">
                <a:latin typeface="Bahnschrift" panose="020B0502040204020203" pitchFamily="34" charset="0"/>
              </a:rPr>
              <a:t>public abstract </a:t>
            </a:r>
            <a:r>
              <a:rPr lang="en-IN" sz="2000" dirty="0" err="1">
                <a:latin typeface="Bahnschrift" panose="020B0502040204020203" pitchFamily="34" charset="0"/>
              </a:rPr>
              <a:t>RecordReader</a:t>
            </a:r>
            <a:r>
              <a:rPr lang="en-IN" sz="2000" dirty="0">
                <a:latin typeface="Bahnschrift" panose="020B0502040204020203" pitchFamily="34" charset="0"/>
              </a:rPr>
              <a:t>&lt;K, V&gt;</a:t>
            </a:r>
          </a:p>
          <a:p>
            <a:pPr>
              <a:lnSpc>
                <a:spcPct val="150000"/>
              </a:lnSpc>
            </a:pPr>
            <a:r>
              <a:rPr lang="en-IN" sz="2000" dirty="0" err="1">
                <a:latin typeface="Bahnschrift" panose="020B0502040204020203" pitchFamily="34" charset="0"/>
              </a:rPr>
              <a:t>createRecordReader</a:t>
            </a:r>
            <a:r>
              <a:rPr lang="en-IN" sz="2000" dirty="0">
                <a:latin typeface="Bahnschrift" panose="020B0502040204020203" pitchFamily="34" charset="0"/>
              </a:rPr>
              <a:t>(</a:t>
            </a:r>
            <a:r>
              <a:rPr lang="en-IN" sz="2000" dirty="0" err="1">
                <a:latin typeface="Bahnschrift" panose="020B0502040204020203" pitchFamily="34" charset="0"/>
              </a:rPr>
              <a:t>InputSplit</a:t>
            </a:r>
            <a:r>
              <a:rPr lang="en-IN" sz="2000" dirty="0">
                <a:latin typeface="Bahnschrift" panose="020B0502040204020203" pitchFamily="34" charset="0"/>
              </a:rPr>
              <a:t> split,</a:t>
            </a:r>
          </a:p>
          <a:p>
            <a:pPr>
              <a:lnSpc>
                <a:spcPct val="150000"/>
              </a:lnSpc>
            </a:pPr>
            <a:r>
              <a:rPr lang="en-IN" sz="2000" dirty="0" err="1">
                <a:latin typeface="Bahnschrift" panose="020B0502040204020203" pitchFamily="34" charset="0"/>
              </a:rPr>
              <a:t>TaskAttemptContext</a:t>
            </a:r>
            <a:r>
              <a:rPr lang="en-IN" sz="2000" dirty="0">
                <a:latin typeface="Bahnschrift" panose="020B0502040204020203" pitchFamily="34" charset="0"/>
              </a:rPr>
              <a:t> context) throws </a:t>
            </a:r>
            <a:r>
              <a:rPr lang="en-IN" sz="2000" dirty="0" err="1">
                <a:latin typeface="Bahnschrift" panose="020B0502040204020203" pitchFamily="34" charset="0"/>
              </a:rPr>
              <a:t>IOException</a:t>
            </a:r>
            <a:r>
              <a:rPr lang="en-IN" sz="2000" dirty="0">
                <a:latin typeface="Bahnschrift" panose="020B0502040204020203" pitchFamily="34" charset="0"/>
              </a:rPr>
              <a:t>,</a:t>
            </a:r>
          </a:p>
          <a:p>
            <a:pPr>
              <a:lnSpc>
                <a:spcPct val="150000"/>
              </a:lnSpc>
            </a:pPr>
            <a:r>
              <a:rPr lang="en-IN" sz="2000" dirty="0" err="1">
                <a:latin typeface="Bahnschrift" panose="020B0502040204020203" pitchFamily="34" charset="0"/>
              </a:rPr>
              <a:t>InterruptedException</a:t>
            </a:r>
            <a:r>
              <a:rPr lang="en-IN" sz="2000" dirty="0">
                <a:latin typeface="Bahnschrift" panose="020B0502040204020203" pitchFamily="34" charset="0"/>
              </a:rPr>
              <a:t>;</a:t>
            </a:r>
          </a:p>
          <a:p>
            <a:pPr>
              <a:lnSpc>
                <a:spcPct val="150000"/>
              </a:lnSpc>
            </a:pPr>
            <a:r>
              <a:rPr lang="en-IN" sz="2000" dirty="0">
                <a:latin typeface="Bahnschrift" panose="020B0502040204020203" pitchFamily="34" charset="0"/>
              </a:rPr>
              <a:t>}</a:t>
            </a:r>
          </a:p>
        </p:txBody>
      </p:sp>
    </p:spTree>
    <p:extLst>
      <p:ext uri="{BB962C8B-B14F-4D97-AF65-F5344CB8AC3E}">
        <p14:creationId xmlns:p14="http://schemas.microsoft.com/office/powerpoint/2010/main" val="276746648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476C0AF2-891B-47CA-8F67-4CF6A333048A}"/>
              </a:ext>
            </a:extLst>
          </p:cNvPr>
          <p:cNvSpPr>
            <a:spLocks noGrp="1"/>
          </p:cNvSpPr>
          <p:nvPr>
            <p:ph idx="1"/>
          </p:nvPr>
        </p:nvSpPr>
        <p:spPr>
          <a:xfrm>
            <a:off x="338362" y="1508224"/>
            <a:ext cx="8386537" cy="5004884"/>
          </a:xfrm>
        </p:spPr>
        <p:txBody>
          <a:bodyPr>
            <a:normAutofit fontScale="55000" lnSpcReduction="20000"/>
          </a:bodyPr>
          <a:lstStyle/>
          <a:p>
            <a:pPr marL="0" indent="0" algn="l" fontAlgn="base">
              <a:buNone/>
            </a:pPr>
            <a:r>
              <a:rPr lang="en-US" b="0" i="0" dirty="0">
                <a:effectLst/>
              </a:rPr>
              <a:t>Types of </a:t>
            </a:r>
            <a:r>
              <a:rPr lang="en-US" b="0" i="0" dirty="0" err="1">
                <a:effectLst/>
              </a:rPr>
              <a:t>InputFormat</a:t>
            </a:r>
            <a:r>
              <a:rPr lang="en-US" b="0" i="0" dirty="0">
                <a:effectLst/>
              </a:rPr>
              <a:t> in MapReduce</a:t>
            </a:r>
          </a:p>
          <a:p>
            <a:pPr marL="0" indent="0" fontAlgn="base">
              <a:buNone/>
            </a:pPr>
            <a:r>
              <a:rPr lang="en-IN" b="0" i="0" dirty="0" err="1">
                <a:effectLst/>
              </a:rPr>
              <a:t>FileInputFormat</a:t>
            </a:r>
            <a:endParaRPr lang="en-IN" b="0" i="0" dirty="0">
              <a:effectLst/>
            </a:endParaRPr>
          </a:p>
          <a:p>
            <a:pPr marL="0" indent="0" fontAlgn="base">
              <a:buNone/>
            </a:pPr>
            <a:r>
              <a:rPr lang="en-IN" b="0" i="0" dirty="0" err="1">
                <a:effectLst/>
              </a:rPr>
              <a:t>TextInputFormat</a:t>
            </a:r>
            <a:endParaRPr lang="en-IN" b="0" i="0" dirty="0">
              <a:effectLst/>
            </a:endParaRPr>
          </a:p>
          <a:p>
            <a:pPr marL="0" indent="0" algn="l" fontAlgn="base">
              <a:buNone/>
            </a:pPr>
            <a:r>
              <a:rPr lang="en-US" b="0" i="0" dirty="0">
                <a:effectLst/>
              </a:rPr>
              <a:t>Key</a:t>
            </a:r>
          </a:p>
          <a:p>
            <a:pPr marL="0" indent="0" algn="l" fontAlgn="base">
              <a:buNone/>
            </a:pPr>
            <a:r>
              <a:rPr lang="en-US" dirty="0"/>
              <a:t>Value</a:t>
            </a:r>
          </a:p>
          <a:p>
            <a:pPr marL="0" indent="0" fontAlgn="base">
              <a:buNone/>
            </a:pPr>
            <a:r>
              <a:rPr lang="en-IN" b="0" i="0" dirty="0" err="1">
                <a:effectLst/>
              </a:rPr>
              <a:t>KeyValueTextInputFormat</a:t>
            </a:r>
            <a:endParaRPr lang="en-IN" b="0" i="0" dirty="0">
              <a:effectLst/>
            </a:endParaRPr>
          </a:p>
          <a:p>
            <a:pPr marL="0" indent="0" fontAlgn="base">
              <a:buNone/>
            </a:pPr>
            <a:r>
              <a:rPr lang="en-IN" b="0" i="0" dirty="0" err="1">
                <a:effectLst/>
              </a:rPr>
              <a:t>SequenceFileInputFormat</a:t>
            </a:r>
            <a:endParaRPr lang="en-IN" b="0" i="0" dirty="0">
              <a:effectLst/>
            </a:endParaRPr>
          </a:p>
          <a:p>
            <a:pPr marL="0" indent="0" fontAlgn="base">
              <a:buNone/>
            </a:pPr>
            <a:r>
              <a:rPr lang="en-IN" b="0" i="0" dirty="0">
                <a:effectLst/>
              </a:rPr>
              <a:t> </a:t>
            </a:r>
            <a:r>
              <a:rPr lang="en-IN" b="0" i="0" dirty="0" err="1">
                <a:effectLst/>
              </a:rPr>
              <a:t>SequenceFileAsTextInputFormat</a:t>
            </a:r>
            <a:endParaRPr lang="en-IN" b="0" i="0" dirty="0">
              <a:effectLst/>
            </a:endParaRPr>
          </a:p>
          <a:p>
            <a:pPr marL="0" indent="0" fontAlgn="base">
              <a:buNone/>
            </a:pPr>
            <a:r>
              <a:rPr lang="en-IN" b="0" i="0" dirty="0" err="1">
                <a:effectLst/>
              </a:rPr>
              <a:t>SequenceFileAsBinaryInputFormat</a:t>
            </a:r>
            <a:endParaRPr lang="en-IN" b="0" i="0" dirty="0">
              <a:effectLst/>
            </a:endParaRPr>
          </a:p>
          <a:p>
            <a:pPr marL="0" indent="0" fontAlgn="base">
              <a:buNone/>
            </a:pPr>
            <a:r>
              <a:rPr lang="en-IN" b="0" i="0" dirty="0" err="1">
                <a:effectLst/>
              </a:rPr>
              <a:t>NlineInputFormat</a:t>
            </a:r>
            <a:endParaRPr lang="en-IN" b="0" i="0" dirty="0">
              <a:effectLst/>
            </a:endParaRPr>
          </a:p>
          <a:p>
            <a:pPr marL="0" indent="0" fontAlgn="base">
              <a:buNone/>
            </a:pPr>
            <a:r>
              <a:rPr lang="en-IN" b="0" i="0" dirty="0" err="1">
                <a:effectLst/>
              </a:rPr>
              <a:t>DBInputFormat</a:t>
            </a:r>
            <a:endParaRPr lang="en-IN" b="0" i="0" dirty="0">
              <a:effectLst/>
            </a:endParaRPr>
          </a:p>
        </p:txBody>
      </p:sp>
      <p:sp>
        <p:nvSpPr>
          <p:cNvPr id="3" name="Title 2">
            <a:extLst>
              <a:ext uri="{FF2B5EF4-FFF2-40B4-BE49-F238E27FC236}">
                <a16:creationId xmlns:a16="http://schemas.microsoft.com/office/drawing/2014/main" id="{B658CB22-50B4-48E3-A83D-F7285D0FE41D}"/>
              </a:ext>
            </a:extLst>
          </p:cNvPr>
          <p:cNvSpPr>
            <a:spLocks noGrp="1"/>
          </p:cNvSpPr>
          <p:nvPr>
            <p:ph type="title"/>
          </p:nvPr>
        </p:nvSpPr>
        <p:spPr/>
        <p:txBody>
          <a:bodyPr/>
          <a:lstStyle/>
          <a:p>
            <a:r>
              <a:rPr lang="en-IN" b="0" i="0" dirty="0">
                <a:effectLst/>
                <a:latin typeface="Bahnschrift" panose="020B0502040204020203" pitchFamily="34" charset="0"/>
              </a:rPr>
              <a:t>Hadoop </a:t>
            </a:r>
            <a:r>
              <a:rPr lang="en-IN" b="0" i="0" dirty="0" err="1">
                <a:effectLst/>
                <a:latin typeface="Bahnschrift" panose="020B0502040204020203" pitchFamily="34" charset="0"/>
              </a:rPr>
              <a:t>InputFormat</a:t>
            </a:r>
            <a:r>
              <a:rPr lang="en-IN" b="0" i="0" dirty="0">
                <a:effectLst/>
                <a:latin typeface="Bahnschrift" panose="020B0502040204020203" pitchFamily="34" charset="0"/>
              </a:rPr>
              <a:t> </a:t>
            </a:r>
            <a:endParaRPr lang="en-IN" dirty="0"/>
          </a:p>
        </p:txBody>
      </p:sp>
    </p:spTree>
    <p:extLst>
      <p:ext uri="{BB962C8B-B14F-4D97-AF65-F5344CB8AC3E}">
        <p14:creationId xmlns:p14="http://schemas.microsoft.com/office/powerpoint/2010/main" val="378759360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reeform: Shape 5">
            <a:extLst>
              <a:ext uri="{FF2B5EF4-FFF2-40B4-BE49-F238E27FC236}">
                <a16:creationId xmlns:a16="http://schemas.microsoft.com/office/drawing/2014/main" id="{477FAC8E-B042-4C5F-90DD-FE5ECF98A982}"/>
              </a:ext>
            </a:extLst>
          </p:cNvPr>
          <p:cNvSpPr/>
          <p:nvPr/>
        </p:nvSpPr>
        <p:spPr>
          <a:xfrm>
            <a:off x="2727275" y="2203555"/>
            <a:ext cx="5996299" cy="3957404"/>
          </a:xfrm>
          <a:custGeom>
            <a:avLst/>
            <a:gdLst>
              <a:gd name="connsiteX0" fmla="*/ 659580 w 3957403"/>
              <a:gd name="connsiteY0" fmla="*/ 0 h 5996298"/>
              <a:gd name="connsiteX1" fmla="*/ 3297823 w 3957403"/>
              <a:gd name="connsiteY1" fmla="*/ 0 h 5996298"/>
              <a:gd name="connsiteX2" fmla="*/ 3957403 w 3957403"/>
              <a:gd name="connsiteY2" fmla="*/ 659580 h 5996298"/>
              <a:gd name="connsiteX3" fmla="*/ 3957403 w 3957403"/>
              <a:gd name="connsiteY3" fmla="*/ 5996298 h 5996298"/>
              <a:gd name="connsiteX4" fmla="*/ 3957403 w 3957403"/>
              <a:gd name="connsiteY4" fmla="*/ 5996298 h 5996298"/>
              <a:gd name="connsiteX5" fmla="*/ 0 w 3957403"/>
              <a:gd name="connsiteY5" fmla="*/ 5996298 h 5996298"/>
              <a:gd name="connsiteX6" fmla="*/ 0 w 3957403"/>
              <a:gd name="connsiteY6" fmla="*/ 5996298 h 5996298"/>
              <a:gd name="connsiteX7" fmla="*/ 0 w 3957403"/>
              <a:gd name="connsiteY7" fmla="*/ 659580 h 5996298"/>
              <a:gd name="connsiteX8" fmla="*/ 659580 w 3957403"/>
              <a:gd name="connsiteY8" fmla="*/ 0 h 59962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57403" h="5996298">
                <a:moveTo>
                  <a:pt x="3957403" y="999403"/>
                </a:moveTo>
                <a:lnTo>
                  <a:pt x="3957403" y="4996895"/>
                </a:lnTo>
                <a:cubicBezTo>
                  <a:pt x="3957403" y="5548850"/>
                  <a:pt x="3762510" y="5996297"/>
                  <a:pt x="3522097" y="5996297"/>
                </a:cubicBezTo>
                <a:lnTo>
                  <a:pt x="0" y="5996297"/>
                </a:lnTo>
                <a:lnTo>
                  <a:pt x="0" y="5996297"/>
                </a:lnTo>
                <a:lnTo>
                  <a:pt x="0" y="1"/>
                </a:lnTo>
                <a:lnTo>
                  <a:pt x="0" y="1"/>
                </a:lnTo>
                <a:lnTo>
                  <a:pt x="3522097" y="1"/>
                </a:lnTo>
                <a:cubicBezTo>
                  <a:pt x="3762510" y="1"/>
                  <a:pt x="3957403" y="447448"/>
                  <a:pt x="3957403" y="999403"/>
                </a:cubicBezTo>
                <a:close/>
              </a:path>
            </a:pathLst>
          </a:custGeom>
          <a:ln>
            <a:noFill/>
          </a:ln>
          <a:scene3d>
            <a:camera prst="orthographicFront">
              <a:rot lat="0" lon="0" rev="0"/>
            </a:camera>
            <a:lightRig rig="contrasting" dir="t">
              <a:rot lat="0" lon="0" rev="1200000"/>
            </a:lightRig>
          </a:scene3d>
          <a:sp3d contourW="19050" prstMaterial="metal">
            <a:bevelT w="88900" h="203200"/>
            <a:bevelB w="165100" h="254000"/>
          </a:sp3d>
        </p:spPr>
        <p:style>
          <a:lnRef idx="0">
            <a:scrgbClr r="0" g="0" b="0"/>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247651" tIns="317009" rIns="440834" bIns="317010" numCol="1" spcCol="1270" anchor="t" anchorCtr="0">
            <a:noAutofit/>
          </a:bodyPr>
          <a:lstStyle/>
          <a:p>
            <a:pPr marL="228600" lvl="1" indent="-228600" algn="l" defTabSz="1066800">
              <a:lnSpc>
                <a:spcPct val="100000"/>
              </a:lnSpc>
              <a:spcBef>
                <a:spcPct val="0"/>
              </a:spcBef>
              <a:spcAft>
                <a:spcPct val="15000"/>
              </a:spcAft>
              <a:buFont typeface="+mj-lt"/>
              <a:buAutoNum type="arabicPeriod"/>
            </a:pPr>
            <a:r>
              <a:rPr lang="en-IN" sz="2400" b="0" i="0" kern="1200" dirty="0" err="1">
                <a:effectLst/>
                <a:latin typeface="Bahnschrift" panose="020B0502040204020203" pitchFamily="34" charset="0"/>
              </a:rPr>
              <a:t>FileInputFormat</a:t>
            </a:r>
            <a:endParaRPr lang="en-IN" sz="2400" b="0" i="0" kern="1200" dirty="0">
              <a:effectLst/>
              <a:latin typeface="Bahnschrift" panose="020B0502040204020203" pitchFamily="34" charset="0"/>
            </a:endParaRPr>
          </a:p>
        </p:txBody>
      </p:sp>
      <p:sp>
        <p:nvSpPr>
          <p:cNvPr id="7" name="Freeform: Shape 6">
            <a:extLst>
              <a:ext uri="{FF2B5EF4-FFF2-40B4-BE49-F238E27FC236}">
                <a16:creationId xmlns:a16="http://schemas.microsoft.com/office/drawing/2014/main" id="{E5E16BD3-FC01-4A7E-BBEC-73D2D1F8C6B3}"/>
              </a:ext>
            </a:extLst>
          </p:cNvPr>
          <p:cNvSpPr/>
          <p:nvPr/>
        </p:nvSpPr>
        <p:spPr>
          <a:xfrm>
            <a:off x="339014" y="1708880"/>
            <a:ext cx="2388261" cy="4946754"/>
          </a:xfrm>
          <a:custGeom>
            <a:avLst/>
            <a:gdLst>
              <a:gd name="connsiteX0" fmla="*/ 0 w 2388261"/>
              <a:gd name="connsiteY0" fmla="*/ 398051 h 4946754"/>
              <a:gd name="connsiteX1" fmla="*/ 398051 w 2388261"/>
              <a:gd name="connsiteY1" fmla="*/ 0 h 4946754"/>
              <a:gd name="connsiteX2" fmla="*/ 1990210 w 2388261"/>
              <a:gd name="connsiteY2" fmla="*/ 0 h 4946754"/>
              <a:gd name="connsiteX3" fmla="*/ 2388261 w 2388261"/>
              <a:gd name="connsiteY3" fmla="*/ 398051 h 4946754"/>
              <a:gd name="connsiteX4" fmla="*/ 2388261 w 2388261"/>
              <a:gd name="connsiteY4" fmla="*/ 4548703 h 4946754"/>
              <a:gd name="connsiteX5" fmla="*/ 1990210 w 2388261"/>
              <a:gd name="connsiteY5" fmla="*/ 4946754 h 4946754"/>
              <a:gd name="connsiteX6" fmla="*/ 398051 w 2388261"/>
              <a:gd name="connsiteY6" fmla="*/ 4946754 h 4946754"/>
              <a:gd name="connsiteX7" fmla="*/ 0 w 2388261"/>
              <a:gd name="connsiteY7" fmla="*/ 4548703 h 4946754"/>
              <a:gd name="connsiteX8" fmla="*/ 0 w 2388261"/>
              <a:gd name="connsiteY8" fmla="*/ 398051 h 49467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388261" h="4946754">
                <a:moveTo>
                  <a:pt x="0" y="398051"/>
                </a:moveTo>
                <a:cubicBezTo>
                  <a:pt x="0" y="178214"/>
                  <a:pt x="178214" y="0"/>
                  <a:pt x="398051" y="0"/>
                </a:cubicBezTo>
                <a:lnTo>
                  <a:pt x="1990210" y="0"/>
                </a:lnTo>
                <a:cubicBezTo>
                  <a:pt x="2210047" y="0"/>
                  <a:pt x="2388261" y="178214"/>
                  <a:pt x="2388261" y="398051"/>
                </a:cubicBezTo>
                <a:lnTo>
                  <a:pt x="2388261" y="4548703"/>
                </a:lnTo>
                <a:cubicBezTo>
                  <a:pt x="2388261" y="4768540"/>
                  <a:pt x="2210047" y="4946754"/>
                  <a:pt x="1990210" y="4946754"/>
                </a:cubicBezTo>
                <a:lnTo>
                  <a:pt x="398051" y="4946754"/>
                </a:lnTo>
                <a:cubicBezTo>
                  <a:pt x="178214" y="4946754"/>
                  <a:pt x="0" y="4768540"/>
                  <a:pt x="0" y="4548703"/>
                </a:cubicBezTo>
                <a:lnTo>
                  <a:pt x="0" y="398051"/>
                </a:lnTo>
                <a:close/>
              </a:path>
            </a:pathLst>
          </a:custGeom>
          <a:solidFill>
            <a:srgbClr val="44525A"/>
          </a:solidFill>
          <a:ln>
            <a:noFill/>
          </a:ln>
          <a:scene3d>
            <a:camera prst="orthographicFront">
              <a:rot lat="0" lon="0" rev="0"/>
            </a:camera>
            <a:lightRig rig="contrasting" dir="t">
              <a:rot lat="0" lon="0" rev="1200000"/>
            </a:lightRig>
          </a:scene3d>
          <a:sp3d contourW="19050" prstMaterial="metal">
            <a:bevelT w="88900" h="203200"/>
            <a:bevelB w="165100" h="254000"/>
          </a:sp3d>
        </p:spPr>
        <p:style>
          <a:lnRef idx="0">
            <a:scrgbClr r="0" g="0" b="0"/>
          </a:lnRef>
          <a:fillRef idx="1">
            <a:scrgbClr r="0" g="0" b="0"/>
          </a:fillRef>
          <a:effectRef idx="2">
            <a:schemeClr val="accent1">
              <a:hueOff val="0"/>
              <a:satOff val="0"/>
              <a:lumOff val="0"/>
              <a:alphaOff val="0"/>
            </a:schemeClr>
          </a:effectRef>
          <a:fontRef idx="minor">
            <a:schemeClr val="lt1"/>
          </a:fontRef>
        </p:style>
        <p:txBody>
          <a:bodyPr spcFirstLastPara="0" vert="horz" wrap="square" lIns="208025" tIns="162305" rIns="208025" bIns="162305" numCol="1" spcCol="1270" anchor="ctr" anchorCtr="0">
            <a:noAutofit/>
          </a:bodyPr>
          <a:lstStyle/>
          <a:p>
            <a:pPr marL="0" lvl="0" indent="0" algn="ctr" defTabSz="1066800">
              <a:lnSpc>
                <a:spcPct val="90000"/>
              </a:lnSpc>
              <a:spcBef>
                <a:spcPct val="0"/>
              </a:spcBef>
              <a:spcAft>
                <a:spcPct val="35000"/>
              </a:spcAft>
              <a:buNone/>
            </a:pPr>
            <a:r>
              <a:rPr lang="en-US" sz="2400" b="0" i="0" kern="1200" dirty="0">
                <a:effectLst/>
                <a:latin typeface="Bahnschrift" panose="020B0502040204020203" pitchFamily="34" charset="0"/>
              </a:rPr>
              <a:t>Types of </a:t>
            </a:r>
            <a:r>
              <a:rPr lang="en-US" sz="2400" b="0" i="0" kern="1200" dirty="0" err="1">
                <a:effectLst/>
                <a:latin typeface="Bahnschrift" panose="020B0502040204020203" pitchFamily="34" charset="0"/>
              </a:rPr>
              <a:t>InputFormat</a:t>
            </a:r>
            <a:r>
              <a:rPr lang="en-US" sz="2400" b="0" i="0" kern="1200" dirty="0">
                <a:effectLst/>
                <a:latin typeface="Bahnschrift" panose="020B0502040204020203" pitchFamily="34" charset="0"/>
              </a:rPr>
              <a:t> in MapReduce</a:t>
            </a:r>
            <a:endParaRPr lang="en-IN" sz="2400" kern="1200" dirty="0">
              <a:latin typeface="Bahnschrift" panose="020B0502040204020203" pitchFamily="34" charset="0"/>
            </a:endParaRPr>
          </a:p>
        </p:txBody>
      </p:sp>
      <p:sp>
        <p:nvSpPr>
          <p:cNvPr id="3" name="Title 2">
            <a:extLst>
              <a:ext uri="{FF2B5EF4-FFF2-40B4-BE49-F238E27FC236}">
                <a16:creationId xmlns:a16="http://schemas.microsoft.com/office/drawing/2014/main" id="{B658CB22-50B4-48E3-A83D-F7285D0FE41D}"/>
              </a:ext>
            </a:extLst>
          </p:cNvPr>
          <p:cNvSpPr>
            <a:spLocks noGrp="1"/>
          </p:cNvSpPr>
          <p:nvPr>
            <p:ph type="title"/>
          </p:nvPr>
        </p:nvSpPr>
        <p:spPr/>
        <p:txBody>
          <a:bodyPr/>
          <a:lstStyle/>
          <a:p>
            <a:r>
              <a:rPr lang="en-IN" b="0" i="0" dirty="0">
                <a:effectLst/>
                <a:latin typeface="Bahnschrift" panose="020B0502040204020203" pitchFamily="34" charset="0"/>
              </a:rPr>
              <a:t>Hadoop </a:t>
            </a:r>
            <a:r>
              <a:rPr lang="en-IN" b="0" i="0" dirty="0" err="1">
                <a:effectLst/>
                <a:latin typeface="Bahnschrift" panose="020B0502040204020203" pitchFamily="34" charset="0"/>
              </a:rPr>
              <a:t>InputFormat</a:t>
            </a:r>
            <a:r>
              <a:rPr lang="en-IN" b="0" i="0" dirty="0">
                <a:effectLst/>
                <a:latin typeface="Bahnschrift" panose="020B0502040204020203" pitchFamily="34" charset="0"/>
              </a:rPr>
              <a:t> </a:t>
            </a:r>
            <a:endParaRPr lang="en-IN" dirty="0"/>
          </a:p>
        </p:txBody>
      </p:sp>
    </p:spTree>
    <p:extLst>
      <p:ext uri="{BB962C8B-B14F-4D97-AF65-F5344CB8AC3E}">
        <p14:creationId xmlns:p14="http://schemas.microsoft.com/office/powerpoint/2010/main" val="143910793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reeform: Shape 5">
            <a:extLst>
              <a:ext uri="{FF2B5EF4-FFF2-40B4-BE49-F238E27FC236}">
                <a16:creationId xmlns:a16="http://schemas.microsoft.com/office/drawing/2014/main" id="{477FAC8E-B042-4C5F-90DD-FE5ECF98A982}"/>
              </a:ext>
            </a:extLst>
          </p:cNvPr>
          <p:cNvSpPr/>
          <p:nvPr/>
        </p:nvSpPr>
        <p:spPr>
          <a:xfrm>
            <a:off x="2727275" y="2203555"/>
            <a:ext cx="5996299" cy="3957404"/>
          </a:xfrm>
          <a:custGeom>
            <a:avLst/>
            <a:gdLst>
              <a:gd name="connsiteX0" fmla="*/ 659580 w 3957403"/>
              <a:gd name="connsiteY0" fmla="*/ 0 h 5996298"/>
              <a:gd name="connsiteX1" fmla="*/ 3297823 w 3957403"/>
              <a:gd name="connsiteY1" fmla="*/ 0 h 5996298"/>
              <a:gd name="connsiteX2" fmla="*/ 3957403 w 3957403"/>
              <a:gd name="connsiteY2" fmla="*/ 659580 h 5996298"/>
              <a:gd name="connsiteX3" fmla="*/ 3957403 w 3957403"/>
              <a:gd name="connsiteY3" fmla="*/ 5996298 h 5996298"/>
              <a:gd name="connsiteX4" fmla="*/ 3957403 w 3957403"/>
              <a:gd name="connsiteY4" fmla="*/ 5996298 h 5996298"/>
              <a:gd name="connsiteX5" fmla="*/ 0 w 3957403"/>
              <a:gd name="connsiteY5" fmla="*/ 5996298 h 5996298"/>
              <a:gd name="connsiteX6" fmla="*/ 0 w 3957403"/>
              <a:gd name="connsiteY6" fmla="*/ 5996298 h 5996298"/>
              <a:gd name="connsiteX7" fmla="*/ 0 w 3957403"/>
              <a:gd name="connsiteY7" fmla="*/ 659580 h 5996298"/>
              <a:gd name="connsiteX8" fmla="*/ 659580 w 3957403"/>
              <a:gd name="connsiteY8" fmla="*/ 0 h 59962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57403" h="5996298">
                <a:moveTo>
                  <a:pt x="3957403" y="999403"/>
                </a:moveTo>
                <a:lnTo>
                  <a:pt x="3957403" y="4996895"/>
                </a:lnTo>
                <a:cubicBezTo>
                  <a:pt x="3957403" y="5548850"/>
                  <a:pt x="3762510" y="5996297"/>
                  <a:pt x="3522097" y="5996297"/>
                </a:cubicBezTo>
                <a:lnTo>
                  <a:pt x="0" y="5996297"/>
                </a:lnTo>
                <a:lnTo>
                  <a:pt x="0" y="5996297"/>
                </a:lnTo>
                <a:lnTo>
                  <a:pt x="0" y="1"/>
                </a:lnTo>
                <a:lnTo>
                  <a:pt x="0" y="1"/>
                </a:lnTo>
                <a:lnTo>
                  <a:pt x="3522097" y="1"/>
                </a:lnTo>
                <a:cubicBezTo>
                  <a:pt x="3762510" y="1"/>
                  <a:pt x="3957403" y="447448"/>
                  <a:pt x="3957403" y="999403"/>
                </a:cubicBezTo>
                <a:close/>
              </a:path>
            </a:pathLst>
          </a:custGeom>
          <a:ln>
            <a:noFill/>
          </a:ln>
          <a:scene3d>
            <a:camera prst="orthographicFront">
              <a:rot lat="0" lon="0" rev="0"/>
            </a:camera>
            <a:lightRig rig="contrasting" dir="t">
              <a:rot lat="0" lon="0" rev="1200000"/>
            </a:lightRig>
          </a:scene3d>
          <a:sp3d contourW="19050" prstMaterial="metal">
            <a:bevelT w="88900" h="203200"/>
            <a:bevelB w="165100" h="254000"/>
          </a:sp3d>
        </p:spPr>
        <p:style>
          <a:lnRef idx="0">
            <a:scrgbClr r="0" g="0" b="0"/>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247651" tIns="317009" rIns="440834" bIns="317010" numCol="1" spcCol="1270" anchor="t" anchorCtr="0">
            <a:noAutofit/>
          </a:bodyPr>
          <a:lstStyle/>
          <a:p>
            <a:pPr marL="228600" lvl="1" indent="-228600" algn="l" defTabSz="1066800">
              <a:lnSpc>
                <a:spcPct val="100000"/>
              </a:lnSpc>
              <a:spcBef>
                <a:spcPct val="0"/>
              </a:spcBef>
              <a:spcAft>
                <a:spcPct val="15000"/>
              </a:spcAft>
              <a:buFont typeface="+mj-lt"/>
              <a:buAutoNum type="arabicPeriod"/>
            </a:pPr>
            <a:r>
              <a:rPr lang="en-IN" sz="2400" b="0" i="0" kern="1200" dirty="0" err="1">
                <a:effectLst/>
                <a:latin typeface="Bahnschrift" panose="020B0502040204020203" pitchFamily="34" charset="0"/>
              </a:rPr>
              <a:t>FileInputFormat</a:t>
            </a:r>
            <a:endParaRPr lang="en-IN" sz="2400" b="0" i="0" kern="1200" dirty="0">
              <a:effectLst/>
              <a:latin typeface="Bahnschrift" panose="020B0502040204020203" pitchFamily="34" charset="0"/>
            </a:endParaRPr>
          </a:p>
          <a:p>
            <a:pPr marL="228600" lvl="1" indent="-228600" algn="l" defTabSz="1066800">
              <a:lnSpc>
                <a:spcPct val="100000"/>
              </a:lnSpc>
              <a:spcBef>
                <a:spcPct val="0"/>
              </a:spcBef>
              <a:spcAft>
                <a:spcPct val="15000"/>
              </a:spcAft>
              <a:buFont typeface="+mj-lt"/>
              <a:buAutoNum type="arabicPeriod"/>
            </a:pPr>
            <a:r>
              <a:rPr lang="en-IN" sz="2400" b="0" i="0" kern="1200" dirty="0" err="1">
                <a:latin typeface="Bahnschrift" panose="020B0502040204020203" pitchFamily="34" charset="0"/>
              </a:rPr>
              <a:t>TextInputFormat</a:t>
            </a:r>
            <a:endParaRPr lang="en-IN" sz="2400" kern="1200" dirty="0">
              <a:latin typeface="Bahnschrift" panose="020B0502040204020203" pitchFamily="34" charset="0"/>
            </a:endParaRPr>
          </a:p>
        </p:txBody>
      </p:sp>
      <p:sp>
        <p:nvSpPr>
          <p:cNvPr id="7" name="Freeform: Shape 6">
            <a:extLst>
              <a:ext uri="{FF2B5EF4-FFF2-40B4-BE49-F238E27FC236}">
                <a16:creationId xmlns:a16="http://schemas.microsoft.com/office/drawing/2014/main" id="{E5E16BD3-FC01-4A7E-BBEC-73D2D1F8C6B3}"/>
              </a:ext>
            </a:extLst>
          </p:cNvPr>
          <p:cNvSpPr/>
          <p:nvPr/>
        </p:nvSpPr>
        <p:spPr>
          <a:xfrm>
            <a:off x="339014" y="1708880"/>
            <a:ext cx="2388261" cy="4946754"/>
          </a:xfrm>
          <a:custGeom>
            <a:avLst/>
            <a:gdLst>
              <a:gd name="connsiteX0" fmla="*/ 0 w 2388261"/>
              <a:gd name="connsiteY0" fmla="*/ 398051 h 4946754"/>
              <a:gd name="connsiteX1" fmla="*/ 398051 w 2388261"/>
              <a:gd name="connsiteY1" fmla="*/ 0 h 4946754"/>
              <a:gd name="connsiteX2" fmla="*/ 1990210 w 2388261"/>
              <a:gd name="connsiteY2" fmla="*/ 0 h 4946754"/>
              <a:gd name="connsiteX3" fmla="*/ 2388261 w 2388261"/>
              <a:gd name="connsiteY3" fmla="*/ 398051 h 4946754"/>
              <a:gd name="connsiteX4" fmla="*/ 2388261 w 2388261"/>
              <a:gd name="connsiteY4" fmla="*/ 4548703 h 4946754"/>
              <a:gd name="connsiteX5" fmla="*/ 1990210 w 2388261"/>
              <a:gd name="connsiteY5" fmla="*/ 4946754 h 4946754"/>
              <a:gd name="connsiteX6" fmla="*/ 398051 w 2388261"/>
              <a:gd name="connsiteY6" fmla="*/ 4946754 h 4946754"/>
              <a:gd name="connsiteX7" fmla="*/ 0 w 2388261"/>
              <a:gd name="connsiteY7" fmla="*/ 4548703 h 4946754"/>
              <a:gd name="connsiteX8" fmla="*/ 0 w 2388261"/>
              <a:gd name="connsiteY8" fmla="*/ 398051 h 49467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388261" h="4946754">
                <a:moveTo>
                  <a:pt x="0" y="398051"/>
                </a:moveTo>
                <a:cubicBezTo>
                  <a:pt x="0" y="178214"/>
                  <a:pt x="178214" y="0"/>
                  <a:pt x="398051" y="0"/>
                </a:cubicBezTo>
                <a:lnTo>
                  <a:pt x="1990210" y="0"/>
                </a:lnTo>
                <a:cubicBezTo>
                  <a:pt x="2210047" y="0"/>
                  <a:pt x="2388261" y="178214"/>
                  <a:pt x="2388261" y="398051"/>
                </a:cubicBezTo>
                <a:lnTo>
                  <a:pt x="2388261" y="4548703"/>
                </a:lnTo>
                <a:cubicBezTo>
                  <a:pt x="2388261" y="4768540"/>
                  <a:pt x="2210047" y="4946754"/>
                  <a:pt x="1990210" y="4946754"/>
                </a:cubicBezTo>
                <a:lnTo>
                  <a:pt x="398051" y="4946754"/>
                </a:lnTo>
                <a:cubicBezTo>
                  <a:pt x="178214" y="4946754"/>
                  <a:pt x="0" y="4768540"/>
                  <a:pt x="0" y="4548703"/>
                </a:cubicBezTo>
                <a:lnTo>
                  <a:pt x="0" y="398051"/>
                </a:lnTo>
                <a:close/>
              </a:path>
            </a:pathLst>
          </a:custGeom>
          <a:solidFill>
            <a:srgbClr val="44525A"/>
          </a:solidFill>
          <a:ln>
            <a:noFill/>
          </a:ln>
          <a:scene3d>
            <a:camera prst="orthographicFront">
              <a:rot lat="0" lon="0" rev="0"/>
            </a:camera>
            <a:lightRig rig="contrasting" dir="t">
              <a:rot lat="0" lon="0" rev="1200000"/>
            </a:lightRig>
          </a:scene3d>
          <a:sp3d contourW="19050" prstMaterial="metal">
            <a:bevelT w="88900" h="203200"/>
            <a:bevelB w="165100" h="254000"/>
          </a:sp3d>
        </p:spPr>
        <p:style>
          <a:lnRef idx="0">
            <a:scrgbClr r="0" g="0" b="0"/>
          </a:lnRef>
          <a:fillRef idx="1">
            <a:scrgbClr r="0" g="0" b="0"/>
          </a:fillRef>
          <a:effectRef idx="2">
            <a:schemeClr val="accent1">
              <a:hueOff val="0"/>
              <a:satOff val="0"/>
              <a:lumOff val="0"/>
              <a:alphaOff val="0"/>
            </a:schemeClr>
          </a:effectRef>
          <a:fontRef idx="minor">
            <a:schemeClr val="lt1"/>
          </a:fontRef>
        </p:style>
        <p:txBody>
          <a:bodyPr spcFirstLastPara="0" vert="horz" wrap="square" lIns="208025" tIns="162305" rIns="208025" bIns="162305" numCol="1" spcCol="1270" anchor="ctr" anchorCtr="0">
            <a:noAutofit/>
          </a:bodyPr>
          <a:lstStyle/>
          <a:p>
            <a:pPr marL="0" lvl="0" indent="0" algn="ctr" defTabSz="1066800">
              <a:lnSpc>
                <a:spcPct val="90000"/>
              </a:lnSpc>
              <a:spcBef>
                <a:spcPct val="0"/>
              </a:spcBef>
              <a:spcAft>
                <a:spcPct val="35000"/>
              </a:spcAft>
              <a:buNone/>
            </a:pPr>
            <a:r>
              <a:rPr lang="en-US" sz="2400" b="0" i="0" kern="1200" dirty="0">
                <a:effectLst/>
                <a:latin typeface="Bahnschrift" panose="020B0502040204020203" pitchFamily="34" charset="0"/>
              </a:rPr>
              <a:t>Types of </a:t>
            </a:r>
            <a:r>
              <a:rPr lang="en-US" sz="2400" b="0" i="0" kern="1200" dirty="0" err="1">
                <a:effectLst/>
                <a:latin typeface="Bahnschrift" panose="020B0502040204020203" pitchFamily="34" charset="0"/>
              </a:rPr>
              <a:t>InputFormat</a:t>
            </a:r>
            <a:r>
              <a:rPr lang="en-US" sz="2400" b="0" i="0" kern="1200" dirty="0">
                <a:effectLst/>
                <a:latin typeface="Bahnschrift" panose="020B0502040204020203" pitchFamily="34" charset="0"/>
              </a:rPr>
              <a:t> in MapReduce</a:t>
            </a:r>
            <a:endParaRPr lang="en-IN" sz="2400" kern="1200" dirty="0">
              <a:latin typeface="Bahnschrift" panose="020B0502040204020203" pitchFamily="34" charset="0"/>
            </a:endParaRPr>
          </a:p>
        </p:txBody>
      </p:sp>
      <p:sp>
        <p:nvSpPr>
          <p:cNvPr id="3" name="Title 2">
            <a:extLst>
              <a:ext uri="{FF2B5EF4-FFF2-40B4-BE49-F238E27FC236}">
                <a16:creationId xmlns:a16="http://schemas.microsoft.com/office/drawing/2014/main" id="{B658CB22-50B4-48E3-A83D-F7285D0FE41D}"/>
              </a:ext>
            </a:extLst>
          </p:cNvPr>
          <p:cNvSpPr>
            <a:spLocks noGrp="1"/>
          </p:cNvSpPr>
          <p:nvPr>
            <p:ph type="title"/>
          </p:nvPr>
        </p:nvSpPr>
        <p:spPr/>
        <p:txBody>
          <a:bodyPr/>
          <a:lstStyle/>
          <a:p>
            <a:r>
              <a:rPr lang="en-IN" b="0" i="0" dirty="0">
                <a:effectLst/>
                <a:latin typeface="Bahnschrift" panose="020B0502040204020203" pitchFamily="34" charset="0"/>
              </a:rPr>
              <a:t>Hadoop </a:t>
            </a:r>
            <a:r>
              <a:rPr lang="en-IN" b="0" i="0" dirty="0" err="1">
                <a:effectLst/>
                <a:latin typeface="Bahnschrift" panose="020B0502040204020203" pitchFamily="34" charset="0"/>
              </a:rPr>
              <a:t>InputFormat</a:t>
            </a:r>
            <a:r>
              <a:rPr lang="en-IN" b="0" i="0" dirty="0">
                <a:effectLst/>
                <a:latin typeface="Bahnschrift" panose="020B0502040204020203" pitchFamily="34" charset="0"/>
              </a:rPr>
              <a:t> </a:t>
            </a:r>
            <a:endParaRPr lang="en-IN" dirty="0"/>
          </a:p>
        </p:txBody>
      </p:sp>
    </p:spTree>
    <p:extLst>
      <p:ext uri="{BB962C8B-B14F-4D97-AF65-F5344CB8AC3E}">
        <p14:creationId xmlns:p14="http://schemas.microsoft.com/office/powerpoint/2010/main" val="373500113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reeform: Shape 5">
            <a:extLst>
              <a:ext uri="{FF2B5EF4-FFF2-40B4-BE49-F238E27FC236}">
                <a16:creationId xmlns:a16="http://schemas.microsoft.com/office/drawing/2014/main" id="{477FAC8E-B042-4C5F-90DD-FE5ECF98A982}"/>
              </a:ext>
            </a:extLst>
          </p:cNvPr>
          <p:cNvSpPr/>
          <p:nvPr/>
        </p:nvSpPr>
        <p:spPr>
          <a:xfrm>
            <a:off x="2727275" y="2203555"/>
            <a:ext cx="5996299" cy="3957404"/>
          </a:xfrm>
          <a:custGeom>
            <a:avLst/>
            <a:gdLst>
              <a:gd name="connsiteX0" fmla="*/ 659580 w 3957403"/>
              <a:gd name="connsiteY0" fmla="*/ 0 h 5996298"/>
              <a:gd name="connsiteX1" fmla="*/ 3297823 w 3957403"/>
              <a:gd name="connsiteY1" fmla="*/ 0 h 5996298"/>
              <a:gd name="connsiteX2" fmla="*/ 3957403 w 3957403"/>
              <a:gd name="connsiteY2" fmla="*/ 659580 h 5996298"/>
              <a:gd name="connsiteX3" fmla="*/ 3957403 w 3957403"/>
              <a:gd name="connsiteY3" fmla="*/ 5996298 h 5996298"/>
              <a:gd name="connsiteX4" fmla="*/ 3957403 w 3957403"/>
              <a:gd name="connsiteY4" fmla="*/ 5996298 h 5996298"/>
              <a:gd name="connsiteX5" fmla="*/ 0 w 3957403"/>
              <a:gd name="connsiteY5" fmla="*/ 5996298 h 5996298"/>
              <a:gd name="connsiteX6" fmla="*/ 0 w 3957403"/>
              <a:gd name="connsiteY6" fmla="*/ 5996298 h 5996298"/>
              <a:gd name="connsiteX7" fmla="*/ 0 w 3957403"/>
              <a:gd name="connsiteY7" fmla="*/ 659580 h 5996298"/>
              <a:gd name="connsiteX8" fmla="*/ 659580 w 3957403"/>
              <a:gd name="connsiteY8" fmla="*/ 0 h 59962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57403" h="5996298">
                <a:moveTo>
                  <a:pt x="3957403" y="999403"/>
                </a:moveTo>
                <a:lnTo>
                  <a:pt x="3957403" y="4996895"/>
                </a:lnTo>
                <a:cubicBezTo>
                  <a:pt x="3957403" y="5548850"/>
                  <a:pt x="3762510" y="5996297"/>
                  <a:pt x="3522097" y="5996297"/>
                </a:cubicBezTo>
                <a:lnTo>
                  <a:pt x="0" y="5996297"/>
                </a:lnTo>
                <a:lnTo>
                  <a:pt x="0" y="5996297"/>
                </a:lnTo>
                <a:lnTo>
                  <a:pt x="0" y="1"/>
                </a:lnTo>
                <a:lnTo>
                  <a:pt x="0" y="1"/>
                </a:lnTo>
                <a:lnTo>
                  <a:pt x="3522097" y="1"/>
                </a:lnTo>
                <a:cubicBezTo>
                  <a:pt x="3762510" y="1"/>
                  <a:pt x="3957403" y="447448"/>
                  <a:pt x="3957403" y="999403"/>
                </a:cubicBezTo>
                <a:close/>
              </a:path>
            </a:pathLst>
          </a:custGeom>
          <a:ln>
            <a:noFill/>
          </a:ln>
          <a:scene3d>
            <a:camera prst="orthographicFront">
              <a:rot lat="0" lon="0" rev="0"/>
            </a:camera>
            <a:lightRig rig="contrasting" dir="t">
              <a:rot lat="0" lon="0" rev="1200000"/>
            </a:lightRig>
          </a:scene3d>
          <a:sp3d contourW="19050" prstMaterial="metal">
            <a:bevelT w="88900" h="203200"/>
            <a:bevelB w="165100" h="254000"/>
          </a:sp3d>
        </p:spPr>
        <p:style>
          <a:lnRef idx="0">
            <a:scrgbClr r="0" g="0" b="0"/>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247651" tIns="317009" rIns="440834" bIns="317010" numCol="1" spcCol="1270" anchor="t" anchorCtr="0">
            <a:noAutofit/>
          </a:bodyPr>
          <a:lstStyle/>
          <a:p>
            <a:pPr marL="228600" lvl="1" indent="-228600" algn="l" defTabSz="1066800">
              <a:lnSpc>
                <a:spcPct val="100000"/>
              </a:lnSpc>
              <a:spcBef>
                <a:spcPct val="0"/>
              </a:spcBef>
              <a:spcAft>
                <a:spcPct val="15000"/>
              </a:spcAft>
              <a:buFont typeface="+mj-lt"/>
              <a:buAutoNum type="arabicPeriod"/>
            </a:pPr>
            <a:r>
              <a:rPr lang="en-IN" sz="2400" b="0" i="0" kern="1200" dirty="0" err="1">
                <a:effectLst/>
                <a:latin typeface="Bahnschrift" panose="020B0502040204020203" pitchFamily="34" charset="0"/>
              </a:rPr>
              <a:t>FileInputFormat</a:t>
            </a:r>
            <a:endParaRPr lang="en-IN" sz="2400" b="0" i="0" kern="1200" dirty="0">
              <a:effectLst/>
              <a:latin typeface="Bahnschrift" panose="020B0502040204020203" pitchFamily="34" charset="0"/>
            </a:endParaRPr>
          </a:p>
          <a:p>
            <a:pPr marL="228600" lvl="1" indent="-228600" algn="l" defTabSz="1066800">
              <a:lnSpc>
                <a:spcPct val="100000"/>
              </a:lnSpc>
              <a:spcBef>
                <a:spcPct val="0"/>
              </a:spcBef>
              <a:spcAft>
                <a:spcPct val="15000"/>
              </a:spcAft>
              <a:buFont typeface="+mj-lt"/>
              <a:buAutoNum type="arabicPeriod"/>
            </a:pPr>
            <a:r>
              <a:rPr lang="en-IN" sz="2400" b="0" i="0" kern="1200" dirty="0" err="1">
                <a:latin typeface="Bahnschrift" panose="020B0502040204020203" pitchFamily="34" charset="0"/>
              </a:rPr>
              <a:t>TextInputFormat</a:t>
            </a:r>
            <a:endParaRPr lang="en-IN" sz="2400" kern="1200" dirty="0">
              <a:latin typeface="Bahnschrift" panose="020B0502040204020203" pitchFamily="34" charset="0"/>
            </a:endParaRPr>
          </a:p>
          <a:p>
            <a:pPr marL="228600" lvl="1" indent="-228600" algn="l" defTabSz="1066800">
              <a:lnSpc>
                <a:spcPct val="100000"/>
              </a:lnSpc>
              <a:spcBef>
                <a:spcPct val="0"/>
              </a:spcBef>
              <a:spcAft>
                <a:spcPct val="15000"/>
              </a:spcAft>
              <a:buFont typeface="+mj-lt"/>
              <a:buAutoNum type="arabicPeriod"/>
            </a:pPr>
            <a:r>
              <a:rPr lang="en-IN" sz="2400" b="0" i="0" kern="1200" dirty="0" err="1">
                <a:latin typeface="Bahnschrift" panose="020B0502040204020203" pitchFamily="34" charset="0"/>
              </a:rPr>
              <a:t>KeyValueTextInputFormat</a:t>
            </a:r>
            <a:endParaRPr lang="en-IN" sz="2400" kern="1200" dirty="0">
              <a:latin typeface="Bahnschrift" panose="020B0502040204020203" pitchFamily="34" charset="0"/>
            </a:endParaRPr>
          </a:p>
        </p:txBody>
      </p:sp>
      <p:sp>
        <p:nvSpPr>
          <p:cNvPr id="7" name="Freeform: Shape 6">
            <a:extLst>
              <a:ext uri="{FF2B5EF4-FFF2-40B4-BE49-F238E27FC236}">
                <a16:creationId xmlns:a16="http://schemas.microsoft.com/office/drawing/2014/main" id="{E5E16BD3-FC01-4A7E-BBEC-73D2D1F8C6B3}"/>
              </a:ext>
            </a:extLst>
          </p:cNvPr>
          <p:cNvSpPr/>
          <p:nvPr/>
        </p:nvSpPr>
        <p:spPr>
          <a:xfrm>
            <a:off x="339014" y="1708880"/>
            <a:ext cx="2388261" cy="4946754"/>
          </a:xfrm>
          <a:custGeom>
            <a:avLst/>
            <a:gdLst>
              <a:gd name="connsiteX0" fmla="*/ 0 w 2388261"/>
              <a:gd name="connsiteY0" fmla="*/ 398051 h 4946754"/>
              <a:gd name="connsiteX1" fmla="*/ 398051 w 2388261"/>
              <a:gd name="connsiteY1" fmla="*/ 0 h 4946754"/>
              <a:gd name="connsiteX2" fmla="*/ 1990210 w 2388261"/>
              <a:gd name="connsiteY2" fmla="*/ 0 h 4946754"/>
              <a:gd name="connsiteX3" fmla="*/ 2388261 w 2388261"/>
              <a:gd name="connsiteY3" fmla="*/ 398051 h 4946754"/>
              <a:gd name="connsiteX4" fmla="*/ 2388261 w 2388261"/>
              <a:gd name="connsiteY4" fmla="*/ 4548703 h 4946754"/>
              <a:gd name="connsiteX5" fmla="*/ 1990210 w 2388261"/>
              <a:gd name="connsiteY5" fmla="*/ 4946754 h 4946754"/>
              <a:gd name="connsiteX6" fmla="*/ 398051 w 2388261"/>
              <a:gd name="connsiteY6" fmla="*/ 4946754 h 4946754"/>
              <a:gd name="connsiteX7" fmla="*/ 0 w 2388261"/>
              <a:gd name="connsiteY7" fmla="*/ 4548703 h 4946754"/>
              <a:gd name="connsiteX8" fmla="*/ 0 w 2388261"/>
              <a:gd name="connsiteY8" fmla="*/ 398051 h 49467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388261" h="4946754">
                <a:moveTo>
                  <a:pt x="0" y="398051"/>
                </a:moveTo>
                <a:cubicBezTo>
                  <a:pt x="0" y="178214"/>
                  <a:pt x="178214" y="0"/>
                  <a:pt x="398051" y="0"/>
                </a:cubicBezTo>
                <a:lnTo>
                  <a:pt x="1990210" y="0"/>
                </a:lnTo>
                <a:cubicBezTo>
                  <a:pt x="2210047" y="0"/>
                  <a:pt x="2388261" y="178214"/>
                  <a:pt x="2388261" y="398051"/>
                </a:cubicBezTo>
                <a:lnTo>
                  <a:pt x="2388261" y="4548703"/>
                </a:lnTo>
                <a:cubicBezTo>
                  <a:pt x="2388261" y="4768540"/>
                  <a:pt x="2210047" y="4946754"/>
                  <a:pt x="1990210" y="4946754"/>
                </a:cubicBezTo>
                <a:lnTo>
                  <a:pt x="398051" y="4946754"/>
                </a:lnTo>
                <a:cubicBezTo>
                  <a:pt x="178214" y="4946754"/>
                  <a:pt x="0" y="4768540"/>
                  <a:pt x="0" y="4548703"/>
                </a:cubicBezTo>
                <a:lnTo>
                  <a:pt x="0" y="398051"/>
                </a:lnTo>
                <a:close/>
              </a:path>
            </a:pathLst>
          </a:custGeom>
          <a:solidFill>
            <a:srgbClr val="44525A"/>
          </a:solidFill>
          <a:ln>
            <a:noFill/>
          </a:ln>
          <a:scene3d>
            <a:camera prst="orthographicFront">
              <a:rot lat="0" lon="0" rev="0"/>
            </a:camera>
            <a:lightRig rig="contrasting" dir="t">
              <a:rot lat="0" lon="0" rev="1200000"/>
            </a:lightRig>
          </a:scene3d>
          <a:sp3d contourW="19050" prstMaterial="metal">
            <a:bevelT w="88900" h="203200"/>
            <a:bevelB w="165100" h="254000"/>
          </a:sp3d>
        </p:spPr>
        <p:style>
          <a:lnRef idx="0">
            <a:scrgbClr r="0" g="0" b="0"/>
          </a:lnRef>
          <a:fillRef idx="1">
            <a:scrgbClr r="0" g="0" b="0"/>
          </a:fillRef>
          <a:effectRef idx="2">
            <a:schemeClr val="accent1">
              <a:hueOff val="0"/>
              <a:satOff val="0"/>
              <a:lumOff val="0"/>
              <a:alphaOff val="0"/>
            </a:schemeClr>
          </a:effectRef>
          <a:fontRef idx="minor">
            <a:schemeClr val="lt1"/>
          </a:fontRef>
        </p:style>
        <p:txBody>
          <a:bodyPr spcFirstLastPara="0" vert="horz" wrap="square" lIns="208025" tIns="162305" rIns="208025" bIns="162305" numCol="1" spcCol="1270" anchor="ctr" anchorCtr="0">
            <a:noAutofit/>
          </a:bodyPr>
          <a:lstStyle/>
          <a:p>
            <a:pPr marL="0" lvl="0" indent="0" algn="ctr" defTabSz="1066800">
              <a:lnSpc>
                <a:spcPct val="90000"/>
              </a:lnSpc>
              <a:spcBef>
                <a:spcPct val="0"/>
              </a:spcBef>
              <a:spcAft>
                <a:spcPct val="35000"/>
              </a:spcAft>
              <a:buNone/>
            </a:pPr>
            <a:r>
              <a:rPr lang="en-US" sz="2400" b="0" i="0" kern="1200" dirty="0">
                <a:effectLst/>
                <a:latin typeface="Bahnschrift" panose="020B0502040204020203" pitchFamily="34" charset="0"/>
              </a:rPr>
              <a:t>Types of </a:t>
            </a:r>
            <a:r>
              <a:rPr lang="en-US" sz="2400" b="0" i="0" kern="1200" dirty="0" err="1">
                <a:effectLst/>
                <a:latin typeface="Bahnschrift" panose="020B0502040204020203" pitchFamily="34" charset="0"/>
              </a:rPr>
              <a:t>InputFormat</a:t>
            </a:r>
            <a:r>
              <a:rPr lang="en-US" sz="2400" b="0" i="0" kern="1200" dirty="0">
                <a:effectLst/>
                <a:latin typeface="Bahnschrift" panose="020B0502040204020203" pitchFamily="34" charset="0"/>
              </a:rPr>
              <a:t> in MapReduce</a:t>
            </a:r>
            <a:endParaRPr lang="en-IN" sz="2400" kern="1200" dirty="0">
              <a:latin typeface="Bahnschrift" panose="020B0502040204020203" pitchFamily="34" charset="0"/>
            </a:endParaRPr>
          </a:p>
        </p:txBody>
      </p:sp>
      <p:sp>
        <p:nvSpPr>
          <p:cNvPr id="3" name="Title 2">
            <a:extLst>
              <a:ext uri="{FF2B5EF4-FFF2-40B4-BE49-F238E27FC236}">
                <a16:creationId xmlns:a16="http://schemas.microsoft.com/office/drawing/2014/main" id="{B658CB22-50B4-48E3-A83D-F7285D0FE41D}"/>
              </a:ext>
            </a:extLst>
          </p:cNvPr>
          <p:cNvSpPr>
            <a:spLocks noGrp="1"/>
          </p:cNvSpPr>
          <p:nvPr>
            <p:ph type="title"/>
          </p:nvPr>
        </p:nvSpPr>
        <p:spPr/>
        <p:txBody>
          <a:bodyPr/>
          <a:lstStyle/>
          <a:p>
            <a:r>
              <a:rPr lang="en-IN" b="0" i="0" dirty="0">
                <a:effectLst/>
                <a:latin typeface="Bahnschrift" panose="020B0502040204020203" pitchFamily="34" charset="0"/>
              </a:rPr>
              <a:t>Hadoop </a:t>
            </a:r>
            <a:r>
              <a:rPr lang="en-IN" b="0" i="0" dirty="0" err="1">
                <a:effectLst/>
                <a:latin typeface="Bahnschrift" panose="020B0502040204020203" pitchFamily="34" charset="0"/>
              </a:rPr>
              <a:t>InputFormat</a:t>
            </a:r>
            <a:r>
              <a:rPr lang="en-IN" b="0" i="0" dirty="0">
                <a:effectLst/>
                <a:latin typeface="Bahnschrift" panose="020B0502040204020203" pitchFamily="34" charset="0"/>
              </a:rPr>
              <a:t> </a:t>
            </a:r>
            <a:endParaRPr lang="en-IN" dirty="0"/>
          </a:p>
        </p:txBody>
      </p:sp>
    </p:spTree>
    <p:extLst>
      <p:ext uri="{BB962C8B-B14F-4D97-AF65-F5344CB8AC3E}">
        <p14:creationId xmlns:p14="http://schemas.microsoft.com/office/powerpoint/2010/main" val="396609238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reeform: Shape 5">
            <a:extLst>
              <a:ext uri="{FF2B5EF4-FFF2-40B4-BE49-F238E27FC236}">
                <a16:creationId xmlns:a16="http://schemas.microsoft.com/office/drawing/2014/main" id="{477FAC8E-B042-4C5F-90DD-FE5ECF98A982}"/>
              </a:ext>
            </a:extLst>
          </p:cNvPr>
          <p:cNvSpPr/>
          <p:nvPr/>
        </p:nvSpPr>
        <p:spPr>
          <a:xfrm>
            <a:off x="2727275" y="2203555"/>
            <a:ext cx="5996299" cy="3957404"/>
          </a:xfrm>
          <a:custGeom>
            <a:avLst/>
            <a:gdLst>
              <a:gd name="connsiteX0" fmla="*/ 659580 w 3957403"/>
              <a:gd name="connsiteY0" fmla="*/ 0 h 5996298"/>
              <a:gd name="connsiteX1" fmla="*/ 3297823 w 3957403"/>
              <a:gd name="connsiteY1" fmla="*/ 0 h 5996298"/>
              <a:gd name="connsiteX2" fmla="*/ 3957403 w 3957403"/>
              <a:gd name="connsiteY2" fmla="*/ 659580 h 5996298"/>
              <a:gd name="connsiteX3" fmla="*/ 3957403 w 3957403"/>
              <a:gd name="connsiteY3" fmla="*/ 5996298 h 5996298"/>
              <a:gd name="connsiteX4" fmla="*/ 3957403 w 3957403"/>
              <a:gd name="connsiteY4" fmla="*/ 5996298 h 5996298"/>
              <a:gd name="connsiteX5" fmla="*/ 0 w 3957403"/>
              <a:gd name="connsiteY5" fmla="*/ 5996298 h 5996298"/>
              <a:gd name="connsiteX6" fmla="*/ 0 w 3957403"/>
              <a:gd name="connsiteY6" fmla="*/ 5996298 h 5996298"/>
              <a:gd name="connsiteX7" fmla="*/ 0 w 3957403"/>
              <a:gd name="connsiteY7" fmla="*/ 659580 h 5996298"/>
              <a:gd name="connsiteX8" fmla="*/ 659580 w 3957403"/>
              <a:gd name="connsiteY8" fmla="*/ 0 h 59962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57403" h="5996298">
                <a:moveTo>
                  <a:pt x="3957403" y="999403"/>
                </a:moveTo>
                <a:lnTo>
                  <a:pt x="3957403" y="4996895"/>
                </a:lnTo>
                <a:cubicBezTo>
                  <a:pt x="3957403" y="5548850"/>
                  <a:pt x="3762510" y="5996297"/>
                  <a:pt x="3522097" y="5996297"/>
                </a:cubicBezTo>
                <a:lnTo>
                  <a:pt x="0" y="5996297"/>
                </a:lnTo>
                <a:lnTo>
                  <a:pt x="0" y="5996297"/>
                </a:lnTo>
                <a:lnTo>
                  <a:pt x="0" y="1"/>
                </a:lnTo>
                <a:lnTo>
                  <a:pt x="0" y="1"/>
                </a:lnTo>
                <a:lnTo>
                  <a:pt x="3522097" y="1"/>
                </a:lnTo>
                <a:cubicBezTo>
                  <a:pt x="3762510" y="1"/>
                  <a:pt x="3957403" y="447448"/>
                  <a:pt x="3957403" y="999403"/>
                </a:cubicBezTo>
                <a:close/>
              </a:path>
            </a:pathLst>
          </a:custGeom>
          <a:ln>
            <a:noFill/>
          </a:ln>
          <a:scene3d>
            <a:camera prst="orthographicFront">
              <a:rot lat="0" lon="0" rev="0"/>
            </a:camera>
            <a:lightRig rig="contrasting" dir="t">
              <a:rot lat="0" lon="0" rev="1200000"/>
            </a:lightRig>
          </a:scene3d>
          <a:sp3d contourW="19050" prstMaterial="metal">
            <a:bevelT w="88900" h="203200"/>
            <a:bevelB w="165100" h="254000"/>
          </a:sp3d>
        </p:spPr>
        <p:style>
          <a:lnRef idx="0">
            <a:scrgbClr r="0" g="0" b="0"/>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247651" tIns="317009" rIns="440834" bIns="317010" numCol="1" spcCol="1270" anchor="t" anchorCtr="0">
            <a:noAutofit/>
          </a:bodyPr>
          <a:lstStyle/>
          <a:p>
            <a:pPr marL="228600" lvl="1" indent="-228600" algn="l" defTabSz="1066800">
              <a:lnSpc>
                <a:spcPct val="100000"/>
              </a:lnSpc>
              <a:spcBef>
                <a:spcPct val="0"/>
              </a:spcBef>
              <a:spcAft>
                <a:spcPct val="15000"/>
              </a:spcAft>
              <a:buFont typeface="+mj-lt"/>
              <a:buAutoNum type="arabicPeriod"/>
            </a:pPr>
            <a:r>
              <a:rPr lang="en-IN" sz="2400" b="0" i="0" kern="1200" dirty="0" err="1">
                <a:effectLst/>
                <a:latin typeface="Bahnschrift" panose="020B0502040204020203" pitchFamily="34" charset="0"/>
              </a:rPr>
              <a:t>FileInputFormat</a:t>
            </a:r>
            <a:endParaRPr lang="en-IN" sz="2400" b="0" i="0" kern="1200" dirty="0">
              <a:effectLst/>
              <a:latin typeface="Bahnschrift" panose="020B0502040204020203" pitchFamily="34" charset="0"/>
            </a:endParaRPr>
          </a:p>
          <a:p>
            <a:pPr marL="228600" lvl="1" indent="-228600" algn="l" defTabSz="1066800">
              <a:lnSpc>
                <a:spcPct val="100000"/>
              </a:lnSpc>
              <a:spcBef>
                <a:spcPct val="0"/>
              </a:spcBef>
              <a:spcAft>
                <a:spcPct val="15000"/>
              </a:spcAft>
              <a:buFont typeface="+mj-lt"/>
              <a:buAutoNum type="arabicPeriod"/>
            </a:pPr>
            <a:r>
              <a:rPr lang="en-IN" sz="2400" b="0" i="0" kern="1200" dirty="0" err="1">
                <a:latin typeface="Bahnschrift" panose="020B0502040204020203" pitchFamily="34" charset="0"/>
              </a:rPr>
              <a:t>TextInputFormat</a:t>
            </a:r>
            <a:endParaRPr lang="en-IN" sz="2400" kern="1200" dirty="0">
              <a:latin typeface="Bahnschrift" panose="020B0502040204020203" pitchFamily="34" charset="0"/>
            </a:endParaRPr>
          </a:p>
          <a:p>
            <a:pPr marL="228600" lvl="1" indent="-228600" algn="l" defTabSz="1066800">
              <a:lnSpc>
                <a:spcPct val="100000"/>
              </a:lnSpc>
              <a:spcBef>
                <a:spcPct val="0"/>
              </a:spcBef>
              <a:spcAft>
                <a:spcPct val="15000"/>
              </a:spcAft>
              <a:buFont typeface="+mj-lt"/>
              <a:buAutoNum type="arabicPeriod"/>
            </a:pPr>
            <a:r>
              <a:rPr lang="en-IN" sz="2400" b="0" i="0" kern="1200" dirty="0" err="1">
                <a:latin typeface="Bahnschrift" panose="020B0502040204020203" pitchFamily="34" charset="0"/>
              </a:rPr>
              <a:t>KeyValueTextInputFormat</a:t>
            </a:r>
            <a:endParaRPr lang="en-IN" sz="2400" kern="1200" dirty="0">
              <a:latin typeface="Bahnschrift" panose="020B0502040204020203" pitchFamily="34" charset="0"/>
            </a:endParaRPr>
          </a:p>
          <a:p>
            <a:pPr marL="228600" lvl="1" indent="-228600" algn="l" defTabSz="1066800">
              <a:lnSpc>
                <a:spcPct val="100000"/>
              </a:lnSpc>
              <a:spcBef>
                <a:spcPct val="0"/>
              </a:spcBef>
              <a:spcAft>
                <a:spcPct val="15000"/>
              </a:spcAft>
              <a:buFont typeface="+mj-lt"/>
              <a:buAutoNum type="arabicPeriod"/>
            </a:pPr>
            <a:r>
              <a:rPr lang="en-IN" sz="2400" b="0" i="0" kern="1200" dirty="0" err="1">
                <a:latin typeface="Bahnschrift" panose="020B0502040204020203" pitchFamily="34" charset="0"/>
              </a:rPr>
              <a:t>SequenceFileInputFormat</a:t>
            </a:r>
            <a:endParaRPr lang="en-IN" sz="2400" kern="1200" dirty="0">
              <a:latin typeface="Bahnschrift" panose="020B0502040204020203" pitchFamily="34" charset="0"/>
            </a:endParaRPr>
          </a:p>
        </p:txBody>
      </p:sp>
      <p:sp>
        <p:nvSpPr>
          <p:cNvPr id="7" name="Freeform: Shape 6">
            <a:extLst>
              <a:ext uri="{FF2B5EF4-FFF2-40B4-BE49-F238E27FC236}">
                <a16:creationId xmlns:a16="http://schemas.microsoft.com/office/drawing/2014/main" id="{E5E16BD3-FC01-4A7E-BBEC-73D2D1F8C6B3}"/>
              </a:ext>
            </a:extLst>
          </p:cNvPr>
          <p:cNvSpPr/>
          <p:nvPr/>
        </p:nvSpPr>
        <p:spPr>
          <a:xfrm>
            <a:off x="339014" y="1708880"/>
            <a:ext cx="2388261" cy="4946754"/>
          </a:xfrm>
          <a:custGeom>
            <a:avLst/>
            <a:gdLst>
              <a:gd name="connsiteX0" fmla="*/ 0 w 2388261"/>
              <a:gd name="connsiteY0" fmla="*/ 398051 h 4946754"/>
              <a:gd name="connsiteX1" fmla="*/ 398051 w 2388261"/>
              <a:gd name="connsiteY1" fmla="*/ 0 h 4946754"/>
              <a:gd name="connsiteX2" fmla="*/ 1990210 w 2388261"/>
              <a:gd name="connsiteY2" fmla="*/ 0 h 4946754"/>
              <a:gd name="connsiteX3" fmla="*/ 2388261 w 2388261"/>
              <a:gd name="connsiteY3" fmla="*/ 398051 h 4946754"/>
              <a:gd name="connsiteX4" fmla="*/ 2388261 w 2388261"/>
              <a:gd name="connsiteY4" fmla="*/ 4548703 h 4946754"/>
              <a:gd name="connsiteX5" fmla="*/ 1990210 w 2388261"/>
              <a:gd name="connsiteY5" fmla="*/ 4946754 h 4946754"/>
              <a:gd name="connsiteX6" fmla="*/ 398051 w 2388261"/>
              <a:gd name="connsiteY6" fmla="*/ 4946754 h 4946754"/>
              <a:gd name="connsiteX7" fmla="*/ 0 w 2388261"/>
              <a:gd name="connsiteY7" fmla="*/ 4548703 h 4946754"/>
              <a:gd name="connsiteX8" fmla="*/ 0 w 2388261"/>
              <a:gd name="connsiteY8" fmla="*/ 398051 h 49467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388261" h="4946754">
                <a:moveTo>
                  <a:pt x="0" y="398051"/>
                </a:moveTo>
                <a:cubicBezTo>
                  <a:pt x="0" y="178214"/>
                  <a:pt x="178214" y="0"/>
                  <a:pt x="398051" y="0"/>
                </a:cubicBezTo>
                <a:lnTo>
                  <a:pt x="1990210" y="0"/>
                </a:lnTo>
                <a:cubicBezTo>
                  <a:pt x="2210047" y="0"/>
                  <a:pt x="2388261" y="178214"/>
                  <a:pt x="2388261" y="398051"/>
                </a:cubicBezTo>
                <a:lnTo>
                  <a:pt x="2388261" y="4548703"/>
                </a:lnTo>
                <a:cubicBezTo>
                  <a:pt x="2388261" y="4768540"/>
                  <a:pt x="2210047" y="4946754"/>
                  <a:pt x="1990210" y="4946754"/>
                </a:cubicBezTo>
                <a:lnTo>
                  <a:pt x="398051" y="4946754"/>
                </a:lnTo>
                <a:cubicBezTo>
                  <a:pt x="178214" y="4946754"/>
                  <a:pt x="0" y="4768540"/>
                  <a:pt x="0" y="4548703"/>
                </a:cubicBezTo>
                <a:lnTo>
                  <a:pt x="0" y="398051"/>
                </a:lnTo>
                <a:close/>
              </a:path>
            </a:pathLst>
          </a:custGeom>
          <a:solidFill>
            <a:srgbClr val="44525A"/>
          </a:solidFill>
          <a:ln>
            <a:noFill/>
          </a:ln>
          <a:scene3d>
            <a:camera prst="orthographicFront">
              <a:rot lat="0" lon="0" rev="0"/>
            </a:camera>
            <a:lightRig rig="contrasting" dir="t">
              <a:rot lat="0" lon="0" rev="1200000"/>
            </a:lightRig>
          </a:scene3d>
          <a:sp3d contourW="19050" prstMaterial="metal">
            <a:bevelT w="88900" h="203200"/>
            <a:bevelB w="165100" h="254000"/>
          </a:sp3d>
        </p:spPr>
        <p:style>
          <a:lnRef idx="0">
            <a:scrgbClr r="0" g="0" b="0"/>
          </a:lnRef>
          <a:fillRef idx="1">
            <a:scrgbClr r="0" g="0" b="0"/>
          </a:fillRef>
          <a:effectRef idx="2">
            <a:schemeClr val="accent1">
              <a:hueOff val="0"/>
              <a:satOff val="0"/>
              <a:lumOff val="0"/>
              <a:alphaOff val="0"/>
            </a:schemeClr>
          </a:effectRef>
          <a:fontRef idx="minor">
            <a:schemeClr val="lt1"/>
          </a:fontRef>
        </p:style>
        <p:txBody>
          <a:bodyPr spcFirstLastPara="0" vert="horz" wrap="square" lIns="208025" tIns="162305" rIns="208025" bIns="162305" numCol="1" spcCol="1270" anchor="ctr" anchorCtr="0">
            <a:noAutofit/>
          </a:bodyPr>
          <a:lstStyle/>
          <a:p>
            <a:pPr marL="0" lvl="0" indent="0" algn="ctr" defTabSz="1066800">
              <a:lnSpc>
                <a:spcPct val="90000"/>
              </a:lnSpc>
              <a:spcBef>
                <a:spcPct val="0"/>
              </a:spcBef>
              <a:spcAft>
                <a:spcPct val="35000"/>
              </a:spcAft>
              <a:buNone/>
            </a:pPr>
            <a:r>
              <a:rPr lang="en-US" sz="2400" b="0" i="0" kern="1200" dirty="0">
                <a:effectLst/>
                <a:latin typeface="Bahnschrift" panose="020B0502040204020203" pitchFamily="34" charset="0"/>
              </a:rPr>
              <a:t>Types of </a:t>
            </a:r>
            <a:r>
              <a:rPr lang="en-US" sz="2400" b="0" i="0" kern="1200" dirty="0" err="1">
                <a:effectLst/>
                <a:latin typeface="Bahnschrift" panose="020B0502040204020203" pitchFamily="34" charset="0"/>
              </a:rPr>
              <a:t>InputFormat</a:t>
            </a:r>
            <a:r>
              <a:rPr lang="en-US" sz="2400" b="0" i="0" kern="1200" dirty="0">
                <a:effectLst/>
                <a:latin typeface="Bahnschrift" panose="020B0502040204020203" pitchFamily="34" charset="0"/>
              </a:rPr>
              <a:t> in MapReduce</a:t>
            </a:r>
            <a:endParaRPr lang="en-IN" sz="2400" kern="1200" dirty="0">
              <a:latin typeface="Bahnschrift" panose="020B0502040204020203" pitchFamily="34" charset="0"/>
            </a:endParaRPr>
          </a:p>
        </p:txBody>
      </p:sp>
      <p:sp>
        <p:nvSpPr>
          <p:cNvPr id="3" name="Title 2">
            <a:extLst>
              <a:ext uri="{FF2B5EF4-FFF2-40B4-BE49-F238E27FC236}">
                <a16:creationId xmlns:a16="http://schemas.microsoft.com/office/drawing/2014/main" id="{B658CB22-50B4-48E3-A83D-F7285D0FE41D}"/>
              </a:ext>
            </a:extLst>
          </p:cNvPr>
          <p:cNvSpPr>
            <a:spLocks noGrp="1"/>
          </p:cNvSpPr>
          <p:nvPr>
            <p:ph type="title"/>
          </p:nvPr>
        </p:nvSpPr>
        <p:spPr/>
        <p:txBody>
          <a:bodyPr/>
          <a:lstStyle/>
          <a:p>
            <a:r>
              <a:rPr lang="en-IN" b="0" i="0" dirty="0">
                <a:effectLst/>
                <a:latin typeface="Bahnschrift" panose="020B0502040204020203" pitchFamily="34" charset="0"/>
              </a:rPr>
              <a:t>Hadoop </a:t>
            </a:r>
            <a:r>
              <a:rPr lang="en-IN" b="0" i="0" dirty="0" err="1">
                <a:effectLst/>
                <a:latin typeface="Bahnschrift" panose="020B0502040204020203" pitchFamily="34" charset="0"/>
              </a:rPr>
              <a:t>InputFormat</a:t>
            </a:r>
            <a:r>
              <a:rPr lang="en-IN" b="0" i="0" dirty="0">
                <a:effectLst/>
                <a:latin typeface="Bahnschrift" panose="020B0502040204020203" pitchFamily="34" charset="0"/>
              </a:rPr>
              <a:t> </a:t>
            </a:r>
            <a:endParaRPr lang="en-IN" dirty="0"/>
          </a:p>
        </p:txBody>
      </p:sp>
    </p:spTree>
    <p:extLst>
      <p:ext uri="{BB962C8B-B14F-4D97-AF65-F5344CB8AC3E}">
        <p14:creationId xmlns:p14="http://schemas.microsoft.com/office/powerpoint/2010/main" val="81064152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reeform: Shape 5">
            <a:extLst>
              <a:ext uri="{FF2B5EF4-FFF2-40B4-BE49-F238E27FC236}">
                <a16:creationId xmlns:a16="http://schemas.microsoft.com/office/drawing/2014/main" id="{477FAC8E-B042-4C5F-90DD-FE5ECF98A982}"/>
              </a:ext>
            </a:extLst>
          </p:cNvPr>
          <p:cNvSpPr/>
          <p:nvPr/>
        </p:nvSpPr>
        <p:spPr>
          <a:xfrm>
            <a:off x="2727275" y="2203555"/>
            <a:ext cx="5996299" cy="3957404"/>
          </a:xfrm>
          <a:custGeom>
            <a:avLst/>
            <a:gdLst>
              <a:gd name="connsiteX0" fmla="*/ 659580 w 3957403"/>
              <a:gd name="connsiteY0" fmla="*/ 0 h 5996298"/>
              <a:gd name="connsiteX1" fmla="*/ 3297823 w 3957403"/>
              <a:gd name="connsiteY1" fmla="*/ 0 h 5996298"/>
              <a:gd name="connsiteX2" fmla="*/ 3957403 w 3957403"/>
              <a:gd name="connsiteY2" fmla="*/ 659580 h 5996298"/>
              <a:gd name="connsiteX3" fmla="*/ 3957403 w 3957403"/>
              <a:gd name="connsiteY3" fmla="*/ 5996298 h 5996298"/>
              <a:gd name="connsiteX4" fmla="*/ 3957403 w 3957403"/>
              <a:gd name="connsiteY4" fmla="*/ 5996298 h 5996298"/>
              <a:gd name="connsiteX5" fmla="*/ 0 w 3957403"/>
              <a:gd name="connsiteY5" fmla="*/ 5996298 h 5996298"/>
              <a:gd name="connsiteX6" fmla="*/ 0 w 3957403"/>
              <a:gd name="connsiteY6" fmla="*/ 5996298 h 5996298"/>
              <a:gd name="connsiteX7" fmla="*/ 0 w 3957403"/>
              <a:gd name="connsiteY7" fmla="*/ 659580 h 5996298"/>
              <a:gd name="connsiteX8" fmla="*/ 659580 w 3957403"/>
              <a:gd name="connsiteY8" fmla="*/ 0 h 59962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57403" h="5996298">
                <a:moveTo>
                  <a:pt x="3957403" y="999403"/>
                </a:moveTo>
                <a:lnTo>
                  <a:pt x="3957403" y="4996895"/>
                </a:lnTo>
                <a:cubicBezTo>
                  <a:pt x="3957403" y="5548850"/>
                  <a:pt x="3762510" y="5996297"/>
                  <a:pt x="3522097" y="5996297"/>
                </a:cubicBezTo>
                <a:lnTo>
                  <a:pt x="0" y="5996297"/>
                </a:lnTo>
                <a:lnTo>
                  <a:pt x="0" y="5996297"/>
                </a:lnTo>
                <a:lnTo>
                  <a:pt x="0" y="1"/>
                </a:lnTo>
                <a:lnTo>
                  <a:pt x="0" y="1"/>
                </a:lnTo>
                <a:lnTo>
                  <a:pt x="3522097" y="1"/>
                </a:lnTo>
                <a:cubicBezTo>
                  <a:pt x="3762510" y="1"/>
                  <a:pt x="3957403" y="447448"/>
                  <a:pt x="3957403" y="999403"/>
                </a:cubicBezTo>
                <a:close/>
              </a:path>
            </a:pathLst>
          </a:custGeom>
          <a:ln>
            <a:noFill/>
          </a:ln>
          <a:scene3d>
            <a:camera prst="orthographicFront">
              <a:rot lat="0" lon="0" rev="0"/>
            </a:camera>
            <a:lightRig rig="contrasting" dir="t">
              <a:rot lat="0" lon="0" rev="1200000"/>
            </a:lightRig>
          </a:scene3d>
          <a:sp3d contourW="19050" prstMaterial="metal">
            <a:bevelT w="88900" h="203200"/>
            <a:bevelB w="165100" h="254000"/>
          </a:sp3d>
        </p:spPr>
        <p:style>
          <a:lnRef idx="0">
            <a:scrgbClr r="0" g="0" b="0"/>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247651" tIns="317009" rIns="440834" bIns="317010" numCol="1" spcCol="1270" anchor="t" anchorCtr="0">
            <a:noAutofit/>
          </a:bodyPr>
          <a:lstStyle/>
          <a:p>
            <a:pPr marL="228600" lvl="1" indent="-228600" algn="l" defTabSz="1066800">
              <a:lnSpc>
                <a:spcPct val="100000"/>
              </a:lnSpc>
              <a:spcBef>
                <a:spcPct val="0"/>
              </a:spcBef>
              <a:spcAft>
                <a:spcPct val="15000"/>
              </a:spcAft>
              <a:buFont typeface="+mj-lt"/>
              <a:buAutoNum type="arabicPeriod"/>
            </a:pPr>
            <a:r>
              <a:rPr lang="en-IN" sz="2400" b="0" i="0" kern="1200" dirty="0" err="1">
                <a:effectLst/>
                <a:latin typeface="Bahnschrift" panose="020B0502040204020203" pitchFamily="34" charset="0"/>
              </a:rPr>
              <a:t>FileInputFormat</a:t>
            </a:r>
            <a:endParaRPr lang="en-IN" sz="2400" b="0" i="0" kern="1200" dirty="0">
              <a:effectLst/>
              <a:latin typeface="Bahnschrift" panose="020B0502040204020203" pitchFamily="34" charset="0"/>
            </a:endParaRPr>
          </a:p>
          <a:p>
            <a:pPr marL="228600" lvl="1" indent="-228600" algn="l" defTabSz="1066800">
              <a:lnSpc>
                <a:spcPct val="100000"/>
              </a:lnSpc>
              <a:spcBef>
                <a:spcPct val="0"/>
              </a:spcBef>
              <a:spcAft>
                <a:spcPct val="15000"/>
              </a:spcAft>
              <a:buFont typeface="+mj-lt"/>
              <a:buAutoNum type="arabicPeriod"/>
            </a:pPr>
            <a:r>
              <a:rPr lang="en-IN" sz="2400" b="0" i="0" kern="1200" dirty="0" err="1">
                <a:latin typeface="Bahnschrift" panose="020B0502040204020203" pitchFamily="34" charset="0"/>
              </a:rPr>
              <a:t>TextInputFormat</a:t>
            </a:r>
            <a:endParaRPr lang="en-IN" sz="2400" kern="1200" dirty="0">
              <a:latin typeface="Bahnschrift" panose="020B0502040204020203" pitchFamily="34" charset="0"/>
            </a:endParaRPr>
          </a:p>
          <a:p>
            <a:pPr marL="228600" lvl="1" indent="-228600" algn="l" defTabSz="1066800">
              <a:lnSpc>
                <a:spcPct val="100000"/>
              </a:lnSpc>
              <a:spcBef>
                <a:spcPct val="0"/>
              </a:spcBef>
              <a:spcAft>
                <a:spcPct val="15000"/>
              </a:spcAft>
              <a:buFont typeface="+mj-lt"/>
              <a:buAutoNum type="arabicPeriod"/>
            </a:pPr>
            <a:r>
              <a:rPr lang="en-IN" sz="2400" b="0" i="0" kern="1200" dirty="0" err="1">
                <a:latin typeface="Bahnschrift" panose="020B0502040204020203" pitchFamily="34" charset="0"/>
              </a:rPr>
              <a:t>KeyValueTextInputFormat</a:t>
            </a:r>
            <a:endParaRPr lang="en-IN" sz="2400" kern="1200" dirty="0">
              <a:latin typeface="Bahnschrift" panose="020B0502040204020203" pitchFamily="34" charset="0"/>
            </a:endParaRPr>
          </a:p>
          <a:p>
            <a:pPr marL="228600" lvl="1" indent="-228600" algn="l" defTabSz="1066800">
              <a:lnSpc>
                <a:spcPct val="100000"/>
              </a:lnSpc>
              <a:spcBef>
                <a:spcPct val="0"/>
              </a:spcBef>
              <a:spcAft>
                <a:spcPct val="15000"/>
              </a:spcAft>
              <a:buFont typeface="+mj-lt"/>
              <a:buAutoNum type="arabicPeriod"/>
            </a:pPr>
            <a:r>
              <a:rPr lang="en-IN" sz="2400" b="0" i="0" kern="1200" dirty="0" err="1">
                <a:latin typeface="Bahnschrift" panose="020B0502040204020203" pitchFamily="34" charset="0"/>
              </a:rPr>
              <a:t>SequenceFileInputFormat</a:t>
            </a:r>
            <a:endParaRPr lang="en-IN" sz="2400" kern="1200" dirty="0">
              <a:latin typeface="Bahnschrift" panose="020B0502040204020203" pitchFamily="34" charset="0"/>
            </a:endParaRPr>
          </a:p>
          <a:p>
            <a:pPr marL="228600" lvl="1" indent="-228600" algn="l" defTabSz="1066800">
              <a:lnSpc>
                <a:spcPct val="100000"/>
              </a:lnSpc>
              <a:spcBef>
                <a:spcPct val="0"/>
              </a:spcBef>
              <a:spcAft>
                <a:spcPct val="15000"/>
              </a:spcAft>
              <a:buFont typeface="+mj-lt"/>
              <a:buAutoNum type="arabicPeriod"/>
            </a:pPr>
            <a:r>
              <a:rPr lang="en-IN" sz="2400" b="0" i="0" kern="1200" dirty="0" err="1">
                <a:latin typeface="Bahnschrift" panose="020B0502040204020203" pitchFamily="34" charset="0"/>
              </a:rPr>
              <a:t>NlineInputFormat</a:t>
            </a:r>
            <a:endParaRPr lang="en-IN" sz="2400" kern="1200" dirty="0">
              <a:latin typeface="Bahnschrift" panose="020B0502040204020203" pitchFamily="34" charset="0"/>
            </a:endParaRPr>
          </a:p>
        </p:txBody>
      </p:sp>
      <p:sp>
        <p:nvSpPr>
          <p:cNvPr id="7" name="Freeform: Shape 6">
            <a:extLst>
              <a:ext uri="{FF2B5EF4-FFF2-40B4-BE49-F238E27FC236}">
                <a16:creationId xmlns:a16="http://schemas.microsoft.com/office/drawing/2014/main" id="{E5E16BD3-FC01-4A7E-BBEC-73D2D1F8C6B3}"/>
              </a:ext>
            </a:extLst>
          </p:cNvPr>
          <p:cNvSpPr/>
          <p:nvPr/>
        </p:nvSpPr>
        <p:spPr>
          <a:xfrm>
            <a:off x="339014" y="1708880"/>
            <a:ext cx="2388261" cy="4946754"/>
          </a:xfrm>
          <a:custGeom>
            <a:avLst/>
            <a:gdLst>
              <a:gd name="connsiteX0" fmla="*/ 0 w 2388261"/>
              <a:gd name="connsiteY0" fmla="*/ 398051 h 4946754"/>
              <a:gd name="connsiteX1" fmla="*/ 398051 w 2388261"/>
              <a:gd name="connsiteY1" fmla="*/ 0 h 4946754"/>
              <a:gd name="connsiteX2" fmla="*/ 1990210 w 2388261"/>
              <a:gd name="connsiteY2" fmla="*/ 0 h 4946754"/>
              <a:gd name="connsiteX3" fmla="*/ 2388261 w 2388261"/>
              <a:gd name="connsiteY3" fmla="*/ 398051 h 4946754"/>
              <a:gd name="connsiteX4" fmla="*/ 2388261 w 2388261"/>
              <a:gd name="connsiteY4" fmla="*/ 4548703 h 4946754"/>
              <a:gd name="connsiteX5" fmla="*/ 1990210 w 2388261"/>
              <a:gd name="connsiteY5" fmla="*/ 4946754 h 4946754"/>
              <a:gd name="connsiteX6" fmla="*/ 398051 w 2388261"/>
              <a:gd name="connsiteY6" fmla="*/ 4946754 h 4946754"/>
              <a:gd name="connsiteX7" fmla="*/ 0 w 2388261"/>
              <a:gd name="connsiteY7" fmla="*/ 4548703 h 4946754"/>
              <a:gd name="connsiteX8" fmla="*/ 0 w 2388261"/>
              <a:gd name="connsiteY8" fmla="*/ 398051 h 49467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388261" h="4946754">
                <a:moveTo>
                  <a:pt x="0" y="398051"/>
                </a:moveTo>
                <a:cubicBezTo>
                  <a:pt x="0" y="178214"/>
                  <a:pt x="178214" y="0"/>
                  <a:pt x="398051" y="0"/>
                </a:cubicBezTo>
                <a:lnTo>
                  <a:pt x="1990210" y="0"/>
                </a:lnTo>
                <a:cubicBezTo>
                  <a:pt x="2210047" y="0"/>
                  <a:pt x="2388261" y="178214"/>
                  <a:pt x="2388261" y="398051"/>
                </a:cubicBezTo>
                <a:lnTo>
                  <a:pt x="2388261" y="4548703"/>
                </a:lnTo>
                <a:cubicBezTo>
                  <a:pt x="2388261" y="4768540"/>
                  <a:pt x="2210047" y="4946754"/>
                  <a:pt x="1990210" y="4946754"/>
                </a:cubicBezTo>
                <a:lnTo>
                  <a:pt x="398051" y="4946754"/>
                </a:lnTo>
                <a:cubicBezTo>
                  <a:pt x="178214" y="4946754"/>
                  <a:pt x="0" y="4768540"/>
                  <a:pt x="0" y="4548703"/>
                </a:cubicBezTo>
                <a:lnTo>
                  <a:pt x="0" y="398051"/>
                </a:lnTo>
                <a:close/>
              </a:path>
            </a:pathLst>
          </a:custGeom>
          <a:solidFill>
            <a:srgbClr val="44525A"/>
          </a:solidFill>
          <a:ln>
            <a:noFill/>
          </a:ln>
          <a:scene3d>
            <a:camera prst="orthographicFront">
              <a:rot lat="0" lon="0" rev="0"/>
            </a:camera>
            <a:lightRig rig="contrasting" dir="t">
              <a:rot lat="0" lon="0" rev="1200000"/>
            </a:lightRig>
          </a:scene3d>
          <a:sp3d contourW="19050" prstMaterial="metal">
            <a:bevelT w="88900" h="203200"/>
            <a:bevelB w="165100" h="254000"/>
          </a:sp3d>
        </p:spPr>
        <p:style>
          <a:lnRef idx="0">
            <a:scrgbClr r="0" g="0" b="0"/>
          </a:lnRef>
          <a:fillRef idx="1">
            <a:scrgbClr r="0" g="0" b="0"/>
          </a:fillRef>
          <a:effectRef idx="2">
            <a:schemeClr val="accent1">
              <a:hueOff val="0"/>
              <a:satOff val="0"/>
              <a:lumOff val="0"/>
              <a:alphaOff val="0"/>
            </a:schemeClr>
          </a:effectRef>
          <a:fontRef idx="minor">
            <a:schemeClr val="lt1"/>
          </a:fontRef>
        </p:style>
        <p:txBody>
          <a:bodyPr spcFirstLastPara="0" vert="horz" wrap="square" lIns="208025" tIns="162305" rIns="208025" bIns="162305" numCol="1" spcCol="1270" anchor="ctr" anchorCtr="0">
            <a:noAutofit/>
          </a:bodyPr>
          <a:lstStyle/>
          <a:p>
            <a:pPr marL="0" lvl="0" indent="0" algn="ctr" defTabSz="1066800">
              <a:lnSpc>
                <a:spcPct val="90000"/>
              </a:lnSpc>
              <a:spcBef>
                <a:spcPct val="0"/>
              </a:spcBef>
              <a:spcAft>
                <a:spcPct val="35000"/>
              </a:spcAft>
              <a:buNone/>
            </a:pPr>
            <a:r>
              <a:rPr lang="en-US" sz="2400" b="0" i="0" kern="1200" dirty="0">
                <a:effectLst/>
                <a:latin typeface="Bahnschrift" panose="020B0502040204020203" pitchFamily="34" charset="0"/>
              </a:rPr>
              <a:t>Types of </a:t>
            </a:r>
            <a:r>
              <a:rPr lang="en-US" sz="2400" b="0" i="0" kern="1200" dirty="0" err="1">
                <a:effectLst/>
                <a:latin typeface="Bahnschrift" panose="020B0502040204020203" pitchFamily="34" charset="0"/>
              </a:rPr>
              <a:t>InputFormat</a:t>
            </a:r>
            <a:r>
              <a:rPr lang="en-US" sz="2400" b="0" i="0" kern="1200" dirty="0">
                <a:effectLst/>
                <a:latin typeface="Bahnschrift" panose="020B0502040204020203" pitchFamily="34" charset="0"/>
              </a:rPr>
              <a:t> in MapReduce</a:t>
            </a:r>
            <a:endParaRPr lang="en-IN" sz="2400" kern="1200" dirty="0">
              <a:latin typeface="Bahnschrift" panose="020B0502040204020203" pitchFamily="34" charset="0"/>
            </a:endParaRPr>
          </a:p>
        </p:txBody>
      </p:sp>
      <p:sp>
        <p:nvSpPr>
          <p:cNvPr id="3" name="Title 2">
            <a:extLst>
              <a:ext uri="{FF2B5EF4-FFF2-40B4-BE49-F238E27FC236}">
                <a16:creationId xmlns:a16="http://schemas.microsoft.com/office/drawing/2014/main" id="{B658CB22-50B4-48E3-A83D-F7285D0FE41D}"/>
              </a:ext>
            </a:extLst>
          </p:cNvPr>
          <p:cNvSpPr>
            <a:spLocks noGrp="1"/>
          </p:cNvSpPr>
          <p:nvPr>
            <p:ph type="title"/>
          </p:nvPr>
        </p:nvSpPr>
        <p:spPr/>
        <p:txBody>
          <a:bodyPr/>
          <a:lstStyle/>
          <a:p>
            <a:r>
              <a:rPr lang="en-IN" b="0" i="0" dirty="0">
                <a:effectLst/>
                <a:latin typeface="Bahnschrift" panose="020B0502040204020203" pitchFamily="34" charset="0"/>
              </a:rPr>
              <a:t>Hadoop </a:t>
            </a:r>
            <a:r>
              <a:rPr lang="en-IN" b="0" i="0" dirty="0" err="1">
                <a:effectLst/>
                <a:latin typeface="Bahnschrift" panose="020B0502040204020203" pitchFamily="34" charset="0"/>
              </a:rPr>
              <a:t>InputFormat</a:t>
            </a:r>
            <a:r>
              <a:rPr lang="en-IN" b="0" i="0" dirty="0">
                <a:effectLst/>
                <a:latin typeface="Bahnschrift" panose="020B0502040204020203" pitchFamily="34" charset="0"/>
              </a:rPr>
              <a:t> </a:t>
            </a:r>
            <a:endParaRPr lang="en-IN" dirty="0"/>
          </a:p>
        </p:txBody>
      </p:sp>
    </p:spTree>
    <p:extLst>
      <p:ext uri="{BB962C8B-B14F-4D97-AF65-F5344CB8AC3E}">
        <p14:creationId xmlns:p14="http://schemas.microsoft.com/office/powerpoint/2010/main" val="153701197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reeform: Shape 5">
            <a:extLst>
              <a:ext uri="{FF2B5EF4-FFF2-40B4-BE49-F238E27FC236}">
                <a16:creationId xmlns:a16="http://schemas.microsoft.com/office/drawing/2014/main" id="{477FAC8E-B042-4C5F-90DD-FE5ECF98A982}"/>
              </a:ext>
            </a:extLst>
          </p:cNvPr>
          <p:cNvSpPr/>
          <p:nvPr/>
        </p:nvSpPr>
        <p:spPr>
          <a:xfrm>
            <a:off x="2727275" y="2203555"/>
            <a:ext cx="5996299" cy="3957404"/>
          </a:xfrm>
          <a:custGeom>
            <a:avLst/>
            <a:gdLst>
              <a:gd name="connsiteX0" fmla="*/ 659580 w 3957403"/>
              <a:gd name="connsiteY0" fmla="*/ 0 h 5996298"/>
              <a:gd name="connsiteX1" fmla="*/ 3297823 w 3957403"/>
              <a:gd name="connsiteY1" fmla="*/ 0 h 5996298"/>
              <a:gd name="connsiteX2" fmla="*/ 3957403 w 3957403"/>
              <a:gd name="connsiteY2" fmla="*/ 659580 h 5996298"/>
              <a:gd name="connsiteX3" fmla="*/ 3957403 w 3957403"/>
              <a:gd name="connsiteY3" fmla="*/ 5996298 h 5996298"/>
              <a:gd name="connsiteX4" fmla="*/ 3957403 w 3957403"/>
              <a:gd name="connsiteY4" fmla="*/ 5996298 h 5996298"/>
              <a:gd name="connsiteX5" fmla="*/ 0 w 3957403"/>
              <a:gd name="connsiteY5" fmla="*/ 5996298 h 5996298"/>
              <a:gd name="connsiteX6" fmla="*/ 0 w 3957403"/>
              <a:gd name="connsiteY6" fmla="*/ 5996298 h 5996298"/>
              <a:gd name="connsiteX7" fmla="*/ 0 w 3957403"/>
              <a:gd name="connsiteY7" fmla="*/ 659580 h 5996298"/>
              <a:gd name="connsiteX8" fmla="*/ 659580 w 3957403"/>
              <a:gd name="connsiteY8" fmla="*/ 0 h 59962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57403" h="5996298">
                <a:moveTo>
                  <a:pt x="3957403" y="999403"/>
                </a:moveTo>
                <a:lnTo>
                  <a:pt x="3957403" y="4996895"/>
                </a:lnTo>
                <a:cubicBezTo>
                  <a:pt x="3957403" y="5548850"/>
                  <a:pt x="3762510" y="5996297"/>
                  <a:pt x="3522097" y="5996297"/>
                </a:cubicBezTo>
                <a:lnTo>
                  <a:pt x="0" y="5996297"/>
                </a:lnTo>
                <a:lnTo>
                  <a:pt x="0" y="5996297"/>
                </a:lnTo>
                <a:lnTo>
                  <a:pt x="0" y="1"/>
                </a:lnTo>
                <a:lnTo>
                  <a:pt x="0" y="1"/>
                </a:lnTo>
                <a:lnTo>
                  <a:pt x="3522097" y="1"/>
                </a:lnTo>
                <a:cubicBezTo>
                  <a:pt x="3762510" y="1"/>
                  <a:pt x="3957403" y="447448"/>
                  <a:pt x="3957403" y="999403"/>
                </a:cubicBezTo>
                <a:close/>
              </a:path>
            </a:pathLst>
          </a:custGeom>
          <a:ln>
            <a:noFill/>
          </a:ln>
          <a:scene3d>
            <a:camera prst="orthographicFront">
              <a:rot lat="0" lon="0" rev="0"/>
            </a:camera>
            <a:lightRig rig="contrasting" dir="t">
              <a:rot lat="0" lon="0" rev="1200000"/>
            </a:lightRig>
          </a:scene3d>
          <a:sp3d contourW="19050" prstMaterial="metal">
            <a:bevelT w="88900" h="203200"/>
            <a:bevelB w="165100" h="254000"/>
          </a:sp3d>
        </p:spPr>
        <p:style>
          <a:lnRef idx="0">
            <a:scrgbClr r="0" g="0" b="0"/>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247651" tIns="317009" rIns="440834" bIns="317010" numCol="1" spcCol="1270" anchor="t" anchorCtr="0">
            <a:noAutofit/>
          </a:bodyPr>
          <a:lstStyle/>
          <a:p>
            <a:pPr marL="228600" lvl="1" indent="-228600" algn="l" defTabSz="1066800">
              <a:lnSpc>
                <a:spcPct val="100000"/>
              </a:lnSpc>
              <a:spcBef>
                <a:spcPct val="0"/>
              </a:spcBef>
              <a:spcAft>
                <a:spcPct val="15000"/>
              </a:spcAft>
              <a:buFont typeface="+mj-lt"/>
              <a:buAutoNum type="arabicPeriod"/>
            </a:pPr>
            <a:r>
              <a:rPr lang="en-IN" sz="2400" b="0" i="0" kern="1200" dirty="0" err="1">
                <a:effectLst/>
                <a:latin typeface="Bahnschrift" panose="020B0502040204020203" pitchFamily="34" charset="0"/>
              </a:rPr>
              <a:t>FileInputFormat</a:t>
            </a:r>
            <a:endParaRPr lang="en-IN" sz="2400" b="0" i="0" kern="1200" dirty="0">
              <a:effectLst/>
              <a:latin typeface="Bahnschrift" panose="020B0502040204020203" pitchFamily="34" charset="0"/>
            </a:endParaRPr>
          </a:p>
          <a:p>
            <a:pPr marL="228600" lvl="1" indent="-228600" algn="l" defTabSz="1066800">
              <a:lnSpc>
                <a:spcPct val="100000"/>
              </a:lnSpc>
              <a:spcBef>
                <a:spcPct val="0"/>
              </a:spcBef>
              <a:spcAft>
                <a:spcPct val="15000"/>
              </a:spcAft>
              <a:buFont typeface="+mj-lt"/>
              <a:buAutoNum type="arabicPeriod"/>
            </a:pPr>
            <a:r>
              <a:rPr lang="en-IN" sz="2400" b="0" i="0" kern="1200" dirty="0" err="1">
                <a:latin typeface="Bahnschrift" panose="020B0502040204020203" pitchFamily="34" charset="0"/>
              </a:rPr>
              <a:t>TextInputFormat</a:t>
            </a:r>
            <a:endParaRPr lang="en-IN" sz="2400" kern="1200" dirty="0">
              <a:latin typeface="Bahnschrift" panose="020B0502040204020203" pitchFamily="34" charset="0"/>
            </a:endParaRPr>
          </a:p>
          <a:p>
            <a:pPr marL="228600" lvl="1" indent="-228600" algn="l" defTabSz="1066800">
              <a:lnSpc>
                <a:spcPct val="100000"/>
              </a:lnSpc>
              <a:spcBef>
                <a:spcPct val="0"/>
              </a:spcBef>
              <a:spcAft>
                <a:spcPct val="15000"/>
              </a:spcAft>
              <a:buFont typeface="+mj-lt"/>
              <a:buAutoNum type="arabicPeriod"/>
            </a:pPr>
            <a:r>
              <a:rPr lang="en-IN" sz="2400" b="0" i="0" kern="1200" dirty="0" err="1">
                <a:latin typeface="Bahnschrift" panose="020B0502040204020203" pitchFamily="34" charset="0"/>
              </a:rPr>
              <a:t>KeyValueTextInputFormat</a:t>
            </a:r>
            <a:endParaRPr lang="en-IN" sz="2400" kern="1200" dirty="0">
              <a:latin typeface="Bahnschrift" panose="020B0502040204020203" pitchFamily="34" charset="0"/>
            </a:endParaRPr>
          </a:p>
          <a:p>
            <a:pPr marL="228600" lvl="1" indent="-228600" algn="l" defTabSz="1066800">
              <a:lnSpc>
                <a:spcPct val="100000"/>
              </a:lnSpc>
              <a:spcBef>
                <a:spcPct val="0"/>
              </a:spcBef>
              <a:spcAft>
                <a:spcPct val="15000"/>
              </a:spcAft>
              <a:buFont typeface="+mj-lt"/>
              <a:buAutoNum type="arabicPeriod"/>
            </a:pPr>
            <a:r>
              <a:rPr lang="en-IN" sz="2400" b="0" i="0" kern="1200" dirty="0" err="1">
                <a:latin typeface="Bahnschrift" panose="020B0502040204020203" pitchFamily="34" charset="0"/>
              </a:rPr>
              <a:t>SequenceFileInputFormat</a:t>
            </a:r>
            <a:endParaRPr lang="en-IN" sz="2400" kern="1200" dirty="0">
              <a:latin typeface="Bahnschrift" panose="020B0502040204020203" pitchFamily="34" charset="0"/>
            </a:endParaRPr>
          </a:p>
          <a:p>
            <a:pPr marL="228600" lvl="1" indent="-228600" algn="l" defTabSz="1066800">
              <a:lnSpc>
                <a:spcPct val="100000"/>
              </a:lnSpc>
              <a:spcBef>
                <a:spcPct val="0"/>
              </a:spcBef>
              <a:spcAft>
                <a:spcPct val="15000"/>
              </a:spcAft>
              <a:buFont typeface="+mj-lt"/>
              <a:buAutoNum type="arabicPeriod"/>
            </a:pPr>
            <a:r>
              <a:rPr lang="en-IN" sz="2400" b="0" i="0" kern="1200" dirty="0" err="1">
                <a:latin typeface="Bahnschrift" panose="020B0502040204020203" pitchFamily="34" charset="0"/>
              </a:rPr>
              <a:t>NlineInputFormat</a:t>
            </a:r>
            <a:endParaRPr lang="en-IN" sz="2400" kern="1200" dirty="0">
              <a:latin typeface="Bahnschrift" panose="020B0502040204020203" pitchFamily="34" charset="0"/>
            </a:endParaRPr>
          </a:p>
          <a:p>
            <a:pPr marL="228600" lvl="1" indent="-228600" algn="l" defTabSz="1066800">
              <a:lnSpc>
                <a:spcPct val="100000"/>
              </a:lnSpc>
              <a:spcBef>
                <a:spcPct val="0"/>
              </a:spcBef>
              <a:spcAft>
                <a:spcPct val="15000"/>
              </a:spcAft>
              <a:buFont typeface="+mj-lt"/>
              <a:buAutoNum type="arabicPeriod"/>
            </a:pPr>
            <a:r>
              <a:rPr lang="en-IN" sz="2400" b="0" i="0" kern="1200" dirty="0" err="1">
                <a:latin typeface="Bahnschrift" panose="020B0502040204020203" pitchFamily="34" charset="0"/>
              </a:rPr>
              <a:t>DBInputFormat</a:t>
            </a:r>
            <a:endParaRPr lang="en-IN" sz="2400" kern="1200" dirty="0">
              <a:latin typeface="Bahnschrift" panose="020B0502040204020203" pitchFamily="34" charset="0"/>
            </a:endParaRPr>
          </a:p>
        </p:txBody>
      </p:sp>
      <p:sp>
        <p:nvSpPr>
          <p:cNvPr id="7" name="Freeform: Shape 6">
            <a:extLst>
              <a:ext uri="{FF2B5EF4-FFF2-40B4-BE49-F238E27FC236}">
                <a16:creationId xmlns:a16="http://schemas.microsoft.com/office/drawing/2014/main" id="{E5E16BD3-FC01-4A7E-BBEC-73D2D1F8C6B3}"/>
              </a:ext>
            </a:extLst>
          </p:cNvPr>
          <p:cNvSpPr/>
          <p:nvPr/>
        </p:nvSpPr>
        <p:spPr>
          <a:xfrm>
            <a:off x="339014" y="1708880"/>
            <a:ext cx="2388261" cy="4946754"/>
          </a:xfrm>
          <a:custGeom>
            <a:avLst/>
            <a:gdLst>
              <a:gd name="connsiteX0" fmla="*/ 0 w 2388261"/>
              <a:gd name="connsiteY0" fmla="*/ 398051 h 4946754"/>
              <a:gd name="connsiteX1" fmla="*/ 398051 w 2388261"/>
              <a:gd name="connsiteY1" fmla="*/ 0 h 4946754"/>
              <a:gd name="connsiteX2" fmla="*/ 1990210 w 2388261"/>
              <a:gd name="connsiteY2" fmla="*/ 0 h 4946754"/>
              <a:gd name="connsiteX3" fmla="*/ 2388261 w 2388261"/>
              <a:gd name="connsiteY3" fmla="*/ 398051 h 4946754"/>
              <a:gd name="connsiteX4" fmla="*/ 2388261 w 2388261"/>
              <a:gd name="connsiteY4" fmla="*/ 4548703 h 4946754"/>
              <a:gd name="connsiteX5" fmla="*/ 1990210 w 2388261"/>
              <a:gd name="connsiteY5" fmla="*/ 4946754 h 4946754"/>
              <a:gd name="connsiteX6" fmla="*/ 398051 w 2388261"/>
              <a:gd name="connsiteY6" fmla="*/ 4946754 h 4946754"/>
              <a:gd name="connsiteX7" fmla="*/ 0 w 2388261"/>
              <a:gd name="connsiteY7" fmla="*/ 4548703 h 4946754"/>
              <a:gd name="connsiteX8" fmla="*/ 0 w 2388261"/>
              <a:gd name="connsiteY8" fmla="*/ 398051 h 49467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388261" h="4946754">
                <a:moveTo>
                  <a:pt x="0" y="398051"/>
                </a:moveTo>
                <a:cubicBezTo>
                  <a:pt x="0" y="178214"/>
                  <a:pt x="178214" y="0"/>
                  <a:pt x="398051" y="0"/>
                </a:cubicBezTo>
                <a:lnTo>
                  <a:pt x="1990210" y="0"/>
                </a:lnTo>
                <a:cubicBezTo>
                  <a:pt x="2210047" y="0"/>
                  <a:pt x="2388261" y="178214"/>
                  <a:pt x="2388261" y="398051"/>
                </a:cubicBezTo>
                <a:lnTo>
                  <a:pt x="2388261" y="4548703"/>
                </a:lnTo>
                <a:cubicBezTo>
                  <a:pt x="2388261" y="4768540"/>
                  <a:pt x="2210047" y="4946754"/>
                  <a:pt x="1990210" y="4946754"/>
                </a:cubicBezTo>
                <a:lnTo>
                  <a:pt x="398051" y="4946754"/>
                </a:lnTo>
                <a:cubicBezTo>
                  <a:pt x="178214" y="4946754"/>
                  <a:pt x="0" y="4768540"/>
                  <a:pt x="0" y="4548703"/>
                </a:cubicBezTo>
                <a:lnTo>
                  <a:pt x="0" y="398051"/>
                </a:lnTo>
                <a:close/>
              </a:path>
            </a:pathLst>
          </a:custGeom>
          <a:solidFill>
            <a:srgbClr val="44525A"/>
          </a:solidFill>
          <a:ln>
            <a:noFill/>
          </a:ln>
          <a:scene3d>
            <a:camera prst="orthographicFront">
              <a:rot lat="0" lon="0" rev="0"/>
            </a:camera>
            <a:lightRig rig="contrasting" dir="t">
              <a:rot lat="0" lon="0" rev="1200000"/>
            </a:lightRig>
          </a:scene3d>
          <a:sp3d contourW="19050" prstMaterial="metal">
            <a:bevelT w="88900" h="203200"/>
            <a:bevelB w="165100" h="254000"/>
          </a:sp3d>
        </p:spPr>
        <p:style>
          <a:lnRef idx="0">
            <a:scrgbClr r="0" g="0" b="0"/>
          </a:lnRef>
          <a:fillRef idx="1">
            <a:scrgbClr r="0" g="0" b="0"/>
          </a:fillRef>
          <a:effectRef idx="2">
            <a:schemeClr val="accent1">
              <a:hueOff val="0"/>
              <a:satOff val="0"/>
              <a:lumOff val="0"/>
              <a:alphaOff val="0"/>
            </a:schemeClr>
          </a:effectRef>
          <a:fontRef idx="minor">
            <a:schemeClr val="lt1"/>
          </a:fontRef>
        </p:style>
        <p:txBody>
          <a:bodyPr spcFirstLastPara="0" vert="horz" wrap="square" lIns="208025" tIns="162305" rIns="208025" bIns="162305" numCol="1" spcCol="1270" anchor="ctr" anchorCtr="0">
            <a:noAutofit/>
          </a:bodyPr>
          <a:lstStyle/>
          <a:p>
            <a:pPr marL="0" lvl="0" indent="0" algn="ctr" defTabSz="1066800">
              <a:lnSpc>
                <a:spcPct val="90000"/>
              </a:lnSpc>
              <a:spcBef>
                <a:spcPct val="0"/>
              </a:spcBef>
              <a:spcAft>
                <a:spcPct val="35000"/>
              </a:spcAft>
              <a:buNone/>
            </a:pPr>
            <a:r>
              <a:rPr lang="en-US" sz="2400" b="0" i="0" kern="1200" dirty="0">
                <a:effectLst/>
                <a:latin typeface="Bahnschrift" panose="020B0502040204020203" pitchFamily="34" charset="0"/>
              </a:rPr>
              <a:t>Types of </a:t>
            </a:r>
            <a:r>
              <a:rPr lang="en-US" sz="2400" b="0" i="0" kern="1200" dirty="0" err="1">
                <a:effectLst/>
                <a:latin typeface="Bahnschrift" panose="020B0502040204020203" pitchFamily="34" charset="0"/>
              </a:rPr>
              <a:t>InputFormat</a:t>
            </a:r>
            <a:r>
              <a:rPr lang="en-US" sz="2400" b="0" i="0" kern="1200" dirty="0">
                <a:effectLst/>
                <a:latin typeface="Bahnschrift" panose="020B0502040204020203" pitchFamily="34" charset="0"/>
              </a:rPr>
              <a:t> in MapReduce</a:t>
            </a:r>
            <a:endParaRPr lang="en-IN" sz="2400" kern="1200" dirty="0">
              <a:latin typeface="Bahnschrift" panose="020B0502040204020203" pitchFamily="34" charset="0"/>
            </a:endParaRPr>
          </a:p>
        </p:txBody>
      </p:sp>
      <p:sp>
        <p:nvSpPr>
          <p:cNvPr id="3" name="Title 2">
            <a:extLst>
              <a:ext uri="{FF2B5EF4-FFF2-40B4-BE49-F238E27FC236}">
                <a16:creationId xmlns:a16="http://schemas.microsoft.com/office/drawing/2014/main" id="{B658CB22-50B4-48E3-A83D-F7285D0FE41D}"/>
              </a:ext>
            </a:extLst>
          </p:cNvPr>
          <p:cNvSpPr>
            <a:spLocks noGrp="1"/>
          </p:cNvSpPr>
          <p:nvPr>
            <p:ph type="title"/>
          </p:nvPr>
        </p:nvSpPr>
        <p:spPr/>
        <p:txBody>
          <a:bodyPr/>
          <a:lstStyle/>
          <a:p>
            <a:r>
              <a:rPr lang="en-IN" b="0" i="0" dirty="0">
                <a:effectLst/>
                <a:latin typeface="Bahnschrift" panose="020B0502040204020203" pitchFamily="34" charset="0"/>
              </a:rPr>
              <a:t>Hadoop </a:t>
            </a:r>
            <a:r>
              <a:rPr lang="en-IN" b="0" i="0" dirty="0" err="1">
                <a:effectLst/>
                <a:latin typeface="Bahnschrift" panose="020B0502040204020203" pitchFamily="34" charset="0"/>
              </a:rPr>
              <a:t>InputFormat</a:t>
            </a:r>
            <a:r>
              <a:rPr lang="en-IN" b="0" i="0" dirty="0">
                <a:effectLst/>
                <a:latin typeface="Bahnschrift" panose="020B0502040204020203" pitchFamily="34" charset="0"/>
              </a:rPr>
              <a:t> </a:t>
            </a:r>
            <a:endParaRPr lang="en-IN" dirty="0"/>
          </a:p>
        </p:txBody>
      </p:sp>
    </p:spTree>
    <p:extLst>
      <p:ext uri="{BB962C8B-B14F-4D97-AF65-F5344CB8AC3E}">
        <p14:creationId xmlns:p14="http://schemas.microsoft.com/office/powerpoint/2010/main" val="395700366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reeform: Shape 5">
            <a:extLst>
              <a:ext uri="{FF2B5EF4-FFF2-40B4-BE49-F238E27FC236}">
                <a16:creationId xmlns:a16="http://schemas.microsoft.com/office/drawing/2014/main" id="{477FAC8E-B042-4C5F-90DD-FE5ECF98A982}"/>
              </a:ext>
            </a:extLst>
          </p:cNvPr>
          <p:cNvSpPr/>
          <p:nvPr/>
        </p:nvSpPr>
        <p:spPr>
          <a:xfrm>
            <a:off x="2727275" y="2203555"/>
            <a:ext cx="5996299" cy="3957404"/>
          </a:xfrm>
          <a:custGeom>
            <a:avLst/>
            <a:gdLst>
              <a:gd name="connsiteX0" fmla="*/ 659580 w 3957403"/>
              <a:gd name="connsiteY0" fmla="*/ 0 h 5996298"/>
              <a:gd name="connsiteX1" fmla="*/ 3297823 w 3957403"/>
              <a:gd name="connsiteY1" fmla="*/ 0 h 5996298"/>
              <a:gd name="connsiteX2" fmla="*/ 3957403 w 3957403"/>
              <a:gd name="connsiteY2" fmla="*/ 659580 h 5996298"/>
              <a:gd name="connsiteX3" fmla="*/ 3957403 w 3957403"/>
              <a:gd name="connsiteY3" fmla="*/ 5996298 h 5996298"/>
              <a:gd name="connsiteX4" fmla="*/ 3957403 w 3957403"/>
              <a:gd name="connsiteY4" fmla="*/ 5996298 h 5996298"/>
              <a:gd name="connsiteX5" fmla="*/ 0 w 3957403"/>
              <a:gd name="connsiteY5" fmla="*/ 5996298 h 5996298"/>
              <a:gd name="connsiteX6" fmla="*/ 0 w 3957403"/>
              <a:gd name="connsiteY6" fmla="*/ 5996298 h 5996298"/>
              <a:gd name="connsiteX7" fmla="*/ 0 w 3957403"/>
              <a:gd name="connsiteY7" fmla="*/ 659580 h 5996298"/>
              <a:gd name="connsiteX8" fmla="*/ 659580 w 3957403"/>
              <a:gd name="connsiteY8" fmla="*/ 0 h 59962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57403" h="5996298">
                <a:moveTo>
                  <a:pt x="3957403" y="999403"/>
                </a:moveTo>
                <a:lnTo>
                  <a:pt x="3957403" y="4996895"/>
                </a:lnTo>
                <a:cubicBezTo>
                  <a:pt x="3957403" y="5548850"/>
                  <a:pt x="3762510" y="5996297"/>
                  <a:pt x="3522097" y="5996297"/>
                </a:cubicBezTo>
                <a:lnTo>
                  <a:pt x="0" y="5996297"/>
                </a:lnTo>
                <a:lnTo>
                  <a:pt x="0" y="5996297"/>
                </a:lnTo>
                <a:lnTo>
                  <a:pt x="0" y="1"/>
                </a:lnTo>
                <a:lnTo>
                  <a:pt x="0" y="1"/>
                </a:lnTo>
                <a:lnTo>
                  <a:pt x="3522097" y="1"/>
                </a:lnTo>
                <a:cubicBezTo>
                  <a:pt x="3762510" y="1"/>
                  <a:pt x="3957403" y="447448"/>
                  <a:pt x="3957403" y="999403"/>
                </a:cubicBezTo>
                <a:close/>
              </a:path>
            </a:pathLst>
          </a:custGeom>
          <a:ln>
            <a:noFill/>
          </a:ln>
          <a:scene3d>
            <a:camera prst="orthographicFront">
              <a:rot lat="0" lon="0" rev="0"/>
            </a:camera>
            <a:lightRig rig="contrasting" dir="t">
              <a:rot lat="0" lon="0" rev="1200000"/>
            </a:lightRig>
          </a:scene3d>
          <a:sp3d contourW="19050" prstMaterial="metal">
            <a:bevelT w="88900" h="203200"/>
            <a:bevelB w="165100" h="254000"/>
          </a:sp3d>
        </p:spPr>
        <p:style>
          <a:lnRef idx="0">
            <a:scrgbClr r="0" g="0" b="0"/>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247651" tIns="317009" rIns="440834" bIns="317010" numCol="1" spcCol="1270" anchor="t" anchorCtr="0">
            <a:noAutofit/>
          </a:bodyPr>
          <a:lstStyle/>
          <a:p>
            <a:pPr marL="228600" lvl="1" indent="-228600" algn="l" defTabSz="1066800">
              <a:lnSpc>
                <a:spcPct val="100000"/>
              </a:lnSpc>
              <a:spcBef>
                <a:spcPct val="0"/>
              </a:spcBef>
              <a:spcAft>
                <a:spcPct val="15000"/>
              </a:spcAft>
              <a:buFont typeface="+mj-lt"/>
              <a:buAutoNum type="arabicPeriod"/>
            </a:pPr>
            <a:r>
              <a:rPr lang="en-IN" sz="2400" b="0" i="0" kern="1200" dirty="0" err="1">
                <a:effectLst/>
                <a:latin typeface="Bahnschrift" panose="020B0502040204020203" pitchFamily="34" charset="0"/>
              </a:rPr>
              <a:t>FileInputFormat</a:t>
            </a:r>
            <a:endParaRPr lang="en-IN" sz="2400" b="0" i="0" kern="1200" dirty="0">
              <a:effectLst/>
              <a:latin typeface="Bahnschrift" panose="020B0502040204020203" pitchFamily="34" charset="0"/>
            </a:endParaRPr>
          </a:p>
          <a:p>
            <a:pPr marL="228600" lvl="1" indent="-228600" algn="l" defTabSz="1066800">
              <a:lnSpc>
                <a:spcPct val="100000"/>
              </a:lnSpc>
              <a:spcBef>
                <a:spcPct val="0"/>
              </a:spcBef>
              <a:spcAft>
                <a:spcPct val="15000"/>
              </a:spcAft>
              <a:buFont typeface="+mj-lt"/>
              <a:buAutoNum type="arabicPeriod"/>
            </a:pPr>
            <a:r>
              <a:rPr lang="en-IN" sz="2400" b="0" i="0" kern="1200" dirty="0" err="1">
                <a:latin typeface="Bahnschrift" panose="020B0502040204020203" pitchFamily="34" charset="0"/>
              </a:rPr>
              <a:t>TextInputFormat</a:t>
            </a:r>
            <a:endParaRPr lang="en-IN" sz="2400" kern="1200" dirty="0">
              <a:latin typeface="Bahnschrift" panose="020B0502040204020203" pitchFamily="34" charset="0"/>
            </a:endParaRPr>
          </a:p>
          <a:p>
            <a:pPr marL="228600" lvl="1" indent="-228600" algn="l" defTabSz="1066800">
              <a:lnSpc>
                <a:spcPct val="100000"/>
              </a:lnSpc>
              <a:spcBef>
                <a:spcPct val="0"/>
              </a:spcBef>
              <a:spcAft>
                <a:spcPct val="15000"/>
              </a:spcAft>
              <a:buFont typeface="+mj-lt"/>
              <a:buAutoNum type="arabicPeriod"/>
            </a:pPr>
            <a:r>
              <a:rPr lang="en-IN" sz="2400" b="0" i="0" kern="1200" dirty="0" err="1">
                <a:latin typeface="Bahnschrift" panose="020B0502040204020203" pitchFamily="34" charset="0"/>
              </a:rPr>
              <a:t>KeyValueTextInputFormat</a:t>
            </a:r>
            <a:endParaRPr lang="en-IN" sz="2400" kern="1200" dirty="0">
              <a:latin typeface="Bahnschrift" panose="020B0502040204020203" pitchFamily="34" charset="0"/>
            </a:endParaRPr>
          </a:p>
          <a:p>
            <a:pPr marL="228600" lvl="1" indent="-228600" algn="l" defTabSz="1066800">
              <a:lnSpc>
                <a:spcPct val="100000"/>
              </a:lnSpc>
              <a:spcBef>
                <a:spcPct val="0"/>
              </a:spcBef>
              <a:spcAft>
                <a:spcPct val="15000"/>
              </a:spcAft>
              <a:buFont typeface="+mj-lt"/>
              <a:buAutoNum type="arabicPeriod"/>
            </a:pPr>
            <a:r>
              <a:rPr lang="en-IN" sz="2400" b="0" i="0" kern="1200" dirty="0" err="1">
                <a:latin typeface="Bahnschrift" panose="020B0502040204020203" pitchFamily="34" charset="0"/>
              </a:rPr>
              <a:t>SequenceFileInputFormat</a:t>
            </a:r>
            <a:endParaRPr lang="en-IN" sz="2400" kern="1200" dirty="0">
              <a:latin typeface="Bahnschrift" panose="020B0502040204020203" pitchFamily="34" charset="0"/>
            </a:endParaRPr>
          </a:p>
          <a:p>
            <a:pPr marL="228600" lvl="1" indent="-228600" algn="l" defTabSz="1066800">
              <a:lnSpc>
                <a:spcPct val="100000"/>
              </a:lnSpc>
              <a:spcBef>
                <a:spcPct val="0"/>
              </a:spcBef>
              <a:spcAft>
                <a:spcPct val="15000"/>
              </a:spcAft>
              <a:buFont typeface="+mj-lt"/>
              <a:buAutoNum type="arabicPeriod"/>
            </a:pPr>
            <a:r>
              <a:rPr lang="en-IN" sz="2400" b="0" i="0" kern="1200" dirty="0" err="1">
                <a:latin typeface="Bahnschrift" panose="020B0502040204020203" pitchFamily="34" charset="0"/>
              </a:rPr>
              <a:t>NlineInputFormat</a:t>
            </a:r>
            <a:endParaRPr lang="en-IN" sz="2400" kern="1200" dirty="0">
              <a:latin typeface="Bahnschrift" panose="020B0502040204020203" pitchFamily="34" charset="0"/>
            </a:endParaRPr>
          </a:p>
          <a:p>
            <a:pPr marL="228600" lvl="1" indent="-228600" algn="l" defTabSz="1066800">
              <a:lnSpc>
                <a:spcPct val="100000"/>
              </a:lnSpc>
              <a:spcBef>
                <a:spcPct val="0"/>
              </a:spcBef>
              <a:spcAft>
                <a:spcPct val="15000"/>
              </a:spcAft>
              <a:buFont typeface="+mj-lt"/>
              <a:buAutoNum type="arabicPeriod"/>
            </a:pPr>
            <a:r>
              <a:rPr lang="en-IN" sz="2400" b="0" i="0" kern="1200" dirty="0" err="1">
                <a:latin typeface="Bahnschrift" panose="020B0502040204020203" pitchFamily="34" charset="0"/>
              </a:rPr>
              <a:t>DBInputFormat</a:t>
            </a:r>
            <a:endParaRPr lang="en-IN" sz="2400" kern="1200" dirty="0">
              <a:latin typeface="Bahnschrift" panose="020B0502040204020203" pitchFamily="34" charset="0"/>
            </a:endParaRPr>
          </a:p>
          <a:p>
            <a:pPr marL="228600" lvl="1" indent="-228600" algn="l" defTabSz="1066800">
              <a:lnSpc>
                <a:spcPct val="100000"/>
              </a:lnSpc>
              <a:spcBef>
                <a:spcPct val="0"/>
              </a:spcBef>
              <a:spcAft>
                <a:spcPct val="15000"/>
              </a:spcAft>
              <a:buFont typeface="+mj-lt"/>
              <a:buAutoNum type="arabicPeriod"/>
            </a:pPr>
            <a:r>
              <a:rPr lang="en-IN" sz="2400" b="0" i="0" kern="1200" dirty="0">
                <a:latin typeface="Bahnschrift" panose="020B0502040204020203" pitchFamily="34" charset="0"/>
              </a:rPr>
              <a:t>Sequence </a:t>
            </a:r>
            <a:r>
              <a:rPr lang="en-IN" sz="2400" b="0" i="0" kern="1200" dirty="0" err="1">
                <a:latin typeface="Bahnschrift" panose="020B0502040204020203" pitchFamily="34" charset="0"/>
              </a:rPr>
              <a:t>FileAs</a:t>
            </a:r>
            <a:r>
              <a:rPr lang="en-IN" sz="2400" b="0" i="0" kern="1200" dirty="0">
                <a:latin typeface="Bahnschrift" panose="020B0502040204020203" pitchFamily="34" charset="0"/>
              </a:rPr>
              <a:t> </a:t>
            </a:r>
            <a:r>
              <a:rPr lang="en-IN" sz="2400" b="0" i="0" kern="1200" dirty="0" err="1">
                <a:latin typeface="Bahnschrift" panose="020B0502040204020203" pitchFamily="34" charset="0"/>
              </a:rPr>
              <a:t>BinaryInputFormat</a:t>
            </a:r>
            <a:endParaRPr lang="en-IN" sz="2400" kern="1200" dirty="0">
              <a:latin typeface="Bahnschrift" panose="020B0502040204020203" pitchFamily="34" charset="0"/>
            </a:endParaRPr>
          </a:p>
        </p:txBody>
      </p:sp>
      <p:sp>
        <p:nvSpPr>
          <p:cNvPr id="7" name="Freeform: Shape 6">
            <a:extLst>
              <a:ext uri="{FF2B5EF4-FFF2-40B4-BE49-F238E27FC236}">
                <a16:creationId xmlns:a16="http://schemas.microsoft.com/office/drawing/2014/main" id="{E5E16BD3-FC01-4A7E-BBEC-73D2D1F8C6B3}"/>
              </a:ext>
            </a:extLst>
          </p:cNvPr>
          <p:cNvSpPr/>
          <p:nvPr/>
        </p:nvSpPr>
        <p:spPr>
          <a:xfrm>
            <a:off x="339014" y="1708880"/>
            <a:ext cx="2388261" cy="4946754"/>
          </a:xfrm>
          <a:custGeom>
            <a:avLst/>
            <a:gdLst>
              <a:gd name="connsiteX0" fmla="*/ 0 w 2388261"/>
              <a:gd name="connsiteY0" fmla="*/ 398051 h 4946754"/>
              <a:gd name="connsiteX1" fmla="*/ 398051 w 2388261"/>
              <a:gd name="connsiteY1" fmla="*/ 0 h 4946754"/>
              <a:gd name="connsiteX2" fmla="*/ 1990210 w 2388261"/>
              <a:gd name="connsiteY2" fmla="*/ 0 h 4946754"/>
              <a:gd name="connsiteX3" fmla="*/ 2388261 w 2388261"/>
              <a:gd name="connsiteY3" fmla="*/ 398051 h 4946754"/>
              <a:gd name="connsiteX4" fmla="*/ 2388261 w 2388261"/>
              <a:gd name="connsiteY4" fmla="*/ 4548703 h 4946754"/>
              <a:gd name="connsiteX5" fmla="*/ 1990210 w 2388261"/>
              <a:gd name="connsiteY5" fmla="*/ 4946754 h 4946754"/>
              <a:gd name="connsiteX6" fmla="*/ 398051 w 2388261"/>
              <a:gd name="connsiteY6" fmla="*/ 4946754 h 4946754"/>
              <a:gd name="connsiteX7" fmla="*/ 0 w 2388261"/>
              <a:gd name="connsiteY7" fmla="*/ 4548703 h 4946754"/>
              <a:gd name="connsiteX8" fmla="*/ 0 w 2388261"/>
              <a:gd name="connsiteY8" fmla="*/ 398051 h 49467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388261" h="4946754">
                <a:moveTo>
                  <a:pt x="0" y="398051"/>
                </a:moveTo>
                <a:cubicBezTo>
                  <a:pt x="0" y="178214"/>
                  <a:pt x="178214" y="0"/>
                  <a:pt x="398051" y="0"/>
                </a:cubicBezTo>
                <a:lnTo>
                  <a:pt x="1990210" y="0"/>
                </a:lnTo>
                <a:cubicBezTo>
                  <a:pt x="2210047" y="0"/>
                  <a:pt x="2388261" y="178214"/>
                  <a:pt x="2388261" y="398051"/>
                </a:cubicBezTo>
                <a:lnTo>
                  <a:pt x="2388261" y="4548703"/>
                </a:lnTo>
                <a:cubicBezTo>
                  <a:pt x="2388261" y="4768540"/>
                  <a:pt x="2210047" y="4946754"/>
                  <a:pt x="1990210" y="4946754"/>
                </a:cubicBezTo>
                <a:lnTo>
                  <a:pt x="398051" y="4946754"/>
                </a:lnTo>
                <a:cubicBezTo>
                  <a:pt x="178214" y="4946754"/>
                  <a:pt x="0" y="4768540"/>
                  <a:pt x="0" y="4548703"/>
                </a:cubicBezTo>
                <a:lnTo>
                  <a:pt x="0" y="398051"/>
                </a:lnTo>
                <a:close/>
              </a:path>
            </a:pathLst>
          </a:custGeom>
          <a:solidFill>
            <a:srgbClr val="44525A"/>
          </a:solidFill>
          <a:ln>
            <a:noFill/>
          </a:ln>
          <a:scene3d>
            <a:camera prst="orthographicFront">
              <a:rot lat="0" lon="0" rev="0"/>
            </a:camera>
            <a:lightRig rig="contrasting" dir="t">
              <a:rot lat="0" lon="0" rev="1200000"/>
            </a:lightRig>
          </a:scene3d>
          <a:sp3d contourW="19050" prstMaterial="metal">
            <a:bevelT w="88900" h="203200"/>
            <a:bevelB w="165100" h="254000"/>
          </a:sp3d>
        </p:spPr>
        <p:style>
          <a:lnRef idx="0">
            <a:scrgbClr r="0" g="0" b="0"/>
          </a:lnRef>
          <a:fillRef idx="1">
            <a:scrgbClr r="0" g="0" b="0"/>
          </a:fillRef>
          <a:effectRef idx="2">
            <a:schemeClr val="accent1">
              <a:hueOff val="0"/>
              <a:satOff val="0"/>
              <a:lumOff val="0"/>
              <a:alphaOff val="0"/>
            </a:schemeClr>
          </a:effectRef>
          <a:fontRef idx="minor">
            <a:schemeClr val="lt1"/>
          </a:fontRef>
        </p:style>
        <p:txBody>
          <a:bodyPr spcFirstLastPara="0" vert="horz" wrap="square" lIns="208025" tIns="162305" rIns="208025" bIns="162305" numCol="1" spcCol="1270" anchor="ctr" anchorCtr="0">
            <a:noAutofit/>
          </a:bodyPr>
          <a:lstStyle/>
          <a:p>
            <a:pPr marL="0" lvl="0" indent="0" algn="ctr" defTabSz="1066800">
              <a:lnSpc>
                <a:spcPct val="90000"/>
              </a:lnSpc>
              <a:spcBef>
                <a:spcPct val="0"/>
              </a:spcBef>
              <a:spcAft>
                <a:spcPct val="35000"/>
              </a:spcAft>
              <a:buNone/>
            </a:pPr>
            <a:r>
              <a:rPr lang="en-US" sz="2400" b="0" i="0" kern="1200" dirty="0">
                <a:effectLst/>
                <a:latin typeface="Bahnschrift" panose="020B0502040204020203" pitchFamily="34" charset="0"/>
              </a:rPr>
              <a:t>Types of </a:t>
            </a:r>
            <a:r>
              <a:rPr lang="en-US" sz="2400" b="0" i="0" kern="1200" dirty="0" err="1">
                <a:effectLst/>
                <a:latin typeface="Bahnschrift" panose="020B0502040204020203" pitchFamily="34" charset="0"/>
              </a:rPr>
              <a:t>InputFormat</a:t>
            </a:r>
            <a:r>
              <a:rPr lang="en-US" sz="2400" b="0" i="0" kern="1200" dirty="0">
                <a:effectLst/>
                <a:latin typeface="Bahnschrift" panose="020B0502040204020203" pitchFamily="34" charset="0"/>
              </a:rPr>
              <a:t> in MapReduce</a:t>
            </a:r>
            <a:endParaRPr lang="en-IN" sz="2400" kern="1200" dirty="0">
              <a:latin typeface="Bahnschrift" panose="020B0502040204020203" pitchFamily="34" charset="0"/>
            </a:endParaRPr>
          </a:p>
        </p:txBody>
      </p:sp>
      <p:sp>
        <p:nvSpPr>
          <p:cNvPr id="3" name="Title 2">
            <a:extLst>
              <a:ext uri="{FF2B5EF4-FFF2-40B4-BE49-F238E27FC236}">
                <a16:creationId xmlns:a16="http://schemas.microsoft.com/office/drawing/2014/main" id="{B658CB22-50B4-48E3-A83D-F7285D0FE41D}"/>
              </a:ext>
            </a:extLst>
          </p:cNvPr>
          <p:cNvSpPr>
            <a:spLocks noGrp="1"/>
          </p:cNvSpPr>
          <p:nvPr>
            <p:ph type="title"/>
          </p:nvPr>
        </p:nvSpPr>
        <p:spPr/>
        <p:txBody>
          <a:bodyPr/>
          <a:lstStyle/>
          <a:p>
            <a:r>
              <a:rPr lang="en-IN" b="0" i="0" dirty="0">
                <a:effectLst/>
                <a:latin typeface="Bahnschrift" panose="020B0502040204020203" pitchFamily="34" charset="0"/>
              </a:rPr>
              <a:t>Hadoop </a:t>
            </a:r>
            <a:r>
              <a:rPr lang="en-IN" b="0" i="0" dirty="0" err="1">
                <a:effectLst/>
                <a:latin typeface="Bahnschrift" panose="020B0502040204020203" pitchFamily="34" charset="0"/>
              </a:rPr>
              <a:t>InputFormat</a:t>
            </a:r>
            <a:r>
              <a:rPr lang="en-IN" b="0" i="0" dirty="0">
                <a:effectLst/>
                <a:latin typeface="Bahnschrift" panose="020B0502040204020203" pitchFamily="34" charset="0"/>
              </a:rPr>
              <a:t> </a:t>
            </a:r>
            <a:endParaRPr lang="en-IN" dirty="0"/>
          </a:p>
        </p:txBody>
      </p:sp>
    </p:spTree>
    <p:extLst>
      <p:ext uri="{BB962C8B-B14F-4D97-AF65-F5344CB8AC3E}">
        <p14:creationId xmlns:p14="http://schemas.microsoft.com/office/powerpoint/2010/main" val="249458983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893614408"/>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1214</TotalTime>
  <Words>1293</Words>
  <Application>Microsoft Office PowerPoint</Application>
  <PresentationFormat>On-screen Show (4:3)</PresentationFormat>
  <Paragraphs>205</Paragraphs>
  <Slides>48</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48</vt:i4>
      </vt:variant>
    </vt:vector>
  </HeadingPairs>
  <TitlesOfParts>
    <vt:vector size="55" baseType="lpstr">
      <vt:lpstr>Arial</vt:lpstr>
      <vt:lpstr>Bahnschrift</vt:lpstr>
      <vt:lpstr>Bahnschrift SemiBold</vt:lpstr>
      <vt:lpstr>Calibri</vt:lpstr>
      <vt:lpstr>Calibri Light</vt:lpstr>
      <vt:lpstr>Georgia</vt:lpstr>
      <vt:lpstr>Office Theme</vt:lpstr>
      <vt:lpstr>PowerPoint Presentation</vt:lpstr>
      <vt:lpstr>PowerPoint Presentation</vt:lpstr>
      <vt:lpstr>Map Reduce Types</vt:lpstr>
      <vt:lpstr>Map Reduce Types</vt:lpstr>
      <vt:lpstr>Map Reduce Types</vt:lpstr>
      <vt:lpstr>Map Reduce Types</vt:lpstr>
      <vt:lpstr>Map Reduce Types</vt:lpstr>
      <vt:lpstr>Map Reduce Types</vt:lpstr>
      <vt:lpstr>Configuration of MapReduce in the new API</vt:lpstr>
      <vt:lpstr>Configuration of MapReduce types in the old API</vt:lpstr>
      <vt:lpstr>Input Formats</vt:lpstr>
      <vt:lpstr>Input Formats</vt:lpstr>
      <vt:lpstr>Text Input</vt:lpstr>
      <vt:lpstr>Text Input</vt:lpstr>
      <vt:lpstr>Text Input</vt:lpstr>
      <vt:lpstr>Text Input</vt:lpstr>
      <vt:lpstr>Text Input</vt:lpstr>
      <vt:lpstr>Text Input</vt:lpstr>
      <vt:lpstr>Text Input</vt:lpstr>
      <vt:lpstr>Text Input</vt:lpstr>
      <vt:lpstr>Text Input</vt:lpstr>
      <vt:lpstr>Text Input</vt:lpstr>
      <vt:lpstr>Text Input</vt:lpstr>
      <vt:lpstr>Text Input</vt:lpstr>
      <vt:lpstr>Text Input</vt:lpstr>
      <vt:lpstr>Text Input</vt:lpstr>
      <vt:lpstr>Text Input</vt:lpstr>
      <vt:lpstr>Text Input</vt:lpstr>
      <vt:lpstr>Text Input</vt:lpstr>
      <vt:lpstr>Text Input</vt:lpstr>
      <vt:lpstr>Database Input</vt:lpstr>
      <vt:lpstr>Database Input</vt:lpstr>
      <vt:lpstr>Text Output</vt:lpstr>
      <vt:lpstr>Binary Output </vt:lpstr>
      <vt:lpstr>Binary Output </vt:lpstr>
      <vt:lpstr>Binary Output </vt:lpstr>
      <vt:lpstr>Hadoop InputFormat </vt:lpstr>
      <vt:lpstr>Hadoop InputFormat </vt:lpstr>
      <vt:lpstr>Hadoop InputFormat </vt:lpstr>
      <vt:lpstr>Hadoop InputFormat </vt:lpstr>
      <vt:lpstr>Hadoop InputFormat </vt:lpstr>
      <vt:lpstr>Hadoop InputFormat </vt:lpstr>
      <vt:lpstr>Hadoop InputFormat </vt:lpstr>
      <vt:lpstr>Hadoop InputFormat </vt:lpstr>
      <vt:lpstr>Hadoop InputFormat </vt:lpstr>
      <vt:lpstr>Hadoop InputFormat </vt:lpstr>
      <vt:lpstr>Hadoop InputFormat </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video recording 1</dc:creator>
  <cp:lastModifiedBy>video recording 1</cp:lastModifiedBy>
  <cp:revision>75</cp:revision>
  <dcterms:created xsi:type="dcterms:W3CDTF">2021-05-13T17:45:44Z</dcterms:created>
  <dcterms:modified xsi:type="dcterms:W3CDTF">2021-09-03T08:39:35Z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name="NXPowerLiteLastOptimized" pid="2">
    <vt:lpwstr>424983</vt:lpwstr>
  </property>
  <property fmtid="{D5CDD505-2E9C-101B-9397-08002B2CF9AE}" name="NXPowerLiteSettings" pid="3">
    <vt:lpwstr>E700052003A000</vt:lpwstr>
  </property>
  <property fmtid="{D5CDD505-2E9C-101B-9397-08002B2CF9AE}" name="NXPowerLiteVersion" pid="4">
    <vt:lpwstr>D9.1.4</vt:lpwstr>
  </property>
</Properties>
</file>