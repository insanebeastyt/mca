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officedocument.drawingml.diagramData+xml" PartName="/ppt/diagrams/data3.xml"/>
  <Override ContentType="application/vnd.openxmlformats-officedocument.drawingml.diagramLayout+xml" PartName="/ppt/diagrams/layout3.xml"/>
  <Override ContentType="application/vnd.openxmlformats-officedocument.drawingml.diagramStyle+xml" PartName="/ppt/diagrams/quickStyle3.xml"/>
  <Override ContentType="application/vnd.openxmlformats-officedocument.drawingml.diagramColors+xml" PartName="/ppt/diagrams/colors3.xml"/>
  <Override ContentType="application/vnd.ms-office.drawingml.diagramDrawing+xml" PartName="/ppt/diagrams/drawing3.xml"/>
  <Override ContentType="application/vnd.openxmlformats-officedocument.drawingml.diagramData+xml" PartName="/ppt/diagrams/data4.xml"/>
  <Override ContentType="application/vnd.openxmlformats-officedocument.drawingml.diagramLayout+xml" PartName="/ppt/diagrams/layout4.xml"/>
  <Override ContentType="application/vnd.openxmlformats-officedocument.drawingml.diagramStyle+xml" PartName="/ppt/diagrams/quickStyle4.xml"/>
  <Override ContentType="application/vnd.openxmlformats-officedocument.drawingml.diagramColors+xml" PartName="/ppt/diagrams/colors4.xml"/>
  <Override ContentType="application/vnd.ms-office.drawingml.diagramDrawing+xml" PartName="/ppt/diagrams/drawing4.xml"/>
  <Override ContentType="application/vnd.openxmlformats-officedocument.drawingml.diagramData+xml" PartName="/ppt/diagrams/data5.xml"/>
  <Override ContentType="application/vnd.openxmlformats-officedocument.drawingml.diagramLayout+xml" PartName="/ppt/diagrams/layout5.xml"/>
  <Override ContentType="application/vnd.openxmlformats-officedocument.drawingml.diagramStyle+xml" PartName="/ppt/diagrams/quickStyle5.xml"/>
  <Override ContentType="application/vnd.openxmlformats-officedocument.drawingml.diagramColors+xml" PartName="/ppt/diagrams/colors5.xml"/>
  <Override ContentType="application/vnd.ms-office.drawingml.diagramDrawing+xml" PartName="/ppt/diagrams/drawing5.xml"/>
  <Override ContentType="application/vnd.openxmlformats-officedocument.drawingml.diagramData+xml" PartName="/ppt/diagrams/data6.xml"/>
  <Override ContentType="application/vnd.openxmlformats-officedocument.drawingml.diagramLayout+xml" PartName="/ppt/diagrams/layout6.xml"/>
  <Override ContentType="application/vnd.openxmlformats-officedocument.drawingml.diagramStyle+xml" PartName="/ppt/diagrams/quickStyle6.xml"/>
  <Override ContentType="application/vnd.openxmlformats-officedocument.drawingml.diagramColors+xml" PartName="/ppt/diagrams/colors6.xml"/>
  <Override ContentType="application/vnd.ms-office.drawingml.diagramDrawing+xml" PartName="/ppt/diagrams/drawing6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9"/>
  </p:handoutMasterIdLst>
  <p:sldIdLst>
    <p:sldId id="266" r:id="rId2"/>
    <p:sldId id="261" r:id="rId3"/>
    <p:sldId id="264" r:id="rId4"/>
    <p:sldId id="267" r:id="rId5"/>
    <p:sldId id="296" r:id="rId6"/>
    <p:sldId id="268" r:id="rId7"/>
    <p:sldId id="269" r:id="rId8"/>
    <p:sldId id="271" r:id="rId9"/>
    <p:sldId id="272" r:id="rId10"/>
    <p:sldId id="297" r:id="rId11"/>
    <p:sldId id="298" r:id="rId12"/>
    <p:sldId id="273" r:id="rId13"/>
    <p:sldId id="274" r:id="rId14"/>
    <p:sldId id="275" r:id="rId15"/>
    <p:sldId id="299" r:id="rId16"/>
    <p:sldId id="300" r:id="rId17"/>
    <p:sldId id="301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63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E4E7E9"/>
    <a:srgbClr val="FFFFFF"/>
    <a:srgbClr val="618495"/>
    <a:srgbClr val="44525B"/>
    <a:srgbClr val="072235"/>
    <a:srgbClr val="453A38"/>
    <a:srgbClr val="B8B192"/>
    <a:srgbClr val="473B39"/>
    <a:srgbClr val="30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00B540-6DEB-4D87-B829-39BC83BD18B1}" type="doc">
      <dgm:prSet loTypeId="urn:microsoft.com/office/officeart/2005/8/layout/hierarchy6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0CAB557-01A3-4FE9-B8E1-EDE9450E3CA0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Used in many areas such as:</a:t>
          </a:r>
        </a:p>
      </dgm:t>
    </dgm:pt>
    <dgm:pt modelId="{E93CA640-AC35-4B80-A4E5-910CEB547310}" type="parTrans" cxnId="{C115280F-BAE2-4566-9E9D-FF8071C40DCD}">
      <dgm:prSet/>
      <dgm:spPr/>
      <dgm:t>
        <a:bodyPr/>
        <a:lstStyle/>
        <a:p>
          <a:endParaRPr lang="en-IN"/>
        </a:p>
      </dgm:t>
    </dgm:pt>
    <dgm:pt modelId="{2C0BA0D0-86CD-4DA8-BAB3-F21E621F10E4}" type="sibTrans" cxnId="{C115280F-BAE2-4566-9E9D-FF8071C40DCD}">
      <dgm:prSet/>
      <dgm:spPr/>
      <dgm:t>
        <a:bodyPr/>
        <a:lstStyle/>
        <a:p>
          <a:endParaRPr lang="en-IN"/>
        </a:p>
      </dgm:t>
    </dgm:pt>
    <dgm:pt modelId="{7BE2E1D1-85F5-4874-AF3A-D1A08D57AA53}">
      <dgm:prSet/>
      <dgm:spPr/>
      <dgm:t>
        <a:bodyPr/>
        <a:lstStyle/>
        <a:p>
          <a:r>
            <a:rPr lang="en-IN" b="0" i="0" dirty="0">
              <a:effectLst/>
              <a:latin typeface="Bahnschrift" panose="020B0502040204020203" pitchFamily="34" charset="0"/>
            </a:rPr>
            <a:t>To model </a:t>
          </a:r>
          <a:r>
            <a:rPr lang="en-IN" b="0" i="0" dirty="0">
              <a:solidFill>
                <a:schemeClr val="bg1"/>
              </a:solidFill>
              <a:effectLst/>
              <a:latin typeface="Bahnschrift" panose="020B0502040204020203" pitchFamily="34" charset="0"/>
            </a:rPr>
            <a:t>complex events</a:t>
          </a:r>
        </a:p>
      </dgm:t>
    </dgm:pt>
    <dgm:pt modelId="{9EDFA29B-BA8D-4393-A15A-043507443380}" type="parTrans" cxnId="{6321DC2B-A237-425E-B737-79362A923155}">
      <dgm:prSet/>
      <dgm:spPr/>
      <dgm:t>
        <a:bodyPr/>
        <a:lstStyle/>
        <a:p>
          <a:endParaRPr lang="en-IN" b="0"/>
        </a:p>
      </dgm:t>
    </dgm:pt>
    <dgm:pt modelId="{3EAF8913-1574-49CC-BEF6-CF7B49FB6B22}" type="sibTrans" cxnId="{6321DC2B-A237-425E-B737-79362A923155}">
      <dgm:prSet/>
      <dgm:spPr/>
      <dgm:t>
        <a:bodyPr/>
        <a:lstStyle/>
        <a:p>
          <a:endParaRPr lang="en-IN"/>
        </a:p>
      </dgm:t>
    </dgm:pt>
    <dgm:pt modelId="{139E4CDE-1AFB-4115-9162-E9ED38B94CB6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Visualize phenomenon</a:t>
          </a:r>
        </a:p>
      </dgm:t>
    </dgm:pt>
    <dgm:pt modelId="{AA74357F-718E-4151-B802-FF6D1ECDF41A}" type="parTrans" cxnId="{EFC28810-69E4-47F0-8C44-10F65FAA8478}">
      <dgm:prSet/>
      <dgm:spPr>
        <a:solidFill>
          <a:srgbClr val="E4E7E9"/>
        </a:solidFill>
        <a:ln w="28575">
          <a:solidFill>
            <a:srgbClr val="E4E7E9"/>
          </a:solidFill>
        </a:ln>
      </dgm:spPr>
      <dgm:t>
        <a:bodyPr/>
        <a:lstStyle/>
        <a:p>
          <a:endParaRPr lang="en-IN" b="0"/>
        </a:p>
      </dgm:t>
    </dgm:pt>
    <dgm:pt modelId="{33B9E2C9-1FC8-4E17-9C44-D73CB1467484}" type="sibTrans" cxnId="{EFC28810-69E4-47F0-8C44-10F65FAA8478}">
      <dgm:prSet/>
      <dgm:spPr/>
      <dgm:t>
        <a:bodyPr/>
        <a:lstStyle/>
        <a:p>
          <a:endParaRPr lang="en-IN"/>
        </a:p>
      </dgm:t>
    </dgm:pt>
    <dgm:pt modelId="{63D7235A-9A2E-4894-B296-3E0FE985B98D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US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Weather patterns, </a:t>
          </a:r>
          <a:endParaRPr lang="en-US" b="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A545EE7D-90FE-478F-9F2E-8B66581DCED5}" type="sibTrans" cxnId="{7755A054-DD3B-4105-B1E9-C43B55D6E86D}">
      <dgm:prSet/>
      <dgm:spPr/>
      <dgm:t>
        <a:bodyPr/>
        <a:lstStyle/>
        <a:p>
          <a:endParaRPr lang="en-IN"/>
        </a:p>
      </dgm:t>
    </dgm:pt>
    <dgm:pt modelId="{BD53A831-3549-436D-B4C2-5928B1A33AB7}" type="parTrans" cxnId="{7755A054-DD3B-4105-B1E9-C43B55D6E86D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 b="0">
            <a:solidFill>
              <a:srgbClr val="E4E7E9"/>
            </a:solidFill>
          </a:endParaRPr>
        </a:p>
      </dgm:t>
    </dgm:pt>
    <dgm:pt modelId="{E24CD8A7-5C87-490A-B191-DE0BED4BC8C8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US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Medical conditions, </a:t>
          </a:r>
          <a:endParaRPr lang="en-US" b="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24E4B76C-7981-4B36-A43C-432A638BFBBB}" type="sibTrans" cxnId="{CF348646-73F2-4BFA-9C42-E10772C66727}">
      <dgm:prSet/>
      <dgm:spPr/>
      <dgm:t>
        <a:bodyPr/>
        <a:lstStyle/>
        <a:p>
          <a:endParaRPr lang="en-IN"/>
        </a:p>
      </dgm:t>
    </dgm:pt>
    <dgm:pt modelId="{56D77696-B8DB-44C8-B7F9-7B3783C8D384}" type="parTrans" cxnId="{CF348646-73F2-4BFA-9C42-E10772C66727}">
      <dgm:prSet/>
      <dgm:spPr>
        <a:ln>
          <a:solidFill>
            <a:srgbClr val="E4E7E9"/>
          </a:solidFill>
        </a:ln>
      </dgm:spPr>
      <dgm:t>
        <a:bodyPr/>
        <a:lstStyle/>
        <a:p>
          <a:endParaRPr lang="en-IN" b="0"/>
        </a:p>
      </dgm:t>
    </dgm:pt>
    <dgm:pt modelId="{F290EA0E-9C55-4AE3-AFDC-A1908C02495A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US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Mathematical relationships.</a:t>
          </a:r>
          <a:endParaRPr lang="en-US" b="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F169DF1A-F11A-45D6-9E82-7050B85433ED}" type="sibTrans" cxnId="{0041DA49-D349-4A57-888C-0154CB243A03}">
      <dgm:prSet/>
      <dgm:spPr/>
      <dgm:t>
        <a:bodyPr/>
        <a:lstStyle/>
        <a:p>
          <a:endParaRPr lang="en-IN"/>
        </a:p>
      </dgm:t>
    </dgm:pt>
    <dgm:pt modelId="{E9F250FB-DB5C-4F32-ADDB-E75425AF7484}" type="parTrans" cxnId="{0041DA49-D349-4A57-888C-0154CB243A03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 b="0">
            <a:solidFill>
              <a:srgbClr val="E4E7E9"/>
            </a:solidFill>
          </a:endParaRPr>
        </a:p>
      </dgm:t>
    </dgm:pt>
    <dgm:pt modelId="{0C392BCB-FC25-4ED3-9AAD-8A7BE1A403F3}" type="pres">
      <dgm:prSet presAssocID="{FD00B540-6DEB-4D87-B829-39BC83BD18B1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BE2EA14-5762-4EDD-B936-8984B5B2E8A6}" type="pres">
      <dgm:prSet presAssocID="{FD00B540-6DEB-4D87-B829-39BC83BD18B1}" presName="hierFlow" presStyleCnt="0"/>
      <dgm:spPr/>
    </dgm:pt>
    <dgm:pt modelId="{746175EA-9A27-4F20-BF8C-B0C5A76A9B7C}" type="pres">
      <dgm:prSet presAssocID="{FD00B540-6DEB-4D87-B829-39BC83BD18B1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EECDD67-10F6-485B-BDC9-BBC1B24DD019}" type="pres">
      <dgm:prSet presAssocID="{00CAB557-01A3-4FE9-B8E1-EDE9450E3CA0}" presName="Name14" presStyleCnt="0"/>
      <dgm:spPr/>
    </dgm:pt>
    <dgm:pt modelId="{FB98AE2C-AD9F-427D-B836-63443431E477}" type="pres">
      <dgm:prSet presAssocID="{00CAB557-01A3-4FE9-B8E1-EDE9450E3CA0}" presName="level1Shape" presStyleLbl="node0" presStyleIdx="0" presStyleCnt="1" custLinFactNeighborX="26811" custLinFactNeighborY="3351">
        <dgm:presLayoutVars>
          <dgm:chPref val="3"/>
        </dgm:presLayoutVars>
      </dgm:prSet>
      <dgm:spPr/>
    </dgm:pt>
    <dgm:pt modelId="{ACE7DF6A-6A18-4E96-8C5B-7D416FB54610}" type="pres">
      <dgm:prSet presAssocID="{00CAB557-01A3-4FE9-B8E1-EDE9450E3CA0}" presName="hierChild2" presStyleCnt="0"/>
      <dgm:spPr/>
    </dgm:pt>
    <dgm:pt modelId="{301EFA0F-D26C-42C9-98AC-54C763C74D9C}" type="pres">
      <dgm:prSet presAssocID="{9EDFA29B-BA8D-4393-A15A-043507443380}" presName="Name19" presStyleLbl="parChTrans1D2" presStyleIdx="0" presStyleCnt="2"/>
      <dgm:spPr/>
    </dgm:pt>
    <dgm:pt modelId="{4AEA532D-6FE7-4F24-B73D-AE5263E26ECB}" type="pres">
      <dgm:prSet presAssocID="{7BE2E1D1-85F5-4874-AF3A-D1A08D57AA53}" presName="Name21" presStyleCnt="0"/>
      <dgm:spPr/>
    </dgm:pt>
    <dgm:pt modelId="{863724FD-1D65-4C4B-8209-7F5819368611}" type="pres">
      <dgm:prSet presAssocID="{7BE2E1D1-85F5-4874-AF3A-D1A08D57AA53}" presName="level2Shape" presStyleLbl="node2" presStyleIdx="0" presStyleCnt="2"/>
      <dgm:spPr/>
    </dgm:pt>
    <dgm:pt modelId="{0BAF5962-72C7-4753-BD79-8131739AB4F8}" type="pres">
      <dgm:prSet presAssocID="{7BE2E1D1-85F5-4874-AF3A-D1A08D57AA53}" presName="hierChild3" presStyleCnt="0"/>
      <dgm:spPr/>
    </dgm:pt>
    <dgm:pt modelId="{1F9797A2-EDD7-43C3-948A-7424E761F73C}" type="pres">
      <dgm:prSet presAssocID="{AA74357F-718E-4151-B802-FF6D1ECDF41A}" presName="Name19" presStyleLbl="parChTrans1D2" presStyleIdx="1" presStyleCnt="2"/>
      <dgm:spPr/>
    </dgm:pt>
    <dgm:pt modelId="{83673BC0-3697-4507-AE91-0CC07C8B86F7}" type="pres">
      <dgm:prSet presAssocID="{139E4CDE-1AFB-4115-9162-E9ED38B94CB6}" presName="Name21" presStyleCnt="0"/>
      <dgm:spPr/>
    </dgm:pt>
    <dgm:pt modelId="{749C7969-E3E9-4E25-BB95-FFA39ED24A0E}" type="pres">
      <dgm:prSet presAssocID="{139E4CDE-1AFB-4115-9162-E9ED38B94CB6}" presName="level2Shape" presStyleLbl="node2" presStyleIdx="1" presStyleCnt="2" custLinFactNeighborX="61817" custLinFactNeighborY="1346"/>
      <dgm:spPr/>
    </dgm:pt>
    <dgm:pt modelId="{9A83FCB7-7E73-414B-8C3F-3905885CBB03}" type="pres">
      <dgm:prSet presAssocID="{139E4CDE-1AFB-4115-9162-E9ED38B94CB6}" presName="hierChild3" presStyleCnt="0"/>
      <dgm:spPr/>
    </dgm:pt>
    <dgm:pt modelId="{5CA92A43-2F2F-40DE-9351-9AD293920F51}" type="pres">
      <dgm:prSet presAssocID="{BD53A831-3549-436D-B4C2-5928B1A33AB7}" presName="Name19" presStyleLbl="parChTrans1D3" presStyleIdx="0" presStyleCnt="3"/>
      <dgm:spPr/>
    </dgm:pt>
    <dgm:pt modelId="{B695749A-D3FE-47CC-93F1-7DF914CD0505}" type="pres">
      <dgm:prSet presAssocID="{63D7235A-9A2E-4894-B296-3E0FE985B98D}" presName="Name21" presStyleCnt="0"/>
      <dgm:spPr/>
    </dgm:pt>
    <dgm:pt modelId="{279D73DD-26C1-4DFD-84D2-F810D0BC82AC}" type="pres">
      <dgm:prSet presAssocID="{63D7235A-9A2E-4894-B296-3E0FE985B98D}" presName="level2Shape" presStyleLbl="node3" presStyleIdx="0" presStyleCnt="3" custLinFactNeighborX="38729" custLinFactNeighborY="100"/>
      <dgm:spPr/>
    </dgm:pt>
    <dgm:pt modelId="{FC1E1B5B-9553-481D-819D-9C89B7FCB003}" type="pres">
      <dgm:prSet presAssocID="{63D7235A-9A2E-4894-B296-3E0FE985B98D}" presName="hierChild3" presStyleCnt="0"/>
      <dgm:spPr/>
    </dgm:pt>
    <dgm:pt modelId="{03C8DA8A-6F70-4A38-9F2C-60EFCD949F2F}" type="pres">
      <dgm:prSet presAssocID="{56D77696-B8DB-44C8-B7F9-7B3783C8D384}" presName="Name19" presStyleLbl="parChTrans1D3" presStyleIdx="1" presStyleCnt="3"/>
      <dgm:spPr/>
    </dgm:pt>
    <dgm:pt modelId="{D988DE96-A910-40F5-A10D-EABBBB00B7DF}" type="pres">
      <dgm:prSet presAssocID="{E24CD8A7-5C87-490A-B191-DE0BED4BC8C8}" presName="Name21" presStyleCnt="0"/>
      <dgm:spPr/>
    </dgm:pt>
    <dgm:pt modelId="{256954D8-7BD1-484F-9142-4538F0C9C7B0}" type="pres">
      <dgm:prSet presAssocID="{E24CD8A7-5C87-490A-B191-DE0BED4BC8C8}" presName="level2Shape" presStyleLbl="node3" presStyleIdx="1" presStyleCnt="3" custLinFactNeighborX="32026"/>
      <dgm:spPr/>
    </dgm:pt>
    <dgm:pt modelId="{207B6158-0DE4-4CFA-8EAA-49097BF5546F}" type="pres">
      <dgm:prSet presAssocID="{E24CD8A7-5C87-490A-B191-DE0BED4BC8C8}" presName="hierChild3" presStyleCnt="0"/>
      <dgm:spPr/>
    </dgm:pt>
    <dgm:pt modelId="{3B385496-80B6-418F-9506-7BBDF6445D41}" type="pres">
      <dgm:prSet presAssocID="{E9F250FB-DB5C-4F32-ADDB-E75425AF7484}" presName="Name19" presStyleLbl="parChTrans1D3" presStyleIdx="2" presStyleCnt="3"/>
      <dgm:spPr/>
    </dgm:pt>
    <dgm:pt modelId="{A6D8F83D-7AD2-4D67-A647-BC757695ACA6}" type="pres">
      <dgm:prSet presAssocID="{F290EA0E-9C55-4AE3-AFDC-A1908C02495A}" presName="Name21" presStyleCnt="0"/>
      <dgm:spPr/>
    </dgm:pt>
    <dgm:pt modelId="{BC15D7BD-28EB-418B-8276-098233553137}" type="pres">
      <dgm:prSet presAssocID="{F290EA0E-9C55-4AE3-AFDC-A1908C02495A}" presName="level2Shape" presStyleLbl="node3" presStyleIdx="2" presStyleCnt="3" custLinFactNeighborX="20854"/>
      <dgm:spPr/>
    </dgm:pt>
    <dgm:pt modelId="{73159F68-87CC-4CFF-914D-B6CA539DA04A}" type="pres">
      <dgm:prSet presAssocID="{F290EA0E-9C55-4AE3-AFDC-A1908C02495A}" presName="hierChild3" presStyleCnt="0"/>
      <dgm:spPr/>
    </dgm:pt>
    <dgm:pt modelId="{6102B79A-29E5-4AFD-83B3-31BA571F51C7}" type="pres">
      <dgm:prSet presAssocID="{FD00B540-6DEB-4D87-B829-39BC83BD18B1}" presName="bgShapesFlow" presStyleCnt="0"/>
      <dgm:spPr/>
    </dgm:pt>
  </dgm:ptLst>
  <dgm:cxnLst>
    <dgm:cxn modelId="{C115280F-BAE2-4566-9E9D-FF8071C40DCD}" srcId="{FD00B540-6DEB-4D87-B829-39BC83BD18B1}" destId="{00CAB557-01A3-4FE9-B8E1-EDE9450E3CA0}" srcOrd="0" destOrd="0" parTransId="{E93CA640-AC35-4B80-A4E5-910CEB547310}" sibTransId="{2C0BA0D0-86CD-4DA8-BAB3-F21E621F10E4}"/>
    <dgm:cxn modelId="{EFC28810-69E4-47F0-8C44-10F65FAA8478}" srcId="{00CAB557-01A3-4FE9-B8E1-EDE9450E3CA0}" destId="{139E4CDE-1AFB-4115-9162-E9ED38B94CB6}" srcOrd="1" destOrd="0" parTransId="{AA74357F-718E-4151-B802-FF6D1ECDF41A}" sibTransId="{33B9E2C9-1FC8-4E17-9C44-D73CB1467484}"/>
    <dgm:cxn modelId="{1EB0C818-196E-4B7B-8C17-C721323238ED}" type="presOf" srcId="{BD53A831-3549-436D-B4C2-5928B1A33AB7}" destId="{5CA92A43-2F2F-40DE-9351-9AD293920F51}" srcOrd="0" destOrd="0" presId="urn:microsoft.com/office/officeart/2005/8/layout/hierarchy6"/>
    <dgm:cxn modelId="{56C29519-5589-4748-A815-BD5E77C1C99D}" type="presOf" srcId="{F290EA0E-9C55-4AE3-AFDC-A1908C02495A}" destId="{BC15D7BD-28EB-418B-8276-098233553137}" srcOrd="0" destOrd="0" presId="urn:microsoft.com/office/officeart/2005/8/layout/hierarchy6"/>
    <dgm:cxn modelId="{6321DC2B-A237-425E-B737-79362A923155}" srcId="{00CAB557-01A3-4FE9-B8E1-EDE9450E3CA0}" destId="{7BE2E1D1-85F5-4874-AF3A-D1A08D57AA53}" srcOrd="0" destOrd="0" parTransId="{9EDFA29B-BA8D-4393-A15A-043507443380}" sibTransId="{3EAF8913-1574-49CC-BEF6-CF7B49FB6B22}"/>
    <dgm:cxn modelId="{CF348646-73F2-4BFA-9C42-E10772C66727}" srcId="{139E4CDE-1AFB-4115-9162-E9ED38B94CB6}" destId="{E24CD8A7-5C87-490A-B191-DE0BED4BC8C8}" srcOrd="1" destOrd="0" parTransId="{56D77696-B8DB-44C8-B7F9-7B3783C8D384}" sibTransId="{24E4B76C-7981-4B36-A43C-432A638BFBBB}"/>
    <dgm:cxn modelId="{0041DA49-D349-4A57-888C-0154CB243A03}" srcId="{139E4CDE-1AFB-4115-9162-E9ED38B94CB6}" destId="{F290EA0E-9C55-4AE3-AFDC-A1908C02495A}" srcOrd="2" destOrd="0" parTransId="{E9F250FB-DB5C-4F32-ADDB-E75425AF7484}" sibTransId="{F169DF1A-F11A-45D6-9E82-7050B85433ED}"/>
    <dgm:cxn modelId="{7755A054-DD3B-4105-B1E9-C43B55D6E86D}" srcId="{139E4CDE-1AFB-4115-9162-E9ED38B94CB6}" destId="{63D7235A-9A2E-4894-B296-3E0FE985B98D}" srcOrd="0" destOrd="0" parTransId="{BD53A831-3549-436D-B4C2-5928B1A33AB7}" sibTransId="{A545EE7D-90FE-478F-9F2E-8B66581DCED5}"/>
    <dgm:cxn modelId="{E04D8957-06F3-419F-A1C3-ED3D6ED853FB}" type="presOf" srcId="{E24CD8A7-5C87-490A-B191-DE0BED4BC8C8}" destId="{256954D8-7BD1-484F-9142-4538F0C9C7B0}" srcOrd="0" destOrd="0" presId="urn:microsoft.com/office/officeart/2005/8/layout/hierarchy6"/>
    <dgm:cxn modelId="{D934027E-FB56-4CFF-83CC-05BC7D5DD4CB}" type="presOf" srcId="{00CAB557-01A3-4FE9-B8E1-EDE9450E3CA0}" destId="{FB98AE2C-AD9F-427D-B836-63443431E477}" srcOrd="0" destOrd="0" presId="urn:microsoft.com/office/officeart/2005/8/layout/hierarchy6"/>
    <dgm:cxn modelId="{EDF8278B-FAEF-4110-9570-8E508E72CC1E}" type="presOf" srcId="{FD00B540-6DEB-4D87-B829-39BC83BD18B1}" destId="{0C392BCB-FC25-4ED3-9AAD-8A7BE1A403F3}" srcOrd="0" destOrd="0" presId="urn:microsoft.com/office/officeart/2005/8/layout/hierarchy6"/>
    <dgm:cxn modelId="{08987DA2-A45C-4BD0-8F6F-544C702BE51F}" type="presOf" srcId="{63D7235A-9A2E-4894-B296-3E0FE985B98D}" destId="{279D73DD-26C1-4DFD-84D2-F810D0BC82AC}" srcOrd="0" destOrd="0" presId="urn:microsoft.com/office/officeart/2005/8/layout/hierarchy6"/>
    <dgm:cxn modelId="{83AA95A4-56E7-4ADD-B115-E18536BB5D60}" type="presOf" srcId="{56D77696-B8DB-44C8-B7F9-7B3783C8D384}" destId="{03C8DA8A-6F70-4A38-9F2C-60EFCD949F2F}" srcOrd="0" destOrd="0" presId="urn:microsoft.com/office/officeart/2005/8/layout/hierarchy6"/>
    <dgm:cxn modelId="{E87A30BA-450C-406F-87C7-F6102B7E872E}" type="presOf" srcId="{139E4CDE-1AFB-4115-9162-E9ED38B94CB6}" destId="{749C7969-E3E9-4E25-BB95-FFA39ED24A0E}" srcOrd="0" destOrd="0" presId="urn:microsoft.com/office/officeart/2005/8/layout/hierarchy6"/>
    <dgm:cxn modelId="{F7CA13CC-67CF-40F0-A7F2-E0146AB17EB9}" type="presOf" srcId="{9EDFA29B-BA8D-4393-A15A-043507443380}" destId="{301EFA0F-D26C-42C9-98AC-54C763C74D9C}" srcOrd="0" destOrd="0" presId="urn:microsoft.com/office/officeart/2005/8/layout/hierarchy6"/>
    <dgm:cxn modelId="{50C502DB-C00B-40C9-9AC8-B35C463F20EA}" type="presOf" srcId="{AA74357F-718E-4151-B802-FF6D1ECDF41A}" destId="{1F9797A2-EDD7-43C3-948A-7424E761F73C}" srcOrd="0" destOrd="0" presId="urn:microsoft.com/office/officeart/2005/8/layout/hierarchy6"/>
    <dgm:cxn modelId="{F60365F0-FF5B-47ED-ACB4-05589303A00F}" type="presOf" srcId="{7BE2E1D1-85F5-4874-AF3A-D1A08D57AA53}" destId="{863724FD-1D65-4C4B-8209-7F5819368611}" srcOrd="0" destOrd="0" presId="urn:microsoft.com/office/officeart/2005/8/layout/hierarchy6"/>
    <dgm:cxn modelId="{E7AF19F7-4B6F-470D-9085-6C380BDEA603}" type="presOf" srcId="{E9F250FB-DB5C-4F32-ADDB-E75425AF7484}" destId="{3B385496-80B6-418F-9506-7BBDF6445D41}" srcOrd="0" destOrd="0" presId="urn:microsoft.com/office/officeart/2005/8/layout/hierarchy6"/>
    <dgm:cxn modelId="{83E2FA9C-7FEE-4952-8C50-B0B846524EC2}" type="presParOf" srcId="{0C392BCB-FC25-4ED3-9AAD-8A7BE1A403F3}" destId="{8BE2EA14-5762-4EDD-B936-8984B5B2E8A6}" srcOrd="0" destOrd="0" presId="urn:microsoft.com/office/officeart/2005/8/layout/hierarchy6"/>
    <dgm:cxn modelId="{5EA5ECB0-0135-4ED7-9545-DCF71D116F1C}" type="presParOf" srcId="{8BE2EA14-5762-4EDD-B936-8984B5B2E8A6}" destId="{746175EA-9A27-4F20-BF8C-B0C5A76A9B7C}" srcOrd="0" destOrd="0" presId="urn:microsoft.com/office/officeart/2005/8/layout/hierarchy6"/>
    <dgm:cxn modelId="{A8D00AD5-F972-421C-AB0A-DAD99DF4DDE4}" type="presParOf" srcId="{746175EA-9A27-4F20-BF8C-B0C5A76A9B7C}" destId="{9EECDD67-10F6-485B-BDC9-BBC1B24DD019}" srcOrd="0" destOrd="0" presId="urn:microsoft.com/office/officeart/2005/8/layout/hierarchy6"/>
    <dgm:cxn modelId="{137AF20A-B0E4-457C-BD07-D98F049B3096}" type="presParOf" srcId="{9EECDD67-10F6-485B-BDC9-BBC1B24DD019}" destId="{FB98AE2C-AD9F-427D-B836-63443431E477}" srcOrd="0" destOrd="0" presId="urn:microsoft.com/office/officeart/2005/8/layout/hierarchy6"/>
    <dgm:cxn modelId="{2D456E9E-BE65-47E2-85E6-A3B5BA008FCC}" type="presParOf" srcId="{9EECDD67-10F6-485B-BDC9-BBC1B24DD019}" destId="{ACE7DF6A-6A18-4E96-8C5B-7D416FB54610}" srcOrd="1" destOrd="0" presId="urn:microsoft.com/office/officeart/2005/8/layout/hierarchy6"/>
    <dgm:cxn modelId="{AFA850EE-915F-4D12-BCF4-EE5DF1025310}" type="presParOf" srcId="{ACE7DF6A-6A18-4E96-8C5B-7D416FB54610}" destId="{301EFA0F-D26C-42C9-98AC-54C763C74D9C}" srcOrd="0" destOrd="0" presId="urn:microsoft.com/office/officeart/2005/8/layout/hierarchy6"/>
    <dgm:cxn modelId="{19E76F33-1C1E-45EA-AEB3-C7F44F05CA56}" type="presParOf" srcId="{ACE7DF6A-6A18-4E96-8C5B-7D416FB54610}" destId="{4AEA532D-6FE7-4F24-B73D-AE5263E26ECB}" srcOrd="1" destOrd="0" presId="urn:microsoft.com/office/officeart/2005/8/layout/hierarchy6"/>
    <dgm:cxn modelId="{6AA87E36-A8F7-404E-A6F0-F12E314998CF}" type="presParOf" srcId="{4AEA532D-6FE7-4F24-B73D-AE5263E26ECB}" destId="{863724FD-1D65-4C4B-8209-7F5819368611}" srcOrd="0" destOrd="0" presId="urn:microsoft.com/office/officeart/2005/8/layout/hierarchy6"/>
    <dgm:cxn modelId="{C68C533C-4201-43D0-AD36-7AF1A8388CC0}" type="presParOf" srcId="{4AEA532D-6FE7-4F24-B73D-AE5263E26ECB}" destId="{0BAF5962-72C7-4753-BD79-8131739AB4F8}" srcOrd="1" destOrd="0" presId="urn:microsoft.com/office/officeart/2005/8/layout/hierarchy6"/>
    <dgm:cxn modelId="{FA915AD3-F485-4D81-AFDE-FF836A9442DF}" type="presParOf" srcId="{ACE7DF6A-6A18-4E96-8C5B-7D416FB54610}" destId="{1F9797A2-EDD7-43C3-948A-7424E761F73C}" srcOrd="2" destOrd="0" presId="urn:microsoft.com/office/officeart/2005/8/layout/hierarchy6"/>
    <dgm:cxn modelId="{B1BACAFD-04F2-4F40-B4B2-5211608032EA}" type="presParOf" srcId="{ACE7DF6A-6A18-4E96-8C5B-7D416FB54610}" destId="{83673BC0-3697-4507-AE91-0CC07C8B86F7}" srcOrd="3" destOrd="0" presId="urn:microsoft.com/office/officeart/2005/8/layout/hierarchy6"/>
    <dgm:cxn modelId="{EE779843-A1D4-4E13-8C00-3146A6FF2E0B}" type="presParOf" srcId="{83673BC0-3697-4507-AE91-0CC07C8B86F7}" destId="{749C7969-E3E9-4E25-BB95-FFA39ED24A0E}" srcOrd="0" destOrd="0" presId="urn:microsoft.com/office/officeart/2005/8/layout/hierarchy6"/>
    <dgm:cxn modelId="{183BFA85-5338-4468-8FA5-482D0E9219DD}" type="presParOf" srcId="{83673BC0-3697-4507-AE91-0CC07C8B86F7}" destId="{9A83FCB7-7E73-414B-8C3F-3905885CBB03}" srcOrd="1" destOrd="0" presId="urn:microsoft.com/office/officeart/2005/8/layout/hierarchy6"/>
    <dgm:cxn modelId="{44BCC053-46F3-49E2-95AC-87386C89EB9C}" type="presParOf" srcId="{9A83FCB7-7E73-414B-8C3F-3905885CBB03}" destId="{5CA92A43-2F2F-40DE-9351-9AD293920F51}" srcOrd="0" destOrd="0" presId="urn:microsoft.com/office/officeart/2005/8/layout/hierarchy6"/>
    <dgm:cxn modelId="{832C24E0-54FF-429F-8C14-42D6B328A416}" type="presParOf" srcId="{9A83FCB7-7E73-414B-8C3F-3905885CBB03}" destId="{B695749A-D3FE-47CC-93F1-7DF914CD0505}" srcOrd="1" destOrd="0" presId="urn:microsoft.com/office/officeart/2005/8/layout/hierarchy6"/>
    <dgm:cxn modelId="{89442DA1-6D92-41DC-9163-7493E7ACBA50}" type="presParOf" srcId="{B695749A-D3FE-47CC-93F1-7DF914CD0505}" destId="{279D73DD-26C1-4DFD-84D2-F810D0BC82AC}" srcOrd="0" destOrd="0" presId="urn:microsoft.com/office/officeart/2005/8/layout/hierarchy6"/>
    <dgm:cxn modelId="{EA4DF015-9924-4EA2-BD8D-AF80486F8570}" type="presParOf" srcId="{B695749A-D3FE-47CC-93F1-7DF914CD0505}" destId="{FC1E1B5B-9553-481D-819D-9C89B7FCB003}" srcOrd="1" destOrd="0" presId="urn:microsoft.com/office/officeart/2005/8/layout/hierarchy6"/>
    <dgm:cxn modelId="{0874DFB8-0C68-4637-AF77-D639EC81A1F6}" type="presParOf" srcId="{9A83FCB7-7E73-414B-8C3F-3905885CBB03}" destId="{03C8DA8A-6F70-4A38-9F2C-60EFCD949F2F}" srcOrd="2" destOrd="0" presId="urn:microsoft.com/office/officeart/2005/8/layout/hierarchy6"/>
    <dgm:cxn modelId="{B852D321-F903-44C0-A8E9-4CFF7AA10CD7}" type="presParOf" srcId="{9A83FCB7-7E73-414B-8C3F-3905885CBB03}" destId="{D988DE96-A910-40F5-A10D-EABBBB00B7DF}" srcOrd="3" destOrd="0" presId="urn:microsoft.com/office/officeart/2005/8/layout/hierarchy6"/>
    <dgm:cxn modelId="{FA025B85-B95E-45DF-ABCE-6254DCAE5366}" type="presParOf" srcId="{D988DE96-A910-40F5-A10D-EABBBB00B7DF}" destId="{256954D8-7BD1-484F-9142-4538F0C9C7B0}" srcOrd="0" destOrd="0" presId="urn:microsoft.com/office/officeart/2005/8/layout/hierarchy6"/>
    <dgm:cxn modelId="{CA23A14E-9D37-47F1-8E9E-183843B20D31}" type="presParOf" srcId="{D988DE96-A910-40F5-A10D-EABBBB00B7DF}" destId="{207B6158-0DE4-4CFA-8EAA-49097BF5546F}" srcOrd="1" destOrd="0" presId="urn:microsoft.com/office/officeart/2005/8/layout/hierarchy6"/>
    <dgm:cxn modelId="{41AAFA35-B1BF-41FC-85E8-C35363DABD27}" type="presParOf" srcId="{9A83FCB7-7E73-414B-8C3F-3905885CBB03}" destId="{3B385496-80B6-418F-9506-7BBDF6445D41}" srcOrd="4" destOrd="0" presId="urn:microsoft.com/office/officeart/2005/8/layout/hierarchy6"/>
    <dgm:cxn modelId="{6DEAF532-6918-4601-BC04-369645CDC8D3}" type="presParOf" srcId="{9A83FCB7-7E73-414B-8C3F-3905885CBB03}" destId="{A6D8F83D-7AD2-4D67-A647-BC757695ACA6}" srcOrd="5" destOrd="0" presId="urn:microsoft.com/office/officeart/2005/8/layout/hierarchy6"/>
    <dgm:cxn modelId="{7374AB2A-14A0-4E59-8BB8-349525CCF29A}" type="presParOf" srcId="{A6D8F83D-7AD2-4D67-A647-BC757695ACA6}" destId="{BC15D7BD-28EB-418B-8276-098233553137}" srcOrd="0" destOrd="0" presId="urn:microsoft.com/office/officeart/2005/8/layout/hierarchy6"/>
    <dgm:cxn modelId="{EEFA4AB7-4493-450E-9CA3-4CE192B86E77}" type="presParOf" srcId="{A6D8F83D-7AD2-4D67-A647-BC757695ACA6}" destId="{73159F68-87CC-4CFF-914D-B6CA539DA04A}" srcOrd="1" destOrd="0" presId="urn:microsoft.com/office/officeart/2005/8/layout/hierarchy6"/>
    <dgm:cxn modelId="{87A12B28-EE02-4150-B426-C5D84F9FEF33}" type="presParOf" srcId="{0C392BCB-FC25-4ED3-9AAD-8A7BE1A403F3}" destId="{6102B79A-29E5-4AFD-83B3-31BA571F51C7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00B540-6DEB-4D87-B829-39BC83BD18B1}" type="doc">
      <dgm:prSet loTypeId="urn:microsoft.com/office/officeart/2005/8/layout/hierarchy6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0CAB557-01A3-4FE9-B8E1-EDE9450E3CA0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Used in many areas such as:</a:t>
          </a:r>
        </a:p>
      </dgm:t>
    </dgm:pt>
    <dgm:pt modelId="{E93CA640-AC35-4B80-A4E5-910CEB547310}" type="parTrans" cxnId="{C115280F-BAE2-4566-9E9D-FF8071C40DCD}">
      <dgm:prSet/>
      <dgm:spPr/>
      <dgm:t>
        <a:bodyPr/>
        <a:lstStyle/>
        <a:p>
          <a:endParaRPr lang="en-IN"/>
        </a:p>
      </dgm:t>
    </dgm:pt>
    <dgm:pt modelId="{2C0BA0D0-86CD-4DA8-BAB3-F21E621F10E4}" type="sibTrans" cxnId="{C115280F-BAE2-4566-9E9D-FF8071C40DCD}">
      <dgm:prSet/>
      <dgm:spPr/>
      <dgm:t>
        <a:bodyPr/>
        <a:lstStyle/>
        <a:p>
          <a:endParaRPr lang="en-IN"/>
        </a:p>
      </dgm:t>
    </dgm:pt>
    <dgm:pt modelId="{7BE2E1D1-85F5-4874-AF3A-D1A08D57AA53}">
      <dgm:prSet/>
      <dgm:spPr/>
      <dgm:t>
        <a:bodyPr/>
        <a:lstStyle/>
        <a:p>
          <a:r>
            <a:rPr lang="en-IN" b="0" i="0" dirty="0">
              <a:effectLst/>
              <a:latin typeface="Bahnschrift" panose="020B0502040204020203" pitchFamily="34" charset="0"/>
            </a:rPr>
            <a:t>To model </a:t>
          </a:r>
          <a:r>
            <a:rPr lang="en-IN" b="0" i="0" dirty="0">
              <a:solidFill>
                <a:schemeClr val="bg1"/>
              </a:solidFill>
              <a:effectLst/>
              <a:latin typeface="Bahnschrift" panose="020B0502040204020203" pitchFamily="34" charset="0"/>
            </a:rPr>
            <a:t>complex events</a:t>
          </a:r>
        </a:p>
      </dgm:t>
    </dgm:pt>
    <dgm:pt modelId="{9EDFA29B-BA8D-4393-A15A-043507443380}" type="parTrans" cxnId="{6321DC2B-A237-425E-B737-79362A923155}">
      <dgm:prSet/>
      <dgm:spPr/>
      <dgm:t>
        <a:bodyPr/>
        <a:lstStyle/>
        <a:p>
          <a:endParaRPr lang="en-IN" b="0"/>
        </a:p>
      </dgm:t>
    </dgm:pt>
    <dgm:pt modelId="{3EAF8913-1574-49CC-BEF6-CF7B49FB6B22}" type="sibTrans" cxnId="{6321DC2B-A237-425E-B737-79362A923155}">
      <dgm:prSet/>
      <dgm:spPr/>
      <dgm:t>
        <a:bodyPr/>
        <a:lstStyle/>
        <a:p>
          <a:endParaRPr lang="en-IN"/>
        </a:p>
      </dgm:t>
    </dgm:pt>
    <dgm:pt modelId="{139E4CDE-1AFB-4115-9162-E9ED38B94CB6}">
      <dgm:prSet/>
      <dgm:spPr/>
      <dgm:t>
        <a:bodyPr/>
        <a:lstStyle/>
        <a:p>
          <a:r>
            <a:rPr lang="en-IN" b="0" i="0" dirty="0">
              <a:effectLst/>
              <a:latin typeface="Bahnschrift" panose="020B0502040204020203" pitchFamily="34" charset="0"/>
            </a:rPr>
            <a:t>Visualize phenomenon</a:t>
          </a:r>
        </a:p>
      </dgm:t>
    </dgm:pt>
    <dgm:pt modelId="{AA74357F-718E-4151-B802-FF6D1ECDF41A}" type="parTrans" cxnId="{EFC28810-69E4-47F0-8C44-10F65FAA8478}">
      <dgm:prSet/>
      <dgm:spPr/>
      <dgm:t>
        <a:bodyPr/>
        <a:lstStyle/>
        <a:p>
          <a:endParaRPr lang="en-IN" b="0"/>
        </a:p>
      </dgm:t>
    </dgm:pt>
    <dgm:pt modelId="{33B9E2C9-1FC8-4E17-9C44-D73CB1467484}" type="sibTrans" cxnId="{EFC28810-69E4-47F0-8C44-10F65FAA8478}">
      <dgm:prSet/>
      <dgm:spPr/>
      <dgm:t>
        <a:bodyPr/>
        <a:lstStyle/>
        <a:p>
          <a:endParaRPr lang="en-IN"/>
        </a:p>
      </dgm:t>
    </dgm:pt>
    <dgm:pt modelId="{63D7235A-9A2E-4894-B296-3E0FE985B98D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US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Weather patterns, </a:t>
          </a:r>
          <a:endParaRPr lang="en-US" b="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BD53A831-3549-436D-B4C2-5928B1A33AB7}" type="parTrans" cxnId="{7755A054-DD3B-4105-B1E9-C43B55D6E86D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 b="0">
            <a:solidFill>
              <a:srgbClr val="E4E7E9"/>
            </a:solidFill>
          </a:endParaRPr>
        </a:p>
      </dgm:t>
    </dgm:pt>
    <dgm:pt modelId="{A545EE7D-90FE-478F-9F2E-8B66581DCED5}" type="sibTrans" cxnId="{7755A054-DD3B-4105-B1E9-C43B55D6E86D}">
      <dgm:prSet/>
      <dgm:spPr/>
      <dgm:t>
        <a:bodyPr/>
        <a:lstStyle/>
        <a:p>
          <a:endParaRPr lang="en-IN"/>
        </a:p>
      </dgm:t>
    </dgm:pt>
    <dgm:pt modelId="{E24CD8A7-5C87-490A-B191-DE0BED4BC8C8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US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Medical conditions, </a:t>
          </a:r>
          <a:endParaRPr lang="en-US" b="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56D77696-B8DB-44C8-B7F9-7B3783C8D384}" type="parTrans" cxnId="{CF348646-73F2-4BFA-9C42-E10772C66727}">
      <dgm:prSet/>
      <dgm:spPr>
        <a:ln>
          <a:solidFill>
            <a:srgbClr val="E4E7E9"/>
          </a:solidFill>
        </a:ln>
      </dgm:spPr>
      <dgm:t>
        <a:bodyPr/>
        <a:lstStyle/>
        <a:p>
          <a:endParaRPr lang="en-IN" b="0"/>
        </a:p>
      </dgm:t>
    </dgm:pt>
    <dgm:pt modelId="{24E4B76C-7981-4B36-A43C-432A638BFBBB}" type="sibTrans" cxnId="{CF348646-73F2-4BFA-9C42-E10772C66727}">
      <dgm:prSet/>
      <dgm:spPr/>
      <dgm:t>
        <a:bodyPr/>
        <a:lstStyle/>
        <a:p>
          <a:endParaRPr lang="en-IN"/>
        </a:p>
      </dgm:t>
    </dgm:pt>
    <dgm:pt modelId="{F290EA0E-9C55-4AE3-AFDC-A1908C02495A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US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Mathematical relationships.</a:t>
          </a:r>
          <a:endParaRPr lang="en-US" b="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E9F250FB-DB5C-4F32-ADDB-E75425AF7484}" type="parTrans" cxnId="{0041DA49-D349-4A57-888C-0154CB243A03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 b="0">
            <a:solidFill>
              <a:srgbClr val="E4E7E9"/>
            </a:solidFill>
          </a:endParaRPr>
        </a:p>
      </dgm:t>
    </dgm:pt>
    <dgm:pt modelId="{F169DF1A-F11A-45D6-9E82-7050B85433ED}" type="sibTrans" cxnId="{0041DA49-D349-4A57-888C-0154CB243A03}">
      <dgm:prSet/>
      <dgm:spPr/>
      <dgm:t>
        <a:bodyPr/>
        <a:lstStyle/>
        <a:p>
          <a:endParaRPr lang="en-IN"/>
        </a:p>
      </dgm:t>
    </dgm:pt>
    <dgm:pt modelId="{0C392BCB-FC25-4ED3-9AAD-8A7BE1A403F3}" type="pres">
      <dgm:prSet presAssocID="{FD00B540-6DEB-4D87-B829-39BC83BD18B1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BE2EA14-5762-4EDD-B936-8984B5B2E8A6}" type="pres">
      <dgm:prSet presAssocID="{FD00B540-6DEB-4D87-B829-39BC83BD18B1}" presName="hierFlow" presStyleCnt="0"/>
      <dgm:spPr/>
    </dgm:pt>
    <dgm:pt modelId="{746175EA-9A27-4F20-BF8C-B0C5A76A9B7C}" type="pres">
      <dgm:prSet presAssocID="{FD00B540-6DEB-4D87-B829-39BC83BD18B1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EECDD67-10F6-485B-BDC9-BBC1B24DD019}" type="pres">
      <dgm:prSet presAssocID="{00CAB557-01A3-4FE9-B8E1-EDE9450E3CA0}" presName="Name14" presStyleCnt="0"/>
      <dgm:spPr/>
    </dgm:pt>
    <dgm:pt modelId="{FB98AE2C-AD9F-427D-B836-63443431E477}" type="pres">
      <dgm:prSet presAssocID="{00CAB557-01A3-4FE9-B8E1-EDE9450E3CA0}" presName="level1Shape" presStyleLbl="node0" presStyleIdx="0" presStyleCnt="1" custLinFactNeighborX="26811" custLinFactNeighborY="3351">
        <dgm:presLayoutVars>
          <dgm:chPref val="3"/>
        </dgm:presLayoutVars>
      </dgm:prSet>
      <dgm:spPr/>
    </dgm:pt>
    <dgm:pt modelId="{ACE7DF6A-6A18-4E96-8C5B-7D416FB54610}" type="pres">
      <dgm:prSet presAssocID="{00CAB557-01A3-4FE9-B8E1-EDE9450E3CA0}" presName="hierChild2" presStyleCnt="0"/>
      <dgm:spPr/>
    </dgm:pt>
    <dgm:pt modelId="{301EFA0F-D26C-42C9-98AC-54C763C74D9C}" type="pres">
      <dgm:prSet presAssocID="{9EDFA29B-BA8D-4393-A15A-043507443380}" presName="Name19" presStyleLbl="parChTrans1D2" presStyleIdx="0" presStyleCnt="2"/>
      <dgm:spPr/>
    </dgm:pt>
    <dgm:pt modelId="{4AEA532D-6FE7-4F24-B73D-AE5263E26ECB}" type="pres">
      <dgm:prSet presAssocID="{7BE2E1D1-85F5-4874-AF3A-D1A08D57AA53}" presName="Name21" presStyleCnt="0"/>
      <dgm:spPr/>
    </dgm:pt>
    <dgm:pt modelId="{863724FD-1D65-4C4B-8209-7F5819368611}" type="pres">
      <dgm:prSet presAssocID="{7BE2E1D1-85F5-4874-AF3A-D1A08D57AA53}" presName="level2Shape" presStyleLbl="node2" presStyleIdx="0" presStyleCnt="2"/>
      <dgm:spPr/>
    </dgm:pt>
    <dgm:pt modelId="{0BAF5962-72C7-4753-BD79-8131739AB4F8}" type="pres">
      <dgm:prSet presAssocID="{7BE2E1D1-85F5-4874-AF3A-D1A08D57AA53}" presName="hierChild3" presStyleCnt="0"/>
      <dgm:spPr/>
    </dgm:pt>
    <dgm:pt modelId="{1F9797A2-EDD7-43C3-948A-7424E761F73C}" type="pres">
      <dgm:prSet presAssocID="{AA74357F-718E-4151-B802-FF6D1ECDF41A}" presName="Name19" presStyleLbl="parChTrans1D2" presStyleIdx="1" presStyleCnt="2"/>
      <dgm:spPr/>
    </dgm:pt>
    <dgm:pt modelId="{83673BC0-3697-4507-AE91-0CC07C8B86F7}" type="pres">
      <dgm:prSet presAssocID="{139E4CDE-1AFB-4115-9162-E9ED38B94CB6}" presName="Name21" presStyleCnt="0"/>
      <dgm:spPr/>
    </dgm:pt>
    <dgm:pt modelId="{749C7969-E3E9-4E25-BB95-FFA39ED24A0E}" type="pres">
      <dgm:prSet presAssocID="{139E4CDE-1AFB-4115-9162-E9ED38B94CB6}" presName="level2Shape" presStyleLbl="node2" presStyleIdx="1" presStyleCnt="2" custLinFactNeighborX="61817" custLinFactNeighborY="1346"/>
      <dgm:spPr/>
    </dgm:pt>
    <dgm:pt modelId="{9A83FCB7-7E73-414B-8C3F-3905885CBB03}" type="pres">
      <dgm:prSet presAssocID="{139E4CDE-1AFB-4115-9162-E9ED38B94CB6}" presName="hierChild3" presStyleCnt="0"/>
      <dgm:spPr/>
    </dgm:pt>
    <dgm:pt modelId="{5CA92A43-2F2F-40DE-9351-9AD293920F51}" type="pres">
      <dgm:prSet presAssocID="{BD53A831-3549-436D-B4C2-5928B1A33AB7}" presName="Name19" presStyleLbl="parChTrans1D3" presStyleIdx="0" presStyleCnt="3"/>
      <dgm:spPr/>
    </dgm:pt>
    <dgm:pt modelId="{B695749A-D3FE-47CC-93F1-7DF914CD0505}" type="pres">
      <dgm:prSet presAssocID="{63D7235A-9A2E-4894-B296-3E0FE985B98D}" presName="Name21" presStyleCnt="0"/>
      <dgm:spPr/>
    </dgm:pt>
    <dgm:pt modelId="{279D73DD-26C1-4DFD-84D2-F810D0BC82AC}" type="pres">
      <dgm:prSet presAssocID="{63D7235A-9A2E-4894-B296-3E0FE985B98D}" presName="level2Shape" presStyleLbl="node3" presStyleIdx="0" presStyleCnt="3" custLinFactNeighborX="38729" custLinFactNeighborY="100"/>
      <dgm:spPr/>
    </dgm:pt>
    <dgm:pt modelId="{FC1E1B5B-9553-481D-819D-9C89B7FCB003}" type="pres">
      <dgm:prSet presAssocID="{63D7235A-9A2E-4894-B296-3E0FE985B98D}" presName="hierChild3" presStyleCnt="0"/>
      <dgm:spPr/>
    </dgm:pt>
    <dgm:pt modelId="{03C8DA8A-6F70-4A38-9F2C-60EFCD949F2F}" type="pres">
      <dgm:prSet presAssocID="{56D77696-B8DB-44C8-B7F9-7B3783C8D384}" presName="Name19" presStyleLbl="parChTrans1D3" presStyleIdx="1" presStyleCnt="3"/>
      <dgm:spPr/>
    </dgm:pt>
    <dgm:pt modelId="{D988DE96-A910-40F5-A10D-EABBBB00B7DF}" type="pres">
      <dgm:prSet presAssocID="{E24CD8A7-5C87-490A-B191-DE0BED4BC8C8}" presName="Name21" presStyleCnt="0"/>
      <dgm:spPr/>
    </dgm:pt>
    <dgm:pt modelId="{256954D8-7BD1-484F-9142-4538F0C9C7B0}" type="pres">
      <dgm:prSet presAssocID="{E24CD8A7-5C87-490A-B191-DE0BED4BC8C8}" presName="level2Shape" presStyleLbl="node3" presStyleIdx="1" presStyleCnt="3" custLinFactNeighborX="32026"/>
      <dgm:spPr/>
    </dgm:pt>
    <dgm:pt modelId="{207B6158-0DE4-4CFA-8EAA-49097BF5546F}" type="pres">
      <dgm:prSet presAssocID="{E24CD8A7-5C87-490A-B191-DE0BED4BC8C8}" presName="hierChild3" presStyleCnt="0"/>
      <dgm:spPr/>
    </dgm:pt>
    <dgm:pt modelId="{3B385496-80B6-418F-9506-7BBDF6445D41}" type="pres">
      <dgm:prSet presAssocID="{E9F250FB-DB5C-4F32-ADDB-E75425AF7484}" presName="Name19" presStyleLbl="parChTrans1D3" presStyleIdx="2" presStyleCnt="3"/>
      <dgm:spPr/>
    </dgm:pt>
    <dgm:pt modelId="{A6D8F83D-7AD2-4D67-A647-BC757695ACA6}" type="pres">
      <dgm:prSet presAssocID="{F290EA0E-9C55-4AE3-AFDC-A1908C02495A}" presName="Name21" presStyleCnt="0"/>
      <dgm:spPr/>
    </dgm:pt>
    <dgm:pt modelId="{BC15D7BD-28EB-418B-8276-098233553137}" type="pres">
      <dgm:prSet presAssocID="{F290EA0E-9C55-4AE3-AFDC-A1908C02495A}" presName="level2Shape" presStyleLbl="node3" presStyleIdx="2" presStyleCnt="3" custLinFactNeighborX="20854"/>
      <dgm:spPr/>
    </dgm:pt>
    <dgm:pt modelId="{73159F68-87CC-4CFF-914D-B6CA539DA04A}" type="pres">
      <dgm:prSet presAssocID="{F290EA0E-9C55-4AE3-AFDC-A1908C02495A}" presName="hierChild3" presStyleCnt="0"/>
      <dgm:spPr/>
    </dgm:pt>
    <dgm:pt modelId="{6102B79A-29E5-4AFD-83B3-31BA571F51C7}" type="pres">
      <dgm:prSet presAssocID="{FD00B540-6DEB-4D87-B829-39BC83BD18B1}" presName="bgShapesFlow" presStyleCnt="0"/>
      <dgm:spPr/>
    </dgm:pt>
  </dgm:ptLst>
  <dgm:cxnLst>
    <dgm:cxn modelId="{C115280F-BAE2-4566-9E9D-FF8071C40DCD}" srcId="{FD00B540-6DEB-4D87-B829-39BC83BD18B1}" destId="{00CAB557-01A3-4FE9-B8E1-EDE9450E3CA0}" srcOrd="0" destOrd="0" parTransId="{E93CA640-AC35-4B80-A4E5-910CEB547310}" sibTransId="{2C0BA0D0-86CD-4DA8-BAB3-F21E621F10E4}"/>
    <dgm:cxn modelId="{EFC28810-69E4-47F0-8C44-10F65FAA8478}" srcId="{00CAB557-01A3-4FE9-B8E1-EDE9450E3CA0}" destId="{139E4CDE-1AFB-4115-9162-E9ED38B94CB6}" srcOrd="1" destOrd="0" parTransId="{AA74357F-718E-4151-B802-FF6D1ECDF41A}" sibTransId="{33B9E2C9-1FC8-4E17-9C44-D73CB1467484}"/>
    <dgm:cxn modelId="{1EB0C818-196E-4B7B-8C17-C721323238ED}" type="presOf" srcId="{BD53A831-3549-436D-B4C2-5928B1A33AB7}" destId="{5CA92A43-2F2F-40DE-9351-9AD293920F51}" srcOrd="0" destOrd="0" presId="urn:microsoft.com/office/officeart/2005/8/layout/hierarchy6"/>
    <dgm:cxn modelId="{56C29519-5589-4748-A815-BD5E77C1C99D}" type="presOf" srcId="{F290EA0E-9C55-4AE3-AFDC-A1908C02495A}" destId="{BC15D7BD-28EB-418B-8276-098233553137}" srcOrd="0" destOrd="0" presId="urn:microsoft.com/office/officeart/2005/8/layout/hierarchy6"/>
    <dgm:cxn modelId="{6321DC2B-A237-425E-B737-79362A923155}" srcId="{00CAB557-01A3-4FE9-B8E1-EDE9450E3CA0}" destId="{7BE2E1D1-85F5-4874-AF3A-D1A08D57AA53}" srcOrd="0" destOrd="0" parTransId="{9EDFA29B-BA8D-4393-A15A-043507443380}" sibTransId="{3EAF8913-1574-49CC-BEF6-CF7B49FB6B22}"/>
    <dgm:cxn modelId="{CF348646-73F2-4BFA-9C42-E10772C66727}" srcId="{139E4CDE-1AFB-4115-9162-E9ED38B94CB6}" destId="{E24CD8A7-5C87-490A-B191-DE0BED4BC8C8}" srcOrd="1" destOrd="0" parTransId="{56D77696-B8DB-44C8-B7F9-7B3783C8D384}" sibTransId="{24E4B76C-7981-4B36-A43C-432A638BFBBB}"/>
    <dgm:cxn modelId="{0041DA49-D349-4A57-888C-0154CB243A03}" srcId="{139E4CDE-1AFB-4115-9162-E9ED38B94CB6}" destId="{F290EA0E-9C55-4AE3-AFDC-A1908C02495A}" srcOrd="2" destOrd="0" parTransId="{E9F250FB-DB5C-4F32-ADDB-E75425AF7484}" sibTransId="{F169DF1A-F11A-45D6-9E82-7050B85433ED}"/>
    <dgm:cxn modelId="{7755A054-DD3B-4105-B1E9-C43B55D6E86D}" srcId="{139E4CDE-1AFB-4115-9162-E9ED38B94CB6}" destId="{63D7235A-9A2E-4894-B296-3E0FE985B98D}" srcOrd="0" destOrd="0" parTransId="{BD53A831-3549-436D-B4C2-5928B1A33AB7}" sibTransId="{A545EE7D-90FE-478F-9F2E-8B66581DCED5}"/>
    <dgm:cxn modelId="{E04D8957-06F3-419F-A1C3-ED3D6ED853FB}" type="presOf" srcId="{E24CD8A7-5C87-490A-B191-DE0BED4BC8C8}" destId="{256954D8-7BD1-484F-9142-4538F0C9C7B0}" srcOrd="0" destOrd="0" presId="urn:microsoft.com/office/officeart/2005/8/layout/hierarchy6"/>
    <dgm:cxn modelId="{D934027E-FB56-4CFF-83CC-05BC7D5DD4CB}" type="presOf" srcId="{00CAB557-01A3-4FE9-B8E1-EDE9450E3CA0}" destId="{FB98AE2C-AD9F-427D-B836-63443431E477}" srcOrd="0" destOrd="0" presId="urn:microsoft.com/office/officeart/2005/8/layout/hierarchy6"/>
    <dgm:cxn modelId="{EDF8278B-FAEF-4110-9570-8E508E72CC1E}" type="presOf" srcId="{FD00B540-6DEB-4D87-B829-39BC83BD18B1}" destId="{0C392BCB-FC25-4ED3-9AAD-8A7BE1A403F3}" srcOrd="0" destOrd="0" presId="urn:microsoft.com/office/officeart/2005/8/layout/hierarchy6"/>
    <dgm:cxn modelId="{08987DA2-A45C-4BD0-8F6F-544C702BE51F}" type="presOf" srcId="{63D7235A-9A2E-4894-B296-3E0FE985B98D}" destId="{279D73DD-26C1-4DFD-84D2-F810D0BC82AC}" srcOrd="0" destOrd="0" presId="urn:microsoft.com/office/officeart/2005/8/layout/hierarchy6"/>
    <dgm:cxn modelId="{83AA95A4-56E7-4ADD-B115-E18536BB5D60}" type="presOf" srcId="{56D77696-B8DB-44C8-B7F9-7B3783C8D384}" destId="{03C8DA8A-6F70-4A38-9F2C-60EFCD949F2F}" srcOrd="0" destOrd="0" presId="urn:microsoft.com/office/officeart/2005/8/layout/hierarchy6"/>
    <dgm:cxn modelId="{E87A30BA-450C-406F-87C7-F6102B7E872E}" type="presOf" srcId="{139E4CDE-1AFB-4115-9162-E9ED38B94CB6}" destId="{749C7969-E3E9-4E25-BB95-FFA39ED24A0E}" srcOrd="0" destOrd="0" presId="urn:microsoft.com/office/officeart/2005/8/layout/hierarchy6"/>
    <dgm:cxn modelId="{F7CA13CC-67CF-40F0-A7F2-E0146AB17EB9}" type="presOf" srcId="{9EDFA29B-BA8D-4393-A15A-043507443380}" destId="{301EFA0F-D26C-42C9-98AC-54C763C74D9C}" srcOrd="0" destOrd="0" presId="urn:microsoft.com/office/officeart/2005/8/layout/hierarchy6"/>
    <dgm:cxn modelId="{50C502DB-C00B-40C9-9AC8-B35C463F20EA}" type="presOf" srcId="{AA74357F-718E-4151-B802-FF6D1ECDF41A}" destId="{1F9797A2-EDD7-43C3-948A-7424E761F73C}" srcOrd="0" destOrd="0" presId="urn:microsoft.com/office/officeart/2005/8/layout/hierarchy6"/>
    <dgm:cxn modelId="{F60365F0-FF5B-47ED-ACB4-05589303A00F}" type="presOf" srcId="{7BE2E1D1-85F5-4874-AF3A-D1A08D57AA53}" destId="{863724FD-1D65-4C4B-8209-7F5819368611}" srcOrd="0" destOrd="0" presId="urn:microsoft.com/office/officeart/2005/8/layout/hierarchy6"/>
    <dgm:cxn modelId="{E7AF19F7-4B6F-470D-9085-6C380BDEA603}" type="presOf" srcId="{E9F250FB-DB5C-4F32-ADDB-E75425AF7484}" destId="{3B385496-80B6-418F-9506-7BBDF6445D41}" srcOrd="0" destOrd="0" presId="urn:microsoft.com/office/officeart/2005/8/layout/hierarchy6"/>
    <dgm:cxn modelId="{83E2FA9C-7FEE-4952-8C50-B0B846524EC2}" type="presParOf" srcId="{0C392BCB-FC25-4ED3-9AAD-8A7BE1A403F3}" destId="{8BE2EA14-5762-4EDD-B936-8984B5B2E8A6}" srcOrd="0" destOrd="0" presId="urn:microsoft.com/office/officeart/2005/8/layout/hierarchy6"/>
    <dgm:cxn modelId="{5EA5ECB0-0135-4ED7-9545-DCF71D116F1C}" type="presParOf" srcId="{8BE2EA14-5762-4EDD-B936-8984B5B2E8A6}" destId="{746175EA-9A27-4F20-BF8C-B0C5A76A9B7C}" srcOrd="0" destOrd="0" presId="urn:microsoft.com/office/officeart/2005/8/layout/hierarchy6"/>
    <dgm:cxn modelId="{A8D00AD5-F972-421C-AB0A-DAD99DF4DDE4}" type="presParOf" srcId="{746175EA-9A27-4F20-BF8C-B0C5A76A9B7C}" destId="{9EECDD67-10F6-485B-BDC9-BBC1B24DD019}" srcOrd="0" destOrd="0" presId="urn:microsoft.com/office/officeart/2005/8/layout/hierarchy6"/>
    <dgm:cxn modelId="{137AF20A-B0E4-457C-BD07-D98F049B3096}" type="presParOf" srcId="{9EECDD67-10F6-485B-BDC9-BBC1B24DD019}" destId="{FB98AE2C-AD9F-427D-B836-63443431E477}" srcOrd="0" destOrd="0" presId="urn:microsoft.com/office/officeart/2005/8/layout/hierarchy6"/>
    <dgm:cxn modelId="{2D456E9E-BE65-47E2-85E6-A3B5BA008FCC}" type="presParOf" srcId="{9EECDD67-10F6-485B-BDC9-BBC1B24DD019}" destId="{ACE7DF6A-6A18-4E96-8C5B-7D416FB54610}" srcOrd="1" destOrd="0" presId="urn:microsoft.com/office/officeart/2005/8/layout/hierarchy6"/>
    <dgm:cxn modelId="{AFA850EE-915F-4D12-BCF4-EE5DF1025310}" type="presParOf" srcId="{ACE7DF6A-6A18-4E96-8C5B-7D416FB54610}" destId="{301EFA0F-D26C-42C9-98AC-54C763C74D9C}" srcOrd="0" destOrd="0" presId="urn:microsoft.com/office/officeart/2005/8/layout/hierarchy6"/>
    <dgm:cxn modelId="{19E76F33-1C1E-45EA-AEB3-C7F44F05CA56}" type="presParOf" srcId="{ACE7DF6A-6A18-4E96-8C5B-7D416FB54610}" destId="{4AEA532D-6FE7-4F24-B73D-AE5263E26ECB}" srcOrd="1" destOrd="0" presId="urn:microsoft.com/office/officeart/2005/8/layout/hierarchy6"/>
    <dgm:cxn modelId="{6AA87E36-A8F7-404E-A6F0-F12E314998CF}" type="presParOf" srcId="{4AEA532D-6FE7-4F24-B73D-AE5263E26ECB}" destId="{863724FD-1D65-4C4B-8209-7F5819368611}" srcOrd="0" destOrd="0" presId="urn:microsoft.com/office/officeart/2005/8/layout/hierarchy6"/>
    <dgm:cxn modelId="{C68C533C-4201-43D0-AD36-7AF1A8388CC0}" type="presParOf" srcId="{4AEA532D-6FE7-4F24-B73D-AE5263E26ECB}" destId="{0BAF5962-72C7-4753-BD79-8131739AB4F8}" srcOrd="1" destOrd="0" presId="urn:microsoft.com/office/officeart/2005/8/layout/hierarchy6"/>
    <dgm:cxn modelId="{FA915AD3-F485-4D81-AFDE-FF836A9442DF}" type="presParOf" srcId="{ACE7DF6A-6A18-4E96-8C5B-7D416FB54610}" destId="{1F9797A2-EDD7-43C3-948A-7424E761F73C}" srcOrd="2" destOrd="0" presId="urn:microsoft.com/office/officeart/2005/8/layout/hierarchy6"/>
    <dgm:cxn modelId="{B1BACAFD-04F2-4F40-B4B2-5211608032EA}" type="presParOf" srcId="{ACE7DF6A-6A18-4E96-8C5B-7D416FB54610}" destId="{83673BC0-3697-4507-AE91-0CC07C8B86F7}" srcOrd="3" destOrd="0" presId="urn:microsoft.com/office/officeart/2005/8/layout/hierarchy6"/>
    <dgm:cxn modelId="{EE779843-A1D4-4E13-8C00-3146A6FF2E0B}" type="presParOf" srcId="{83673BC0-3697-4507-AE91-0CC07C8B86F7}" destId="{749C7969-E3E9-4E25-BB95-FFA39ED24A0E}" srcOrd="0" destOrd="0" presId="urn:microsoft.com/office/officeart/2005/8/layout/hierarchy6"/>
    <dgm:cxn modelId="{183BFA85-5338-4468-8FA5-482D0E9219DD}" type="presParOf" srcId="{83673BC0-3697-4507-AE91-0CC07C8B86F7}" destId="{9A83FCB7-7E73-414B-8C3F-3905885CBB03}" srcOrd="1" destOrd="0" presId="urn:microsoft.com/office/officeart/2005/8/layout/hierarchy6"/>
    <dgm:cxn modelId="{44BCC053-46F3-49E2-95AC-87386C89EB9C}" type="presParOf" srcId="{9A83FCB7-7E73-414B-8C3F-3905885CBB03}" destId="{5CA92A43-2F2F-40DE-9351-9AD293920F51}" srcOrd="0" destOrd="0" presId="urn:microsoft.com/office/officeart/2005/8/layout/hierarchy6"/>
    <dgm:cxn modelId="{832C24E0-54FF-429F-8C14-42D6B328A416}" type="presParOf" srcId="{9A83FCB7-7E73-414B-8C3F-3905885CBB03}" destId="{B695749A-D3FE-47CC-93F1-7DF914CD0505}" srcOrd="1" destOrd="0" presId="urn:microsoft.com/office/officeart/2005/8/layout/hierarchy6"/>
    <dgm:cxn modelId="{89442DA1-6D92-41DC-9163-7493E7ACBA50}" type="presParOf" srcId="{B695749A-D3FE-47CC-93F1-7DF914CD0505}" destId="{279D73DD-26C1-4DFD-84D2-F810D0BC82AC}" srcOrd="0" destOrd="0" presId="urn:microsoft.com/office/officeart/2005/8/layout/hierarchy6"/>
    <dgm:cxn modelId="{EA4DF015-9924-4EA2-BD8D-AF80486F8570}" type="presParOf" srcId="{B695749A-D3FE-47CC-93F1-7DF914CD0505}" destId="{FC1E1B5B-9553-481D-819D-9C89B7FCB003}" srcOrd="1" destOrd="0" presId="urn:microsoft.com/office/officeart/2005/8/layout/hierarchy6"/>
    <dgm:cxn modelId="{0874DFB8-0C68-4637-AF77-D639EC81A1F6}" type="presParOf" srcId="{9A83FCB7-7E73-414B-8C3F-3905885CBB03}" destId="{03C8DA8A-6F70-4A38-9F2C-60EFCD949F2F}" srcOrd="2" destOrd="0" presId="urn:microsoft.com/office/officeart/2005/8/layout/hierarchy6"/>
    <dgm:cxn modelId="{B852D321-F903-44C0-A8E9-4CFF7AA10CD7}" type="presParOf" srcId="{9A83FCB7-7E73-414B-8C3F-3905885CBB03}" destId="{D988DE96-A910-40F5-A10D-EABBBB00B7DF}" srcOrd="3" destOrd="0" presId="urn:microsoft.com/office/officeart/2005/8/layout/hierarchy6"/>
    <dgm:cxn modelId="{FA025B85-B95E-45DF-ABCE-6254DCAE5366}" type="presParOf" srcId="{D988DE96-A910-40F5-A10D-EABBBB00B7DF}" destId="{256954D8-7BD1-484F-9142-4538F0C9C7B0}" srcOrd="0" destOrd="0" presId="urn:microsoft.com/office/officeart/2005/8/layout/hierarchy6"/>
    <dgm:cxn modelId="{CA23A14E-9D37-47F1-8E9E-183843B20D31}" type="presParOf" srcId="{D988DE96-A910-40F5-A10D-EABBBB00B7DF}" destId="{207B6158-0DE4-4CFA-8EAA-49097BF5546F}" srcOrd="1" destOrd="0" presId="urn:microsoft.com/office/officeart/2005/8/layout/hierarchy6"/>
    <dgm:cxn modelId="{41AAFA35-B1BF-41FC-85E8-C35363DABD27}" type="presParOf" srcId="{9A83FCB7-7E73-414B-8C3F-3905885CBB03}" destId="{3B385496-80B6-418F-9506-7BBDF6445D41}" srcOrd="4" destOrd="0" presId="urn:microsoft.com/office/officeart/2005/8/layout/hierarchy6"/>
    <dgm:cxn modelId="{6DEAF532-6918-4601-BC04-369645CDC8D3}" type="presParOf" srcId="{9A83FCB7-7E73-414B-8C3F-3905885CBB03}" destId="{A6D8F83D-7AD2-4D67-A647-BC757695ACA6}" srcOrd="5" destOrd="0" presId="urn:microsoft.com/office/officeart/2005/8/layout/hierarchy6"/>
    <dgm:cxn modelId="{7374AB2A-14A0-4E59-8BB8-349525CCF29A}" type="presParOf" srcId="{A6D8F83D-7AD2-4D67-A647-BC757695ACA6}" destId="{BC15D7BD-28EB-418B-8276-098233553137}" srcOrd="0" destOrd="0" presId="urn:microsoft.com/office/officeart/2005/8/layout/hierarchy6"/>
    <dgm:cxn modelId="{EEFA4AB7-4493-450E-9CA3-4CE192B86E77}" type="presParOf" srcId="{A6D8F83D-7AD2-4D67-A647-BC757695ACA6}" destId="{73159F68-87CC-4CFF-914D-B6CA539DA04A}" srcOrd="1" destOrd="0" presId="urn:microsoft.com/office/officeart/2005/8/layout/hierarchy6"/>
    <dgm:cxn modelId="{87A12B28-EE02-4150-B426-C5D84F9FEF33}" type="presParOf" srcId="{0C392BCB-FC25-4ED3-9AAD-8A7BE1A403F3}" destId="{6102B79A-29E5-4AFD-83B3-31BA571F51C7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00B540-6DEB-4D87-B829-39BC83BD18B1}" type="doc">
      <dgm:prSet loTypeId="urn:microsoft.com/office/officeart/2005/8/layout/hierarchy6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0CAB557-01A3-4FE9-B8E1-EDE9450E3CA0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Used in many areas such as:</a:t>
          </a:r>
        </a:p>
      </dgm:t>
    </dgm:pt>
    <dgm:pt modelId="{E93CA640-AC35-4B80-A4E5-910CEB547310}" type="parTrans" cxnId="{C115280F-BAE2-4566-9E9D-FF8071C40DCD}">
      <dgm:prSet/>
      <dgm:spPr/>
      <dgm:t>
        <a:bodyPr/>
        <a:lstStyle/>
        <a:p>
          <a:endParaRPr lang="en-IN"/>
        </a:p>
      </dgm:t>
    </dgm:pt>
    <dgm:pt modelId="{2C0BA0D0-86CD-4DA8-BAB3-F21E621F10E4}" type="sibTrans" cxnId="{C115280F-BAE2-4566-9E9D-FF8071C40DCD}">
      <dgm:prSet/>
      <dgm:spPr/>
      <dgm:t>
        <a:bodyPr/>
        <a:lstStyle/>
        <a:p>
          <a:endParaRPr lang="en-IN"/>
        </a:p>
      </dgm:t>
    </dgm:pt>
    <dgm:pt modelId="{7BE2E1D1-85F5-4874-AF3A-D1A08D57AA53}">
      <dgm:prSet/>
      <dgm:spPr/>
      <dgm:t>
        <a:bodyPr/>
        <a:lstStyle/>
        <a:p>
          <a:r>
            <a:rPr lang="en-IN" b="0" i="0" dirty="0">
              <a:effectLst/>
              <a:latin typeface="Bahnschrift" panose="020B0502040204020203" pitchFamily="34" charset="0"/>
            </a:rPr>
            <a:t>To model </a:t>
          </a:r>
          <a:r>
            <a:rPr lang="en-IN" b="0" i="0" dirty="0">
              <a:solidFill>
                <a:schemeClr val="bg1"/>
              </a:solidFill>
              <a:effectLst/>
              <a:latin typeface="Bahnschrift" panose="020B0502040204020203" pitchFamily="34" charset="0"/>
            </a:rPr>
            <a:t>complex events</a:t>
          </a:r>
        </a:p>
      </dgm:t>
    </dgm:pt>
    <dgm:pt modelId="{9EDFA29B-BA8D-4393-A15A-043507443380}" type="parTrans" cxnId="{6321DC2B-A237-425E-B737-79362A923155}">
      <dgm:prSet/>
      <dgm:spPr/>
      <dgm:t>
        <a:bodyPr/>
        <a:lstStyle/>
        <a:p>
          <a:endParaRPr lang="en-IN" b="0"/>
        </a:p>
      </dgm:t>
    </dgm:pt>
    <dgm:pt modelId="{3EAF8913-1574-49CC-BEF6-CF7B49FB6B22}" type="sibTrans" cxnId="{6321DC2B-A237-425E-B737-79362A923155}">
      <dgm:prSet/>
      <dgm:spPr/>
      <dgm:t>
        <a:bodyPr/>
        <a:lstStyle/>
        <a:p>
          <a:endParaRPr lang="en-IN"/>
        </a:p>
      </dgm:t>
    </dgm:pt>
    <dgm:pt modelId="{139E4CDE-1AFB-4115-9162-E9ED38B94CB6}">
      <dgm:prSet/>
      <dgm:spPr/>
      <dgm:t>
        <a:bodyPr/>
        <a:lstStyle/>
        <a:p>
          <a:r>
            <a:rPr lang="en-IN" b="0" i="0" dirty="0">
              <a:effectLst/>
              <a:latin typeface="Bahnschrift" panose="020B0502040204020203" pitchFamily="34" charset="0"/>
            </a:rPr>
            <a:t>Visualize phenomenon</a:t>
          </a:r>
        </a:p>
      </dgm:t>
    </dgm:pt>
    <dgm:pt modelId="{AA74357F-718E-4151-B802-FF6D1ECDF41A}" type="parTrans" cxnId="{EFC28810-69E4-47F0-8C44-10F65FAA8478}">
      <dgm:prSet/>
      <dgm:spPr/>
      <dgm:t>
        <a:bodyPr/>
        <a:lstStyle/>
        <a:p>
          <a:endParaRPr lang="en-IN" b="0"/>
        </a:p>
      </dgm:t>
    </dgm:pt>
    <dgm:pt modelId="{33B9E2C9-1FC8-4E17-9C44-D73CB1467484}" type="sibTrans" cxnId="{EFC28810-69E4-47F0-8C44-10F65FAA8478}">
      <dgm:prSet/>
      <dgm:spPr/>
      <dgm:t>
        <a:bodyPr/>
        <a:lstStyle/>
        <a:p>
          <a:endParaRPr lang="en-IN"/>
        </a:p>
      </dgm:t>
    </dgm:pt>
    <dgm:pt modelId="{63D7235A-9A2E-4894-B296-3E0FE985B98D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Weather patterns, </a:t>
          </a:r>
          <a:endParaRPr lang="en-US" b="0" dirty="0">
            <a:latin typeface="Bahnschrift" panose="020B0502040204020203" pitchFamily="34" charset="0"/>
          </a:endParaRPr>
        </a:p>
      </dgm:t>
    </dgm:pt>
    <dgm:pt modelId="{BD53A831-3549-436D-B4C2-5928B1A33AB7}" type="parTrans" cxnId="{7755A054-DD3B-4105-B1E9-C43B55D6E86D}">
      <dgm:prSet/>
      <dgm:spPr/>
      <dgm:t>
        <a:bodyPr/>
        <a:lstStyle/>
        <a:p>
          <a:endParaRPr lang="en-IN" b="0"/>
        </a:p>
      </dgm:t>
    </dgm:pt>
    <dgm:pt modelId="{A545EE7D-90FE-478F-9F2E-8B66581DCED5}" type="sibTrans" cxnId="{7755A054-DD3B-4105-B1E9-C43B55D6E86D}">
      <dgm:prSet/>
      <dgm:spPr/>
      <dgm:t>
        <a:bodyPr/>
        <a:lstStyle/>
        <a:p>
          <a:endParaRPr lang="en-IN"/>
        </a:p>
      </dgm:t>
    </dgm:pt>
    <dgm:pt modelId="{E24CD8A7-5C87-490A-B191-DE0BED4BC8C8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Medical conditions, </a:t>
          </a:r>
          <a:endParaRPr lang="en-US" b="0" dirty="0">
            <a:latin typeface="Bahnschrift" panose="020B0502040204020203" pitchFamily="34" charset="0"/>
          </a:endParaRPr>
        </a:p>
      </dgm:t>
    </dgm:pt>
    <dgm:pt modelId="{56D77696-B8DB-44C8-B7F9-7B3783C8D384}" type="parTrans" cxnId="{CF348646-73F2-4BFA-9C42-E10772C66727}">
      <dgm:prSet/>
      <dgm:spPr/>
      <dgm:t>
        <a:bodyPr/>
        <a:lstStyle/>
        <a:p>
          <a:endParaRPr lang="en-IN" b="0"/>
        </a:p>
      </dgm:t>
    </dgm:pt>
    <dgm:pt modelId="{24E4B76C-7981-4B36-A43C-432A638BFBBB}" type="sibTrans" cxnId="{CF348646-73F2-4BFA-9C42-E10772C66727}">
      <dgm:prSet/>
      <dgm:spPr/>
      <dgm:t>
        <a:bodyPr/>
        <a:lstStyle/>
        <a:p>
          <a:endParaRPr lang="en-IN"/>
        </a:p>
      </dgm:t>
    </dgm:pt>
    <dgm:pt modelId="{F290EA0E-9C55-4AE3-AFDC-A1908C02495A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Mathematical relationships.</a:t>
          </a:r>
          <a:endParaRPr lang="en-US" b="0" dirty="0">
            <a:latin typeface="Bahnschrift" panose="020B0502040204020203" pitchFamily="34" charset="0"/>
          </a:endParaRPr>
        </a:p>
      </dgm:t>
    </dgm:pt>
    <dgm:pt modelId="{E9F250FB-DB5C-4F32-ADDB-E75425AF7484}" type="parTrans" cxnId="{0041DA49-D349-4A57-888C-0154CB243A03}">
      <dgm:prSet/>
      <dgm:spPr/>
      <dgm:t>
        <a:bodyPr/>
        <a:lstStyle/>
        <a:p>
          <a:endParaRPr lang="en-IN" b="0"/>
        </a:p>
      </dgm:t>
    </dgm:pt>
    <dgm:pt modelId="{F169DF1A-F11A-45D6-9E82-7050B85433ED}" type="sibTrans" cxnId="{0041DA49-D349-4A57-888C-0154CB243A03}">
      <dgm:prSet/>
      <dgm:spPr/>
      <dgm:t>
        <a:bodyPr/>
        <a:lstStyle/>
        <a:p>
          <a:endParaRPr lang="en-IN"/>
        </a:p>
      </dgm:t>
    </dgm:pt>
    <dgm:pt modelId="{0C392BCB-FC25-4ED3-9AAD-8A7BE1A403F3}" type="pres">
      <dgm:prSet presAssocID="{FD00B540-6DEB-4D87-B829-39BC83BD18B1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BE2EA14-5762-4EDD-B936-8984B5B2E8A6}" type="pres">
      <dgm:prSet presAssocID="{FD00B540-6DEB-4D87-B829-39BC83BD18B1}" presName="hierFlow" presStyleCnt="0"/>
      <dgm:spPr/>
    </dgm:pt>
    <dgm:pt modelId="{746175EA-9A27-4F20-BF8C-B0C5A76A9B7C}" type="pres">
      <dgm:prSet presAssocID="{FD00B540-6DEB-4D87-B829-39BC83BD18B1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EECDD67-10F6-485B-BDC9-BBC1B24DD019}" type="pres">
      <dgm:prSet presAssocID="{00CAB557-01A3-4FE9-B8E1-EDE9450E3CA0}" presName="Name14" presStyleCnt="0"/>
      <dgm:spPr/>
    </dgm:pt>
    <dgm:pt modelId="{FB98AE2C-AD9F-427D-B836-63443431E477}" type="pres">
      <dgm:prSet presAssocID="{00CAB557-01A3-4FE9-B8E1-EDE9450E3CA0}" presName="level1Shape" presStyleLbl="node0" presStyleIdx="0" presStyleCnt="1" custLinFactNeighborX="26811" custLinFactNeighborY="3351">
        <dgm:presLayoutVars>
          <dgm:chPref val="3"/>
        </dgm:presLayoutVars>
      </dgm:prSet>
      <dgm:spPr/>
    </dgm:pt>
    <dgm:pt modelId="{ACE7DF6A-6A18-4E96-8C5B-7D416FB54610}" type="pres">
      <dgm:prSet presAssocID="{00CAB557-01A3-4FE9-B8E1-EDE9450E3CA0}" presName="hierChild2" presStyleCnt="0"/>
      <dgm:spPr/>
    </dgm:pt>
    <dgm:pt modelId="{301EFA0F-D26C-42C9-98AC-54C763C74D9C}" type="pres">
      <dgm:prSet presAssocID="{9EDFA29B-BA8D-4393-A15A-043507443380}" presName="Name19" presStyleLbl="parChTrans1D2" presStyleIdx="0" presStyleCnt="2"/>
      <dgm:spPr/>
    </dgm:pt>
    <dgm:pt modelId="{4AEA532D-6FE7-4F24-B73D-AE5263E26ECB}" type="pres">
      <dgm:prSet presAssocID="{7BE2E1D1-85F5-4874-AF3A-D1A08D57AA53}" presName="Name21" presStyleCnt="0"/>
      <dgm:spPr/>
    </dgm:pt>
    <dgm:pt modelId="{863724FD-1D65-4C4B-8209-7F5819368611}" type="pres">
      <dgm:prSet presAssocID="{7BE2E1D1-85F5-4874-AF3A-D1A08D57AA53}" presName="level2Shape" presStyleLbl="node2" presStyleIdx="0" presStyleCnt="2"/>
      <dgm:spPr/>
    </dgm:pt>
    <dgm:pt modelId="{0BAF5962-72C7-4753-BD79-8131739AB4F8}" type="pres">
      <dgm:prSet presAssocID="{7BE2E1D1-85F5-4874-AF3A-D1A08D57AA53}" presName="hierChild3" presStyleCnt="0"/>
      <dgm:spPr/>
    </dgm:pt>
    <dgm:pt modelId="{1F9797A2-EDD7-43C3-948A-7424E761F73C}" type="pres">
      <dgm:prSet presAssocID="{AA74357F-718E-4151-B802-FF6D1ECDF41A}" presName="Name19" presStyleLbl="parChTrans1D2" presStyleIdx="1" presStyleCnt="2"/>
      <dgm:spPr/>
    </dgm:pt>
    <dgm:pt modelId="{83673BC0-3697-4507-AE91-0CC07C8B86F7}" type="pres">
      <dgm:prSet presAssocID="{139E4CDE-1AFB-4115-9162-E9ED38B94CB6}" presName="Name21" presStyleCnt="0"/>
      <dgm:spPr/>
    </dgm:pt>
    <dgm:pt modelId="{749C7969-E3E9-4E25-BB95-FFA39ED24A0E}" type="pres">
      <dgm:prSet presAssocID="{139E4CDE-1AFB-4115-9162-E9ED38B94CB6}" presName="level2Shape" presStyleLbl="node2" presStyleIdx="1" presStyleCnt="2" custLinFactNeighborX="61817" custLinFactNeighborY="1346"/>
      <dgm:spPr/>
    </dgm:pt>
    <dgm:pt modelId="{9A83FCB7-7E73-414B-8C3F-3905885CBB03}" type="pres">
      <dgm:prSet presAssocID="{139E4CDE-1AFB-4115-9162-E9ED38B94CB6}" presName="hierChild3" presStyleCnt="0"/>
      <dgm:spPr/>
    </dgm:pt>
    <dgm:pt modelId="{5CA92A43-2F2F-40DE-9351-9AD293920F51}" type="pres">
      <dgm:prSet presAssocID="{BD53A831-3549-436D-B4C2-5928B1A33AB7}" presName="Name19" presStyleLbl="parChTrans1D3" presStyleIdx="0" presStyleCnt="3"/>
      <dgm:spPr/>
    </dgm:pt>
    <dgm:pt modelId="{B695749A-D3FE-47CC-93F1-7DF914CD0505}" type="pres">
      <dgm:prSet presAssocID="{63D7235A-9A2E-4894-B296-3E0FE985B98D}" presName="Name21" presStyleCnt="0"/>
      <dgm:spPr/>
    </dgm:pt>
    <dgm:pt modelId="{279D73DD-26C1-4DFD-84D2-F810D0BC82AC}" type="pres">
      <dgm:prSet presAssocID="{63D7235A-9A2E-4894-B296-3E0FE985B98D}" presName="level2Shape" presStyleLbl="node3" presStyleIdx="0" presStyleCnt="3" custLinFactNeighborX="38729" custLinFactNeighborY="100"/>
      <dgm:spPr/>
    </dgm:pt>
    <dgm:pt modelId="{FC1E1B5B-9553-481D-819D-9C89B7FCB003}" type="pres">
      <dgm:prSet presAssocID="{63D7235A-9A2E-4894-B296-3E0FE985B98D}" presName="hierChild3" presStyleCnt="0"/>
      <dgm:spPr/>
    </dgm:pt>
    <dgm:pt modelId="{03C8DA8A-6F70-4A38-9F2C-60EFCD949F2F}" type="pres">
      <dgm:prSet presAssocID="{56D77696-B8DB-44C8-B7F9-7B3783C8D384}" presName="Name19" presStyleLbl="parChTrans1D3" presStyleIdx="1" presStyleCnt="3"/>
      <dgm:spPr/>
    </dgm:pt>
    <dgm:pt modelId="{D988DE96-A910-40F5-A10D-EABBBB00B7DF}" type="pres">
      <dgm:prSet presAssocID="{E24CD8A7-5C87-490A-B191-DE0BED4BC8C8}" presName="Name21" presStyleCnt="0"/>
      <dgm:spPr/>
    </dgm:pt>
    <dgm:pt modelId="{256954D8-7BD1-484F-9142-4538F0C9C7B0}" type="pres">
      <dgm:prSet presAssocID="{E24CD8A7-5C87-490A-B191-DE0BED4BC8C8}" presName="level2Shape" presStyleLbl="node3" presStyleIdx="1" presStyleCnt="3" custLinFactNeighborX="32026"/>
      <dgm:spPr/>
    </dgm:pt>
    <dgm:pt modelId="{207B6158-0DE4-4CFA-8EAA-49097BF5546F}" type="pres">
      <dgm:prSet presAssocID="{E24CD8A7-5C87-490A-B191-DE0BED4BC8C8}" presName="hierChild3" presStyleCnt="0"/>
      <dgm:spPr/>
    </dgm:pt>
    <dgm:pt modelId="{3B385496-80B6-418F-9506-7BBDF6445D41}" type="pres">
      <dgm:prSet presAssocID="{E9F250FB-DB5C-4F32-ADDB-E75425AF7484}" presName="Name19" presStyleLbl="parChTrans1D3" presStyleIdx="2" presStyleCnt="3"/>
      <dgm:spPr/>
    </dgm:pt>
    <dgm:pt modelId="{A6D8F83D-7AD2-4D67-A647-BC757695ACA6}" type="pres">
      <dgm:prSet presAssocID="{F290EA0E-9C55-4AE3-AFDC-A1908C02495A}" presName="Name21" presStyleCnt="0"/>
      <dgm:spPr/>
    </dgm:pt>
    <dgm:pt modelId="{BC15D7BD-28EB-418B-8276-098233553137}" type="pres">
      <dgm:prSet presAssocID="{F290EA0E-9C55-4AE3-AFDC-A1908C02495A}" presName="level2Shape" presStyleLbl="node3" presStyleIdx="2" presStyleCnt="3" custLinFactNeighborX="20854"/>
      <dgm:spPr/>
    </dgm:pt>
    <dgm:pt modelId="{73159F68-87CC-4CFF-914D-B6CA539DA04A}" type="pres">
      <dgm:prSet presAssocID="{F290EA0E-9C55-4AE3-AFDC-A1908C02495A}" presName="hierChild3" presStyleCnt="0"/>
      <dgm:spPr/>
    </dgm:pt>
    <dgm:pt modelId="{6102B79A-29E5-4AFD-83B3-31BA571F51C7}" type="pres">
      <dgm:prSet presAssocID="{FD00B540-6DEB-4D87-B829-39BC83BD18B1}" presName="bgShapesFlow" presStyleCnt="0"/>
      <dgm:spPr/>
    </dgm:pt>
  </dgm:ptLst>
  <dgm:cxnLst>
    <dgm:cxn modelId="{C115280F-BAE2-4566-9E9D-FF8071C40DCD}" srcId="{FD00B540-6DEB-4D87-B829-39BC83BD18B1}" destId="{00CAB557-01A3-4FE9-B8E1-EDE9450E3CA0}" srcOrd="0" destOrd="0" parTransId="{E93CA640-AC35-4B80-A4E5-910CEB547310}" sibTransId="{2C0BA0D0-86CD-4DA8-BAB3-F21E621F10E4}"/>
    <dgm:cxn modelId="{EFC28810-69E4-47F0-8C44-10F65FAA8478}" srcId="{00CAB557-01A3-4FE9-B8E1-EDE9450E3CA0}" destId="{139E4CDE-1AFB-4115-9162-E9ED38B94CB6}" srcOrd="1" destOrd="0" parTransId="{AA74357F-718E-4151-B802-FF6D1ECDF41A}" sibTransId="{33B9E2C9-1FC8-4E17-9C44-D73CB1467484}"/>
    <dgm:cxn modelId="{1EB0C818-196E-4B7B-8C17-C721323238ED}" type="presOf" srcId="{BD53A831-3549-436D-B4C2-5928B1A33AB7}" destId="{5CA92A43-2F2F-40DE-9351-9AD293920F51}" srcOrd="0" destOrd="0" presId="urn:microsoft.com/office/officeart/2005/8/layout/hierarchy6"/>
    <dgm:cxn modelId="{56C29519-5589-4748-A815-BD5E77C1C99D}" type="presOf" srcId="{F290EA0E-9C55-4AE3-AFDC-A1908C02495A}" destId="{BC15D7BD-28EB-418B-8276-098233553137}" srcOrd="0" destOrd="0" presId="urn:microsoft.com/office/officeart/2005/8/layout/hierarchy6"/>
    <dgm:cxn modelId="{6321DC2B-A237-425E-B737-79362A923155}" srcId="{00CAB557-01A3-4FE9-B8E1-EDE9450E3CA0}" destId="{7BE2E1D1-85F5-4874-AF3A-D1A08D57AA53}" srcOrd="0" destOrd="0" parTransId="{9EDFA29B-BA8D-4393-A15A-043507443380}" sibTransId="{3EAF8913-1574-49CC-BEF6-CF7B49FB6B22}"/>
    <dgm:cxn modelId="{CF348646-73F2-4BFA-9C42-E10772C66727}" srcId="{139E4CDE-1AFB-4115-9162-E9ED38B94CB6}" destId="{E24CD8A7-5C87-490A-B191-DE0BED4BC8C8}" srcOrd="1" destOrd="0" parTransId="{56D77696-B8DB-44C8-B7F9-7B3783C8D384}" sibTransId="{24E4B76C-7981-4B36-A43C-432A638BFBBB}"/>
    <dgm:cxn modelId="{0041DA49-D349-4A57-888C-0154CB243A03}" srcId="{139E4CDE-1AFB-4115-9162-E9ED38B94CB6}" destId="{F290EA0E-9C55-4AE3-AFDC-A1908C02495A}" srcOrd="2" destOrd="0" parTransId="{E9F250FB-DB5C-4F32-ADDB-E75425AF7484}" sibTransId="{F169DF1A-F11A-45D6-9E82-7050B85433ED}"/>
    <dgm:cxn modelId="{7755A054-DD3B-4105-B1E9-C43B55D6E86D}" srcId="{139E4CDE-1AFB-4115-9162-E9ED38B94CB6}" destId="{63D7235A-9A2E-4894-B296-3E0FE985B98D}" srcOrd="0" destOrd="0" parTransId="{BD53A831-3549-436D-B4C2-5928B1A33AB7}" sibTransId="{A545EE7D-90FE-478F-9F2E-8B66581DCED5}"/>
    <dgm:cxn modelId="{E04D8957-06F3-419F-A1C3-ED3D6ED853FB}" type="presOf" srcId="{E24CD8A7-5C87-490A-B191-DE0BED4BC8C8}" destId="{256954D8-7BD1-484F-9142-4538F0C9C7B0}" srcOrd="0" destOrd="0" presId="urn:microsoft.com/office/officeart/2005/8/layout/hierarchy6"/>
    <dgm:cxn modelId="{D934027E-FB56-4CFF-83CC-05BC7D5DD4CB}" type="presOf" srcId="{00CAB557-01A3-4FE9-B8E1-EDE9450E3CA0}" destId="{FB98AE2C-AD9F-427D-B836-63443431E477}" srcOrd="0" destOrd="0" presId="urn:microsoft.com/office/officeart/2005/8/layout/hierarchy6"/>
    <dgm:cxn modelId="{EDF8278B-FAEF-4110-9570-8E508E72CC1E}" type="presOf" srcId="{FD00B540-6DEB-4D87-B829-39BC83BD18B1}" destId="{0C392BCB-FC25-4ED3-9AAD-8A7BE1A403F3}" srcOrd="0" destOrd="0" presId="urn:microsoft.com/office/officeart/2005/8/layout/hierarchy6"/>
    <dgm:cxn modelId="{08987DA2-A45C-4BD0-8F6F-544C702BE51F}" type="presOf" srcId="{63D7235A-9A2E-4894-B296-3E0FE985B98D}" destId="{279D73DD-26C1-4DFD-84D2-F810D0BC82AC}" srcOrd="0" destOrd="0" presId="urn:microsoft.com/office/officeart/2005/8/layout/hierarchy6"/>
    <dgm:cxn modelId="{83AA95A4-56E7-4ADD-B115-E18536BB5D60}" type="presOf" srcId="{56D77696-B8DB-44C8-B7F9-7B3783C8D384}" destId="{03C8DA8A-6F70-4A38-9F2C-60EFCD949F2F}" srcOrd="0" destOrd="0" presId="urn:microsoft.com/office/officeart/2005/8/layout/hierarchy6"/>
    <dgm:cxn modelId="{E87A30BA-450C-406F-87C7-F6102B7E872E}" type="presOf" srcId="{139E4CDE-1AFB-4115-9162-E9ED38B94CB6}" destId="{749C7969-E3E9-4E25-BB95-FFA39ED24A0E}" srcOrd="0" destOrd="0" presId="urn:microsoft.com/office/officeart/2005/8/layout/hierarchy6"/>
    <dgm:cxn modelId="{F7CA13CC-67CF-40F0-A7F2-E0146AB17EB9}" type="presOf" srcId="{9EDFA29B-BA8D-4393-A15A-043507443380}" destId="{301EFA0F-D26C-42C9-98AC-54C763C74D9C}" srcOrd="0" destOrd="0" presId="urn:microsoft.com/office/officeart/2005/8/layout/hierarchy6"/>
    <dgm:cxn modelId="{50C502DB-C00B-40C9-9AC8-B35C463F20EA}" type="presOf" srcId="{AA74357F-718E-4151-B802-FF6D1ECDF41A}" destId="{1F9797A2-EDD7-43C3-948A-7424E761F73C}" srcOrd="0" destOrd="0" presId="urn:microsoft.com/office/officeart/2005/8/layout/hierarchy6"/>
    <dgm:cxn modelId="{F60365F0-FF5B-47ED-ACB4-05589303A00F}" type="presOf" srcId="{7BE2E1D1-85F5-4874-AF3A-D1A08D57AA53}" destId="{863724FD-1D65-4C4B-8209-7F5819368611}" srcOrd="0" destOrd="0" presId="urn:microsoft.com/office/officeart/2005/8/layout/hierarchy6"/>
    <dgm:cxn modelId="{E7AF19F7-4B6F-470D-9085-6C380BDEA603}" type="presOf" srcId="{E9F250FB-DB5C-4F32-ADDB-E75425AF7484}" destId="{3B385496-80B6-418F-9506-7BBDF6445D41}" srcOrd="0" destOrd="0" presId="urn:microsoft.com/office/officeart/2005/8/layout/hierarchy6"/>
    <dgm:cxn modelId="{83E2FA9C-7FEE-4952-8C50-B0B846524EC2}" type="presParOf" srcId="{0C392BCB-FC25-4ED3-9AAD-8A7BE1A403F3}" destId="{8BE2EA14-5762-4EDD-B936-8984B5B2E8A6}" srcOrd="0" destOrd="0" presId="urn:microsoft.com/office/officeart/2005/8/layout/hierarchy6"/>
    <dgm:cxn modelId="{5EA5ECB0-0135-4ED7-9545-DCF71D116F1C}" type="presParOf" srcId="{8BE2EA14-5762-4EDD-B936-8984B5B2E8A6}" destId="{746175EA-9A27-4F20-BF8C-B0C5A76A9B7C}" srcOrd="0" destOrd="0" presId="urn:microsoft.com/office/officeart/2005/8/layout/hierarchy6"/>
    <dgm:cxn modelId="{A8D00AD5-F972-421C-AB0A-DAD99DF4DDE4}" type="presParOf" srcId="{746175EA-9A27-4F20-BF8C-B0C5A76A9B7C}" destId="{9EECDD67-10F6-485B-BDC9-BBC1B24DD019}" srcOrd="0" destOrd="0" presId="urn:microsoft.com/office/officeart/2005/8/layout/hierarchy6"/>
    <dgm:cxn modelId="{137AF20A-B0E4-457C-BD07-D98F049B3096}" type="presParOf" srcId="{9EECDD67-10F6-485B-BDC9-BBC1B24DD019}" destId="{FB98AE2C-AD9F-427D-B836-63443431E477}" srcOrd="0" destOrd="0" presId="urn:microsoft.com/office/officeart/2005/8/layout/hierarchy6"/>
    <dgm:cxn modelId="{2D456E9E-BE65-47E2-85E6-A3B5BA008FCC}" type="presParOf" srcId="{9EECDD67-10F6-485B-BDC9-BBC1B24DD019}" destId="{ACE7DF6A-6A18-4E96-8C5B-7D416FB54610}" srcOrd="1" destOrd="0" presId="urn:microsoft.com/office/officeart/2005/8/layout/hierarchy6"/>
    <dgm:cxn modelId="{AFA850EE-915F-4D12-BCF4-EE5DF1025310}" type="presParOf" srcId="{ACE7DF6A-6A18-4E96-8C5B-7D416FB54610}" destId="{301EFA0F-D26C-42C9-98AC-54C763C74D9C}" srcOrd="0" destOrd="0" presId="urn:microsoft.com/office/officeart/2005/8/layout/hierarchy6"/>
    <dgm:cxn modelId="{19E76F33-1C1E-45EA-AEB3-C7F44F05CA56}" type="presParOf" srcId="{ACE7DF6A-6A18-4E96-8C5B-7D416FB54610}" destId="{4AEA532D-6FE7-4F24-B73D-AE5263E26ECB}" srcOrd="1" destOrd="0" presId="urn:microsoft.com/office/officeart/2005/8/layout/hierarchy6"/>
    <dgm:cxn modelId="{6AA87E36-A8F7-404E-A6F0-F12E314998CF}" type="presParOf" srcId="{4AEA532D-6FE7-4F24-B73D-AE5263E26ECB}" destId="{863724FD-1D65-4C4B-8209-7F5819368611}" srcOrd="0" destOrd="0" presId="urn:microsoft.com/office/officeart/2005/8/layout/hierarchy6"/>
    <dgm:cxn modelId="{C68C533C-4201-43D0-AD36-7AF1A8388CC0}" type="presParOf" srcId="{4AEA532D-6FE7-4F24-B73D-AE5263E26ECB}" destId="{0BAF5962-72C7-4753-BD79-8131739AB4F8}" srcOrd="1" destOrd="0" presId="urn:microsoft.com/office/officeart/2005/8/layout/hierarchy6"/>
    <dgm:cxn modelId="{FA915AD3-F485-4D81-AFDE-FF836A9442DF}" type="presParOf" srcId="{ACE7DF6A-6A18-4E96-8C5B-7D416FB54610}" destId="{1F9797A2-EDD7-43C3-948A-7424E761F73C}" srcOrd="2" destOrd="0" presId="urn:microsoft.com/office/officeart/2005/8/layout/hierarchy6"/>
    <dgm:cxn modelId="{B1BACAFD-04F2-4F40-B4B2-5211608032EA}" type="presParOf" srcId="{ACE7DF6A-6A18-4E96-8C5B-7D416FB54610}" destId="{83673BC0-3697-4507-AE91-0CC07C8B86F7}" srcOrd="3" destOrd="0" presId="urn:microsoft.com/office/officeart/2005/8/layout/hierarchy6"/>
    <dgm:cxn modelId="{EE779843-A1D4-4E13-8C00-3146A6FF2E0B}" type="presParOf" srcId="{83673BC0-3697-4507-AE91-0CC07C8B86F7}" destId="{749C7969-E3E9-4E25-BB95-FFA39ED24A0E}" srcOrd="0" destOrd="0" presId="urn:microsoft.com/office/officeart/2005/8/layout/hierarchy6"/>
    <dgm:cxn modelId="{183BFA85-5338-4468-8FA5-482D0E9219DD}" type="presParOf" srcId="{83673BC0-3697-4507-AE91-0CC07C8B86F7}" destId="{9A83FCB7-7E73-414B-8C3F-3905885CBB03}" srcOrd="1" destOrd="0" presId="urn:microsoft.com/office/officeart/2005/8/layout/hierarchy6"/>
    <dgm:cxn modelId="{44BCC053-46F3-49E2-95AC-87386C89EB9C}" type="presParOf" srcId="{9A83FCB7-7E73-414B-8C3F-3905885CBB03}" destId="{5CA92A43-2F2F-40DE-9351-9AD293920F51}" srcOrd="0" destOrd="0" presId="urn:microsoft.com/office/officeart/2005/8/layout/hierarchy6"/>
    <dgm:cxn modelId="{832C24E0-54FF-429F-8C14-42D6B328A416}" type="presParOf" srcId="{9A83FCB7-7E73-414B-8C3F-3905885CBB03}" destId="{B695749A-D3FE-47CC-93F1-7DF914CD0505}" srcOrd="1" destOrd="0" presId="urn:microsoft.com/office/officeart/2005/8/layout/hierarchy6"/>
    <dgm:cxn modelId="{89442DA1-6D92-41DC-9163-7493E7ACBA50}" type="presParOf" srcId="{B695749A-D3FE-47CC-93F1-7DF914CD0505}" destId="{279D73DD-26C1-4DFD-84D2-F810D0BC82AC}" srcOrd="0" destOrd="0" presId="urn:microsoft.com/office/officeart/2005/8/layout/hierarchy6"/>
    <dgm:cxn modelId="{EA4DF015-9924-4EA2-BD8D-AF80486F8570}" type="presParOf" srcId="{B695749A-D3FE-47CC-93F1-7DF914CD0505}" destId="{FC1E1B5B-9553-481D-819D-9C89B7FCB003}" srcOrd="1" destOrd="0" presId="urn:microsoft.com/office/officeart/2005/8/layout/hierarchy6"/>
    <dgm:cxn modelId="{0874DFB8-0C68-4637-AF77-D639EC81A1F6}" type="presParOf" srcId="{9A83FCB7-7E73-414B-8C3F-3905885CBB03}" destId="{03C8DA8A-6F70-4A38-9F2C-60EFCD949F2F}" srcOrd="2" destOrd="0" presId="urn:microsoft.com/office/officeart/2005/8/layout/hierarchy6"/>
    <dgm:cxn modelId="{B852D321-F903-44C0-A8E9-4CFF7AA10CD7}" type="presParOf" srcId="{9A83FCB7-7E73-414B-8C3F-3905885CBB03}" destId="{D988DE96-A910-40F5-A10D-EABBBB00B7DF}" srcOrd="3" destOrd="0" presId="urn:microsoft.com/office/officeart/2005/8/layout/hierarchy6"/>
    <dgm:cxn modelId="{FA025B85-B95E-45DF-ABCE-6254DCAE5366}" type="presParOf" srcId="{D988DE96-A910-40F5-A10D-EABBBB00B7DF}" destId="{256954D8-7BD1-484F-9142-4538F0C9C7B0}" srcOrd="0" destOrd="0" presId="urn:microsoft.com/office/officeart/2005/8/layout/hierarchy6"/>
    <dgm:cxn modelId="{CA23A14E-9D37-47F1-8E9E-183843B20D31}" type="presParOf" srcId="{D988DE96-A910-40F5-A10D-EABBBB00B7DF}" destId="{207B6158-0DE4-4CFA-8EAA-49097BF5546F}" srcOrd="1" destOrd="0" presId="urn:microsoft.com/office/officeart/2005/8/layout/hierarchy6"/>
    <dgm:cxn modelId="{41AAFA35-B1BF-41FC-85E8-C35363DABD27}" type="presParOf" srcId="{9A83FCB7-7E73-414B-8C3F-3905885CBB03}" destId="{3B385496-80B6-418F-9506-7BBDF6445D41}" srcOrd="4" destOrd="0" presId="urn:microsoft.com/office/officeart/2005/8/layout/hierarchy6"/>
    <dgm:cxn modelId="{6DEAF532-6918-4601-BC04-369645CDC8D3}" type="presParOf" srcId="{9A83FCB7-7E73-414B-8C3F-3905885CBB03}" destId="{A6D8F83D-7AD2-4D67-A647-BC757695ACA6}" srcOrd="5" destOrd="0" presId="urn:microsoft.com/office/officeart/2005/8/layout/hierarchy6"/>
    <dgm:cxn modelId="{7374AB2A-14A0-4E59-8BB8-349525CCF29A}" type="presParOf" srcId="{A6D8F83D-7AD2-4D67-A647-BC757695ACA6}" destId="{BC15D7BD-28EB-418B-8276-098233553137}" srcOrd="0" destOrd="0" presId="urn:microsoft.com/office/officeart/2005/8/layout/hierarchy6"/>
    <dgm:cxn modelId="{EEFA4AB7-4493-450E-9CA3-4CE192B86E77}" type="presParOf" srcId="{A6D8F83D-7AD2-4D67-A647-BC757695ACA6}" destId="{73159F68-87CC-4CFF-914D-B6CA539DA04A}" srcOrd="1" destOrd="0" presId="urn:microsoft.com/office/officeart/2005/8/layout/hierarchy6"/>
    <dgm:cxn modelId="{87A12B28-EE02-4150-B426-C5D84F9FEF33}" type="presParOf" srcId="{0C392BCB-FC25-4ED3-9AAD-8A7BE1A403F3}" destId="{6102B79A-29E5-4AFD-83B3-31BA571F51C7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44FA20-DE1A-425D-9C47-396ED1EFACDD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D8E984C-E51D-4094-B117-F03E8C6DF437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T</a:t>
          </a:r>
          <a:r>
            <a:rPr lang="en-US" b="0" i="0" dirty="0">
              <a:effectLst/>
              <a:latin typeface="Bahnschrift" panose="020B0502040204020203" pitchFamily="34" charset="0"/>
            </a:rPr>
            <a:t>hree different types of analysis for Data Visualization</a:t>
          </a:r>
        </a:p>
      </dgm:t>
    </dgm:pt>
    <dgm:pt modelId="{B92FA7F2-D25B-4A03-B75E-AD7B16384981}" type="parTrans" cxnId="{3DD63F52-95D4-4A80-BB97-9EE14337E08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CE84D0B9-7966-4D5A-A12A-E2EB31CD81D5}" type="sibTrans" cxnId="{3DD63F52-95D4-4A80-BB97-9EE14337E08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6AA2BEA2-FA58-431A-B55B-F31E0B2688D2}">
      <dgm:prSet/>
      <dgm:spPr/>
      <dgm:t>
        <a:bodyPr/>
        <a:lstStyle/>
        <a:p>
          <a:r>
            <a:rPr lang="en-IN" b="1" i="0" dirty="0">
              <a:effectLst/>
              <a:latin typeface="Bahnschrift" panose="020B0502040204020203" pitchFamily="34" charset="0"/>
            </a:rPr>
            <a:t>Univariate Analysis</a:t>
          </a:r>
          <a:endParaRPr lang="en-US" dirty="0">
            <a:latin typeface="Bahnschrift" panose="020B0502040204020203" pitchFamily="34" charset="0"/>
          </a:endParaRPr>
        </a:p>
      </dgm:t>
    </dgm:pt>
    <dgm:pt modelId="{DD29ABAE-67E8-454B-88E9-6614F7712FF8}" type="parTrans" cxnId="{8F3F258B-91F9-4BF2-AFE4-9024D0247F4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37E4A1D8-7ACA-4660-B811-70C73ADCDDA7}" type="sibTrans" cxnId="{8F3F258B-91F9-4BF2-AFE4-9024D0247F4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8D4B9D6C-6478-4235-B1DE-DFB9CD062214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b="1" i="0">
              <a:solidFill>
                <a:srgbClr val="E4E7E9"/>
              </a:solidFill>
              <a:effectLst/>
              <a:latin typeface="Bahnschrift" panose="020B0502040204020203" pitchFamily="34" charset="0"/>
            </a:rPr>
            <a:t>Bivariate Analysis</a:t>
          </a:r>
          <a:endParaRPr lang="en-US" b="1" i="0" dirty="0">
            <a:solidFill>
              <a:srgbClr val="E4E7E9"/>
            </a:solidFill>
            <a:effectLst/>
            <a:latin typeface="Bahnschrift" panose="020B0502040204020203" pitchFamily="34" charset="0"/>
          </a:endParaRPr>
        </a:p>
      </dgm:t>
    </dgm:pt>
    <dgm:pt modelId="{D0A677D1-59C2-4C26-9360-E15C7C511785}" type="parTrans" cxnId="{0B68B182-BD0A-4F4C-8808-9A5ACC85FCE5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EEFEBF37-319D-4F9B-908B-0D596C554E9A}" type="sibTrans" cxnId="{0B68B182-BD0A-4F4C-8808-9A5ACC85FCE5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219E8D4-DD0E-4D59-BCB3-3BC19ECB6502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b="1" i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Multivariate Analysis</a:t>
          </a:r>
          <a:endParaRPr lang="en-IN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BC7BFCA7-8465-4082-A1DD-19D027A5FA4C}" type="parTrans" cxnId="{4C191A27-59CC-4335-8424-C23515E804DB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E8F19C1C-7CBD-4F7C-B7FA-6BA0A11431AA}" type="sibTrans" cxnId="{4C191A27-59CC-4335-8424-C23515E804D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BF59BABF-9F61-44C7-8B64-74856CC95FD9}" type="pres">
      <dgm:prSet presAssocID="{CC44FA20-DE1A-425D-9C47-396ED1EFACD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04D8B8C-5BCC-4092-9781-3711F62A2B62}" type="pres">
      <dgm:prSet presAssocID="{6D8E984C-E51D-4094-B117-F03E8C6DF437}" presName="root1" presStyleCnt="0"/>
      <dgm:spPr/>
    </dgm:pt>
    <dgm:pt modelId="{46262C15-5C49-4B6C-B41C-B901A48DAFE4}" type="pres">
      <dgm:prSet presAssocID="{6D8E984C-E51D-4094-B117-F03E8C6DF437}" presName="LevelOneTextNode" presStyleLbl="node0" presStyleIdx="0" presStyleCnt="1">
        <dgm:presLayoutVars>
          <dgm:chPref val="3"/>
        </dgm:presLayoutVars>
      </dgm:prSet>
      <dgm:spPr/>
    </dgm:pt>
    <dgm:pt modelId="{403EDF26-F065-4E13-BBB3-60FE0DC65004}" type="pres">
      <dgm:prSet presAssocID="{6D8E984C-E51D-4094-B117-F03E8C6DF437}" presName="level2hierChild" presStyleCnt="0"/>
      <dgm:spPr/>
    </dgm:pt>
    <dgm:pt modelId="{A4FA2C9E-F760-4988-A0C7-7646966EBCDB}" type="pres">
      <dgm:prSet presAssocID="{DD29ABAE-67E8-454B-88E9-6614F7712FF8}" presName="conn2-1" presStyleLbl="parChTrans1D2" presStyleIdx="0" presStyleCnt="3"/>
      <dgm:spPr/>
    </dgm:pt>
    <dgm:pt modelId="{EDBE2C5C-EA6F-4889-AA5F-D29FDF0F8BB4}" type="pres">
      <dgm:prSet presAssocID="{DD29ABAE-67E8-454B-88E9-6614F7712FF8}" presName="connTx" presStyleLbl="parChTrans1D2" presStyleIdx="0" presStyleCnt="3"/>
      <dgm:spPr/>
    </dgm:pt>
    <dgm:pt modelId="{7EE8A8E9-C4F6-412A-A3FA-7DE3FAF6D8A3}" type="pres">
      <dgm:prSet presAssocID="{6AA2BEA2-FA58-431A-B55B-F31E0B2688D2}" presName="root2" presStyleCnt="0"/>
      <dgm:spPr/>
    </dgm:pt>
    <dgm:pt modelId="{15CD8832-2B2C-4588-BBB5-28647E25E969}" type="pres">
      <dgm:prSet presAssocID="{6AA2BEA2-FA58-431A-B55B-F31E0B2688D2}" presName="LevelTwoTextNode" presStyleLbl="node2" presStyleIdx="0" presStyleCnt="3">
        <dgm:presLayoutVars>
          <dgm:chPref val="3"/>
        </dgm:presLayoutVars>
      </dgm:prSet>
      <dgm:spPr/>
    </dgm:pt>
    <dgm:pt modelId="{DBE90844-1AEC-49C9-9AB6-6E766BEEC67E}" type="pres">
      <dgm:prSet presAssocID="{6AA2BEA2-FA58-431A-B55B-F31E0B2688D2}" presName="level3hierChild" presStyleCnt="0"/>
      <dgm:spPr/>
    </dgm:pt>
    <dgm:pt modelId="{A33C4DC1-4D11-4AC6-AEA8-5DE16E73BF9C}" type="pres">
      <dgm:prSet presAssocID="{D0A677D1-59C2-4C26-9360-E15C7C511785}" presName="conn2-1" presStyleLbl="parChTrans1D2" presStyleIdx="1" presStyleCnt="3"/>
      <dgm:spPr/>
    </dgm:pt>
    <dgm:pt modelId="{4EBD48D3-43EE-4E5F-B816-D7FFFCAA6490}" type="pres">
      <dgm:prSet presAssocID="{D0A677D1-59C2-4C26-9360-E15C7C511785}" presName="connTx" presStyleLbl="parChTrans1D2" presStyleIdx="1" presStyleCnt="3"/>
      <dgm:spPr/>
    </dgm:pt>
    <dgm:pt modelId="{9E580EB8-51E1-4376-8AC6-1345ADC60FA0}" type="pres">
      <dgm:prSet presAssocID="{8D4B9D6C-6478-4235-B1DE-DFB9CD062214}" presName="root2" presStyleCnt="0"/>
      <dgm:spPr/>
    </dgm:pt>
    <dgm:pt modelId="{4B498050-F2D0-4A92-A86C-C51EC9D1648D}" type="pres">
      <dgm:prSet presAssocID="{8D4B9D6C-6478-4235-B1DE-DFB9CD062214}" presName="LevelTwoTextNode" presStyleLbl="node2" presStyleIdx="1" presStyleCnt="3">
        <dgm:presLayoutVars>
          <dgm:chPref val="3"/>
        </dgm:presLayoutVars>
      </dgm:prSet>
      <dgm:spPr/>
    </dgm:pt>
    <dgm:pt modelId="{21595DB3-F1D0-4ED6-8F56-0FA426B5CCF7}" type="pres">
      <dgm:prSet presAssocID="{8D4B9D6C-6478-4235-B1DE-DFB9CD062214}" presName="level3hierChild" presStyleCnt="0"/>
      <dgm:spPr/>
    </dgm:pt>
    <dgm:pt modelId="{D1375D64-AD5E-4473-A9FC-AB7646832410}" type="pres">
      <dgm:prSet presAssocID="{BC7BFCA7-8465-4082-A1DD-19D027A5FA4C}" presName="conn2-1" presStyleLbl="parChTrans1D2" presStyleIdx="2" presStyleCnt="3"/>
      <dgm:spPr/>
    </dgm:pt>
    <dgm:pt modelId="{DAD75765-D96A-4549-9B79-336B3BAF29FF}" type="pres">
      <dgm:prSet presAssocID="{BC7BFCA7-8465-4082-A1DD-19D027A5FA4C}" presName="connTx" presStyleLbl="parChTrans1D2" presStyleIdx="2" presStyleCnt="3"/>
      <dgm:spPr/>
    </dgm:pt>
    <dgm:pt modelId="{0CE0674C-68FF-4B38-8B41-720B873CB56E}" type="pres">
      <dgm:prSet presAssocID="{9219E8D4-DD0E-4D59-BCB3-3BC19ECB6502}" presName="root2" presStyleCnt="0"/>
      <dgm:spPr/>
    </dgm:pt>
    <dgm:pt modelId="{C9D8D9BF-C464-442F-B9CF-0A1080B73E4E}" type="pres">
      <dgm:prSet presAssocID="{9219E8D4-DD0E-4D59-BCB3-3BC19ECB6502}" presName="LevelTwoTextNode" presStyleLbl="node2" presStyleIdx="2" presStyleCnt="3">
        <dgm:presLayoutVars>
          <dgm:chPref val="3"/>
        </dgm:presLayoutVars>
      </dgm:prSet>
      <dgm:spPr/>
    </dgm:pt>
    <dgm:pt modelId="{1E58D070-AEDC-4D16-9DC1-EF6A555B22BA}" type="pres">
      <dgm:prSet presAssocID="{9219E8D4-DD0E-4D59-BCB3-3BC19ECB6502}" presName="level3hierChild" presStyleCnt="0"/>
      <dgm:spPr/>
    </dgm:pt>
  </dgm:ptLst>
  <dgm:cxnLst>
    <dgm:cxn modelId="{93254108-25E1-4FEE-8749-99CF0239B845}" type="presOf" srcId="{BC7BFCA7-8465-4082-A1DD-19D027A5FA4C}" destId="{D1375D64-AD5E-4473-A9FC-AB7646832410}" srcOrd="0" destOrd="0" presId="urn:microsoft.com/office/officeart/2005/8/layout/hierarchy2"/>
    <dgm:cxn modelId="{8397AD1F-4502-4FEF-A964-620ED111E76D}" type="presOf" srcId="{D0A677D1-59C2-4C26-9360-E15C7C511785}" destId="{4EBD48D3-43EE-4E5F-B816-D7FFFCAA6490}" srcOrd="1" destOrd="0" presId="urn:microsoft.com/office/officeart/2005/8/layout/hierarchy2"/>
    <dgm:cxn modelId="{0388AE21-1C23-4D42-A2D6-08A1C6F2429C}" type="presOf" srcId="{DD29ABAE-67E8-454B-88E9-6614F7712FF8}" destId="{A4FA2C9E-F760-4988-A0C7-7646966EBCDB}" srcOrd="0" destOrd="0" presId="urn:microsoft.com/office/officeart/2005/8/layout/hierarchy2"/>
    <dgm:cxn modelId="{4C191A27-59CC-4335-8424-C23515E804DB}" srcId="{6D8E984C-E51D-4094-B117-F03E8C6DF437}" destId="{9219E8D4-DD0E-4D59-BCB3-3BC19ECB6502}" srcOrd="2" destOrd="0" parTransId="{BC7BFCA7-8465-4082-A1DD-19D027A5FA4C}" sibTransId="{E8F19C1C-7CBD-4F7C-B7FA-6BA0A11431AA}"/>
    <dgm:cxn modelId="{ABFAEE41-4583-40D6-AA0B-D704F31C9256}" type="presOf" srcId="{6AA2BEA2-FA58-431A-B55B-F31E0B2688D2}" destId="{15CD8832-2B2C-4588-BBB5-28647E25E969}" srcOrd="0" destOrd="0" presId="urn:microsoft.com/office/officeart/2005/8/layout/hierarchy2"/>
    <dgm:cxn modelId="{2829A067-E966-4BB8-897B-CDFD99258CBC}" type="presOf" srcId="{9219E8D4-DD0E-4D59-BCB3-3BC19ECB6502}" destId="{C9D8D9BF-C464-442F-B9CF-0A1080B73E4E}" srcOrd="0" destOrd="0" presId="urn:microsoft.com/office/officeart/2005/8/layout/hierarchy2"/>
    <dgm:cxn modelId="{E106C149-F208-43E3-ABE2-2C26C7F09381}" type="presOf" srcId="{8D4B9D6C-6478-4235-B1DE-DFB9CD062214}" destId="{4B498050-F2D0-4A92-A86C-C51EC9D1648D}" srcOrd="0" destOrd="0" presId="urn:microsoft.com/office/officeart/2005/8/layout/hierarchy2"/>
    <dgm:cxn modelId="{19749A4D-4BD2-47F1-9456-336E9F63A0C5}" type="presOf" srcId="{6D8E984C-E51D-4094-B117-F03E8C6DF437}" destId="{46262C15-5C49-4B6C-B41C-B901A48DAFE4}" srcOrd="0" destOrd="0" presId="urn:microsoft.com/office/officeart/2005/8/layout/hierarchy2"/>
    <dgm:cxn modelId="{3DD63F52-95D4-4A80-BB97-9EE14337E081}" srcId="{CC44FA20-DE1A-425D-9C47-396ED1EFACDD}" destId="{6D8E984C-E51D-4094-B117-F03E8C6DF437}" srcOrd="0" destOrd="0" parTransId="{B92FA7F2-D25B-4A03-B75E-AD7B16384981}" sibTransId="{CE84D0B9-7966-4D5A-A12A-E2EB31CD81D5}"/>
    <dgm:cxn modelId="{0B68B182-BD0A-4F4C-8808-9A5ACC85FCE5}" srcId="{6D8E984C-E51D-4094-B117-F03E8C6DF437}" destId="{8D4B9D6C-6478-4235-B1DE-DFB9CD062214}" srcOrd="1" destOrd="0" parTransId="{D0A677D1-59C2-4C26-9360-E15C7C511785}" sibTransId="{EEFEBF37-319D-4F9B-908B-0D596C554E9A}"/>
    <dgm:cxn modelId="{8F3F258B-91F9-4BF2-AFE4-9024D0247F41}" srcId="{6D8E984C-E51D-4094-B117-F03E8C6DF437}" destId="{6AA2BEA2-FA58-431A-B55B-F31E0B2688D2}" srcOrd="0" destOrd="0" parTransId="{DD29ABAE-67E8-454B-88E9-6614F7712FF8}" sibTransId="{37E4A1D8-7ACA-4660-B811-70C73ADCDDA7}"/>
    <dgm:cxn modelId="{006B1099-17F9-4466-BC5A-B22053B50643}" type="presOf" srcId="{CC44FA20-DE1A-425D-9C47-396ED1EFACDD}" destId="{BF59BABF-9F61-44C7-8B64-74856CC95FD9}" srcOrd="0" destOrd="0" presId="urn:microsoft.com/office/officeart/2005/8/layout/hierarchy2"/>
    <dgm:cxn modelId="{8C8007A6-8049-43C7-9D9B-A20A81878EE0}" type="presOf" srcId="{DD29ABAE-67E8-454B-88E9-6614F7712FF8}" destId="{EDBE2C5C-EA6F-4889-AA5F-D29FDF0F8BB4}" srcOrd="1" destOrd="0" presId="urn:microsoft.com/office/officeart/2005/8/layout/hierarchy2"/>
    <dgm:cxn modelId="{5865D8AB-B10C-4F36-A6BA-C946F17E988C}" type="presOf" srcId="{BC7BFCA7-8465-4082-A1DD-19D027A5FA4C}" destId="{DAD75765-D96A-4549-9B79-336B3BAF29FF}" srcOrd="1" destOrd="0" presId="urn:microsoft.com/office/officeart/2005/8/layout/hierarchy2"/>
    <dgm:cxn modelId="{10CC81B2-0B6B-4C38-9568-8580587D013E}" type="presOf" srcId="{D0A677D1-59C2-4C26-9360-E15C7C511785}" destId="{A33C4DC1-4D11-4AC6-AEA8-5DE16E73BF9C}" srcOrd="0" destOrd="0" presId="urn:microsoft.com/office/officeart/2005/8/layout/hierarchy2"/>
    <dgm:cxn modelId="{1763C9A7-7891-474B-9A5D-97D7F185C53D}" type="presParOf" srcId="{BF59BABF-9F61-44C7-8B64-74856CC95FD9}" destId="{E04D8B8C-5BCC-4092-9781-3711F62A2B62}" srcOrd="0" destOrd="0" presId="urn:microsoft.com/office/officeart/2005/8/layout/hierarchy2"/>
    <dgm:cxn modelId="{BBA40F4C-79B0-4A1E-AE6B-A7B631939C63}" type="presParOf" srcId="{E04D8B8C-5BCC-4092-9781-3711F62A2B62}" destId="{46262C15-5C49-4B6C-B41C-B901A48DAFE4}" srcOrd="0" destOrd="0" presId="urn:microsoft.com/office/officeart/2005/8/layout/hierarchy2"/>
    <dgm:cxn modelId="{26F68009-8069-4BAA-8230-B4C1650DE145}" type="presParOf" srcId="{E04D8B8C-5BCC-4092-9781-3711F62A2B62}" destId="{403EDF26-F065-4E13-BBB3-60FE0DC65004}" srcOrd="1" destOrd="0" presId="urn:microsoft.com/office/officeart/2005/8/layout/hierarchy2"/>
    <dgm:cxn modelId="{85318F04-C774-474B-BE9A-294E2D71C430}" type="presParOf" srcId="{403EDF26-F065-4E13-BBB3-60FE0DC65004}" destId="{A4FA2C9E-F760-4988-A0C7-7646966EBCDB}" srcOrd="0" destOrd="0" presId="urn:microsoft.com/office/officeart/2005/8/layout/hierarchy2"/>
    <dgm:cxn modelId="{DEF0F471-219A-4ADC-8891-38CF3712C90E}" type="presParOf" srcId="{A4FA2C9E-F760-4988-A0C7-7646966EBCDB}" destId="{EDBE2C5C-EA6F-4889-AA5F-D29FDF0F8BB4}" srcOrd="0" destOrd="0" presId="urn:microsoft.com/office/officeart/2005/8/layout/hierarchy2"/>
    <dgm:cxn modelId="{AFE570BD-DDCB-4D9F-8D9B-CE3B51BB3A40}" type="presParOf" srcId="{403EDF26-F065-4E13-BBB3-60FE0DC65004}" destId="{7EE8A8E9-C4F6-412A-A3FA-7DE3FAF6D8A3}" srcOrd="1" destOrd="0" presId="urn:microsoft.com/office/officeart/2005/8/layout/hierarchy2"/>
    <dgm:cxn modelId="{DABDDC33-5FC9-4092-AC57-67217F3852C8}" type="presParOf" srcId="{7EE8A8E9-C4F6-412A-A3FA-7DE3FAF6D8A3}" destId="{15CD8832-2B2C-4588-BBB5-28647E25E969}" srcOrd="0" destOrd="0" presId="urn:microsoft.com/office/officeart/2005/8/layout/hierarchy2"/>
    <dgm:cxn modelId="{9B7B848C-EEFC-4A5E-9775-05CC45D0E96B}" type="presParOf" srcId="{7EE8A8E9-C4F6-412A-A3FA-7DE3FAF6D8A3}" destId="{DBE90844-1AEC-49C9-9AB6-6E766BEEC67E}" srcOrd="1" destOrd="0" presId="urn:microsoft.com/office/officeart/2005/8/layout/hierarchy2"/>
    <dgm:cxn modelId="{66A6722D-8B57-4E6F-BDAE-EFB953D6D001}" type="presParOf" srcId="{403EDF26-F065-4E13-BBB3-60FE0DC65004}" destId="{A33C4DC1-4D11-4AC6-AEA8-5DE16E73BF9C}" srcOrd="2" destOrd="0" presId="urn:microsoft.com/office/officeart/2005/8/layout/hierarchy2"/>
    <dgm:cxn modelId="{59BDF7EA-BBBC-468A-885E-B0E52AB26141}" type="presParOf" srcId="{A33C4DC1-4D11-4AC6-AEA8-5DE16E73BF9C}" destId="{4EBD48D3-43EE-4E5F-B816-D7FFFCAA6490}" srcOrd="0" destOrd="0" presId="urn:microsoft.com/office/officeart/2005/8/layout/hierarchy2"/>
    <dgm:cxn modelId="{3ADBE210-D4FF-4B9E-AAAA-8DD0E06C1321}" type="presParOf" srcId="{403EDF26-F065-4E13-BBB3-60FE0DC65004}" destId="{9E580EB8-51E1-4376-8AC6-1345ADC60FA0}" srcOrd="3" destOrd="0" presId="urn:microsoft.com/office/officeart/2005/8/layout/hierarchy2"/>
    <dgm:cxn modelId="{49945A2D-1321-4F26-9A06-EA59F8432E37}" type="presParOf" srcId="{9E580EB8-51E1-4376-8AC6-1345ADC60FA0}" destId="{4B498050-F2D0-4A92-A86C-C51EC9D1648D}" srcOrd="0" destOrd="0" presId="urn:microsoft.com/office/officeart/2005/8/layout/hierarchy2"/>
    <dgm:cxn modelId="{4BDA28E4-EFE9-4114-953B-79EDF630F0DE}" type="presParOf" srcId="{9E580EB8-51E1-4376-8AC6-1345ADC60FA0}" destId="{21595DB3-F1D0-4ED6-8F56-0FA426B5CCF7}" srcOrd="1" destOrd="0" presId="urn:microsoft.com/office/officeart/2005/8/layout/hierarchy2"/>
    <dgm:cxn modelId="{C2AEFFAE-D88E-487F-89A5-D9850AE7F0E7}" type="presParOf" srcId="{403EDF26-F065-4E13-BBB3-60FE0DC65004}" destId="{D1375D64-AD5E-4473-A9FC-AB7646832410}" srcOrd="4" destOrd="0" presId="urn:microsoft.com/office/officeart/2005/8/layout/hierarchy2"/>
    <dgm:cxn modelId="{2B6EEDA3-9FBB-40D8-B76C-E3A3D58F7084}" type="presParOf" srcId="{D1375D64-AD5E-4473-A9FC-AB7646832410}" destId="{DAD75765-D96A-4549-9B79-336B3BAF29FF}" srcOrd="0" destOrd="0" presId="urn:microsoft.com/office/officeart/2005/8/layout/hierarchy2"/>
    <dgm:cxn modelId="{780AF2FE-B532-4A47-92F9-59BE56E9A520}" type="presParOf" srcId="{403EDF26-F065-4E13-BBB3-60FE0DC65004}" destId="{0CE0674C-68FF-4B38-8B41-720B873CB56E}" srcOrd="5" destOrd="0" presId="urn:microsoft.com/office/officeart/2005/8/layout/hierarchy2"/>
    <dgm:cxn modelId="{1C69A3B7-191A-4472-B967-520F4C562847}" type="presParOf" srcId="{0CE0674C-68FF-4B38-8B41-720B873CB56E}" destId="{C9D8D9BF-C464-442F-B9CF-0A1080B73E4E}" srcOrd="0" destOrd="0" presId="urn:microsoft.com/office/officeart/2005/8/layout/hierarchy2"/>
    <dgm:cxn modelId="{702AB361-204C-436C-9AE8-B5A9B88EA27F}" type="presParOf" srcId="{0CE0674C-68FF-4B38-8B41-720B873CB56E}" destId="{1E58D070-AEDC-4D16-9DC1-EF6A555B22B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44FA20-DE1A-425D-9C47-396ED1EFACDD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D8E984C-E51D-4094-B117-F03E8C6DF437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T</a:t>
          </a:r>
          <a:r>
            <a:rPr lang="en-US" b="0" i="0" dirty="0">
              <a:effectLst/>
              <a:latin typeface="Bahnschrift" panose="020B0502040204020203" pitchFamily="34" charset="0"/>
            </a:rPr>
            <a:t>hree different types of analysis for Data Visualization</a:t>
          </a:r>
        </a:p>
      </dgm:t>
    </dgm:pt>
    <dgm:pt modelId="{B92FA7F2-D25B-4A03-B75E-AD7B16384981}" type="parTrans" cxnId="{3DD63F52-95D4-4A80-BB97-9EE14337E08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CE84D0B9-7966-4D5A-A12A-E2EB31CD81D5}" type="sibTrans" cxnId="{3DD63F52-95D4-4A80-BB97-9EE14337E08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6AA2BEA2-FA58-431A-B55B-F31E0B2688D2}">
      <dgm:prSet/>
      <dgm:spPr/>
      <dgm:t>
        <a:bodyPr/>
        <a:lstStyle/>
        <a:p>
          <a:r>
            <a:rPr lang="en-IN" b="1" i="0" dirty="0">
              <a:effectLst/>
              <a:latin typeface="Bahnschrift" panose="020B0502040204020203" pitchFamily="34" charset="0"/>
            </a:rPr>
            <a:t>Univariate Analysis</a:t>
          </a:r>
          <a:endParaRPr lang="en-US" dirty="0">
            <a:latin typeface="Bahnschrift" panose="020B0502040204020203" pitchFamily="34" charset="0"/>
          </a:endParaRPr>
        </a:p>
      </dgm:t>
    </dgm:pt>
    <dgm:pt modelId="{DD29ABAE-67E8-454B-88E9-6614F7712FF8}" type="parTrans" cxnId="{8F3F258B-91F9-4BF2-AFE4-9024D0247F4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37E4A1D8-7ACA-4660-B811-70C73ADCDDA7}" type="sibTrans" cxnId="{8F3F258B-91F9-4BF2-AFE4-9024D0247F4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8D4B9D6C-6478-4235-B1DE-DFB9CD062214}">
      <dgm:prSet/>
      <dgm:spPr/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Bivariate Analysis</a:t>
          </a:r>
          <a:endParaRPr lang="en-US" b="1" i="0" dirty="0">
            <a:effectLst/>
            <a:latin typeface="Bahnschrift" panose="020B0502040204020203" pitchFamily="34" charset="0"/>
          </a:endParaRPr>
        </a:p>
      </dgm:t>
    </dgm:pt>
    <dgm:pt modelId="{D0A677D1-59C2-4C26-9360-E15C7C511785}" type="parTrans" cxnId="{0B68B182-BD0A-4F4C-8808-9A5ACC85FCE5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EEFEBF37-319D-4F9B-908B-0D596C554E9A}" type="sibTrans" cxnId="{0B68B182-BD0A-4F4C-8808-9A5ACC85FCE5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219E8D4-DD0E-4D59-BCB3-3BC19ECB6502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b="1" i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Multivariate Analysis</a:t>
          </a:r>
          <a:endParaRPr lang="en-IN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BC7BFCA7-8465-4082-A1DD-19D027A5FA4C}" type="parTrans" cxnId="{4C191A27-59CC-4335-8424-C23515E804DB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E8F19C1C-7CBD-4F7C-B7FA-6BA0A11431AA}" type="sibTrans" cxnId="{4C191A27-59CC-4335-8424-C23515E804D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BF59BABF-9F61-44C7-8B64-74856CC95FD9}" type="pres">
      <dgm:prSet presAssocID="{CC44FA20-DE1A-425D-9C47-396ED1EFACD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04D8B8C-5BCC-4092-9781-3711F62A2B62}" type="pres">
      <dgm:prSet presAssocID="{6D8E984C-E51D-4094-B117-F03E8C6DF437}" presName="root1" presStyleCnt="0"/>
      <dgm:spPr/>
    </dgm:pt>
    <dgm:pt modelId="{46262C15-5C49-4B6C-B41C-B901A48DAFE4}" type="pres">
      <dgm:prSet presAssocID="{6D8E984C-E51D-4094-B117-F03E8C6DF437}" presName="LevelOneTextNode" presStyleLbl="node0" presStyleIdx="0" presStyleCnt="1">
        <dgm:presLayoutVars>
          <dgm:chPref val="3"/>
        </dgm:presLayoutVars>
      </dgm:prSet>
      <dgm:spPr/>
    </dgm:pt>
    <dgm:pt modelId="{403EDF26-F065-4E13-BBB3-60FE0DC65004}" type="pres">
      <dgm:prSet presAssocID="{6D8E984C-E51D-4094-B117-F03E8C6DF437}" presName="level2hierChild" presStyleCnt="0"/>
      <dgm:spPr/>
    </dgm:pt>
    <dgm:pt modelId="{A4FA2C9E-F760-4988-A0C7-7646966EBCDB}" type="pres">
      <dgm:prSet presAssocID="{DD29ABAE-67E8-454B-88E9-6614F7712FF8}" presName="conn2-1" presStyleLbl="parChTrans1D2" presStyleIdx="0" presStyleCnt="3"/>
      <dgm:spPr/>
    </dgm:pt>
    <dgm:pt modelId="{EDBE2C5C-EA6F-4889-AA5F-D29FDF0F8BB4}" type="pres">
      <dgm:prSet presAssocID="{DD29ABAE-67E8-454B-88E9-6614F7712FF8}" presName="connTx" presStyleLbl="parChTrans1D2" presStyleIdx="0" presStyleCnt="3"/>
      <dgm:spPr/>
    </dgm:pt>
    <dgm:pt modelId="{7EE8A8E9-C4F6-412A-A3FA-7DE3FAF6D8A3}" type="pres">
      <dgm:prSet presAssocID="{6AA2BEA2-FA58-431A-B55B-F31E0B2688D2}" presName="root2" presStyleCnt="0"/>
      <dgm:spPr/>
    </dgm:pt>
    <dgm:pt modelId="{15CD8832-2B2C-4588-BBB5-28647E25E969}" type="pres">
      <dgm:prSet presAssocID="{6AA2BEA2-FA58-431A-B55B-F31E0B2688D2}" presName="LevelTwoTextNode" presStyleLbl="node2" presStyleIdx="0" presStyleCnt="3">
        <dgm:presLayoutVars>
          <dgm:chPref val="3"/>
        </dgm:presLayoutVars>
      </dgm:prSet>
      <dgm:spPr/>
    </dgm:pt>
    <dgm:pt modelId="{DBE90844-1AEC-49C9-9AB6-6E766BEEC67E}" type="pres">
      <dgm:prSet presAssocID="{6AA2BEA2-FA58-431A-B55B-F31E0B2688D2}" presName="level3hierChild" presStyleCnt="0"/>
      <dgm:spPr/>
    </dgm:pt>
    <dgm:pt modelId="{A33C4DC1-4D11-4AC6-AEA8-5DE16E73BF9C}" type="pres">
      <dgm:prSet presAssocID="{D0A677D1-59C2-4C26-9360-E15C7C511785}" presName="conn2-1" presStyleLbl="parChTrans1D2" presStyleIdx="1" presStyleCnt="3"/>
      <dgm:spPr/>
    </dgm:pt>
    <dgm:pt modelId="{4EBD48D3-43EE-4E5F-B816-D7FFFCAA6490}" type="pres">
      <dgm:prSet presAssocID="{D0A677D1-59C2-4C26-9360-E15C7C511785}" presName="connTx" presStyleLbl="parChTrans1D2" presStyleIdx="1" presStyleCnt="3"/>
      <dgm:spPr/>
    </dgm:pt>
    <dgm:pt modelId="{9E580EB8-51E1-4376-8AC6-1345ADC60FA0}" type="pres">
      <dgm:prSet presAssocID="{8D4B9D6C-6478-4235-B1DE-DFB9CD062214}" presName="root2" presStyleCnt="0"/>
      <dgm:spPr/>
    </dgm:pt>
    <dgm:pt modelId="{4B498050-F2D0-4A92-A86C-C51EC9D1648D}" type="pres">
      <dgm:prSet presAssocID="{8D4B9D6C-6478-4235-B1DE-DFB9CD062214}" presName="LevelTwoTextNode" presStyleLbl="node2" presStyleIdx="1" presStyleCnt="3">
        <dgm:presLayoutVars>
          <dgm:chPref val="3"/>
        </dgm:presLayoutVars>
      </dgm:prSet>
      <dgm:spPr/>
    </dgm:pt>
    <dgm:pt modelId="{21595DB3-F1D0-4ED6-8F56-0FA426B5CCF7}" type="pres">
      <dgm:prSet presAssocID="{8D4B9D6C-6478-4235-B1DE-DFB9CD062214}" presName="level3hierChild" presStyleCnt="0"/>
      <dgm:spPr/>
    </dgm:pt>
    <dgm:pt modelId="{D1375D64-AD5E-4473-A9FC-AB7646832410}" type="pres">
      <dgm:prSet presAssocID="{BC7BFCA7-8465-4082-A1DD-19D027A5FA4C}" presName="conn2-1" presStyleLbl="parChTrans1D2" presStyleIdx="2" presStyleCnt="3"/>
      <dgm:spPr/>
    </dgm:pt>
    <dgm:pt modelId="{DAD75765-D96A-4549-9B79-336B3BAF29FF}" type="pres">
      <dgm:prSet presAssocID="{BC7BFCA7-8465-4082-A1DD-19D027A5FA4C}" presName="connTx" presStyleLbl="parChTrans1D2" presStyleIdx="2" presStyleCnt="3"/>
      <dgm:spPr/>
    </dgm:pt>
    <dgm:pt modelId="{0CE0674C-68FF-4B38-8B41-720B873CB56E}" type="pres">
      <dgm:prSet presAssocID="{9219E8D4-DD0E-4D59-BCB3-3BC19ECB6502}" presName="root2" presStyleCnt="0"/>
      <dgm:spPr/>
    </dgm:pt>
    <dgm:pt modelId="{C9D8D9BF-C464-442F-B9CF-0A1080B73E4E}" type="pres">
      <dgm:prSet presAssocID="{9219E8D4-DD0E-4D59-BCB3-3BC19ECB6502}" presName="LevelTwoTextNode" presStyleLbl="node2" presStyleIdx="2" presStyleCnt="3">
        <dgm:presLayoutVars>
          <dgm:chPref val="3"/>
        </dgm:presLayoutVars>
      </dgm:prSet>
      <dgm:spPr/>
    </dgm:pt>
    <dgm:pt modelId="{1E58D070-AEDC-4D16-9DC1-EF6A555B22BA}" type="pres">
      <dgm:prSet presAssocID="{9219E8D4-DD0E-4D59-BCB3-3BC19ECB6502}" presName="level3hierChild" presStyleCnt="0"/>
      <dgm:spPr/>
    </dgm:pt>
  </dgm:ptLst>
  <dgm:cxnLst>
    <dgm:cxn modelId="{93254108-25E1-4FEE-8749-99CF0239B845}" type="presOf" srcId="{BC7BFCA7-8465-4082-A1DD-19D027A5FA4C}" destId="{D1375D64-AD5E-4473-A9FC-AB7646832410}" srcOrd="0" destOrd="0" presId="urn:microsoft.com/office/officeart/2005/8/layout/hierarchy2"/>
    <dgm:cxn modelId="{8397AD1F-4502-4FEF-A964-620ED111E76D}" type="presOf" srcId="{D0A677D1-59C2-4C26-9360-E15C7C511785}" destId="{4EBD48D3-43EE-4E5F-B816-D7FFFCAA6490}" srcOrd="1" destOrd="0" presId="urn:microsoft.com/office/officeart/2005/8/layout/hierarchy2"/>
    <dgm:cxn modelId="{0388AE21-1C23-4D42-A2D6-08A1C6F2429C}" type="presOf" srcId="{DD29ABAE-67E8-454B-88E9-6614F7712FF8}" destId="{A4FA2C9E-F760-4988-A0C7-7646966EBCDB}" srcOrd="0" destOrd="0" presId="urn:microsoft.com/office/officeart/2005/8/layout/hierarchy2"/>
    <dgm:cxn modelId="{4C191A27-59CC-4335-8424-C23515E804DB}" srcId="{6D8E984C-E51D-4094-B117-F03E8C6DF437}" destId="{9219E8D4-DD0E-4D59-BCB3-3BC19ECB6502}" srcOrd="2" destOrd="0" parTransId="{BC7BFCA7-8465-4082-A1DD-19D027A5FA4C}" sibTransId="{E8F19C1C-7CBD-4F7C-B7FA-6BA0A11431AA}"/>
    <dgm:cxn modelId="{ABFAEE41-4583-40D6-AA0B-D704F31C9256}" type="presOf" srcId="{6AA2BEA2-FA58-431A-B55B-F31E0B2688D2}" destId="{15CD8832-2B2C-4588-BBB5-28647E25E969}" srcOrd="0" destOrd="0" presId="urn:microsoft.com/office/officeart/2005/8/layout/hierarchy2"/>
    <dgm:cxn modelId="{2829A067-E966-4BB8-897B-CDFD99258CBC}" type="presOf" srcId="{9219E8D4-DD0E-4D59-BCB3-3BC19ECB6502}" destId="{C9D8D9BF-C464-442F-B9CF-0A1080B73E4E}" srcOrd="0" destOrd="0" presId="urn:microsoft.com/office/officeart/2005/8/layout/hierarchy2"/>
    <dgm:cxn modelId="{E106C149-F208-43E3-ABE2-2C26C7F09381}" type="presOf" srcId="{8D4B9D6C-6478-4235-B1DE-DFB9CD062214}" destId="{4B498050-F2D0-4A92-A86C-C51EC9D1648D}" srcOrd="0" destOrd="0" presId="urn:microsoft.com/office/officeart/2005/8/layout/hierarchy2"/>
    <dgm:cxn modelId="{19749A4D-4BD2-47F1-9456-336E9F63A0C5}" type="presOf" srcId="{6D8E984C-E51D-4094-B117-F03E8C6DF437}" destId="{46262C15-5C49-4B6C-B41C-B901A48DAFE4}" srcOrd="0" destOrd="0" presId="urn:microsoft.com/office/officeart/2005/8/layout/hierarchy2"/>
    <dgm:cxn modelId="{3DD63F52-95D4-4A80-BB97-9EE14337E081}" srcId="{CC44FA20-DE1A-425D-9C47-396ED1EFACDD}" destId="{6D8E984C-E51D-4094-B117-F03E8C6DF437}" srcOrd="0" destOrd="0" parTransId="{B92FA7F2-D25B-4A03-B75E-AD7B16384981}" sibTransId="{CE84D0B9-7966-4D5A-A12A-E2EB31CD81D5}"/>
    <dgm:cxn modelId="{0B68B182-BD0A-4F4C-8808-9A5ACC85FCE5}" srcId="{6D8E984C-E51D-4094-B117-F03E8C6DF437}" destId="{8D4B9D6C-6478-4235-B1DE-DFB9CD062214}" srcOrd="1" destOrd="0" parTransId="{D0A677D1-59C2-4C26-9360-E15C7C511785}" sibTransId="{EEFEBF37-319D-4F9B-908B-0D596C554E9A}"/>
    <dgm:cxn modelId="{8F3F258B-91F9-4BF2-AFE4-9024D0247F41}" srcId="{6D8E984C-E51D-4094-B117-F03E8C6DF437}" destId="{6AA2BEA2-FA58-431A-B55B-F31E0B2688D2}" srcOrd="0" destOrd="0" parTransId="{DD29ABAE-67E8-454B-88E9-6614F7712FF8}" sibTransId="{37E4A1D8-7ACA-4660-B811-70C73ADCDDA7}"/>
    <dgm:cxn modelId="{006B1099-17F9-4466-BC5A-B22053B50643}" type="presOf" srcId="{CC44FA20-DE1A-425D-9C47-396ED1EFACDD}" destId="{BF59BABF-9F61-44C7-8B64-74856CC95FD9}" srcOrd="0" destOrd="0" presId="urn:microsoft.com/office/officeart/2005/8/layout/hierarchy2"/>
    <dgm:cxn modelId="{8C8007A6-8049-43C7-9D9B-A20A81878EE0}" type="presOf" srcId="{DD29ABAE-67E8-454B-88E9-6614F7712FF8}" destId="{EDBE2C5C-EA6F-4889-AA5F-D29FDF0F8BB4}" srcOrd="1" destOrd="0" presId="urn:microsoft.com/office/officeart/2005/8/layout/hierarchy2"/>
    <dgm:cxn modelId="{5865D8AB-B10C-4F36-A6BA-C946F17E988C}" type="presOf" srcId="{BC7BFCA7-8465-4082-A1DD-19D027A5FA4C}" destId="{DAD75765-D96A-4549-9B79-336B3BAF29FF}" srcOrd="1" destOrd="0" presId="urn:microsoft.com/office/officeart/2005/8/layout/hierarchy2"/>
    <dgm:cxn modelId="{10CC81B2-0B6B-4C38-9568-8580587D013E}" type="presOf" srcId="{D0A677D1-59C2-4C26-9360-E15C7C511785}" destId="{A33C4DC1-4D11-4AC6-AEA8-5DE16E73BF9C}" srcOrd="0" destOrd="0" presId="urn:microsoft.com/office/officeart/2005/8/layout/hierarchy2"/>
    <dgm:cxn modelId="{1763C9A7-7891-474B-9A5D-97D7F185C53D}" type="presParOf" srcId="{BF59BABF-9F61-44C7-8B64-74856CC95FD9}" destId="{E04D8B8C-5BCC-4092-9781-3711F62A2B62}" srcOrd="0" destOrd="0" presId="urn:microsoft.com/office/officeart/2005/8/layout/hierarchy2"/>
    <dgm:cxn modelId="{BBA40F4C-79B0-4A1E-AE6B-A7B631939C63}" type="presParOf" srcId="{E04D8B8C-5BCC-4092-9781-3711F62A2B62}" destId="{46262C15-5C49-4B6C-B41C-B901A48DAFE4}" srcOrd="0" destOrd="0" presId="urn:microsoft.com/office/officeart/2005/8/layout/hierarchy2"/>
    <dgm:cxn modelId="{26F68009-8069-4BAA-8230-B4C1650DE145}" type="presParOf" srcId="{E04D8B8C-5BCC-4092-9781-3711F62A2B62}" destId="{403EDF26-F065-4E13-BBB3-60FE0DC65004}" srcOrd="1" destOrd="0" presId="urn:microsoft.com/office/officeart/2005/8/layout/hierarchy2"/>
    <dgm:cxn modelId="{85318F04-C774-474B-BE9A-294E2D71C430}" type="presParOf" srcId="{403EDF26-F065-4E13-BBB3-60FE0DC65004}" destId="{A4FA2C9E-F760-4988-A0C7-7646966EBCDB}" srcOrd="0" destOrd="0" presId="urn:microsoft.com/office/officeart/2005/8/layout/hierarchy2"/>
    <dgm:cxn modelId="{DEF0F471-219A-4ADC-8891-38CF3712C90E}" type="presParOf" srcId="{A4FA2C9E-F760-4988-A0C7-7646966EBCDB}" destId="{EDBE2C5C-EA6F-4889-AA5F-D29FDF0F8BB4}" srcOrd="0" destOrd="0" presId="urn:microsoft.com/office/officeart/2005/8/layout/hierarchy2"/>
    <dgm:cxn modelId="{AFE570BD-DDCB-4D9F-8D9B-CE3B51BB3A40}" type="presParOf" srcId="{403EDF26-F065-4E13-BBB3-60FE0DC65004}" destId="{7EE8A8E9-C4F6-412A-A3FA-7DE3FAF6D8A3}" srcOrd="1" destOrd="0" presId="urn:microsoft.com/office/officeart/2005/8/layout/hierarchy2"/>
    <dgm:cxn modelId="{DABDDC33-5FC9-4092-AC57-67217F3852C8}" type="presParOf" srcId="{7EE8A8E9-C4F6-412A-A3FA-7DE3FAF6D8A3}" destId="{15CD8832-2B2C-4588-BBB5-28647E25E969}" srcOrd="0" destOrd="0" presId="urn:microsoft.com/office/officeart/2005/8/layout/hierarchy2"/>
    <dgm:cxn modelId="{9B7B848C-EEFC-4A5E-9775-05CC45D0E96B}" type="presParOf" srcId="{7EE8A8E9-C4F6-412A-A3FA-7DE3FAF6D8A3}" destId="{DBE90844-1AEC-49C9-9AB6-6E766BEEC67E}" srcOrd="1" destOrd="0" presId="urn:microsoft.com/office/officeart/2005/8/layout/hierarchy2"/>
    <dgm:cxn modelId="{66A6722D-8B57-4E6F-BDAE-EFB953D6D001}" type="presParOf" srcId="{403EDF26-F065-4E13-BBB3-60FE0DC65004}" destId="{A33C4DC1-4D11-4AC6-AEA8-5DE16E73BF9C}" srcOrd="2" destOrd="0" presId="urn:microsoft.com/office/officeart/2005/8/layout/hierarchy2"/>
    <dgm:cxn modelId="{59BDF7EA-BBBC-468A-885E-B0E52AB26141}" type="presParOf" srcId="{A33C4DC1-4D11-4AC6-AEA8-5DE16E73BF9C}" destId="{4EBD48D3-43EE-4E5F-B816-D7FFFCAA6490}" srcOrd="0" destOrd="0" presId="urn:microsoft.com/office/officeart/2005/8/layout/hierarchy2"/>
    <dgm:cxn modelId="{3ADBE210-D4FF-4B9E-AAAA-8DD0E06C1321}" type="presParOf" srcId="{403EDF26-F065-4E13-BBB3-60FE0DC65004}" destId="{9E580EB8-51E1-4376-8AC6-1345ADC60FA0}" srcOrd="3" destOrd="0" presId="urn:microsoft.com/office/officeart/2005/8/layout/hierarchy2"/>
    <dgm:cxn modelId="{49945A2D-1321-4F26-9A06-EA59F8432E37}" type="presParOf" srcId="{9E580EB8-51E1-4376-8AC6-1345ADC60FA0}" destId="{4B498050-F2D0-4A92-A86C-C51EC9D1648D}" srcOrd="0" destOrd="0" presId="urn:microsoft.com/office/officeart/2005/8/layout/hierarchy2"/>
    <dgm:cxn modelId="{4BDA28E4-EFE9-4114-953B-79EDF630F0DE}" type="presParOf" srcId="{9E580EB8-51E1-4376-8AC6-1345ADC60FA0}" destId="{21595DB3-F1D0-4ED6-8F56-0FA426B5CCF7}" srcOrd="1" destOrd="0" presId="urn:microsoft.com/office/officeart/2005/8/layout/hierarchy2"/>
    <dgm:cxn modelId="{C2AEFFAE-D88E-487F-89A5-D9850AE7F0E7}" type="presParOf" srcId="{403EDF26-F065-4E13-BBB3-60FE0DC65004}" destId="{D1375D64-AD5E-4473-A9FC-AB7646832410}" srcOrd="4" destOrd="0" presId="urn:microsoft.com/office/officeart/2005/8/layout/hierarchy2"/>
    <dgm:cxn modelId="{2B6EEDA3-9FBB-40D8-B76C-E3A3D58F7084}" type="presParOf" srcId="{D1375D64-AD5E-4473-A9FC-AB7646832410}" destId="{DAD75765-D96A-4549-9B79-336B3BAF29FF}" srcOrd="0" destOrd="0" presId="urn:microsoft.com/office/officeart/2005/8/layout/hierarchy2"/>
    <dgm:cxn modelId="{780AF2FE-B532-4A47-92F9-59BE56E9A520}" type="presParOf" srcId="{403EDF26-F065-4E13-BBB3-60FE0DC65004}" destId="{0CE0674C-68FF-4B38-8B41-720B873CB56E}" srcOrd="5" destOrd="0" presId="urn:microsoft.com/office/officeart/2005/8/layout/hierarchy2"/>
    <dgm:cxn modelId="{1C69A3B7-191A-4472-B967-520F4C562847}" type="presParOf" srcId="{0CE0674C-68FF-4B38-8B41-720B873CB56E}" destId="{C9D8D9BF-C464-442F-B9CF-0A1080B73E4E}" srcOrd="0" destOrd="0" presId="urn:microsoft.com/office/officeart/2005/8/layout/hierarchy2"/>
    <dgm:cxn modelId="{702AB361-204C-436C-9AE8-B5A9B88EA27F}" type="presParOf" srcId="{0CE0674C-68FF-4B38-8B41-720B873CB56E}" destId="{1E58D070-AEDC-4D16-9DC1-EF6A555B22B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44FA20-DE1A-425D-9C47-396ED1EFACDD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D8E984C-E51D-4094-B117-F03E8C6DF437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T</a:t>
          </a:r>
          <a:r>
            <a:rPr lang="en-US" b="0" i="0" dirty="0">
              <a:effectLst/>
              <a:latin typeface="Bahnschrift" panose="020B0502040204020203" pitchFamily="34" charset="0"/>
            </a:rPr>
            <a:t>hree different types of analysis for Data Visualization</a:t>
          </a:r>
        </a:p>
      </dgm:t>
    </dgm:pt>
    <dgm:pt modelId="{B92FA7F2-D25B-4A03-B75E-AD7B16384981}" type="parTrans" cxnId="{3DD63F52-95D4-4A80-BB97-9EE14337E08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CE84D0B9-7966-4D5A-A12A-E2EB31CD81D5}" type="sibTrans" cxnId="{3DD63F52-95D4-4A80-BB97-9EE14337E08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6AA2BEA2-FA58-431A-B55B-F31E0B2688D2}">
      <dgm:prSet/>
      <dgm:spPr/>
      <dgm:t>
        <a:bodyPr/>
        <a:lstStyle/>
        <a:p>
          <a:r>
            <a:rPr lang="en-IN" b="1" i="0" dirty="0">
              <a:effectLst/>
              <a:latin typeface="Bahnschrift" panose="020B0502040204020203" pitchFamily="34" charset="0"/>
            </a:rPr>
            <a:t>Univariate Analysis</a:t>
          </a:r>
          <a:endParaRPr lang="en-US" dirty="0">
            <a:latin typeface="Bahnschrift" panose="020B0502040204020203" pitchFamily="34" charset="0"/>
          </a:endParaRPr>
        </a:p>
      </dgm:t>
    </dgm:pt>
    <dgm:pt modelId="{DD29ABAE-67E8-454B-88E9-6614F7712FF8}" type="parTrans" cxnId="{8F3F258B-91F9-4BF2-AFE4-9024D0247F4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37E4A1D8-7ACA-4660-B811-70C73ADCDDA7}" type="sibTrans" cxnId="{8F3F258B-91F9-4BF2-AFE4-9024D0247F4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8D4B9D6C-6478-4235-B1DE-DFB9CD062214}">
      <dgm:prSet/>
      <dgm:spPr/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Bivariate Analysis</a:t>
          </a:r>
          <a:endParaRPr lang="en-US" b="1" i="0" dirty="0">
            <a:effectLst/>
            <a:latin typeface="Bahnschrift" panose="020B0502040204020203" pitchFamily="34" charset="0"/>
          </a:endParaRPr>
        </a:p>
      </dgm:t>
    </dgm:pt>
    <dgm:pt modelId="{D0A677D1-59C2-4C26-9360-E15C7C511785}" type="parTrans" cxnId="{0B68B182-BD0A-4F4C-8808-9A5ACC85FCE5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EEFEBF37-319D-4F9B-908B-0D596C554E9A}" type="sibTrans" cxnId="{0B68B182-BD0A-4F4C-8808-9A5ACC85FCE5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219E8D4-DD0E-4D59-BCB3-3BC19ECB6502}">
      <dgm:prSet/>
      <dgm:spPr/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Multivariate Analysis</a:t>
          </a:r>
          <a:endParaRPr lang="en-IN" dirty="0">
            <a:latin typeface="Bahnschrift" panose="020B0502040204020203" pitchFamily="34" charset="0"/>
          </a:endParaRPr>
        </a:p>
      </dgm:t>
    </dgm:pt>
    <dgm:pt modelId="{BC7BFCA7-8465-4082-A1DD-19D027A5FA4C}" type="parTrans" cxnId="{4C191A27-59CC-4335-8424-C23515E804D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E8F19C1C-7CBD-4F7C-B7FA-6BA0A11431AA}" type="sibTrans" cxnId="{4C191A27-59CC-4335-8424-C23515E804D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BF59BABF-9F61-44C7-8B64-74856CC95FD9}" type="pres">
      <dgm:prSet presAssocID="{CC44FA20-DE1A-425D-9C47-396ED1EFACD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04D8B8C-5BCC-4092-9781-3711F62A2B62}" type="pres">
      <dgm:prSet presAssocID="{6D8E984C-E51D-4094-B117-F03E8C6DF437}" presName="root1" presStyleCnt="0"/>
      <dgm:spPr/>
    </dgm:pt>
    <dgm:pt modelId="{46262C15-5C49-4B6C-B41C-B901A48DAFE4}" type="pres">
      <dgm:prSet presAssocID="{6D8E984C-E51D-4094-B117-F03E8C6DF437}" presName="LevelOneTextNode" presStyleLbl="node0" presStyleIdx="0" presStyleCnt="1">
        <dgm:presLayoutVars>
          <dgm:chPref val="3"/>
        </dgm:presLayoutVars>
      </dgm:prSet>
      <dgm:spPr/>
    </dgm:pt>
    <dgm:pt modelId="{403EDF26-F065-4E13-BBB3-60FE0DC65004}" type="pres">
      <dgm:prSet presAssocID="{6D8E984C-E51D-4094-B117-F03E8C6DF437}" presName="level2hierChild" presStyleCnt="0"/>
      <dgm:spPr/>
    </dgm:pt>
    <dgm:pt modelId="{A4FA2C9E-F760-4988-A0C7-7646966EBCDB}" type="pres">
      <dgm:prSet presAssocID="{DD29ABAE-67E8-454B-88E9-6614F7712FF8}" presName="conn2-1" presStyleLbl="parChTrans1D2" presStyleIdx="0" presStyleCnt="3"/>
      <dgm:spPr/>
    </dgm:pt>
    <dgm:pt modelId="{EDBE2C5C-EA6F-4889-AA5F-D29FDF0F8BB4}" type="pres">
      <dgm:prSet presAssocID="{DD29ABAE-67E8-454B-88E9-6614F7712FF8}" presName="connTx" presStyleLbl="parChTrans1D2" presStyleIdx="0" presStyleCnt="3"/>
      <dgm:spPr/>
    </dgm:pt>
    <dgm:pt modelId="{7EE8A8E9-C4F6-412A-A3FA-7DE3FAF6D8A3}" type="pres">
      <dgm:prSet presAssocID="{6AA2BEA2-FA58-431A-B55B-F31E0B2688D2}" presName="root2" presStyleCnt="0"/>
      <dgm:spPr/>
    </dgm:pt>
    <dgm:pt modelId="{15CD8832-2B2C-4588-BBB5-28647E25E969}" type="pres">
      <dgm:prSet presAssocID="{6AA2BEA2-FA58-431A-B55B-F31E0B2688D2}" presName="LevelTwoTextNode" presStyleLbl="node2" presStyleIdx="0" presStyleCnt="3">
        <dgm:presLayoutVars>
          <dgm:chPref val="3"/>
        </dgm:presLayoutVars>
      </dgm:prSet>
      <dgm:spPr/>
    </dgm:pt>
    <dgm:pt modelId="{DBE90844-1AEC-49C9-9AB6-6E766BEEC67E}" type="pres">
      <dgm:prSet presAssocID="{6AA2BEA2-FA58-431A-B55B-F31E0B2688D2}" presName="level3hierChild" presStyleCnt="0"/>
      <dgm:spPr/>
    </dgm:pt>
    <dgm:pt modelId="{A33C4DC1-4D11-4AC6-AEA8-5DE16E73BF9C}" type="pres">
      <dgm:prSet presAssocID="{D0A677D1-59C2-4C26-9360-E15C7C511785}" presName="conn2-1" presStyleLbl="parChTrans1D2" presStyleIdx="1" presStyleCnt="3"/>
      <dgm:spPr/>
    </dgm:pt>
    <dgm:pt modelId="{4EBD48D3-43EE-4E5F-B816-D7FFFCAA6490}" type="pres">
      <dgm:prSet presAssocID="{D0A677D1-59C2-4C26-9360-E15C7C511785}" presName="connTx" presStyleLbl="parChTrans1D2" presStyleIdx="1" presStyleCnt="3"/>
      <dgm:spPr/>
    </dgm:pt>
    <dgm:pt modelId="{9E580EB8-51E1-4376-8AC6-1345ADC60FA0}" type="pres">
      <dgm:prSet presAssocID="{8D4B9D6C-6478-4235-B1DE-DFB9CD062214}" presName="root2" presStyleCnt="0"/>
      <dgm:spPr/>
    </dgm:pt>
    <dgm:pt modelId="{4B498050-F2D0-4A92-A86C-C51EC9D1648D}" type="pres">
      <dgm:prSet presAssocID="{8D4B9D6C-6478-4235-B1DE-DFB9CD062214}" presName="LevelTwoTextNode" presStyleLbl="node2" presStyleIdx="1" presStyleCnt="3">
        <dgm:presLayoutVars>
          <dgm:chPref val="3"/>
        </dgm:presLayoutVars>
      </dgm:prSet>
      <dgm:spPr/>
    </dgm:pt>
    <dgm:pt modelId="{21595DB3-F1D0-4ED6-8F56-0FA426B5CCF7}" type="pres">
      <dgm:prSet presAssocID="{8D4B9D6C-6478-4235-B1DE-DFB9CD062214}" presName="level3hierChild" presStyleCnt="0"/>
      <dgm:spPr/>
    </dgm:pt>
    <dgm:pt modelId="{D1375D64-AD5E-4473-A9FC-AB7646832410}" type="pres">
      <dgm:prSet presAssocID="{BC7BFCA7-8465-4082-A1DD-19D027A5FA4C}" presName="conn2-1" presStyleLbl="parChTrans1D2" presStyleIdx="2" presStyleCnt="3"/>
      <dgm:spPr/>
    </dgm:pt>
    <dgm:pt modelId="{DAD75765-D96A-4549-9B79-336B3BAF29FF}" type="pres">
      <dgm:prSet presAssocID="{BC7BFCA7-8465-4082-A1DD-19D027A5FA4C}" presName="connTx" presStyleLbl="parChTrans1D2" presStyleIdx="2" presStyleCnt="3"/>
      <dgm:spPr/>
    </dgm:pt>
    <dgm:pt modelId="{0CE0674C-68FF-4B38-8B41-720B873CB56E}" type="pres">
      <dgm:prSet presAssocID="{9219E8D4-DD0E-4D59-BCB3-3BC19ECB6502}" presName="root2" presStyleCnt="0"/>
      <dgm:spPr/>
    </dgm:pt>
    <dgm:pt modelId="{C9D8D9BF-C464-442F-B9CF-0A1080B73E4E}" type="pres">
      <dgm:prSet presAssocID="{9219E8D4-DD0E-4D59-BCB3-3BC19ECB6502}" presName="LevelTwoTextNode" presStyleLbl="node2" presStyleIdx="2" presStyleCnt="3">
        <dgm:presLayoutVars>
          <dgm:chPref val="3"/>
        </dgm:presLayoutVars>
      </dgm:prSet>
      <dgm:spPr/>
    </dgm:pt>
    <dgm:pt modelId="{1E58D070-AEDC-4D16-9DC1-EF6A555B22BA}" type="pres">
      <dgm:prSet presAssocID="{9219E8D4-DD0E-4D59-BCB3-3BC19ECB6502}" presName="level3hierChild" presStyleCnt="0"/>
      <dgm:spPr/>
    </dgm:pt>
  </dgm:ptLst>
  <dgm:cxnLst>
    <dgm:cxn modelId="{93254108-25E1-4FEE-8749-99CF0239B845}" type="presOf" srcId="{BC7BFCA7-8465-4082-A1DD-19D027A5FA4C}" destId="{D1375D64-AD5E-4473-A9FC-AB7646832410}" srcOrd="0" destOrd="0" presId="urn:microsoft.com/office/officeart/2005/8/layout/hierarchy2"/>
    <dgm:cxn modelId="{8397AD1F-4502-4FEF-A964-620ED111E76D}" type="presOf" srcId="{D0A677D1-59C2-4C26-9360-E15C7C511785}" destId="{4EBD48D3-43EE-4E5F-B816-D7FFFCAA6490}" srcOrd="1" destOrd="0" presId="urn:microsoft.com/office/officeart/2005/8/layout/hierarchy2"/>
    <dgm:cxn modelId="{0388AE21-1C23-4D42-A2D6-08A1C6F2429C}" type="presOf" srcId="{DD29ABAE-67E8-454B-88E9-6614F7712FF8}" destId="{A4FA2C9E-F760-4988-A0C7-7646966EBCDB}" srcOrd="0" destOrd="0" presId="urn:microsoft.com/office/officeart/2005/8/layout/hierarchy2"/>
    <dgm:cxn modelId="{4C191A27-59CC-4335-8424-C23515E804DB}" srcId="{6D8E984C-E51D-4094-B117-F03E8C6DF437}" destId="{9219E8D4-DD0E-4D59-BCB3-3BC19ECB6502}" srcOrd="2" destOrd="0" parTransId="{BC7BFCA7-8465-4082-A1DD-19D027A5FA4C}" sibTransId="{E8F19C1C-7CBD-4F7C-B7FA-6BA0A11431AA}"/>
    <dgm:cxn modelId="{ABFAEE41-4583-40D6-AA0B-D704F31C9256}" type="presOf" srcId="{6AA2BEA2-FA58-431A-B55B-F31E0B2688D2}" destId="{15CD8832-2B2C-4588-BBB5-28647E25E969}" srcOrd="0" destOrd="0" presId="urn:microsoft.com/office/officeart/2005/8/layout/hierarchy2"/>
    <dgm:cxn modelId="{2829A067-E966-4BB8-897B-CDFD99258CBC}" type="presOf" srcId="{9219E8D4-DD0E-4D59-BCB3-3BC19ECB6502}" destId="{C9D8D9BF-C464-442F-B9CF-0A1080B73E4E}" srcOrd="0" destOrd="0" presId="urn:microsoft.com/office/officeart/2005/8/layout/hierarchy2"/>
    <dgm:cxn modelId="{E106C149-F208-43E3-ABE2-2C26C7F09381}" type="presOf" srcId="{8D4B9D6C-6478-4235-B1DE-DFB9CD062214}" destId="{4B498050-F2D0-4A92-A86C-C51EC9D1648D}" srcOrd="0" destOrd="0" presId="urn:microsoft.com/office/officeart/2005/8/layout/hierarchy2"/>
    <dgm:cxn modelId="{19749A4D-4BD2-47F1-9456-336E9F63A0C5}" type="presOf" srcId="{6D8E984C-E51D-4094-B117-F03E8C6DF437}" destId="{46262C15-5C49-4B6C-B41C-B901A48DAFE4}" srcOrd="0" destOrd="0" presId="urn:microsoft.com/office/officeart/2005/8/layout/hierarchy2"/>
    <dgm:cxn modelId="{3DD63F52-95D4-4A80-BB97-9EE14337E081}" srcId="{CC44FA20-DE1A-425D-9C47-396ED1EFACDD}" destId="{6D8E984C-E51D-4094-B117-F03E8C6DF437}" srcOrd="0" destOrd="0" parTransId="{B92FA7F2-D25B-4A03-B75E-AD7B16384981}" sibTransId="{CE84D0B9-7966-4D5A-A12A-E2EB31CD81D5}"/>
    <dgm:cxn modelId="{0B68B182-BD0A-4F4C-8808-9A5ACC85FCE5}" srcId="{6D8E984C-E51D-4094-B117-F03E8C6DF437}" destId="{8D4B9D6C-6478-4235-B1DE-DFB9CD062214}" srcOrd="1" destOrd="0" parTransId="{D0A677D1-59C2-4C26-9360-E15C7C511785}" sibTransId="{EEFEBF37-319D-4F9B-908B-0D596C554E9A}"/>
    <dgm:cxn modelId="{8F3F258B-91F9-4BF2-AFE4-9024D0247F41}" srcId="{6D8E984C-E51D-4094-B117-F03E8C6DF437}" destId="{6AA2BEA2-FA58-431A-B55B-F31E0B2688D2}" srcOrd="0" destOrd="0" parTransId="{DD29ABAE-67E8-454B-88E9-6614F7712FF8}" sibTransId="{37E4A1D8-7ACA-4660-B811-70C73ADCDDA7}"/>
    <dgm:cxn modelId="{006B1099-17F9-4466-BC5A-B22053B50643}" type="presOf" srcId="{CC44FA20-DE1A-425D-9C47-396ED1EFACDD}" destId="{BF59BABF-9F61-44C7-8B64-74856CC95FD9}" srcOrd="0" destOrd="0" presId="urn:microsoft.com/office/officeart/2005/8/layout/hierarchy2"/>
    <dgm:cxn modelId="{8C8007A6-8049-43C7-9D9B-A20A81878EE0}" type="presOf" srcId="{DD29ABAE-67E8-454B-88E9-6614F7712FF8}" destId="{EDBE2C5C-EA6F-4889-AA5F-D29FDF0F8BB4}" srcOrd="1" destOrd="0" presId="urn:microsoft.com/office/officeart/2005/8/layout/hierarchy2"/>
    <dgm:cxn modelId="{5865D8AB-B10C-4F36-A6BA-C946F17E988C}" type="presOf" srcId="{BC7BFCA7-8465-4082-A1DD-19D027A5FA4C}" destId="{DAD75765-D96A-4549-9B79-336B3BAF29FF}" srcOrd="1" destOrd="0" presId="urn:microsoft.com/office/officeart/2005/8/layout/hierarchy2"/>
    <dgm:cxn modelId="{10CC81B2-0B6B-4C38-9568-8580587D013E}" type="presOf" srcId="{D0A677D1-59C2-4C26-9360-E15C7C511785}" destId="{A33C4DC1-4D11-4AC6-AEA8-5DE16E73BF9C}" srcOrd="0" destOrd="0" presId="urn:microsoft.com/office/officeart/2005/8/layout/hierarchy2"/>
    <dgm:cxn modelId="{1763C9A7-7891-474B-9A5D-97D7F185C53D}" type="presParOf" srcId="{BF59BABF-9F61-44C7-8B64-74856CC95FD9}" destId="{E04D8B8C-5BCC-4092-9781-3711F62A2B62}" srcOrd="0" destOrd="0" presId="urn:microsoft.com/office/officeart/2005/8/layout/hierarchy2"/>
    <dgm:cxn modelId="{BBA40F4C-79B0-4A1E-AE6B-A7B631939C63}" type="presParOf" srcId="{E04D8B8C-5BCC-4092-9781-3711F62A2B62}" destId="{46262C15-5C49-4B6C-B41C-B901A48DAFE4}" srcOrd="0" destOrd="0" presId="urn:microsoft.com/office/officeart/2005/8/layout/hierarchy2"/>
    <dgm:cxn modelId="{26F68009-8069-4BAA-8230-B4C1650DE145}" type="presParOf" srcId="{E04D8B8C-5BCC-4092-9781-3711F62A2B62}" destId="{403EDF26-F065-4E13-BBB3-60FE0DC65004}" srcOrd="1" destOrd="0" presId="urn:microsoft.com/office/officeart/2005/8/layout/hierarchy2"/>
    <dgm:cxn modelId="{85318F04-C774-474B-BE9A-294E2D71C430}" type="presParOf" srcId="{403EDF26-F065-4E13-BBB3-60FE0DC65004}" destId="{A4FA2C9E-F760-4988-A0C7-7646966EBCDB}" srcOrd="0" destOrd="0" presId="urn:microsoft.com/office/officeart/2005/8/layout/hierarchy2"/>
    <dgm:cxn modelId="{DEF0F471-219A-4ADC-8891-38CF3712C90E}" type="presParOf" srcId="{A4FA2C9E-F760-4988-A0C7-7646966EBCDB}" destId="{EDBE2C5C-EA6F-4889-AA5F-D29FDF0F8BB4}" srcOrd="0" destOrd="0" presId="urn:microsoft.com/office/officeart/2005/8/layout/hierarchy2"/>
    <dgm:cxn modelId="{AFE570BD-DDCB-4D9F-8D9B-CE3B51BB3A40}" type="presParOf" srcId="{403EDF26-F065-4E13-BBB3-60FE0DC65004}" destId="{7EE8A8E9-C4F6-412A-A3FA-7DE3FAF6D8A3}" srcOrd="1" destOrd="0" presId="urn:microsoft.com/office/officeart/2005/8/layout/hierarchy2"/>
    <dgm:cxn modelId="{DABDDC33-5FC9-4092-AC57-67217F3852C8}" type="presParOf" srcId="{7EE8A8E9-C4F6-412A-A3FA-7DE3FAF6D8A3}" destId="{15CD8832-2B2C-4588-BBB5-28647E25E969}" srcOrd="0" destOrd="0" presId="urn:microsoft.com/office/officeart/2005/8/layout/hierarchy2"/>
    <dgm:cxn modelId="{9B7B848C-EEFC-4A5E-9775-05CC45D0E96B}" type="presParOf" srcId="{7EE8A8E9-C4F6-412A-A3FA-7DE3FAF6D8A3}" destId="{DBE90844-1AEC-49C9-9AB6-6E766BEEC67E}" srcOrd="1" destOrd="0" presId="urn:microsoft.com/office/officeart/2005/8/layout/hierarchy2"/>
    <dgm:cxn modelId="{66A6722D-8B57-4E6F-BDAE-EFB953D6D001}" type="presParOf" srcId="{403EDF26-F065-4E13-BBB3-60FE0DC65004}" destId="{A33C4DC1-4D11-4AC6-AEA8-5DE16E73BF9C}" srcOrd="2" destOrd="0" presId="urn:microsoft.com/office/officeart/2005/8/layout/hierarchy2"/>
    <dgm:cxn modelId="{59BDF7EA-BBBC-468A-885E-B0E52AB26141}" type="presParOf" srcId="{A33C4DC1-4D11-4AC6-AEA8-5DE16E73BF9C}" destId="{4EBD48D3-43EE-4E5F-B816-D7FFFCAA6490}" srcOrd="0" destOrd="0" presId="urn:microsoft.com/office/officeart/2005/8/layout/hierarchy2"/>
    <dgm:cxn modelId="{3ADBE210-D4FF-4B9E-AAAA-8DD0E06C1321}" type="presParOf" srcId="{403EDF26-F065-4E13-BBB3-60FE0DC65004}" destId="{9E580EB8-51E1-4376-8AC6-1345ADC60FA0}" srcOrd="3" destOrd="0" presId="urn:microsoft.com/office/officeart/2005/8/layout/hierarchy2"/>
    <dgm:cxn modelId="{49945A2D-1321-4F26-9A06-EA59F8432E37}" type="presParOf" srcId="{9E580EB8-51E1-4376-8AC6-1345ADC60FA0}" destId="{4B498050-F2D0-4A92-A86C-C51EC9D1648D}" srcOrd="0" destOrd="0" presId="urn:microsoft.com/office/officeart/2005/8/layout/hierarchy2"/>
    <dgm:cxn modelId="{4BDA28E4-EFE9-4114-953B-79EDF630F0DE}" type="presParOf" srcId="{9E580EB8-51E1-4376-8AC6-1345ADC60FA0}" destId="{21595DB3-F1D0-4ED6-8F56-0FA426B5CCF7}" srcOrd="1" destOrd="0" presId="urn:microsoft.com/office/officeart/2005/8/layout/hierarchy2"/>
    <dgm:cxn modelId="{C2AEFFAE-D88E-487F-89A5-D9850AE7F0E7}" type="presParOf" srcId="{403EDF26-F065-4E13-BBB3-60FE0DC65004}" destId="{D1375D64-AD5E-4473-A9FC-AB7646832410}" srcOrd="4" destOrd="0" presId="urn:microsoft.com/office/officeart/2005/8/layout/hierarchy2"/>
    <dgm:cxn modelId="{2B6EEDA3-9FBB-40D8-B76C-E3A3D58F7084}" type="presParOf" srcId="{D1375D64-AD5E-4473-A9FC-AB7646832410}" destId="{DAD75765-D96A-4549-9B79-336B3BAF29FF}" srcOrd="0" destOrd="0" presId="urn:microsoft.com/office/officeart/2005/8/layout/hierarchy2"/>
    <dgm:cxn modelId="{780AF2FE-B532-4A47-92F9-59BE56E9A520}" type="presParOf" srcId="{403EDF26-F065-4E13-BBB3-60FE0DC65004}" destId="{0CE0674C-68FF-4B38-8B41-720B873CB56E}" srcOrd="5" destOrd="0" presId="urn:microsoft.com/office/officeart/2005/8/layout/hierarchy2"/>
    <dgm:cxn modelId="{1C69A3B7-191A-4472-B967-520F4C562847}" type="presParOf" srcId="{0CE0674C-68FF-4B38-8B41-720B873CB56E}" destId="{C9D8D9BF-C464-442F-B9CF-0A1080B73E4E}" srcOrd="0" destOrd="0" presId="urn:microsoft.com/office/officeart/2005/8/layout/hierarchy2"/>
    <dgm:cxn modelId="{702AB361-204C-436C-9AE8-B5A9B88EA27F}" type="presParOf" srcId="{0CE0674C-68FF-4B38-8B41-720B873CB56E}" destId="{1E58D070-AEDC-4D16-9DC1-EF6A555B22B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8AE2C-AD9F-427D-B836-63443431E477}">
      <dsp:nvSpPr>
        <dsp:cNvPr id="0" name=""/>
        <dsp:cNvSpPr/>
      </dsp:nvSpPr>
      <dsp:spPr>
        <a:xfrm>
          <a:off x="2418300" y="46303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Used in many areas such as:</a:t>
          </a:r>
        </a:p>
      </dsp:txBody>
      <dsp:txXfrm>
        <a:off x="2457600" y="85603"/>
        <a:ext cx="1934087" cy="1263191"/>
      </dsp:txXfrm>
    </dsp:sp>
    <dsp:sp modelId="{301EFA0F-D26C-42C9-98AC-54C763C74D9C}">
      <dsp:nvSpPr>
        <dsp:cNvPr id="0" name=""/>
        <dsp:cNvSpPr/>
      </dsp:nvSpPr>
      <dsp:spPr>
        <a:xfrm>
          <a:off x="1576775" y="1388094"/>
          <a:ext cx="1847868" cy="491753"/>
        </a:xfrm>
        <a:custGeom>
          <a:avLst/>
          <a:gdLst/>
          <a:ahLst/>
          <a:cxnLst/>
          <a:rect l="0" t="0" r="0" b="0"/>
          <a:pathLst>
            <a:path>
              <a:moveTo>
                <a:pt x="1847868" y="0"/>
              </a:moveTo>
              <a:lnTo>
                <a:pt x="1847868" y="245876"/>
              </a:lnTo>
              <a:lnTo>
                <a:pt x="0" y="245876"/>
              </a:lnTo>
              <a:lnTo>
                <a:pt x="0" y="4917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724FD-1D65-4C4B-8209-7F5819368611}">
      <dsp:nvSpPr>
        <dsp:cNvPr id="0" name=""/>
        <dsp:cNvSpPr/>
      </dsp:nvSpPr>
      <dsp:spPr>
        <a:xfrm>
          <a:off x="570432" y="1879847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effectLst/>
              <a:latin typeface="Bahnschrift" panose="020B0502040204020203" pitchFamily="34" charset="0"/>
            </a:rPr>
            <a:t>To model </a:t>
          </a:r>
          <a:r>
            <a:rPr lang="en-IN" sz="2000" b="0" i="0" kern="1200" dirty="0">
              <a:solidFill>
                <a:schemeClr val="bg1"/>
              </a:solidFill>
              <a:effectLst/>
              <a:latin typeface="Bahnschrift" panose="020B0502040204020203" pitchFamily="34" charset="0"/>
            </a:rPr>
            <a:t>complex events</a:t>
          </a:r>
        </a:p>
      </dsp:txBody>
      <dsp:txXfrm>
        <a:off x="609732" y="1919147"/>
        <a:ext cx="1934087" cy="1263191"/>
      </dsp:txXfrm>
    </dsp:sp>
    <dsp:sp modelId="{1F9797A2-EDD7-43C3-948A-7424E761F73C}">
      <dsp:nvSpPr>
        <dsp:cNvPr id="0" name=""/>
        <dsp:cNvSpPr/>
      </dsp:nvSpPr>
      <dsp:spPr>
        <a:xfrm>
          <a:off x="3424643" y="1388094"/>
          <a:ext cx="2012807" cy="509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906"/>
              </a:lnTo>
              <a:lnTo>
                <a:pt x="2012807" y="254906"/>
              </a:lnTo>
              <a:lnTo>
                <a:pt x="2012807" y="509813"/>
              </a:lnTo>
            </a:path>
          </a:pathLst>
        </a:custGeom>
        <a:noFill/>
        <a:ln w="28575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9C7969-E3E9-4E25-BB95-FFA39ED24A0E}">
      <dsp:nvSpPr>
        <dsp:cNvPr id="0" name=""/>
        <dsp:cNvSpPr/>
      </dsp:nvSpPr>
      <dsp:spPr>
        <a:xfrm>
          <a:off x="4431108" y="1897908"/>
          <a:ext cx="2012687" cy="1341791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Visualize phenomenon</a:t>
          </a:r>
        </a:p>
      </dsp:txBody>
      <dsp:txXfrm>
        <a:off x="4470408" y="1937208"/>
        <a:ext cx="1934087" cy="1263191"/>
      </dsp:txXfrm>
    </dsp:sp>
    <dsp:sp modelId="{5CA92A43-2F2F-40DE-9351-9AD293920F51}">
      <dsp:nvSpPr>
        <dsp:cNvPr id="0" name=""/>
        <dsp:cNvSpPr/>
      </dsp:nvSpPr>
      <dsp:spPr>
        <a:xfrm>
          <a:off x="2356269" y="3239699"/>
          <a:ext cx="3081182" cy="519995"/>
        </a:xfrm>
        <a:custGeom>
          <a:avLst/>
          <a:gdLst/>
          <a:ahLst/>
          <a:cxnLst/>
          <a:rect l="0" t="0" r="0" b="0"/>
          <a:pathLst>
            <a:path>
              <a:moveTo>
                <a:pt x="3081182" y="0"/>
              </a:moveTo>
              <a:lnTo>
                <a:pt x="3081182" y="259997"/>
              </a:lnTo>
              <a:lnTo>
                <a:pt x="0" y="259997"/>
              </a:lnTo>
              <a:lnTo>
                <a:pt x="0" y="519995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9D73DD-26C1-4DFD-84D2-F810D0BC82AC}">
      <dsp:nvSpPr>
        <dsp:cNvPr id="0" name=""/>
        <dsp:cNvSpPr/>
      </dsp:nvSpPr>
      <dsp:spPr>
        <a:xfrm>
          <a:off x="1349925" y="3759695"/>
          <a:ext cx="2012687" cy="1341791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Weather patterns, </a:t>
          </a:r>
          <a:endParaRPr lang="en-US" sz="2000" b="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1389225" y="3798995"/>
        <a:ext cx="1934087" cy="1263191"/>
      </dsp:txXfrm>
    </dsp:sp>
    <dsp:sp modelId="{03C8DA8A-6F70-4A38-9F2C-60EFCD949F2F}">
      <dsp:nvSpPr>
        <dsp:cNvPr id="0" name=""/>
        <dsp:cNvSpPr/>
      </dsp:nvSpPr>
      <dsp:spPr>
        <a:xfrm>
          <a:off x="4837852" y="3239699"/>
          <a:ext cx="599599" cy="518656"/>
        </a:xfrm>
        <a:custGeom>
          <a:avLst/>
          <a:gdLst/>
          <a:ahLst/>
          <a:cxnLst/>
          <a:rect l="0" t="0" r="0" b="0"/>
          <a:pathLst>
            <a:path>
              <a:moveTo>
                <a:pt x="599599" y="0"/>
              </a:moveTo>
              <a:lnTo>
                <a:pt x="599599" y="259328"/>
              </a:lnTo>
              <a:lnTo>
                <a:pt x="0" y="259328"/>
              </a:lnTo>
              <a:lnTo>
                <a:pt x="0" y="518656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954D8-7BD1-484F-9142-4538F0C9C7B0}">
      <dsp:nvSpPr>
        <dsp:cNvPr id="0" name=""/>
        <dsp:cNvSpPr/>
      </dsp:nvSpPr>
      <dsp:spPr>
        <a:xfrm>
          <a:off x="3831508" y="3758355"/>
          <a:ext cx="2012687" cy="1341791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Medical conditions, </a:t>
          </a:r>
          <a:endParaRPr lang="en-US" sz="2000" b="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3870808" y="3797655"/>
        <a:ext cx="1934087" cy="1263191"/>
      </dsp:txXfrm>
    </dsp:sp>
    <dsp:sp modelId="{3B385496-80B6-418F-9506-7BBDF6445D41}">
      <dsp:nvSpPr>
        <dsp:cNvPr id="0" name=""/>
        <dsp:cNvSpPr/>
      </dsp:nvSpPr>
      <dsp:spPr>
        <a:xfrm>
          <a:off x="5437451" y="3239699"/>
          <a:ext cx="1792036" cy="518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328"/>
              </a:lnTo>
              <a:lnTo>
                <a:pt x="1792036" y="259328"/>
              </a:lnTo>
              <a:lnTo>
                <a:pt x="1792036" y="518656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15D7BD-28EB-418B-8276-098233553137}">
      <dsp:nvSpPr>
        <dsp:cNvPr id="0" name=""/>
        <dsp:cNvSpPr/>
      </dsp:nvSpPr>
      <dsp:spPr>
        <a:xfrm>
          <a:off x="6223144" y="3758355"/>
          <a:ext cx="2012687" cy="1341791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Mathematical relationships.</a:t>
          </a:r>
          <a:endParaRPr lang="en-US" sz="2000" b="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6262444" y="3797655"/>
        <a:ext cx="1934087" cy="12631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8AE2C-AD9F-427D-B836-63443431E477}">
      <dsp:nvSpPr>
        <dsp:cNvPr id="0" name=""/>
        <dsp:cNvSpPr/>
      </dsp:nvSpPr>
      <dsp:spPr>
        <a:xfrm>
          <a:off x="2418300" y="46303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Used in many areas such as:</a:t>
          </a:r>
        </a:p>
      </dsp:txBody>
      <dsp:txXfrm>
        <a:off x="2457600" y="85603"/>
        <a:ext cx="1934087" cy="1263191"/>
      </dsp:txXfrm>
    </dsp:sp>
    <dsp:sp modelId="{301EFA0F-D26C-42C9-98AC-54C763C74D9C}">
      <dsp:nvSpPr>
        <dsp:cNvPr id="0" name=""/>
        <dsp:cNvSpPr/>
      </dsp:nvSpPr>
      <dsp:spPr>
        <a:xfrm>
          <a:off x="1576775" y="1388094"/>
          <a:ext cx="1847868" cy="491753"/>
        </a:xfrm>
        <a:custGeom>
          <a:avLst/>
          <a:gdLst/>
          <a:ahLst/>
          <a:cxnLst/>
          <a:rect l="0" t="0" r="0" b="0"/>
          <a:pathLst>
            <a:path>
              <a:moveTo>
                <a:pt x="1847868" y="0"/>
              </a:moveTo>
              <a:lnTo>
                <a:pt x="1847868" y="245876"/>
              </a:lnTo>
              <a:lnTo>
                <a:pt x="0" y="245876"/>
              </a:lnTo>
              <a:lnTo>
                <a:pt x="0" y="4917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724FD-1D65-4C4B-8209-7F5819368611}">
      <dsp:nvSpPr>
        <dsp:cNvPr id="0" name=""/>
        <dsp:cNvSpPr/>
      </dsp:nvSpPr>
      <dsp:spPr>
        <a:xfrm>
          <a:off x="570432" y="1879847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effectLst/>
              <a:latin typeface="Bahnschrift" panose="020B0502040204020203" pitchFamily="34" charset="0"/>
            </a:rPr>
            <a:t>To model </a:t>
          </a:r>
          <a:r>
            <a:rPr lang="en-IN" sz="2000" b="0" i="0" kern="1200" dirty="0">
              <a:solidFill>
                <a:schemeClr val="bg1"/>
              </a:solidFill>
              <a:effectLst/>
              <a:latin typeface="Bahnschrift" panose="020B0502040204020203" pitchFamily="34" charset="0"/>
            </a:rPr>
            <a:t>complex events</a:t>
          </a:r>
        </a:p>
      </dsp:txBody>
      <dsp:txXfrm>
        <a:off x="609732" y="1919147"/>
        <a:ext cx="1934087" cy="1263191"/>
      </dsp:txXfrm>
    </dsp:sp>
    <dsp:sp modelId="{1F9797A2-EDD7-43C3-948A-7424E761F73C}">
      <dsp:nvSpPr>
        <dsp:cNvPr id="0" name=""/>
        <dsp:cNvSpPr/>
      </dsp:nvSpPr>
      <dsp:spPr>
        <a:xfrm>
          <a:off x="3424643" y="1388094"/>
          <a:ext cx="2012807" cy="509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906"/>
              </a:lnTo>
              <a:lnTo>
                <a:pt x="2012807" y="254906"/>
              </a:lnTo>
              <a:lnTo>
                <a:pt x="2012807" y="5098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9C7969-E3E9-4E25-BB95-FFA39ED24A0E}">
      <dsp:nvSpPr>
        <dsp:cNvPr id="0" name=""/>
        <dsp:cNvSpPr/>
      </dsp:nvSpPr>
      <dsp:spPr>
        <a:xfrm>
          <a:off x="4431108" y="1897908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effectLst/>
              <a:latin typeface="Bahnschrift" panose="020B0502040204020203" pitchFamily="34" charset="0"/>
            </a:rPr>
            <a:t>Visualize phenomenon</a:t>
          </a:r>
        </a:p>
      </dsp:txBody>
      <dsp:txXfrm>
        <a:off x="4470408" y="1937208"/>
        <a:ext cx="1934087" cy="1263191"/>
      </dsp:txXfrm>
    </dsp:sp>
    <dsp:sp modelId="{5CA92A43-2F2F-40DE-9351-9AD293920F51}">
      <dsp:nvSpPr>
        <dsp:cNvPr id="0" name=""/>
        <dsp:cNvSpPr/>
      </dsp:nvSpPr>
      <dsp:spPr>
        <a:xfrm>
          <a:off x="2356269" y="3239699"/>
          <a:ext cx="3081182" cy="519995"/>
        </a:xfrm>
        <a:custGeom>
          <a:avLst/>
          <a:gdLst/>
          <a:ahLst/>
          <a:cxnLst/>
          <a:rect l="0" t="0" r="0" b="0"/>
          <a:pathLst>
            <a:path>
              <a:moveTo>
                <a:pt x="3081182" y="0"/>
              </a:moveTo>
              <a:lnTo>
                <a:pt x="3081182" y="259997"/>
              </a:lnTo>
              <a:lnTo>
                <a:pt x="0" y="259997"/>
              </a:lnTo>
              <a:lnTo>
                <a:pt x="0" y="519995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9D73DD-26C1-4DFD-84D2-F810D0BC82AC}">
      <dsp:nvSpPr>
        <dsp:cNvPr id="0" name=""/>
        <dsp:cNvSpPr/>
      </dsp:nvSpPr>
      <dsp:spPr>
        <a:xfrm>
          <a:off x="1349925" y="3759695"/>
          <a:ext cx="2012687" cy="1341791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Weather patterns, </a:t>
          </a:r>
          <a:endParaRPr lang="en-US" sz="2000" b="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1389225" y="3798995"/>
        <a:ext cx="1934087" cy="1263191"/>
      </dsp:txXfrm>
    </dsp:sp>
    <dsp:sp modelId="{03C8DA8A-6F70-4A38-9F2C-60EFCD949F2F}">
      <dsp:nvSpPr>
        <dsp:cNvPr id="0" name=""/>
        <dsp:cNvSpPr/>
      </dsp:nvSpPr>
      <dsp:spPr>
        <a:xfrm>
          <a:off x="4837852" y="3239699"/>
          <a:ext cx="599599" cy="518656"/>
        </a:xfrm>
        <a:custGeom>
          <a:avLst/>
          <a:gdLst/>
          <a:ahLst/>
          <a:cxnLst/>
          <a:rect l="0" t="0" r="0" b="0"/>
          <a:pathLst>
            <a:path>
              <a:moveTo>
                <a:pt x="599599" y="0"/>
              </a:moveTo>
              <a:lnTo>
                <a:pt x="599599" y="259328"/>
              </a:lnTo>
              <a:lnTo>
                <a:pt x="0" y="259328"/>
              </a:lnTo>
              <a:lnTo>
                <a:pt x="0" y="518656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954D8-7BD1-484F-9142-4538F0C9C7B0}">
      <dsp:nvSpPr>
        <dsp:cNvPr id="0" name=""/>
        <dsp:cNvSpPr/>
      </dsp:nvSpPr>
      <dsp:spPr>
        <a:xfrm>
          <a:off x="3831508" y="3758355"/>
          <a:ext cx="2012687" cy="1341791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Medical conditions, </a:t>
          </a:r>
          <a:endParaRPr lang="en-US" sz="2000" b="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3870808" y="3797655"/>
        <a:ext cx="1934087" cy="1263191"/>
      </dsp:txXfrm>
    </dsp:sp>
    <dsp:sp modelId="{3B385496-80B6-418F-9506-7BBDF6445D41}">
      <dsp:nvSpPr>
        <dsp:cNvPr id="0" name=""/>
        <dsp:cNvSpPr/>
      </dsp:nvSpPr>
      <dsp:spPr>
        <a:xfrm>
          <a:off x="5437451" y="3239699"/>
          <a:ext cx="1792036" cy="518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328"/>
              </a:lnTo>
              <a:lnTo>
                <a:pt x="1792036" y="259328"/>
              </a:lnTo>
              <a:lnTo>
                <a:pt x="1792036" y="518656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15D7BD-28EB-418B-8276-098233553137}">
      <dsp:nvSpPr>
        <dsp:cNvPr id="0" name=""/>
        <dsp:cNvSpPr/>
      </dsp:nvSpPr>
      <dsp:spPr>
        <a:xfrm>
          <a:off x="6223144" y="3758355"/>
          <a:ext cx="2012687" cy="1341791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Mathematical relationships.</a:t>
          </a:r>
          <a:endParaRPr lang="en-US" sz="2000" b="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6262444" y="3797655"/>
        <a:ext cx="1934087" cy="12631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8AE2C-AD9F-427D-B836-63443431E477}">
      <dsp:nvSpPr>
        <dsp:cNvPr id="0" name=""/>
        <dsp:cNvSpPr/>
      </dsp:nvSpPr>
      <dsp:spPr>
        <a:xfrm>
          <a:off x="2418300" y="46303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Used in many areas such as:</a:t>
          </a:r>
        </a:p>
      </dsp:txBody>
      <dsp:txXfrm>
        <a:off x="2457600" y="85603"/>
        <a:ext cx="1934087" cy="1263191"/>
      </dsp:txXfrm>
    </dsp:sp>
    <dsp:sp modelId="{301EFA0F-D26C-42C9-98AC-54C763C74D9C}">
      <dsp:nvSpPr>
        <dsp:cNvPr id="0" name=""/>
        <dsp:cNvSpPr/>
      </dsp:nvSpPr>
      <dsp:spPr>
        <a:xfrm>
          <a:off x="1576775" y="1388094"/>
          <a:ext cx="1847868" cy="491753"/>
        </a:xfrm>
        <a:custGeom>
          <a:avLst/>
          <a:gdLst/>
          <a:ahLst/>
          <a:cxnLst/>
          <a:rect l="0" t="0" r="0" b="0"/>
          <a:pathLst>
            <a:path>
              <a:moveTo>
                <a:pt x="1847868" y="0"/>
              </a:moveTo>
              <a:lnTo>
                <a:pt x="1847868" y="245876"/>
              </a:lnTo>
              <a:lnTo>
                <a:pt x="0" y="245876"/>
              </a:lnTo>
              <a:lnTo>
                <a:pt x="0" y="4917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724FD-1D65-4C4B-8209-7F5819368611}">
      <dsp:nvSpPr>
        <dsp:cNvPr id="0" name=""/>
        <dsp:cNvSpPr/>
      </dsp:nvSpPr>
      <dsp:spPr>
        <a:xfrm>
          <a:off x="570432" y="1879847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effectLst/>
              <a:latin typeface="Bahnschrift" panose="020B0502040204020203" pitchFamily="34" charset="0"/>
            </a:rPr>
            <a:t>To model </a:t>
          </a:r>
          <a:r>
            <a:rPr lang="en-IN" sz="2000" b="0" i="0" kern="1200" dirty="0">
              <a:solidFill>
                <a:schemeClr val="bg1"/>
              </a:solidFill>
              <a:effectLst/>
              <a:latin typeface="Bahnschrift" panose="020B0502040204020203" pitchFamily="34" charset="0"/>
            </a:rPr>
            <a:t>complex events</a:t>
          </a:r>
        </a:p>
      </dsp:txBody>
      <dsp:txXfrm>
        <a:off x="609732" y="1919147"/>
        <a:ext cx="1934087" cy="1263191"/>
      </dsp:txXfrm>
    </dsp:sp>
    <dsp:sp modelId="{1F9797A2-EDD7-43C3-948A-7424E761F73C}">
      <dsp:nvSpPr>
        <dsp:cNvPr id="0" name=""/>
        <dsp:cNvSpPr/>
      </dsp:nvSpPr>
      <dsp:spPr>
        <a:xfrm>
          <a:off x="3424643" y="1388094"/>
          <a:ext cx="2012807" cy="509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906"/>
              </a:lnTo>
              <a:lnTo>
                <a:pt x="2012807" y="254906"/>
              </a:lnTo>
              <a:lnTo>
                <a:pt x="2012807" y="5098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9C7969-E3E9-4E25-BB95-FFA39ED24A0E}">
      <dsp:nvSpPr>
        <dsp:cNvPr id="0" name=""/>
        <dsp:cNvSpPr/>
      </dsp:nvSpPr>
      <dsp:spPr>
        <a:xfrm>
          <a:off x="4431108" y="1897908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effectLst/>
              <a:latin typeface="Bahnschrift" panose="020B0502040204020203" pitchFamily="34" charset="0"/>
            </a:rPr>
            <a:t>Visualize phenomenon</a:t>
          </a:r>
        </a:p>
      </dsp:txBody>
      <dsp:txXfrm>
        <a:off x="4470408" y="1937208"/>
        <a:ext cx="1934087" cy="1263191"/>
      </dsp:txXfrm>
    </dsp:sp>
    <dsp:sp modelId="{5CA92A43-2F2F-40DE-9351-9AD293920F51}">
      <dsp:nvSpPr>
        <dsp:cNvPr id="0" name=""/>
        <dsp:cNvSpPr/>
      </dsp:nvSpPr>
      <dsp:spPr>
        <a:xfrm>
          <a:off x="2356269" y="3239699"/>
          <a:ext cx="3081182" cy="519995"/>
        </a:xfrm>
        <a:custGeom>
          <a:avLst/>
          <a:gdLst/>
          <a:ahLst/>
          <a:cxnLst/>
          <a:rect l="0" t="0" r="0" b="0"/>
          <a:pathLst>
            <a:path>
              <a:moveTo>
                <a:pt x="3081182" y="0"/>
              </a:moveTo>
              <a:lnTo>
                <a:pt x="3081182" y="259997"/>
              </a:lnTo>
              <a:lnTo>
                <a:pt x="0" y="259997"/>
              </a:lnTo>
              <a:lnTo>
                <a:pt x="0" y="51999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9D73DD-26C1-4DFD-84D2-F810D0BC82AC}">
      <dsp:nvSpPr>
        <dsp:cNvPr id="0" name=""/>
        <dsp:cNvSpPr/>
      </dsp:nvSpPr>
      <dsp:spPr>
        <a:xfrm>
          <a:off x="1349925" y="3759695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Weather patterns, </a:t>
          </a:r>
          <a:endParaRPr lang="en-US" sz="2000" b="0" kern="1200" dirty="0">
            <a:latin typeface="Bahnschrift" panose="020B0502040204020203" pitchFamily="34" charset="0"/>
          </a:endParaRPr>
        </a:p>
      </dsp:txBody>
      <dsp:txXfrm>
        <a:off x="1389225" y="3798995"/>
        <a:ext cx="1934087" cy="1263191"/>
      </dsp:txXfrm>
    </dsp:sp>
    <dsp:sp modelId="{03C8DA8A-6F70-4A38-9F2C-60EFCD949F2F}">
      <dsp:nvSpPr>
        <dsp:cNvPr id="0" name=""/>
        <dsp:cNvSpPr/>
      </dsp:nvSpPr>
      <dsp:spPr>
        <a:xfrm>
          <a:off x="4837852" y="3239699"/>
          <a:ext cx="599599" cy="518656"/>
        </a:xfrm>
        <a:custGeom>
          <a:avLst/>
          <a:gdLst/>
          <a:ahLst/>
          <a:cxnLst/>
          <a:rect l="0" t="0" r="0" b="0"/>
          <a:pathLst>
            <a:path>
              <a:moveTo>
                <a:pt x="599599" y="0"/>
              </a:moveTo>
              <a:lnTo>
                <a:pt x="599599" y="259328"/>
              </a:lnTo>
              <a:lnTo>
                <a:pt x="0" y="259328"/>
              </a:lnTo>
              <a:lnTo>
                <a:pt x="0" y="51865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954D8-7BD1-484F-9142-4538F0C9C7B0}">
      <dsp:nvSpPr>
        <dsp:cNvPr id="0" name=""/>
        <dsp:cNvSpPr/>
      </dsp:nvSpPr>
      <dsp:spPr>
        <a:xfrm>
          <a:off x="3831508" y="3758355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Medical conditions, </a:t>
          </a:r>
          <a:endParaRPr lang="en-US" sz="2000" b="0" kern="1200" dirty="0">
            <a:latin typeface="Bahnschrift" panose="020B0502040204020203" pitchFamily="34" charset="0"/>
          </a:endParaRPr>
        </a:p>
      </dsp:txBody>
      <dsp:txXfrm>
        <a:off x="3870808" y="3797655"/>
        <a:ext cx="1934087" cy="1263191"/>
      </dsp:txXfrm>
    </dsp:sp>
    <dsp:sp modelId="{3B385496-80B6-418F-9506-7BBDF6445D41}">
      <dsp:nvSpPr>
        <dsp:cNvPr id="0" name=""/>
        <dsp:cNvSpPr/>
      </dsp:nvSpPr>
      <dsp:spPr>
        <a:xfrm>
          <a:off x="5437451" y="3239699"/>
          <a:ext cx="1792036" cy="518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328"/>
              </a:lnTo>
              <a:lnTo>
                <a:pt x="1792036" y="259328"/>
              </a:lnTo>
              <a:lnTo>
                <a:pt x="1792036" y="51865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15D7BD-28EB-418B-8276-098233553137}">
      <dsp:nvSpPr>
        <dsp:cNvPr id="0" name=""/>
        <dsp:cNvSpPr/>
      </dsp:nvSpPr>
      <dsp:spPr>
        <a:xfrm>
          <a:off x="6223144" y="3758355"/>
          <a:ext cx="2012687" cy="134179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Mathematical relationships.</a:t>
          </a:r>
          <a:endParaRPr lang="en-US" sz="2000" b="0" kern="1200" dirty="0">
            <a:latin typeface="Bahnschrift" panose="020B0502040204020203" pitchFamily="34" charset="0"/>
          </a:endParaRPr>
        </a:p>
      </dsp:txBody>
      <dsp:txXfrm>
        <a:off x="6262444" y="3797655"/>
        <a:ext cx="1934087" cy="12631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62C15-5C49-4B6C-B41C-B901A48DAFE4}">
      <dsp:nvSpPr>
        <dsp:cNvPr id="0" name=""/>
        <dsp:cNvSpPr/>
      </dsp:nvSpPr>
      <dsp:spPr>
        <a:xfrm>
          <a:off x="557807" y="1744488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Bahnschrift" panose="020B0502040204020203" pitchFamily="34" charset="0"/>
            </a:rPr>
            <a:t>T</a:t>
          </a:r>
          <a:r>
            <a:rPr lang="en-US" sz="2500" b="0" i="0" kern="1200" dirty="0">
              <a:effectLst/>
              <a:latin typeface="Bahnschrift" panose="020B0502040204020203" pitchFamily="34" charset="0"/>
            </a:rPr>
            <a:t>hree different types of analysis for Data Visualization</a:t>
          </a:r>
        </a:p>
      </dsp:txBody>
      <dsp:txXfrm>
        <a:off x="602175" y="1788856"/>
        <a:ext cx="2940908" cy="1426086"/>
      </dsp:txXfrm>
    </dsp:sp>
    <dsp:sp modelId="{A4FA2C9E-F760-4988-A0C7-7646966EBCDB}">
      <dsp:nvSpPr>
        <dsp:cNvPr id="0" name=""/>
        <dsp:cNvSpPr/>
      </dsp:nvSpPr>
      <dsp:spPr>
        <a:xfrm rot="18289469">
          <a:off x="3132329" y="1603631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4140328" y="1577824"/>
        <a:ext cx="106105" cy="106105"/>
      </dsp:txXfrm>
    </dsp:sp>
    <dsp:sp modelId="{15CD8832-2B2C-4588-BBB5-28647E25E969}">
      <dsp:nvSpPr>
        <dsp:cNvPr id="0" name=""/>
        <dsp:cNvSpPr/>
      </dsp:nvSpPr>
      <dsp:spPr>
        <a:xfrm>
          <a:off x="4799309" y="2443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 dirty="0">
              <a:effectLst/>
              <a:latin typeface="Bahnschrift" panose="020B0502040204020203" pitchFamily="34" charset="0"/>
            </a:rPr>
            <a:t>Univariate Analysis</a:t>
          </a:r>
          <a:endParaRPr lang="en-US" sz="2500" kern="1200" dirty="0">
            <a:latin typeface="Bahnschrift" panose="020B0502040204020203" pitchFamily="34" charset="0"/>
          </a:endParaRPr>
        </a:p>
      </dsp:txBody>
      <dsp:txXfrm>
        <a:off x="4843677" y="46811"/>
        <a:ext cx="2940908" cy="1426086"/>
      </dsp:txXfrm>
    </dsp:sp>
    <dsp:sp modelId="{A33C4DC1-4D11-4AC6-AEA8-5DE16E73BF9C}">
      <dsp:nvSpPr>
        <dsp:cNvPr id="0" name=""/>
        <dsp:cNvSpPr/>
      </dsp:nvSpPr>
      <dsp:spPr>
        <a:xfrm>
          <a:off x="3587452" y="2474653"/>
          <a:ext cx="121185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11857" y="27246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4163084" y="2471603"/>
        <a:ext cx="60592" cy="60592"/>
      </dsp:txXfrm>
    </dsp:sp>
    <dsp:sp modelId="{4B498050-F2D0-4A92-A86C-C51EC9D1648D}">
      <dsp:nvSpPr>
        <dsp:cNvPr id="0" name=""/>
        <dsp:cNvSpPr/>
      </dsp:nvSpPr>
      <dsp:spPr>
        <a:xfrm>
          <a:off x="4799309" y="1744488"/>
          <a:ext cx="3029644" cy="1514822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solidFill>
                <a:srgbClr val="E4E7E9"/>
              </a:solidFill>
              <a:effectLst/>
              <a:latin typeface="Bahnschrift" panose="020B0502040204020203" pitchFamily="34" charset="0"/>
            </a:rPr>
            <a:t>Bivariate Analysis</a:t>
          </a:r>
          <a:endParaRPr lang="en-US" sz="2500" b="1" i="0" kern="1200" dirty="0">
            <a:solidFill>
              <a:srgbClr val="E4E7E9"/>
            </a:solidFill>
            <a:effectLst/>
            <a:latin typeface="Bahnschrift" panose="020B0502040204020203" pitchFamily="34" charset="0"/>
          </a:endParaRPr>
        </a:p>
      </dsp:txBody>
      <dsp:txXfrm>
        <a:off x="4843677" y="1788856"/>
        <a:ext cx="2940908" cy="1426086"/>
      </dsp:txXfrm>
    </dsp:sp>
    <dsp:sp modelId="{D1375D64-AD5E-4473-A9FC-AB7646832410}">
      <dsp:nvSpPr>
        <dsp:cNvPr id="0" name=""/>
        <dsp:cNvSpPr/>
      </dsp:nvSpPr>
      <dsp:spPr>
        <a:xfrm rot="3310531">
          <a:off x="3132329" y="3345676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4140328" y="3319870"/>
        <a:ext cx="106105" cy="106105"/>
      </dsp:txXfrm>
    </dsp:sp>
    <dsp:sp modelId="{C9D8D9BF-C464-442F-B9CF-0A1080B73E4E}">
      <dsp:nvSpPr>
        <dsp:cNvPr id="0" name=""/>
        <dsp:cNvSpPr/>
      </dsp:nvSpPr>
      <dsp:spPr>
        <a:xfrm>
          <a:off x="4799309" y="3486534"/>
          <a:ext cx="3029644" cy="1514822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solidFill>
                <a:srgbClr val="E4E7E9"/>
              </a:solidFill>
              <a:effectLst/>
              <a:latin typeface="Bahnschrift" panose="020B0502040204020203" pitchFamily="34" charset="0"/>
            </a:rPr>
            <a:t>Multivariate Analysis</a:t>
          </a:r>
          <a:endParaRPr lang="en-IN" sz="25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4843677" y="3530902"/>
        <a:ext cx="2940908" cy="14260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62C15-5C49-4B6C-B41C-B901A48DAFE4}">
      <dsp:nvSpPr>
        <dsp:cNvPr id="0" name=""/>
        <dsp:cNvSpPr/>
      </dsp:nvSpPr>
      <dsp:spPr>
        <a:xfrm>
          <a:off x="557807" y="1744488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Bahnschrift" panose="020B0502040204020203" pitchFamily="34" charset="0"/>
            </a:rPr>
            <a:t>T</a:t>
          </a:r>
          <a:r>
            <a:rPr lang="en-US" sz="2500" b="0" i="0" kern="1200" dirty="0">
              <a:effectLst/>
              <a:latin typeface="Bahnschrift" panose="020B0502040204020203" pitchFamily="34" charset="0"/>
            </a:rPr>
            <a:t>hree different types of analysis for Data Visualization</a:t>
          </a:r>
        </a:p>
      </dsp:txBody>
      <dsp:txXfrm>
        <a:off x="602175" y="1788856"/>
        <a:ext cx="2940908" cy="1426086"/>
      </dsp:txXfrm>
    </dsp:sp>
    <dsp:sp modelId="{A4FA2C9E-F760-4988-A0C7-7646966EBCDB}">
      <dsp:nvSpPr>
        <dsp:cNvPr id="0" name=""/>
        <dsp:cNvSpPr/>
      </dsp:nvSpPr>
      <dsp:spPr>
        <a:xfrm rot="18289469">
          <a:off x="3132329" y="1603631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4140328" y="1577824"/>
        <a:ext cx="106105" cy="106105"/>
      </dsp:txXfrm>
    </dsp:sp>
    <dsp:sp modelId="{15CD8832-2B2C-4588-BBB5-28647E25E969}">
      <dsp:nvSpPr>
        <dsp:cNvPr id="0" name=""/>
        <dsp:cNvSpPr/>
      </dsp:nvSpPr>
      <dsp:spPr>
        <a:xfrm>
          <a:off x="4799309" y="2443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 dirty="0">
              <a:effectLst/>
              <a:latin typeface="Bahnschrift" panose="020B0502040204020203" pitchFamily="34" charset="0"/>
            </a:rPr>
            <a:t>Univariate Analysis</a:t>
          </a:r>
          <a:endParaRPr lang="en-US" sz="2500" kern="1200" dirty="0">
            <a:latin typeface="Bahnschrift" panose="020B0502040204020203" pitchFamily="34" charset="0"/>
          </a:endParaRPr>
        </a:p>
      </dsp:txBody>
      <dsp:txXfrm>
        <a:off x="4843677" y="46811"/>
        <a:ext cx="2940908" cy="1426086"/>
      </dsp:txXfrm>
    </dsp:sp>
    <dsp:sp modelId="{A33C4DC1-4D11-4AC6-AEA8-5DE16E73BF9C}">
      <dsp:nvSpPr>
        <dsp:cNvPr id="0" name=""/>
        <dsp:cNvSpPr/>
      </dsp:nvSpPr>
      <dsp:spPr>
        <a:xfrm>
          <a:off x="3587452" y="2474653"/>
          <a:ext cx="121185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11857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4163084" y="2471603"/>
        <a:ext cx="60592" cy="60592"/>
      </dsp:txXfrm>
    </dsp:sp>
    <dsp:sp modelId="{4B498050-F2D0-4A92-A86C-C51EC9D1648D}">
      <dsp:nvSpPr>
        <dsp:cNvPr id="0" name=""/>
        <dsp:cNvSpPr/>
      </dsp:nvSpPr>
      <dsp:spPr>
        <a:xfrm>
          <a:off x="4799309" y="1744488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effectLst/>
              <a:latin typeface="Bahnschrift" panose="020B0502040204020203" pitchFamily="34" charset="0"/>
            </a:rPr>
            <a:t>Bivariate Analysis</a:t>
          </a:r>
          <a:endParaRPr lang="en-US" sz="2500" b="1" i="0" kern="1200" dirty="0">
            <a:effectLst/>
            <a:latin typeface="Bahnschrift" panose="020B0502040204020203" pitchFamily="34" charset="0"/>
          </a:endParaRPr>
        </a:p>
      </dsp:txBody>
      <dsp:txXfrm>
        <a:off x="4843677" y="1788856"/>
        <a:ext cx="2940908" cy="1426086"/>
      </dsp:txXfrm>
    </dsp:sp>
    <dsp:sp modelId="{D1375D64-AD5E-4473-A9FC-AB7646832410}">
      <dsp:nvSpPr>
        <dsp:cNvPr id="0" name=""/>
        <dsp:cNvSpPr/>
      </dsp:nvSpPr>
      <dsp:spPr>
        <a:xfrm rot="3310531">
          <a:off x="3132329" y="3345676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4140328" y="3319870"/>
        <a:ext cx="106105" cy="106105"/>
      </dsp:txXfrm>
    </dsp:sp>
    <dsp:sp modelId="{C9D8D9BF-C464-442F-B9CF-0A1080B73E4E}">
      <dsp:nvSpPr>
        <dsp:cNvPr id="0" name=""/>
        <dsp:cNvSpPr/>
      </dsp:nvSpPr>
      <dsp:spPr>
        <a:xfrm>
          <a:off x="4799309" y="3486534"/>
          <a:ext cx="3029644" cy="1514822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solidFill>
                <a:srgbClr val="E4E7E9"/>
              </a:solidFill>
              <a:effectLst/>
              <a:latin typeface="Bahnschrift" panose="020B0502040204020203" pitchFamily="34" charset="0"/>
            </a:rPr>
            <a:t>Multivariate Analysis</a:t>
          </a:r>
          <a:endParaRPr lang="en-IN" sz="25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4843677" y="3530902"/>
        <a:ext cx="2940908" cy="14260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62C15-5C49-4B6C-B41C-B901A48DAFE4}">
      <dsp:nvSpPr>
        <dsp:cNvPr id="0" name=""/>
        <dsp:cNvSpPr/>
      </dsp:nvSpPr>
      <dsp:spPr>
        <a:xfrm>
          <a:off x="557807" y="1744488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Bahnschrift" panose="020B0502040204020203" pitchFamily="34" charset="0"/>
            </a:rPr>
            <a:t>T</a:t>
          </a:r>
          <a:r>
            <a:rPr lang="en-US" sz="2500" b="0" i="0" kern="1200" dirty="0">
              <a:effectLst/>
              <a:latin typeface="Bahnschrift" panose="020B0502040204020203" pitchFamily="34" charset="0"/>
            </a:rPr>
            <a:t>hree different types of analysis for Data Visualization</a:t>
          </a:r>
        </a:p>
      </dsp:txBody>
      <dsp:txXfrm>
        <a:off x="602175" y="1788856"/>
        <a:ext cx="2940908" cy="1426086"/>
      </dsp:txXfrm>
    </dsp:sp>
    <dsp:sp modelId="{A4FA2C9E-F760-4988-A0C7-7646966EBCDB}">
      <dsp:nvSpPr>
        <dsp:cNvPr id="0" name=""/>
        <dsp:cNvSpPr/>
      </dsp:nvSpPr>
      <dsp:spPr>
        <a:xfrm rot="18289469">
          <a:off x="3132329" y="1603631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4140328" y="1577824"/>
        <a:ext cx="106105" cy="106105"/>
      </dsp:txXfrm>
    </dsp:sp>
    <dsp:sp modelId="{15CD8832-2B2C-4588-BBB5-28647E25E969}">
      <dsp:nvSpPr>
        <dsp:cNvPr id="0" name=""/>
        <dsp:cNvSpPr/>
      </dsp:nvSpPr>
      <dsp:spPr>
        <a:xfrm>
          <a:off x="4799309" y="2443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 dirty="0">
              <a:effectLst/>
              <a:latin typeface="Bahnschrift" panose="020B0502040204020203" pitchFamily="34" charset="0"/>
            </a:rPr>
            <a:t>Univariate Analysis</a:t>
          </a:r>
          <a:endParaRPr lang="en-US" sz="2500" kern="1200" dirty="0">
            <a:latin typeface="Bahnschrift" panose="020B0502040204020203" pitchFamily="34" charset="0"/>
          </a:endParaRPr>
        </a:p>
      </dsp:txBody>
      <dsp:txXfrm>
        <a:off x="4843677" y="46811"/>
        <a:ext cx="2940908" cy="1426086"/>
      </dsp:txXfrm>
    </dsp:sp>
    <dsp:sp modelId="{A33C4DC1-4D11-4AC6-AEA8-5DE16E73BF9C}">
      <dsp:nvSpPr>
        <dsp:cNvPr id="0" name=""/>
        <dsp:cNvSpPr/>
      </dsp:nvSpPr>
      <dsp:spPr>
        <a:xfrm>
          <a:off x="3587452" y="2474653"/>
          <a:ext cx="121185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11857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4163084" y="2471603"/>
        <a:ext cx="60592" cy="60592"/>
      </dsp:txXfrm>
    </dsp:sp>
    <dsp:sp modelId="{4B498050-F2D0-4A92-A86C-C51EC9D1648D}">
      <dsp:nvSpPr>
        <dsp:cNvPr id="0" name=""/>
        <dsp:cNvSpPr/>
      </dsp:nvSpPr>
      <dsp:spPr>
        <a:xfrm>
          <a:off x="4799309" y="1744488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effectLst/>
              <a:latin typeface="Bahnschrift" panose="020B0502040204020203" pitchFamily="34" charset="0"/>
            </a:rPr>
            <a:t>Bivariate Analysis</a:t>
          </a:r>
          <a:endParaRPr lang="en-US" sz="2500" b="1" i="0" kern="1200" dirty="0">
            <a:effectLst/>
            <a:latin typeface="Bahnschrift" panose="020B0502040204020203" pitchFamily="34" charset="0"/>
          </a:endParaRPr>
        </a:p>
      </dsp:txBody>
      <dsp:txXfrm>
        <a:off x="4843677" y="1788856"/>
        <a:ext cx="2940908" cy="1426086"/>
      </dsp:txXfrm>
    </dsp:sp>
    <dsp:sp modelId="{D1375D64-AD5E-4473-A9FC-AB7646832410}">
      <dsp:nvSpPr>
        <dsp:cNvPr id="0" name=""/>
        <dsp:cNvSpPr/>
      </dsp:nvSpPr>
      <dsp:spPr>
        <a:xfrm rot="3310531">
          <a:off x="3132329" y="3345676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4140328" y="3319870"/>
        <a:ext cx="106105" cy="106105"/>
      </dsp:txXfrm>
    </dsp:sp>
    <dsp:sp modelId="{C9D8D9BF-C464-442F-B9CF-0A1080B73E4E}">
      <dsp:nvSpPr>
        <dsp:cNvPr id="0" name=""/>
        <dsp:cNvSpPr/>
      </dsp:nvSpPr>
      <dsp:spPr>
        <a:xfrm>
          <a:off x="4799309" y="3486534"/>
          <a:ext cx="3029644" cy="15148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>
              <a:effectLst/>
              <a:latin typeface="Bahnschrift" panose="020B0502040204020203" pitchFamily="34" charset="0"/>
            </a:rPr>
            <a:t>Multivariate Analysis</a:t>
          </a:r>
          <a:endParaRPr lang="en-IN" sz="2500" kern="1200" dirty="0">
            <a:latin typeface="Bahnschrift" panose="020B0502040204020203" pitchFamily="34" charset="0"/>
          </a:endParaRPr>
        </a:p>
      </dsp:txBody>
      <dsp:txXfrm>
        <a:off x="4843677" y="3530902"/>
        <a:ext cx="2940908" cy="1426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 ?><Relationships xmlns="http://schemas.openxmlformats.org/package/2006/relationships"><Relationship Id="rId2" Target="../media/image1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734925" cy="3773150"/>
          </a:xfrm>
        </p:spPr>
        <p:txBody>
          <a:bodyPr/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</a:rPr>
              <a:t>learn </a:t>
            </a:r>
            <a:r>
              <a:rPr lang="en-IN" dirty="0">
                <a:solidFill>
                  <a:srgbClr val="000000"/>
                </a:solidFill>
              </a:rPr>
              <a:t>v</a:t>
            </a:r>
            <a:r>
              <a:rPr lang="en-IN" b="0" i="0" dirty="0">
                <a:solidFill>
                  <a:srgbClr val="000000"/>
                </a:solidFill>
                <a:effectLst/>
              </a:rPr>
              <a:t>isual data </a:t>
            </a:r>
            <a:r>
              <a:rPr lang="en-IN" dirty="0">
                <a:solidFill>
                  <a:srgbClr val="000000"/>
                </a:solidFill>
              </a:rPr>
              <a:t>a</a:t>
            </a:r>
            <a:r>
              <a:rPr lang="en-IN" b="0" i="0" dirty="0">
                <a:solidFill>
                  <a:srgbClr val="000000"/>
                </a:solidFill>
                <a:effectLst/>
              </a:rPr>
              <a:t>nalysis </a:t>
            </a:r>
            <a:r>
              <a:rPr lang="en-IN" dirty="0">
                <a:solidFill>
                  <a:srgbClr val="000000"/>
                </a:solidFill>
              </a:rPr>
              <a:t>t</a:t>
            </a:r>
            <a:r>
              <a:rPr lang="en-IN" b="0" i="0" dirty="0">
                <a:solidFill>
                  <a:srgbClr val="000000"/>
                </a:solidFill>
                <a:effectLst/>
              </a:rPr>
              <a:t>echniques.</a:t>
            </a:r>
          </a:p>
          <a:p>
            <a:pPr algn="just"/>
            <a:r>
              <a:rPr lang="en-IN" dirty="0">
                <a:solidFill>
                  <a:srgbClr val="000000"/>
                </a:solidFill>
              </a:rPr>
              <a:t>understand </a:t>
            </a:r>
            <a:r>
              <a:rPr lang="en-US" b="0" i="0" dirty="0">
                <a:solidFill>
                  <a:srgbClr val="222222"/>
                </a:solidFill>
                <a:effectLst/>
              </a:rPr>
              <a:t>benefits of good data visualization</a:t>
            </a:r>
          </a:p>
          <a:p>
            <a:pPr algn="just"/>
            <a:r>
              <a:rPr lang="en-US" dirty="0">
                <a:solidFill>
                  <a:srgbClr val="222222"/>
                </a:solidFill>
              </a:rPr>
              <a:t>learn </a:t>
            </a:r>
            <a:r>
              <a:rPr lang="en-US" b="0" i="0" dirty="0">
                <a:solidFill>
                  <a:srgbClr val="222222"/>
                </a:solidFill>
                <a:effectLst/>
              </a:rPr>
              <a:t>different types of analysis for data visualization.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DA8B6B-2A29-4876-A92F-3F414125B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778" y="1845706"/>
            <a:ext cx="7478443" cy="448706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A1EBC5-C9F9-4272-9C13-AB8F659033A7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21" r="32"/>
          <a:stretch/>
        </p:blipFill>
        <p:spPr>
          <a:xfrm>
            <a:off x="567728" y="1953249"/>
            <a:ext cx="3691378" cy="3187592"/>
          </a:xfrm>
          <a:prstGeom prst="rect">
            <a:avLst/>
          </a:prstGeom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88640E-8FAE-450B-8D78-C06E31C8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C50573-C95D-4D13-B3A6-6013877DA931}"/>
              </a:ext>
            </a:extLst>
          </p:cNvPr>
          <p:cNvSpPr/>
          <p:nvPr/>
        </p:nvSpPr>
        <p:spPr>
          <a:xfrm>
            <a:off x="1256657" y="5675900"/>
            <a:ext cx="2313520" cy="55289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Identify Patterns</a:t>
            </a:r>
            <a:endParaRPr dirty="0" lang="en-IN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940998198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A1EBC5-C9F9-4272-9C13-AB8F659033A7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21" r="32"/>
          <a:stretch/>
        </p:blipFill>
        <p:spPr>
          <a:xfrm>
            <a:off x="338362" y="1850980"/>
            <a:ext cx="3499119" cy="30215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88640E-8FAE-450B-8D78-C06E31C8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C50573-C95D-4D13-B3A6-6013877DA931}"/>
              </a:ext>
            </a:extLst>
          </p:cNvPr>
          <p:cNvSpPr/>
          <p:nvPr/>
        </p:nvSpPr>
        <p:spPr>
          <a:xfrm>
            <a:off x="786664" y="5397970"/>
            <a:ext cx="2313520" cy="55289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Identify Patterns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AFBF8A-4085-4974-B623-532D0DA67541}"/>
              </a:ext>
            </a:extLst>
          </p:cNvPr>
          <p:cNvSpPr/>
          <p:nvPr/>
        </p:nvSpPr>
        <p:spPr>
          <a:xfrm>
            <a:off x="5615909" y="5397970"/>
            <a:ext cx="2313520" cy="55289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Corrupt Data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descr="Data Corrupt High Resolution Stock Photography and Images - Alamy" id="1026" name="Picture 2">
            <a:extLst>
              <a:ext uri="{FF2B5EF4-FFF2-40B4-BE49-F238E27FC236}">
                <a16:creationId xmlns:a16="http://schemas.microsoft.com/office/drawing/2014/main" id="{9FE4CFC7-7A64-412B-ABB9-4C6E48E6F8C0}"/>
              </a:ext>
            </a:extLst>
          </p:cNvPr>
          <p:cNvPicPr>
            <a:picLocks noChangeArrowheads="1"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"/>
          <a:stretch/>
        </p:blipFill>
        <p:spPr bwMode="auto">
          <a:xfrm>
            <a:off x="4449597" y="1933563"/>
            <a:ext cx="4275302" cy="285640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25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88640E-8FAE-450B-8D78-C06E31C8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E1A25C-8D90-48C0-B6EB-8A481C11C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521" y="1815299"/>
            <a:ext cx="6430958" cy="35707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BAABB8-4F68-4A98-AD70-C9E75BEB913B}"/>
              </a:ext>
            </a:extLst>
          </p:cNvPr>
          <p:cNvSpPr/>
          <p:nvPr/>
        </p:nvSpPr>
        <p:spPr>
          <a:xfrm>
            <a:off x="4103646" y="5875740"/>
            <a:ext cx="1446550" cy="581651"/>
          </a:xfrm>
          <a:prstGeom prst="rect">
            <a:avLst/>
          </a:prstGeom>
          <a:solidFill>
            <a:srgbClr val="44525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Outlier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44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17AAB-31C8-4462-96BC-E1E02D74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52155-CC0A-4CDC-8139-ECD91FCBA878}"/>
              </a:ext>
            </a:extLst>
          </p:cNvPr>
          <p:cNvSpPr txBox="1"/>
          <p:nvPr/>
        </p:nvSpPr>
        <p:spPr>
          <a:xfrm>
            <a:off x="2286000" y="5532437"/>
            <a:ext cx="4572000" cy="707886"/>
          </a:xfrm>
          <a:prstGeom prst="rect">
            <a:avLst/>
          </a:prstGeom>
          <a:solidFill>
            <a:srgbClr val="44525A"/>
          </a:solidFill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GRAPHICAL REPRESENTATION OF DATA</a:t>
            </a:r>
          </a:p>
        </p:txBody>
      </p:sp>
      <p:pic>
        <p:nvPicPr>
          <p:cNvPr id="2050" name="Picture 2" descr="Introduction to Graphs | Data Types, Graphs | Graphical Data">
            <a:extLst>
              <a:ext uri="{FF2B5EF4-FFF2-40B4-BE49-F238E27FC236}">
                <a16:creationId xmlns:a16="http://schemas.microsoft.com/office/drawing/2014/main" id="{531DFBF4-D129-4254-A636-BE79B7031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1600200"/>
            <a:ext cx="5953125" cy="3657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85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17AAB-31C8-4462-96BC-E1E02D74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81CA01-2A3F-464C-8445-9C7EE3F50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6631" y="2151947"/>
            <a:ext cx="3908268" cy="33357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6950A-4F2E-4FD3-B912-D0C67DFDCF1B}"/>
              </a:ext>
            </a:extLst>
          </p:cNvPr>
          <p:cNvSpPr txBox="1"/>
          <p:nvPr/>
        </p:nvSpPr>
        <p:spPr>
          <a:xfrm>
            <a:off x="218440" y="1938048"/>
            <a:ext cx="3918845" cy="4212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222222"/>
                </a:solidFill>
                <a:latin typeface="Bahnschrift" panose="020B0502040204020203" pitchFamily="34" charset="0"/>
              </a:rPr>
              <a:t>D</a:t>
            </a:r>
            <a:r>
              <a:rPr lang="en-IN" sz="26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ata visualization tools and technologies </a:t>
            </a:r>
            <a:r>
              <a:rPr lang="en-US" sz="26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are crucial to analyze massive amounts of information and make data-driven decisions.</a:t>
            </a:r>
            <a:endParaRPr lang="en-IN" sz="2600" dirty="0">
              <a:latin typeface="Bahnschrift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779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17AAB-31C8-4462-96BC-E1E02D74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B887C3-ECE8-4709-82E2-A8A038B2F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161388"/>
              </p:ext>
            </p:extLst>
          </p:nvPr>
        </p:nvGraphicFramePr>
        <p:xfrm>
          <a:off x="338362" y="1531088"/>
          <a:ext cx="8386538" cy="5101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3824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17AAB-31C8-4462-96BC-E1E02D74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B887C3-ECE8-4709-82E2-A8A038B2F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906018"/>
              </p:ext>
            </p:extLst>
          </p:nvPr>
        </p:nvGraphicFramePr>
        <p:xfrm>
          <a:off x="338362" y="1531088"/>
          <a:ext cx="8386538" cy="5101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0476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17AAB-31C8-4462-96BC-E1E02D74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B887C3-ECE8-4709-82E2-A8A038B2F9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8362" y="1531088"/>
          <a:ext cx="8386538" cy="5101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7622124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17AAB-31C8-4462-96BC-E1E02D74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i="0" lang="en-US">
                <a:effectLst/>
                <a:latin charset="0" panose="020B0502040204020203" pitchFamily="34" typeface="Bahnschrift"/>
              </a:rPr>
              <a:t>Benefits of Good Data Visualization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7577D-A98C-479D-A407-0C1C6812FE5A}"/>
              </a:ext>
            </a:extLst>
          </p:cNvPr>
          <p:cNvSpPr txBox="1"/>
          <p:nvPr/>
        </p:nvSpPr>
        <p:spPr>
          <a:xfrm>
            <a:off x="2206256" y="6045647"/>
            <a:ext cx="4731488" cy="40011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r>
              <a:rPr dirty="0" lang="en-US" sz="2000">
                <a:solidFill>
                  <a:schemeClr val="bg1"/>
                </a:solidFill>
                <a:latin charset="0" panose="020B0502040204020203" pitchFamily="34" typeface="Bahnschrift"/>
              </a:rPr>
              <a:t>CAPTURE THE COLORS AND PATTERNS</a:t>
            </a:r>
            <a:endParaRPr dirty="0" lang="en-IN" sz="20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A5AA3332-0B28-4FF2-A60B-6C54259AEF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6" r="-23"/>
          <a:stretch/>
        </p:blipFill>
        <p:spPr>
          <a:xfrm>
            <a:off x="1128862" y="2160903"/>
            <a:ext cx="6805535" cy="34495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09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17AAB-31C8-4462-96BC-E1E02D74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i="0" dirty="0">
                <a:effectLst/>
                <a:latin typeface="Bahnschrift" panose="020B0502040204020203" pitchFamily="34" charset="0"/>
              </a:rPr>
              <a:t>Benefits of Good Data Visualization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821F37-642E-49B3-8071-DBD130763A37}"/>
              </a:ext>
            </a:extLst>
          </p:cNvPr>
          <p:cNvGrpSpPr/>
          <p:nvPr/>
        </p:nvGrpSpPr>
        <p:grpSpPr>
          <a:xfrm>
            <a:off x="950970" y="1840564"/>
            <a:ext cx="7242060" cy="4552065"/>
            <a:chOff x="930785" y="1630702"/>
            <a:chExt cx="7242060" cy="4552065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2747F5B-3776-4E0B-AB34-168F3D5254BB}"/>
                </a:ext>
              </a:extLst>
            </p:cNvPr>
            <p:cNvSpPr/>
            <p:nvPr/>
          </p:nvSpPr>
          <p:spPr>
            <a:xfrm>
              <a:off x="930785" y="1630702"/>
              <a:ext cx="7201690" cy="1112304"/>
            </a:xfrm>
            <a:custGeom>
              <a:avLst/>
              <a:gdLst>
                <a:gd name="connsiteX0" fmla="*/ 0 w 7201690"/>
                <a:gd name="connsiteY0" fmla="*/ 185388 h 1112304"/>
                <a:gd name="connsiteX1" fmla="*/ 185388 w 7201690"/>
                <a:gd name="connsiteY1" fmla="*/ 0 h 1112304"/>
                <a:gd name="connsiteX2" fmla="*/ 7016302 w 7201690"/>
                <a:gd name="connsiteY2" fmla="*/ 0 h 1112304"/>
                <a:gd name="connsiteX3" fmla="*/ 7201690 w 7201690"/>
                <a:gd name="connsiteY3" fmla="*/ 185388 h 1112304"/>
                <a:gd name="connsiteX4" fmla="*/ 7201690 w 7201690"/>
                <a:gd name="connsiteY4" fmla="*/ 926916 h 1112304"/>
                <a:gd name="connsiteX5" fmla="*/ 7016302 w 7201690"/>
                <a:gd name="connsiteY5" fmla="*/ 1112304 h 1112304"/>
                <a:gd name="connsiteX6" fmla="*/ 185388 w 7201690"/>
                <a:gd name="connsiteY6" fmla="*/ 1112304 h 1112304"/>
                <a:gd name="connsiteX7" fmla="*/ 0 w 7201690"/>
                <a:gd name="connsiteY7" fmla="*/ 926916 h 1112304"/>
                <a:gd name="connsiteX8" fmla="*/ 0 w 7201690"/>
                <a:gd name="connsiteY8" fmla="*/ 185388 h 111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1690" h="1112304">
                  <a:moveTo>
                    <a:pt x="0" y="185388"/>
                  </a:moveTo>
                  <a:cubicBezTo>
                    <a:pt x="0" y="83001"/>
                    <a:pt x="83001" y="0"/>
                    <a:pt x="185388" y="0"/>
                  </a:cubicBezTo>
                  <a:lnTo>
                    <a:pt x="7016302" y="0"/>
                  </a:lnTo>
                  <a:cubicBezTo>
                    <a:pt x="7118689" y="0"/>
                    <a:pt x="7201690" y="83001"/>
                    <a:pt x="7201690" y="185388"/>
                  </a:cubicBezTo>
                  <a:lnTo>
                    <a:pt x="7201690" y="926916"/>
                  </a:lnTo>
                  <a:cubicBezTo>
                    <a:pt x="7201690" y="1029303"/>
                    <a:pt x="7118689" y="1112304"/>
                    <a:pt x="7016302" y="1112304"/>
                  </a:cubicBezTo>
                  <a:lnTo>
                    <a:pt x="185388" y="1112304"/>
                  </a:lnTo>
                  <a:cubicBezTo>
                    <a:pt x="83001" y="1112304"/>
                    <a:pt x="0" y="1029303"/>
                    <a:pt x="0" y="926916"/>
                  </a:cubicBezTo>
                  <a:lnTo>
                    <a:pt x="0" y="185388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0978" tIns="160978" rIns="160978" bIns="160978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/>
                <a:t>A</a:t>
              </a:r>
              <a:r>
                <a:rPr lang="en-US" sz="2800" b="0" i="0" kern="1200"/>
                <a:t>nother technique of visual art.</a:t>
              </a:r>
              <a:endParaRPr lang="en-IN" sz="2800" kern="12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2632654-975D-41D2-A1EF-DFBBD1D4EC00}"/>
                </a:ext>
              </a:extLst>
            </p:cNvPr>
            <p:cNvSpPr/>
            <p:nvPr/>
          </p:nvSpPr>
          <p:spPr>
            <a:xfrm>
              <a:off x="971155" y="3321366"/>
              <a:ext cx="7201690" cy="1112304"/>
            </a:xfrm>
            <a:custGeom>
              <a:avLst/>
              <a:gdLst>
                <a:gd name="connsiteX0" fmla="*/ 0 w 7201690"/>
                <a:gd name="connsiteY0" fmla="*/ 185388 h 1112304"/>
                <a:gd name="connsiteX1" fmla="*/ 185388 w 7201690"/>
                <a:gd name="connsiteY1" fmla="*/ 0 h 1112304"/>
                <a:gd name="connsiteX2" fmla="*/ 7016302 w 7201690"/>
                <a:gd name="connsiteY2" fmla="*/ 0 h 1112304"/>
                <a:gd name="connsiteX3" fmla="*/ 7201690 w 7201690"/>
                <a:gd name="connsiteY3" fmla="*/ 185388 h 1112304"/>
                <a:gd name="connsiteX4" fmla="*/ 7201690 w 7201690"/>
                <a:gd name="connsiteY4" fmla="*/ 926916 h 1112304"/>
                <a:gd name="connsiteX5" fmla="*/ 7016302 w 7201690"/>
                <a:gd name="connsiteY5" fmla="*/ 1112304 h 1112304"/>
                <a:gd name="connsiteX6" fmla="*/ 185388 w 7201690"/>
                <a:gd name="connsiteY6" fmla="*/ 1112304 h 1112304"/>
                <a:gd name="connsiteX7" fmla="*/ 0 w 7201690"/>
                <a:gd name="connsiteY7" fmla="*/ 926916 h 1112304"/>
                <a:gd name="connsiteX8" fmla="*/ 0 w 7201690"/>
                <a:gd name="connsiteY8" fmla="*/ 185388 h 111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1690" h="1112304">
                  <a:moveTo>
                    <a:pt x="0" y="185388"/>
                  </a:moveTo>
                  <a:cubicBezTo>
                    <a:pt x="0" y="83001"/>
                    <a:pt x="83001" y="0"/>
                    <a:pt x="185388" y="0"/>
                  </a:cubicBezTo>
                  <a:lnTo>
                    <a:pt x="7016302" y="0"/>
                  </a:lnTo>
                  <a:cubicBezTo>
                    <a:pt x="7118689" y="0"/>
                    <a:pt x="7201690" y="83001"/>
                    <a:pt x="7201690" y="185388"/>
                  </a:cubicBezTo>
                  <a:lnTo>
                    <a:pt x="7201690" y="926916"/>
                  </a:lnTo>
                  <a:cubicBezTo>
                    <a:pt x="7201690" y="1029303"/>
                    <a:pt x="7118689" y="1112304"/>
                    <a:pt x="7016302" y="1112304"/>
                  </a:cubicBezTo>
                  <a:lnTo>
                    <a:pt x="185388" y="1112304"/>
                  </a:lnTo>
                  <a:cubicBezTo>
                    <a:pt x="83001" y="1112304"/>
                    <a:pt x="0" y="1029303"/>
                    <a:pt x="0" y="926916"/>
                  </a:cubicBezTo>
                  <a:lnTo>
                    <a:pt x="0" y="185388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0978" tIns="160978" rIns="160978" bIns="160978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F</a:t>
              </a:r>
              <a:r>
                <a:rPr lang="en-US" sz="2800" b="0" i="0" kern="1200" dirty="0"/>
                <a:t>ocus on the message captured with the help of eyes.</a:t>
              </a:r>
              <a:endParaRPr lang="en-IN" sz="2800" kern="12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91733F7-CEB5-48F1-B88B-4D391C946C1C}"/>
                </a:ext>
              </a:extLst>
            </p:cNvPr>
            <p:cNvSpPr/>
            <p:nvPr/>
          </p:nvSpPr>
          <p:spPr>
            <a:xfrm>
              <a:off x="971155" y="5070463"/>
              <a:ext cx="7201690" cy="1112304"/>
            </a:xfrm>
            <a:custGeom>
              <a:avLst/>
              <a:gdLst>
                <a:gd name="connsiteX0" fmla="*/ 0 w 7201690"/>
                <a:gd name="connsiteY0" fmla="*/ 185388 h 1112304"/>
                <a:gd name="connsiteX1" fmla="*/ 185388 w 7201690"/>
                <a:gd name="connsiteY1" fmla="*/ 0 h 1112304"/>
                <a:gd name="connsiteX2" fmla="*/ 7016302 w 7201690"/>
                <a:gd name="connsiteY2" fmla="*/ 0 h 1112304"/>
                <a:gd name="connsiteX3" fmla="*/ 7201690 w 7201690"/>
                <a:gd name="connsiteY3" fmla="*/ 185388 h 1112304"/>
                <a:gd name="connsiteX4" fmla="*/ 7201690 w 7201690"/>
                <a:gd name="connsiteY4" fmla="*/ 926916 h 1112304"/>
                <a:gd name="connsiteX5" fmla="*/ 7016302 w 7201690"/>
                <a:gd name="connsiteY5" fmla="*/ 1112304 h 1112304"/>
                <a:gd name="connsiteX6" fmla="*/ 185388 w 7201690"/>
                <a:gd name="connsiteY6" fmla="*/ 1112304 h 1112304"/>
                <a:gd name="connsiteX7" fmla="*/ 0 w 7201690"/>
                <a:gd name="connsiteY7" fmla="*/ 926916 h 1112304"/>
                <a:gd name="connsiteX8" fmla="*/ 0 w 7201690"/>
                <a:gd name="connsiteY8" fmla="*/ 185388 h 111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1690" h="1112304">
                  <a:moveTo>
                    <a:pt x="0" y="185388"/>
                  </a:moveTo>
                  <a:cubicBezTo>
                    <a:pt x="0" y="83001"/>
                    <a:pt x="83001" y="0"/>
                    <a:pt x="185388" y="0"/>
                  </a:cubicBezTo>
                  <a:lnTo>
                    <a:pt x="7016302" y="0"/>
                  </a:lnTo>
                  <a:cubicBezTo>
                    <a:pt x="7118689" y="0"/>
                    <a:pt x="7201690" y="83001"/>
                    <a:pt x="7201690" y="185388"/>
                  </a:cubicBezTo>
                  <a:lnTo>
                    <a:pt x="7201690" y="926916"/>
                  </a:lnTo>
                  <a:cubicBezTo>
                    <a:pt x="7201690" y="1029303"/>
                    <a:pt x="7118689" y="1112304"/>
                    <a:pt x="7016302" y="1112304"/>
                  </a:cubicBezTo>
                  <a:lnTo>
                    <a:pt x="185388" y="1112304"/>
                  </a:lnTo>
                  <a:cubicBezTo>
                    <a:pt x="83001" y="1112304"/>
                    <a:pt x="0" y="1029303"/>
                    <a:pt x="0" y="926916"/>
                  </a:cubicBezTo>
                  <a:lnTo>
                    <a:pt x="0" y="185388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0978" tIns="160978" rIns="160978" bIns="160978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0" i="0" kern="1200" dirty="0"/>
                <a:t>Identify the trends and outliers.</a:t>
              </a:r>
              <a:endParaRPr lang="en-IN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54167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17AAB-31C8-4462-96BC-E1E02D74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i="0" dirty="0">
                <a:effectLst/>
                <a:latin typeface="Bahnschrift" panose="020B0502040204020203" pitchFamily="34" charset="0"/>
              </a:rPr>
              <a:t>Uses of Data Visualization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1221-80B7-4ADA-B86B-22F4C8803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31089"/>
            <a:ext cx="8465396" cy="5101940"/>
          </a:xfrm>
        </p:spPr>
        <p:txBody>
          <a:bodyPr/>
          <a:lstStyle/>
          <a:p>
            <a:pPr algn="just"/>
            <a:r>
              <a:rPr lang="en-IN" i="0" dirty="0">
                <a:solidFill>
                  <a:srgbClr val="C00000"/>
                </a:solidFill>
                <a:effectLst/>
              </a:rPr>
              <a:t>Presentable </a:t>
            </a:r>
            <a:r>
              <a:rPr lang="en-IN" b="0" i="0" dirty="0">
                <a:solidFill>
                  <a:srgbClr val="222222"/>
                </a:solidFill>
                <a:effectLst/>
              </a:rPr>
              <a:t>and</a:t>
            </a:r>
            <a:r>
              <a:rPr lang="en-IN" b="1" i="0" dirty="0">
                <a:solidFill>
                  <a:srgbClr val="222222"/>
                </a:solidFill>
                <a:effectLst/>
              </a:rPr>
              <a:t> </a:t>
            </a:r>
            <a:r>
              <a:rPr lang="en-IN" i="0" dirty="0">
                <a:solidFill>
                  <a:srgbClr val="C00000"/>
                </a:solidFill>
                <a:effectLst/>
              </a:rPr>
              <a:t>interpretable</a:t>
            </a:r>
            <a:r>
              <a:rPr lang="en-IN" b="0" i="0" dirty="0">
                <a:solidFill>
                  <a:srgbClr val="222222"/>
                </a:solidFill>
                <a:effectLst/>
              </a:rPr>
              <a:t> results.</a:t>
            </a:r>
          </a:p>
          <a:p>
            <a:pPr algn="just"/>
            <a:r>
              <a:rPr lang="en-US" b="0" i="0" dirty="0">
                <a:solidFill>
                  <a:srgbClr val="222222"/>
                </a:solidFill>
                <a:effectLst/>
              </a:rPr>
              <a:t>Acts as a primary step in the pre-processing portion.</a:t>
            </a:r>
            <a:endParaRPr lang="en-IN" dirty="0">
              <a:solidFill>
                <a:srgbClr val="222222"/>
              </a:solidFill>
            </a:endParaRPr>
          </a:p>
          <a:p>
            <a:pPr algn="just"/>
            <a:r>
              <a:rPr lang="en-US" b="0" i="0" dirty="0">
                <a:solidFill>
                  <a:srgbClr val="222222"/>
                </a:solidFill>
                <a:effectLst/>
              </a:rPr>
              <a:t>Supports the </a:t>
            </a:r>
            <a:r>
              <a:rPr lang="en-US" i="0" dirty="0">
                <a:solidFill>
                  <a:srgbClr val="C00000"/>
                </a:solidFill>
                <a:effectLst/>
              </a:rPr>
              <a:t>data cleaning process</a:t>
            </a:r>
            <a:endParaRPr lang="en-IN" i="0" dirty="0">
              <a:solidFill>
                <a:srgbClr val="C00000"/>
              </a:solidFill>
              <a:effectLst/>
            </a:endParaRPr>
          </a:p>
          <a:p>
            <a:pPr algn="just"/>
            <a:r>
              <a:rPr lang="en-US" b="0" i="0" dirty="0">
                <a:solidFill>
                  <a:srgbClr val="222222"/>
                </a:solidFill>
                <a:effectLst/>
              </a:rPr>
              <a:t>Helps to </a:t>
            </a:r>
            <a:r>
              <a:rPr lang="en-US" i="0" dirty="0">
                <a:solidFill>
                  <a:srgbClr val="C00000"/>
                </a:solidFill>
                <a:effectLst/>
              </a:rPr>
              <a:t>construct and select variables</a:t>
            </a:r>
            <a:endParaRPr lang="en-IN" dirty="0">
              <a:solidFill>
                <a:srgbClr val="C00000"/>
              </a:solidFill>
            </a:endParaRPr>
          </a:p>
          <a:p>
            <a:pPr algn="just"/>
            <a:r>
              <a:rPr lang="en-US" b="0" i="0" dirty="0">
                <a:solidFill>
                  <a:srgbClr val="222222"/>
                </a:solidFill>
                <a:effectLst/>
              </a:rPr>
              <a:t>Plays a crucial role while combining the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62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4E89C3-5A4A-49B3-ADB2-9618232171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4942594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E42556D-F81D-4957-BA69-7A250D0C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1"/>
            <a:ext cx="8805638" cy="1286540"/>
          </a:xfrm>
        </p:spPr>
        <p:txBody>
          <a:bodyPr>
            <a:normAutofit fontScale="90000"/>
          </a:bodyPr>
          <a:lstStyle/>
          <a:p>
            <a:br>
              <a:rPr lang="en-US" i="0" dirty="0">
                <a:effectLst/>
                <a:latin typeface="Bahnschrift" panose="020B0502040204020203" pitchFamily="34" charset="0"/>
              </a:rPr>
            </a:br>
            <a:r>
              <a:rPr lang="en-US" i="0" dirty="0">
                <a:effectLst/>
                <a:latin typeface="Bahnschrift" panose="020B0502040204020203" pitchFamily="34" charset="0"/>
              </a:rPr>
              <a:t>Different Types of Analysis for Data Visualization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534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4E89C3-5A4A-49B3-ADB2-9618232171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523614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E42556D-F81D-4957-BA69-7A250D0C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1"/>
            <a:ext cx="8805638" cy="1286540"/>
          </a:xfrm>
        </p:spPr>
        <p:txBody>
          <a:bodyPr>
            <a:normAutofit fontScale="90000"/>
          </a:bodyPr>
          <a:lstStyle/>
          <a:p>
            <a:br>
              <a:rPr lang="en-US" i="0" dirty="0">
                <a:effectLst/>
                <a:latin typeface="Bahnschrift" panose="020B0502040204020203" pitchFamily="34" charset="0"/>
              </a:rPr>
            </a:br>
            <a:r>
              <a:rPr lang="en-US" i="0" dirty="0">
                <a:effectLst/>
                <a:latin typeface="Bahnschrift" panose="020B0502040204020203" pitchFamily="34" charset="0"/>
              </a:rPr>
              <a:t>Different Types of Analysis for Data Visualization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815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4E89C3-5A4A-49B3-ADB2-9618232171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E42556D-F81D-4957-BA69-7A250D0C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1"/>
            <a:ext cx="8805638" cy="1286540"/>
          </a:xfrm>
        </p:spPr>
        <p:txBody>
          <a:bodyPr>
            <a:normAutofit fontScale="90000"/>
          </a:bodyPr>
          <a:lstStyle/>
          <a:p>
            <a:br>
              <a:rPr lang="en-US" i="0" dirty="0">
                <a:effectLst/>
                <a:latin typeface="Bahnschrift" panose="020B0502040204020203" pitchFamily="34" charset="0"/>
              </a:rPr>
            </a:br>
            <a:r>
              <a:rPr lang="en-US" i="0" dirty="0">
                <a:effectLst/>
                <a:latin typeface="Bahnschrift" panose="020B0502040204020203" pitchFamily="34" charset="0"/>
              </a:rPr>
              <a:t>Different Types of Analysis for Data Visualization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87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C4813F3-07CD-4CE3-8A27-CD7B4FADD781}"/>
              </a:ext>
            </a:extLst>
          </p:cNvPr>
          <p:cNvGrpSpPr/>
          <p:nvPr/>
        </p:nvGrpSpPr>
        <p:grpSpPr>
          <a:xfrm>
            <a:off x="1900545" y="2055222"/>
            <a:ext cx="5342910" cy="3948480"/>
            <a:chOff x="1900545" y="2055222"/>
            <a:chExt cx="5342910" cy="394848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B6BC851-881D-4C3F-995A-F1FF4C703AB8}"/>
                </a:ext>
              </a:extLst>
            </p:cNvPr>
            <p:cNvSpPr/>
            <p:nvPr/>
          </p:nvSpPr>
          <p:spPr>
            <a:xfrm>
              <a:off x="1900545" y="2055222"/>
              <a:ext cx="5342910" cy="917280"/>
            </a:xfrm>
            <a:custGeom>
              <a:avLst/>
              <a:gdLst>
                <a:gd name="connsiteX0" fmla="*/ 0 w 5342910"/>
                <a:gd name="connsiteY0" fmla="*/ 152883 h 917280"/>
                <a:gd name="connsiteX1" fmla="*/ 152883 w 5342910"/>
                <a:gd name="connsiteY1" fmla="*/ 0 h 917280"/>
                <a:gd name="connsiteX2" fmla="*/ 5190027 w 5342910"/>
                <a:gd name="connsiteY2" fmla="*/ 0 h 917280"/>
                <a:gd name="connsiteX3" fmla="*/ 5342910 w 5342910"/>
                <a:gd name="connsiteY3" fmla="*/ 152883 h 917280"/>
                <a:gd name="connsiteX4" fmla="*/ 5342910 w 5342910"/>
                <a:gd name="connsiteY4" fmla="*/ 764397 h 917280"/>
                <a:gd name="connsiteX5" fmla="*/ 5190027 w 5342910"/>
                <a:gd name="connsiteY5" fmla="*/ 917280 h 917280"/>
                <a:gd name="connsiteX6" fmla="*/ 152883 w 5342910"/>
                <a:gd name="connsiteY6" fmla="*/ 917280 h 917280"/>
                <a:gd name="connsiteX7" fmla="*/ 0 w 5342910"/>
                <a:gd name="connsiteY7" fmla="*/ 764397 h 917280"/>
                <a:gd name="connsiteX8" fmla="*/ 0 w 5342910"/>
                <a:gd name="connsiteY8" fmla="*/ 152883 h 91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42910" h="917280">
                  <a:moveTo>
                    <a:pt x="0" y="152883"/>
                  </a:moveTo>
                  <a:cubicBezTo>
                    <a:pt x="0" y="68448"/>
                    <a:pt x="68448" y="0"/>
                    <a:pt x="152883" y="0"/>
                  </a:cubicBezTo>
                  <a:lnTo>
                    <a:pt x="5190027" y="0"/>
                  </a:lnTo>
                  <a:cubicBezTo>
                    <a:pt x="5274462" y="0"/>
                    <a:pt x="5342910" y="68448"/>
                    <a:pt x="5342910" y="152883"/>
                  </a:cubicBezTo>
                  <a:lnTo>
                    <a:pt x="5342910" y="764397"/>
                  </a:lnTo>
                  <a:cubicBezTo>
                    <a:pt x="5342910" y="848832"/>
                    <a:pt x="5274462" y="917280"/>
                    <a:pt x="5190027" y="917280"/>
                  </a:cubicBezTo>
                  <a:lnTo>
                    <a:pt x="152883" y="917280"/>
                  </a:lnTo>
                  <a:cubicBezTo>
                    <a:pt x="68448" y="917280"/>
                    <a:pt x="0" y="848832"/>
                    <a:pt x="0" y="764397"/>
                  </a:cubicBezTo>
                  <a:lnTo>
                    <a:pt x="0" y="15288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6698" tIns="166698" rIns="166698" bIns="166698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i="0" kern="1200">
                  <a:latin typeface="Bahnschrift" panose="020B0502040204020203" pitchFamily="34" charset="0"/>
                </a:rPr>
                <a:t>Distribution Plot</a:t>
              </a:r>
              <a:endParaRPr lang="en-IN" sz="3200" kern="1200">
                <a:latin typeface="Bahnschrift" panose="020B0502040204020203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B9780A9-3E5D-4B91-9024-7485688AEC1D}"/>
                </a:ext>
              </a:extLst>
            </p:cNvPr>
            <p:cNvSpPr/>
            <p:nvPr/>
          </p:nvSpPr>
          <p:spPr>
            <a:xfrm>
              <a:off x="1900545" y="3563327"/>
              <a:ext cx="5342910" cy="917280"/>
            </a:xfrm>
            <a:custGeom>
              <a:avLst/>
              <a:gdLst>
                <a:gd name="connsiteX0" fmla="*/ 0 w 5342910"/>
                <a:gd name="connsiteY0" fmla="*/ 152883 h 917280"/>
                <a:gd name="connsiteX1" fmla="*/ 152883 w 5342910"/>
                <a:gd name="connsiteY1" fmla="*/ 0 h 917280"/>
                <a:gd name="connsiteX2" fmla="*/ 5190027 w 5342910"/>
                <a:gd name="connsiteY2" fmla="*/ 0 h 917280"/>
                <a:gd name="connsiteX3" fmla="*/ 5342910 w 5342910"/>
                <a:gd name="connsiteY3" fmla="*/ 152883 h 917280"/>
                <a:gd name="connsiteX4" fmla="*/ 5342910 w 5342910"/>
                <a:gd name="connsiteY4" fmla="*/ 764397 h 917280"/>
                <a:gd name="connsiteX5" fmla="*/ 5190027 w 5342910"/>
                <a:gd name="connsiteY5" fmla="*/ 917280 h 917280"/>
                <a:gd name="connsiteX6" fmla="*/ 152883 w 5342910"/>
                <a:gd name="connsiteY6" fmla="*/ 917280 h 917280"/>
                <a:gd name="connsiteX7" fmla="*/ 0 w 5342910"/>
                <a:gd name="connsiteY7" fmla="*/ 764397 h 917280"/>
                <a:gd name="connsiteX8" fmla="*/ 0 w 5342910"/>
                <a:gd name="connsiteY8" fmla="*/ 152883 h 91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42910" h="917280">
                  <a:moveTo>
                    <a:pt x="0" y="152883"/>
                  </a:moveTo>
                  <a:cubicBezTo>
                    <a:pt x="0" y="68448"/>
                    <a:pt x="68448" y="0"/>
                    <a:pt x="152883" y="0"/>
                  </a:cubicBezTo>
                  <a:lnTo>
                    <a:pt x="5190027" y="0"/>
                  </a:lnTo>
                  <a:cubicBezTo>
                    <a:pt x="5274462" y="0"/>
                    <a:pt x="5342910" y="68448"/>
                    <a:pt x="5342910" y="152883"/>
                  </a:cubicBezTo>
                  <a:lnTo>
                    <a:pt x="5342910" y="764397"/>
                  </a:lnTo>
                  <a:cubicBezTo>
                    <a:pt x="5342910" y="848832"/>
                    <a:pt x="5274462" y="917280"/>
                    <a:pt x="5190027" y="917280"/>
                  </a:cubicBezTo>
                  <a:lnTo>
                    <a:pt x="152883" y="917280"/>
                  </a:lnTo>
                  <a:cubicBezTo>
                    <a:pt x="68448" y="917280"/>
                    <a:pt x="0" y="848832"/>
                    <a:pt x="0" y="764397"/>
                  </a:cubicBezTo>
                  <a:lnTo>
                    <a:pt x="0" y="15288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6698" tIns="166698" rIns="166698" bIns="166698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i="0" kern="1200">
                  <a:latin typeface="Bahnschrift" panose="020B0502040204020203" pitchFamily="34" charset="0"/>
                </a:rPr>
                <a:t>Box and Whisker Plot</a:t>
              </a:r>
              <a:endParaRPr lang="en-IN" sz="3200" kern="120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5161BF-16A2-427B-9DFB-1B75D6AD895E}"/>
                </a:ext>
              </a:extLst>
            </p:cNvPr>
            <p:cNvSpPr/>
            <p:nvPr/>
          </p:nvSpPr>
          <p:spPr>
            <a:xfrm>
              <a:off x="1900545" y="5071432"/>
              <a:ext cx="5342910" cy="917280"/>
            </a:xfrm>
            <a:custGeom>
              <a:avLst/>
              <a:gdLst>
                <a:gd name="connsiteX0" fmla="*/ 0 w 5342910"/>
                <a:gd name="connsiteY0" fmla="*/ 152883 h 917280"/>
                <a:gd name="connsiteX1" fmla="*/ 152883 w 5342910"/>
                <a:gd name="connsiteY1" fmla="*/ 0 h 917280"/>
                <a:gd name="connsiteX2" fmla="*/ 5190027 w 5342910"/>
                <a:gd name="connsiteY2" fmla="*/ 0 h 917280"/>
                <a:gd name="connsiteX3" fmla="*/ 5342910 w 5342910"/>
                <a:gd name="connsiteY3" fmla="*/ 152883 h 917280"/>
                <a:gd name="connsiteX4" fmla="*/ 5342910 w 5342910"/>
                <a:gd name="connsiteY4" fmla="*/ 764397 h 917280"/>
                <a:gd name="connsiteX5" fmla="*/ 5190027 w 5342910"/>
                <a:gd name="connsiteY5" fmla="*/ 917280 h 917280"/>
                <a:gd name="connsiteX6" fmla="*/ 152883 w 5342910"/>
                <a:gd name="connsiteY6" fmla="*/ 917280 h 917280"/>
                <a:gd name="connsiteX7" fmla="*/ 0 w 5342910"/>
                <a:gd name="connsiteY7" fmla="*/ 764397 h 917280"/>
                <a:gd name="connsiteX8" fmla="*/ 0 w 5342910"/>
                <a:gd name="connsiteY8" fmla="*/ 152883 h 91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42910" h="917280">
                  <a:moveTo>
                    <a:pt x="0" y="152883"/>
                  </a:moveTo>
                  <a:cubicBezTo>
                    <a:pt x="0" y="68448"/>
                    <a:pt x="68448" y="0"/>
                    <a:pt x="152883" y="0"/>
                  </a:cubicBezTo>
                  <a:lnTo>
                    <a:pt x="5190027" y="0"/>
                  </a:lnTo>
                  <a:cubicBezTo>
                    <a:pt x="5274462" y="0"/>
                    <a:pt x="5342910" y="68448"/>
                    <a:pt x="5342910" y="152883"/>
                  </a:cubicBezTo>
                  <a:lnTo>
                    <a:pt x="5342910" y="764397"/>
                  </a:lnTo>
                  <a:cubicBezTo>
                    <a:pt x="5342910" y="848832"/>
                    <a:pt x="5274462" y="917280"/>
                    <a:pt x="5190027" y="917280"/>
                  </a:cubicBezTo>
                  <a:lnTo>
                    <a:pt x="152883" y="917280"/>
                  </a:lnTo>
                  <a:cubicBezTo>
                    <a:pt x="68448" y="917280"/>
                    <a:pt x="0" y="848832"/>
                    <a:pt x="0" y="764397"/>
                  </a:cubicBezTo>
                  <a:lnTo>
                    <a:pt x="0" y="15288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6698" tIns="166698" rIns="166698" bIns="166698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i="0" kern="1200">
                  <a:latin typeface="Bahnschrift" panose="020B0502040204020203" pitchFamily="34" charset="0"/>
                </a:rPr>
                <a:t>Violin Plot</a:t>
              </a:r>
              <a:endParaRPr lang="en-IN" sz="3200" kern="1200">
                <a:latin typeface="Bahnschrift" panose="020B0502040204020203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B4C869-A0BC-4DE6-A447-088DCBFA43F3}"/>
                </a:ext>
              </a:extLst>
            </p:cNvPr>
            <p:cNvSpPr/>
            <p:nvPr/>
          </p:nvSpPr>
          <p:spPr>
            <a:xfrm>
              <a:off x="1900545" y="2070212"/>
              <a:ext cx="5342910" cy="917280"/>
            </a:xfrm>
            <a:custGeom>
              <a:avLst/>
              <a:gdLst>
                <a:gd name="connsiteX0" fmla="*/ 0 w 5342910"/>
                <a:gd name="connsiteY0" fmla="*/ 152883 h 917280"/>
                <a:gd name="connsiteX1" fmla="*/ 152883 w 5342910"/>
                <a:gd name="connsiteY1" fmla="*/ 0 h 917280"/>
                <a:gd name="connsiteX2" fmla="*/ 5190027 w 5342910"/>
                <a:gd name="connsiteY2" fmla="*/ 0 h 917280"/>
                <a:gd name="connsiteX3" fmla="*/ 5342910 w 5342910"/>
                <a:gd name="connsiteY3" fmla="*/ 152883 h 917280"/>
                <a:gd name="connsiteX4" fmla="*/ 5342910 w 5342910"/>
                <a:gd name="connsiteY4" fmla="*/ 764397 h 917280"/>
                <a:gd name="connsiteX5" fmla="*/ 5190027 w 5342910"/>
                <a:gd name="connsiteY5" fmla="*/ 917280 h 917280"/>
                <a:gd name="connsiteX6" fmla="*/ 152883 w 5342910"/>
                <a:gd name="connsiteY6" fmla="*/ 917280 h 917280"/>
                <a:gd name="connsiteX7" fmla="*/ 0 w 5342910"/>
                <a:gd name="connsiteY7" fmla="*/ 764397 h 917280"/>
                <a:gd name="connsiteX8" fmla="*/ 0 w 5342910"/>
                <a:gd name="connsiteY8" fmla="*/ 152883 h 91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42910" h="917280">
                  <a:moveTo>
                    <a:pt x="0" y="152883"/>
                  </a:moveTo>
                  <a:cubicBezTo>
                    <a:pt x="0" y="68448"/>
                    <a:pt x="68448" y="0"/>
                    <a:pt x="152883" y="0"/>
                  </a:cubicBezTo>
                  <a:lnTo>
                    <a:pt x="5190027" y="0"/>
                  </a:lnTo>
                  <a:cubicBezTo>
                    <a:pt x="5274462" y="0"/>
                    <a:pt x="5342910" y="68448"/>
                    <a:pt x="5342910" y="152883"/>
                  </a:cubicBezTo>
                  <a:lnTo>
                    <a:pt x="5342910" y="764397"/>
                  </a:lnTo>
                  <a:cubicBezTo>
                    <a:pt x="5342910" y="848832"/>
                    <a:pt x="5274462" y="917280"/>
                    <a:pt x="5190027" y="917280"/>
                  </a:cubicBezTo>
                  <a:lnTo>
                    <a:pt x="152883" y="917280"/>
                  </a:lnTo>
                  <a:cubicBezTo>
                    <a:pt x="68448" y="917280"/>
                    <a:pt x="0" y="848832"/>
                    <a:pt x="0" y="764397"/>
                  </a:cubicBezTo>
                  <a:lnTo>
                    <a:pt x="0" y="152883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6698" tIns="166698" rIns="166698" bIns="166698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i="0" kern="1200">
                  <a:latin typeface="Bahnschrift" panose="020B0502040204020203" pitchFamily="34" charset="0"/>
                </a:rPr>
                <a:t>Distribution Plot</a:t>
              </a:r>
              <a:endParaRPr lang="en-IN" sz="3200" kern="1200"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8351EC3-6BDE-47BB-B9FA-D487D53D6708}"/>
                </a:ext>
              </a:extLst>
            </p:cNvPr>
            <p:cNvSpPr/>
            <p:nvPr/>
          </p:nvSpPr>
          <p:spPr>
            <a:xfrm>
              <a:off x="1900545" y="3578317"/>
              <a:ext cx="5342910" cy="917280"/>
            </a:xfrm>
            <a:custGeom>
              <a:avLst/>
              <a:gdLst>
                <a:gd name="connsiteX0" fmla="*/ 0 w 5342910"/>
                <a:gd name="connsiteY0" fmla="*/ 152883 h 917280"/>
                <a:gd name="connsiteX1" fmla="*/ 152883 w 5342910"/>
                <a:gd name="connsiteY1" fmla="*/ 0 h 917280"/>
                <a:gd name="connsiteX2" fmla="*/ 5190027 w 5342910"/>
                <a:gd name="connsiteY2" fmla="*/ 0 h 917280"/>
                <a:gd name="connsiteX3" fmla="*/ 5342910 w 5342910"/>
                <a:gd name="connsiteY3" fmla="*/ 152883 h 917280"/>
                <a:gd name="connsiteX4" fmla="*/ 5342910 w 5342910"/>
                <a:gd name="connsiteY4" fmla="*/ 764397 h 917280"/>
                <a:gd name="connsiteX5" fmla="*/ 5190027 w 5342910"/>
                <a:gd name="connsiteY5" fmla="*/ 917280 h 917280"/>
                <a:gd name="connsiteX6" fmla="*/ 152883 w 5342910"/>
                <a:gd name="connsiteY6" fmla="*/ 917280 h 917280"/>
                <a:gd name="connsiteX7" fmla="*/ 0 w 5342910"/>
                <a:gd name="connsiteY7" fmla="*/ 764397 h 917280"/>
                <a:gd name="connsiteX8" fmla="*/ 0 w 5342910"/>
                <a:gd name="connsiteY8" fmla="*/ 152883 h 91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42910" h="917280">
                  <a:moveTo>
                    <a:pt x="0" y="152883"/>
                  </a:moveTo>
                  <a:cubicBezTo>
                    <a:pt x="0" y="68448"/>
                    <a:pt x="68448" y="0"/>
                    <a:pt x="152883" y="0"/>
                  </a:cubicBezTo>
                  <a:lnTo>
                    <a:pt x="5190027" y="0"/>
                  </a:lnTo>
                  <a:cubicBezTo>
                    <a:pt x="5274462" y="0"/>
                    <a:pt x="5342910" y="68448"/>
                    <a:pt x="5342910" y="152883"/>
                  </a:cubicBezTo>
                  <a:lnTo>
                    <a:pt x="5342910" y="764397"/>
                  </a:lnTo>
                  <a:cubicBezTo>
                    <a:pt x="5342910" y="848832"/>
                    <a:pt x="5274462" y="917280"/>
                    <a:pt x="5190027" y="917280"/>
                  </a:cubicBezTo>
                  <a:lnTo>
                    <a:pt x="152883" y="917280"/>
                  </a:lnTo>
                  <a:cubicBezTo>
                    <a:pt x="68448" y="917280"/>
                    <a:pt x="0" y="848832"/>
                    <a:pt x="0" y="764397"/>
                  </a:cubicBezTo>
                  <a:lnTo>
                    <a:pt x="0" y="152883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6698" tIns="166698" rIns="166698" bIns="166698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i="0" kern="1200">
                  <a:latin typeface="Bahnschrift" panose="020B0502040204020203" pitchFamily="34" charset="0"/>
                </a:rPr>
                <a:t>Box and Whisker Plot</a:t>
              </a:r>
              <a:endParaRPr lang="en-IN" sz="3200" kern="1200">
                <a:latin typeface="Bahnschrift" panose="020B0502040204020203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E4DB9E1-9F6D-4B62-AFA8-71192936C064}"/>
                </a:ext>
              </a:extLst>
            </p:cNvPr>
            <p:cNvSpPr/>
            <p:nvPr/>
          </p:nvSpPr>
          <p:spPr>
            <a:xfrm>
              <a:off x="1900545" y="5086422"/>
              <a:ext cx="5342910" cy="917280"/>
            </a:xfrm>
            <a:custGeom>
              <a:avLst/>
              <a:gdLst>
                <a:gd name="connsiteX0" fmla="*/ 0 w 5342910"/>
                <a:gd name="connsiteY0" fmla="*/ 152883 h 917280"/>
                <a:gd name="connsiteX1" fmla="*/ 152883 w 5342910"/>
                <a:gd name="connsiteY1" fmla="*/ 0 h 917280"/>
                <a:gd name="connsiteX2" fmla="*/ 5190027 w 5342910"/>
                <a:gd name="connsiteY2" fmla="*/ 0 h 917280"/>
                <a:gd name="connsiteX3" fmla="*/ 5342910 w 5342910"/>
                <a:gd name="connsiteY3" fmla="*/ 152883 h 917280"/>
                <a:gd name="connsiteX4" fmla="*/ 5342910 w 5342910"/>
                <a:gd name="connsiteY4" fmla="*/ 764397 h 917280"/>
                <a:gd name="connsiteX5" fmla="*/ 5190027 w 5342910"/>
                <a:gd name="connsiteY5" fmla="*/ 917280 h 917280"/>
                <a:gd name="connsiteX6" fmla="*/ 152883 w 5342910"/>
                <a:gd name="connsiteY6" fmla="*/ 917280 h 917280"/>
                <a:gd name="connsiteX7" fmla="*/ 0 w 5342910"/>
                <a:gd name="connsiteY7" fmla="*/ 764397 h 917280"/>
                <a:gd name="connsiteX8" fmla="*/ 0 w 5342910"/>
                <a:gd name="connsiteY8" fmla="*/ 152883 h 91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42910" h="917280">
                  <a:moveTo>
                    <a:pt x="0" y="152883"/>
                  </a:moveTo>
                  <a:cubicBezTo>
                    <a:pt x="0" y="68448"/>
                    <a:pt x="68448" y="0"/>
                    <a:pt x="152883" y="0"/>
                  </a:cubicBezTo>
                  <a:lnTo>
                    <a:pt x="5190027" y="0"/>
                  </a:lnTo>
                  <a:cubicBezTo>
                    <a:pt x="5274462" y="0"/>
                    <a:pt x="5342910" y="68448"/>
                    <a:pt x="5342910" y="152883"/>
                  </a:cubicBezTo>
                  <a:lnTo>
                    <a:pt x="5342910" y="764397"/>
                  </a:lnTo>
                  <a:cubicBezTo>
                    <a:pt x="5342910" y="848832"/>
                    <a:pt x="5274462" y="917280"/>
                    <a:pt x="5190027" y="917280"/>
                  </a:cubicBezTo>
                  <a:lnTo>
                    <a:pt x="152883" y="917280"/>
                  </a:lnTo>
                  <a:cubicBezTo>
                    <a:pt x="68448" y="917280"/>
                    <a:pt x="0" y="848832"/>
                    <a:pt x="0" y="764397"/>
                  </a:cubicBezTo>
                  <a:lnTo>
                    <a:pt x="0" y="152883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6698" tIns="166698" rIns="166698" bIns="166698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i="0" kern="1200">
                  <a:latin typeface="Bahnschrift" panose="020B0502040204020203" pitchFamily="34" charset="0"/>
                </a:rPr>
                <a:t>Violin Plot</a:t>
              </a:r>
              <a:endParaRPr lang="en-IN" sz="3200" kern="1200">
                <a:latin typeface="Bahnschrift" panose="020B0502040204020203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677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6EADA-463E-416D-BE93-D73B9138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i="0" dirty="0">
                <a:solidFill>
                  <a:srgbClr val="222222"/>
                </a:solidFill>
                <a:effectLst/>
              </a:rPr>
              <a:t>Distribution Plot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808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6EADA-463E-416D-BE93-D73B91388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31088"/>
            <a:ext cx="8386537" cy="510194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i="0" dirty="0">
                <a:solidFill>
                  <a:srgbClr val="222222"/>
                </a:solidFill>
                <a:effectLst/>
              </a:rPr>
              <a:t>Distribution Plot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07DC9-7660-4BE6-AFAC-6BCF60756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15" y="2512033"/>
            <a:ext cx="6026830" cy="38986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8631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07DC9-7660-4BE6-AFAC-6BCF60756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62" y="2028206"/>
            <a:ext cx="3775657" cy="41327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9713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6EADA-463E-416D-BE93-D73B9138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IN" i="0" dirty="0">
                <a:solidFill>
                  <a:srgbClr val="222222"/>
                </a:solidFill>
                <a:effectLst/>
              </a:rPr>
              <a:t>2.	Box and Whisker Plot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CF82E-A39E-4FA1-9401-F9C224DA5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99" y="1520435"/>
            <a:ext cx="28575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44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6EADA-463E-416D-BE93-D73B9138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IN" i="0" dirty="0">
                <a:solidFill>
                  <a:srgbClr val="222222"/>
                </a:solidFill>
                <a:effectLst/>
              </a:rPr>
              <a:t>2.	Box and Whisker Plot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B9ED4-EC60-47F3-98D2-17EA57284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64" y="2597237"/>
            <a:ext cx="5647071" cy="35261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7370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6EADA-463E-416D-BE93-D73B9138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IN" i="0" dirty="0">
                <a:solidFill>
                  <a:srgbClr val="222222"/>
                </a:solidFill>
                <a:effectLst/>
              </a:rPr>
              <a:t>2.	Box and Whisker Plot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B9ED4-EC60-47F3-98D2-17EA57284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62" y="2564524"/>
            <a:ext cx="4538285" cy="40685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4015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6EADA-463E-416D-BE93-D73B9138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IN" i="0" dirty="0">
                <a:solidFill>
                  <a:srgbClr val="222222"/>
                </a:solidFill>
                <a:effectLst/>
              </a:rPr>
              <a:t> Violin Plot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147269"/>
      </p:ext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6EADA-463E-416D-BE93-D73B9138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dirty="0" lang="en-US"/>
              <a:t>3. </a:t>
            </a:r>
            <a:r>
              <a:rPr dirty="0" i="0" lang="en-IN">
                <a:solidFill>
                  <a:srgbClr val="222222"/>
                </a:solidFill>
                <a:effectLst/>
              </a:rPr>
              <a:t> Violin Plot</a:t>
            </a:r>
          </a:p>
          <a:p>
            <a:pPr indent="0" marL="0">
              <a:buNone/>
            </a:pPr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i="0" lang="en-US">
                <a:effectLst/>
                <a:latin charset="0" panose="020B0502040204020203" pitchFamily="34" typeface="Bahnschrift"/>
              </a:rPr>
              <a:t>Univariate Analysis Techniques for Data Visualization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3C7F36-B03D-47D6-81C6-BCEFF5DAC6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2" r="-58"/>
          <a:stretch/>
        </p:blipFill>
        <p:spPr>
          <a:xfrm>
            <a:off x="2503356" y="2713220"/>
            <a:ext cx="4092315" cy="36949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4280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6EADA-463E-416D-BE93-D73B9138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IN" i="0" dirty="0">
                <a:solidFill>
                  <a:srgbClr val="222222"/>
                </a:solidFill>
                <a:effectLst/>
              </a:rPr>
              <a:t> Violin Plot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3B3AD-F78D-4F79-9EC0-D749FBD7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Univariate Analysis Techniques for Data Visualization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AA8E2-59C0-485A-89DE-E904A0F3E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62" y="2818149"/>
            <a:ext cx="4443500" cy="32254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5348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Line Plot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Bivariate Analysis Techniques for Data Visualization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64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Line Plot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Bivariate Analysis Techniques for Data Visualization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7E2026-1E40-4021-9778-7995DDB21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022" y="2524927"/>
            <a:ext cx="5211956" cy="386070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0075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Line Plot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Bivariate Analysis Techniques for Data Visualization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156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Bar Plot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Bivariate Analysis Techniques for Data Visualization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259118"/>
      </p:ext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dirty="0" lang="en-US"/>
              <a:t>2. Bar Plot</a:t>
            </a:r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1" dirty="0" i="0" lang="en-IN">
                <a:effectLst/>
                <a:latin charset="0" panose="020B0502040204020203" pitchFamily="34" typeface="Bahnschrift"/>
              </a:rPr>
            </a:br>
            <a:r>
              <a:rPr b="1" dirty="0" i="0" lang="en-IN">
                <a:effectLst/>
                <a:latin charset="0" panose="020B0502040204020203" pitchFamily="34" typeface="Bahnschrift"/>
              </a:rPr>
              <a:t>Bivariate Analysis Techniques for Data Visualization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49453-062B-4E32-A7DD-5715F0B293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"/>
          <a:stretch/>
        </p:blipFill>
        <p:spPr>
          <a:xfrm>
            <a:off x="1461541" y="2668288"/>
            <a:ext cx="6220918" cy="356263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001573"/>
      </p:ext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dirty="0" lang="en-US"/>
              <a:t>2. Bar Plot</a:t>
            </a:r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1" dirty="0" i="0" lang="en-IN">
                <a:effectLst/>
                <a:latin charset="0" panose="020B0502040204020203" pitchFamily="34" typeface="Bahnschrift"/>
              </a:rPr>
            </a:br>
            <a:r>
              <a:rPr b="1" dirty="0" i="0" lang="en-IN">
                <a:effectLst/>
                <a:latin charset="0" panose="020B0502040204020203" pitchFamily="34" typeface="Bahnschrift"/>
              </a:rPr>
              <a:t>Bivariate Analysis Techniques for Data Visualization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49453-062B-4E32-A7DD-5715F0B293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6"/>
          <a:stretch/>
        </p:blipFill>
        <p:spPr>
          <a:xfrm>
            <a:off x="3069627" y="1628145"/>
            <a:ext cx="4965102" cy="28473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67763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IN" i="0" dirty="0">
                <a:solidFill>
                  <a:srgbClr val="222222"/>
                </a:solidFill>
                <a:effectLst/>
              </a:rPr>
              <a:t>Scatter Plot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Bivariate Analysis Techniques for Data Visualization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026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IN" i="0" dirty="0">
                <a:solidFill>
                  <a:srgbClr val="222222"/>
                </a:solidFill>
                <a:effectLst/>
              </a:rPr>
              <a:t>Scatter Plot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Bivariate Analysis Techniques for Data Visualization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8273C-9507-4177-8AE7-150F8639D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42" y="2580766"/>
            <a:ext cx="5382916" cy="36324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46407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38EF8-E24F-47BE-8226-E08EBCB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IN" i="0" dirty="0">
                <a:solidFill>
                  <a:srgbClr val="222222"/>
                </a:solidFill>
                <a:effectLst/>
              </a:rPr>
              <a:t>Scatter Plot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AEBE-DD42-42C4-AC75-F81FB7F5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Bivariate Analysis Techniques for Data Visualization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8273C-9507-4177-8AE7-150F8639D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131" y="1628145"/>
            <a:ext cx="3974603" cy="268212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504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1070</TotalTime>
  <Words>498</Words>
  <Application>Microsoft Office PowerPoint</Application>
  <PresentationFormat>On-screen Show (4:3)</PresentationFormat>
  <Paragraphs>105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Data visualization</vt:lpstr>
      <vt:lpstr>Data visualization</vt:lpstr>
      <vt:lpstr>Data visualization</vt:lpstr>
      <vt:lpstr>Data visualization</vt:lpstr>
      <vt:lpstr>Data visualization</vt:lpstr>
      <vt:lpstr>Benefits of Good Data Visualization</vt:lpstr>
      <vt:lpstr>Benefits of Good Data Visualization</vt:lpstr>
      <vt:lpstr>Uses of Data Visualization</vt:lpstr>
      <vt:lpstr> Different Types of Analysis for Data Visualization </vt:lpstr>
      <vt:lpstr> Different Types of Analysis for Data Visualization </vt:lpstr>
      <vt:lpstr> Different Types of Analysis for Data Visualization </vt:lpstr>
      <vt:lpstr>Univariate Analysis Techniques for Data Visualization</vt:lpstr>
      <vt:lpstr>Univariate Analysis Techniques for Data Visualization</vt:lpstr>
      <vt:lpstr>Univariate Analysis Techniques for Data Visualization</vt:lpstr>
      <vt:lpstr>Univariate Analysis Techniques for Data Visualization </vt:lpstr>
      <vt:lpstr>Univariate Analysis Techniques for Data Visualization</vt:lpstr>
      <vt:lpstr>Univariate Analysis Techniques for Data Visualization</vt:lpstr>
      <vt:lpstr>Univariate Analysis Techniques for Data Visualization</vt:lpstr>
      <vt:lpstr>Univariate Analysis Techniques for Data Visualization</vt:lpstr>
      <vt:lpstr>Univariate Analysis Techniques for Data Visualization</vt:lpstr>
      <vt:lpstr>Univariate Analysis Techniques for Data Visualization</vt:lpstr>
      <vt:lpstr> Bivariate Analysis Techniques for Data Visualization </vt:lpstr>
      <vt:lpstr> Bivariate Analysis Techniques for Data Visualization </vt:lpstr>
      <vt:lpstr> Bivariate Analysis Techniques for Data Visualization </vt:lpstr>
      <vt:lpstr> Bivariate Analysis Techniques for Data Visualization </vt:lpstr>
      <vt:lpstr> Bivariate Analysis Techniques for Data Visualization </vt:lpstr>
      <vt:lpstr> Bivariate Analysis Techniques for Data Visualization </vt:lpstr>
      <vt:lpstr> Bivariate Analysis Techniques for Data Visualization </vt:lpstr>
      <vt:lpstr> Bivariate Analysis Techniques for Data Visualization </vt:lpstr>
      <vt:lpstr> Bivariate Analysis Techniques for Data Visualization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recording2</cp:lastModifiedBy>
  <cp:revision>67</cp:revision>
  <dcterms:created xsi:type="dcterms:W3CDTF">2021-05-13T17:45:44Z</dcterms:created>
  <dcterms:modified xsi:type="dcterms:W3CDTF">2021-09-21T07:40:13Z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624558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