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vnd.ms-photo" Extension="wdp"/>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handoutMaster+xml" PartName="/ppt/handoutMasters/handout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theme+xml" PartName="/ppt/theme/theme2.xml"/>
  <Override ContentType="application/vnd.openxmlformats-officedocument.drawingml.diagramData+xml" PartName="/ppt/diagrams/data1.xml"/>
  <Override ContentType="application/vnd.openxmlformats-officedocument.drawingml.diagramLayout+xml" PartName="/ppt/diagrams/layout1.xml"/>
  <Override ContentType="application/vnd.openxmlformats-officedocument.drawingml.diagramStyle+xml" PartName="/ppt/diagrams/quickStyle1.xml"/>
  <Override ContentType="application/vnd.openxmlformats-officedocument.drawingml.diagramColors+xml" PartName="/ppt/diagrams/colors1.xml"/>
  <Override ContentType="application/vnd.ms-office.drawingml.diagramDrawing+xml" PartName="/ppt/diagrams/drawing1.xml"/>
  <Override ContentType="application/vnd.openxmlformats-officedocument.drawingml.diagramData+xml" PartName="/ppt/diagrams/data2.xml"/>
  <Override ContentType="application/vnd.openxmlformats-officedocument.drawingml.diagramLayout+xml" PartName="/ppt/diagrams/layout2.xml"/>
  <Override ContentType="application/vnd.openxmlformats-officedocument.drawingml.diagramStyle+xml" PartName="/ppt/diagrams/quickStyle2.xml"/>
  <Override ContentType="application/vnd.openxmlformats-officedocument.drawingml.diagramColors+xml" PartName="/ppt/diagrams/colors2.xml"/>
  <Override ContentType="application/vnd.ms-office.drawingml.diagramDrawing+xml" PartName="/ppt/diagrams/drawing2.xml"/>
  <Override ContentType="application/vnd.openxmlformats-officedocument.drawingml.diagramData+xml" PartName="/ppt/diagrams/data3.xml"/>
  <Override ContentType="application/vnd.openxmlformats-officedocument.drawingml.diagramLayout+xml" PartName="/ppt/diagrams/layout3.xml"/>
  <Override ContentType="application/vnd.openxmlformats-officedocument.drawingml.diagramStyle+xml" PartName="/ppt/diagrams/quickStyle3.xml"/>
  <Override ContentType="application/vnd.openxmlformats-officedocument.drawingml.diagramColors+xml" PartName="/ppt/diagrams/colors3.xml"/>
  <Override ContentType="application/vnd.ms-office.drawingml.diagramDrawing+xml" PartName="/ppt/diagrams/drawing3.xml"/>
  <Override ContentType="application/vnd.openxmlformats-officedocument.drawingml.diagramData+xml" PartName="/ppt/diagrams/data4.xml"/>
  <Override ContentType="application/vnd.openxmlformats-officedocument.drawingml.diagramLayout+xml" PartName="/ppt/diagrams/layout4.xml"/>
  <Override ContentType="application/vnd.openxmlformats-officedocument.drawingml.diagramStyle+xml" PartName="/ppt/diagrams/quickStyle4.xml"/>
  <Override ContentType="application/vnd.openxmlformats-officedocument.drawingml.diagramColors+xml" PartName="/ppt/diagrams/colors4.xml"/>
  <Override ContentType="application/vnd.ms-office.drawingml.diagramDrawing+xml" PartName="/ppt/diagrams/drawing4.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38"/>
  </p:handoutMasterIdLst>
  <p:sldIdLst>
    <p:sldId id="266" r:id="rId2"/>
    <p:sldId id="261" r:id="rId3"/>
    <p:sldId id="318" r:id="rId4"/>
    <p:sldId id="319" r:id="rId5"/>
    <p:sldId id="320" r:id="rId6"/>
    <p:sldId id="322" r:id="rId7"/>
    <p:sldId id="321" r:id="rId8"/>
    <p:sldId id="285" r:id="rId9"/>
    <p:sldId id="286" r:id="rId10"/>
    <p:sldId id="287" r:id="rId11"/>
    <p:sldId id="288" r:id="rId12"/>
    <p:sldId id="289" r:id="rId13"/>
    <p:sldId id="323" r:id="rId14"/>
    <p:sldId id="297" r:id="rId15"/>
    <p:sldId id="327" r:id="rId16"/>
    <p:sldId id="328" r:id="rId17"/>
    <p:sldId id="329" r:id="rId18"/>
    <p:sldId id="300" r:id="rId19"/>
    <p:sldId id="301" r:id="rId20"/>
    <p:sldId id="330" r:id="rId21"/>
    <p:sldId id="331" r:id="rId22"/>
    <p:sldId id="307" r:id="rId23"/>
    <p:sldId id="332" r:id="rId24"/>
    <p:sldId id="308" r:id="rId25"/>
    <p:sldId id="309" r:id="rId26"/>
    <p:sldId id="333" r:id="rId27"/>
    <p:sldId id="311" r:id="rId28"/>
    <p:sldId id="312" r:id="rId29"/>
    <p:sldId id="313" r:id="rId30"/>
    <p:sldId id="314" r:id="rId31"/>
    <p:sldId id="325" r:id="rId32"/>
    <p:sldId id="315" r:id="rId33"/>
    <p:sldId id="316" r:id="rId34"/>
    <p:sldId id="317" r:id="rId35"/>
    <p:sldId id="326" r:id="rId36"/>
    <p:sldId id="263"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7E9"/>
    <a:srgbClr val="44525A"/>
    <a:srgbClr val="618495"/>
    <a:srgbClr val="44525B"/>
    <a:srgbClr val="072235"/>
    <a:srgbClr val="453A38"/>
    <a:srgbClr val="B8B192"/>
    <a:srgbClr val="473B39"/>
    <a:srgbClr val="302C31"/>
    <a:srgbClr val="6350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53" autoAdjust="0"/>
    <p:restoredTop sz="94291" autoAdjust="0"/>
  </p:normalViewPr>
  <p:slideViewPr>
    <p:cSldViewPr snapToGrid="0">
      <p:cViewPr varScale="1">
        <p:scale>
          <a:sx n="64" d="100"/>
          <a:sy n="64" d="100"/>
        </p:scale>
        <p:origin x="1386" y="72"/>
      </p:cViewPr>
      <p:guideLst/>
    </p:cSldViewPr>
  </p:slideViewPr>
  <p:notesTextViewPr>
    <p:cViewPr>
      <p:scale>
        <a:sx n="1" d="1"/>
        <a:sy n="1" d="1"/>
      </p:scale>
      <p:origin x="0" y="0"/>
    </p:cViewPr>
  </p:notesTextViewPr>
  <p:notesViewPr>
    <p:cSldViewPr snapToGrid="0">
      <p:cViewPr varScale="1">
        <p:scale>
          <a:sx n="49" d="100"/>
          <a:sy n="49" d="100"/>
        </p:scale>
        <p:origin x="2910" y="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317F22-B835-4E55-B05D-3981697AD8C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D6C32152-317C-4980-BED9-56E9D6BFBAA2}">
      <dgm:prSet custT="1"/>
      <dgm:spPr>
        <a:solidFill>
          <a:srgbClr val="44525A"/>
        </a:solidFill>
      </dgm:spPr>
      <dgm:t>
        <a:bodyPr/>
        <a:lstStyle/>
        <a:p>
          <a:r>
            <a:rPr lang="en-US" sz="2800" i="0" dirty="0"/>
            <a:t>Black Box Testing </a:t>
          </a:r>
          <a:endParaRPr lang="en-IN" sz="2800" dirty="0"/>
        </a:p>
      </dgm:t>
    </dgm:pt>
    <dgm:pt modelId="{F17759F7-8F1D-454C-A480-B5B5EA18A414}" type="parTrans" cxnId="{288E34FF-047F-41BD-B0A2-1B77B55795BF}">
      <dgm:prSet/>
      <dgm:spPr/>
      <dgm:t>
        <a:bodyPr/>
        <a:lstStyle/>
        <a:p>
          <a:endParaRPr lang="en-IN"/>
        </a:p>
      </dgm:t>
    </dgm:pt>
    <dgm:pt modelId="{25A57E6E-9D74-41E1-B204-485DE62FB903}" type="sibTrans" cxnId="{288E34FF-047F-41BD-B0A2-1B77B55795BF}">
      <dgm:prSet/>
      <dgm:spPr/>
      <dgm:t>
        <a:bodyPr/>
        <a:lstStyle/>
        <a:p>
          <a:endParaRPr lang="en-IN"/>
        </a:p>
      </dgm:t>
    </dgm:pt>
    <dgm:pt modelId="{29577B3D-CA9E-4EC8-BEA1-0F9109DF8920}">
      <dgm:prSet custT="1"/>
      <dgm:spPr>
        <a:solidFill>
          <a:srgbClr val="E4E7E9"/>
        </a:solidFill>
        <a:ln>
          <a:noFill/>
        </a:ln>
      </dgm:spPr>
      <dgm:t>
        <a:bodyPr/>
        <a:lstStyle/>
        <a:p>
          <a:r>
            <a:rPr lang="en-US" sz="2800" i="0" dirty="0">
              <a:solidFill>
                <a:srgbClr val="E4E7E9"/>
              </a:solidFill>
            </a:rPr>
            <a:t>White Box Testing </a:t>
          </a:r>
          <a:endParaRPr lang="en-IN" sz="2800" dirty="0">
            <a:solidFill>
              <a:srgbClr val="E4E7E9"/>
            </a:solidFill>
          </a:endParaRPr>
        </a:p>
      </dgm:t>
    </dgm:pt>
    <dgm:pt modelId="{7217DDE1-ECCC-4E1A-BCBC-30C955BB69DE}" type="parTrans" cxnId="{42EEFC7C-786F-4AB7-99BB-43A4F4D07F8B}">
      <dgm:prSet/>
      <dgm:spPr/>
      <dgm:t>
        <a:bodyPr/>
        <a:lstStyle/>
        <a:p>
          <a:endParaRPr lang="en-IN"/>
        </a:p>
      </dgm:t>
    </dgm:pt>
    <dgm:pt modelId="{0A6E02D0-2209-49A0-90D1-598AD0D65EBB}" type="sibTrans" cxnId="{42EEFC7C-786F-4AB7-99BB-43A4F4D07F8B}">
      <dgm:prSet/>
      <dgm:spPr/>
      <dgm:t>
        <a:bodyPr/>
        <a:lstStyle/>
        <a:p>
          <a:endParaRPr lang="en-IN"/>
        </a:p>
      </dgm:t>
    </dgm:pt>
    <dgm:pt modelId="{5DB957F3-1C04-4F20-8E40-9F439BACD16E}">
      <dgm:prSet custT="1"/>
      <dgm:spPr>
        <a:solidFill>
          <a:srgbClr val="E4E7E9"/>
        </a:solidFill>
        <a:ln>
          <a:noFill/>
        </a:ln>
      </dgm:spPr>
      <dgm:t>
        <a:bodyPr/>
        <a:lstStyle/>
        <a:p>
          <a:r>
            <a:rPr lang="en-US" sz="2800" i="0" dirty="0">
              <a:solidFill>
                <a:srgbClr val="E4E7E9"/>
              </a:solidFill>
            </a:rPr>
            <a:t>Gray Box Testing</a:t>
          </a:r>
          <a:endParaRPr lang="en-IN" sz="2800" dirty="0">
            <a:solidFill>
              <a:srgbClr val="E4E7E9"/>
            </a:solidFill>
          </a:endParaRPr>
        </a:p>
      </dgm:t>
    </dgm:pt>
    <dgm:pt modelId="{D647D026-E8C4-43D6-B01B-107F0E14E137}" type="parTrans" cxnId="{B66BEA48-48F7-46EC-9DF9-6CE0DA9BDA73}">
      <dgm:prSet/>
      <dgm:spPr/>
      <dgm:t>
        <a:bodyPr/>
        <a:lstStyle/>
        <a:p>
          <a:endParaRPr lang="en-IN"/>
        </a:p>
      </dgm:t>
    </dgm:pt>
    <dgm:pt modelId="{54EA514B-40B2-42D2-A034-A06346B0E7D0}" type="sibTrans" cxnId="{B66BEA48-48F7-46EC-9DF9-6CE0DA9BDA73}">
      <dgm:prSet/>
      <dgm:spPr/>
      <dgm:t>
        <a:bodyPr/>
        <a:lstStyle/>
        <a:p>
          <a:endParaRPr lang="en-IN"/>
        </a:p>
      </dgm:t>
    </dgm:pt>
    <dgm:pt modelId="{756A3678-CA2C-41FE-8537-349133CFA32B}" type="pres">
      <dgm:prSet presAssocID="{1A317F22-B835-4E55-B05D-3981697AD8C3}" presName="linear" presStyleCnt="0">
        <dgm:presLayoutVars>
          <dgm:animLvl val="lvl"/>
          <dgm:resizeHandles val="exact"/>
        </dgm:presLayoutVars>
      </dgm:prSet>
      <dgm:spPr/>
    </dgm:pt>
    <dgm:pt modelId="{918A4CAE-3517-413B-8973-FE214D5C235D}" type="pres">
      <dgm:prSet presAssocID="{D6C32152-317C-4980-BED9-56E9D6BFBAA2}" presName="parentText" presStyleLbl="node1" presStyleIdx="0" presStyleCnt="3">
        <dgm:presLayoutVars>
          <dgm:chMax val="0"/>
          <dgm:bulletEnabled val="1"/>
        </dgm:presLayoutVars>
      </dgm:prSet>
      <dgm:spPr/>
    </dgm:pt>
    <dgm:pt modelId="{E201507B-09F5-4EF3-85D7-3C57DF4B4E3B}" type="pres">
      <dgm:prSet presAssocID="{25A57E6E-9D74-41E1-B204-485DE62FB903}" presName="spacer" presStyleCnt="0"/>
      <dgm:spPr/>
    </dgm:pt>
    <dgm:pt modelId="{1B0456AF-E46C-48CD-B8D1-0B8919AE06E4}" type="pres">
      <dgm:prSet presAssocID="{29577B3D-CA9E-4EC8-BEA1-0F9109DF8920}" presName="parentText" presStyleLbl="node1" presStyleIdx="1" presStyleCnt="3">
        <dgm:presLayoutVars>
          <dgm:chMax val="0"/>
          <dgm:bulletEnabled val="1"/>
        </dgm:presLayoutVars>
      </dgm:prSet>
      <dgm:spPr/>
    </dgm:pt>
    <dgm:pt modelId="{D186ECC1-ECFD-45D2-9686-4011A0E826E0}" type="pres">
      <dgm:prSet presAssocID="{0A6E02D0-2209-49A0-90D1-598AD0D65EBB}" presName="spacer" presStyleCnt="0"/>
      <dgm:spPr/>
    </dgm:pt>
    <dgm:pt modelId="{5B928EF0-6242-4BD1-8D12-A11C0FF9DC2C}" type="pres">
      <dgm:prSet presAssocID="{5DB957F3-1C04-4F20-8E40-9F439BACD16E}" presName="parentText" presStyleLbl="node1" presStyleIdx="2" presStyleCnt="3">
        <dgm:presLayoutVars>
          <dgm:chMax val="0"/>
          <dgm:bulletEnabled val="1"/>
        </dgm:presLayoutVars>
      </dgm:prSet>
      <dgm:spPr/>
    </dgm:pt>
  </dgm:ptLst>
  <dgm:cxnLst>
    <dgm:cxn modelId="{08F1191A-8797-4645-9937-0773AAC057F2}" type="presOf" srcId="{5DB957F3-1C04-4F20-8E40-9F439BACD16E}" destId="{5B928EF0-6242-4BD1-8D12-A11C0FF9DC2C}" srcOrd="0" destOrd="0" presId="urn:microsoft.com/office/officeart/2005/8/layout/vList2"/>
    <dgm:cxn modelId="{65180A2A-4A23-4763-97B1-C3A8804B7B1C}" type="presOf" srcId="{1A317F22-B835-4E55-B05D-3981697AD8C3}" destId="{756A3678-CA2C-41FE-8537-349133CFA32B}" srcOrd="0" destOrd="0" presId="urn:microsoft.com/office/officeart/2005/8/layout/vList2"/>
    <dgm:cxn modelId="{B66BEA48-48F7-46EC-9DF9-6CE0DA9BDA73}" srcId="{1A317F22-B835-4E55-B05D-3981697AD8C3}" destId="{5DB957F3-1C04-4F20-8E40-9F439BACD16E}" srcOrd="2" destOrd="0" parTransId="{D647D026-E8C4-43D6-B01B-107F0E14E137}" sibTransId="{54EA514B-40B2-42D2-A034-A06346B0E7D0}"/>
    <dgm:cxn modelId="{42EEFC7C-786F-4AB7-99BB-43A4F4D07F8B}" srcId="{1A317F22-B835-4E55-B05D-3981697AD8C3}" destId="{29577B3D-CA9E-4EC8-BEA1-0F9109DF8920}" srcOrd="1" destOrd="0" parTransId="{7217DDE1-ECCC-4E1A-BCBC-30C955BB69DE}" sibTransId="{0A6E02D0-2209-49A0-90D1-598AD0D65EBB}"/>
    <dgm:cxn modelId="{772B578E-10F1-4630-BF71-5944AE744B60}" type="presOf" srcId="{29577B3D-CA9E-4EC8-BEA1-0F9109DF8920}" destId="{1B0456AF-E46C-48CD-B8D1-0B8919AE06E4}" srcOrd="0" destOrd="0" presId="urn:microsoft.com/office/officeart/2005/8/layout/vList2"/>
    <dgm:cxn modelId="{BE53B4F9-9740-41CD-B24D-60EA3DB02221}" type="presOf" srcId="{D6C32152-317C-4980-BED9-56E9D6BFBAA2}" destId="{918A4CAE-3517-413B-8973-FE214D5C235D}" srcOrd="0" destOrd="0" presId="urn:microsoft.com/office/officeart/2005/8/layout/vList2"/>
    <dgm:cxn modelId="{288E34FF-047F-41BD-B0A2-1B77B55795BF}" srcId="{1A317F22-B835-4E55-B05D-3981697AD8C3}" destId="{D6C32152-317C-4980-BED9-56E9D6BFBAA2}" srcOrd="0" destOrd="0" parTransId="{F17759F7-8F1D-454C-A480-B5B5EA18A414}" sibTransId="{25A57E6E-9D74-41E1-B204-485DE62FB903}"/>
    <dgm:cxn modelId="{0086867E-FEA1-468D-BCE3-D53256416CE9}" type="presParOf" srcId="{756A3678-CA2C-41FE-8537-349133CFA32B}" destId="{918A4CAE-3517-413B-8973-FE214D5C235D}" srcOrd="0" destOrd="0" presId="urn:microsoft.com/office/officeart/2005/8/layout/vList2"/>
    <dgm:cxn modelId="{36645C52-0355-4A24-85D4-053CC4536A1D}" type="presParOf" srcId="{756A3678-CA2C-41FE-8537-349133CFA32B}" destId="{E201507B-09F5-4EF3-85D7-3C57DF4B4E3B}" srcOrd="1" destOrd="0" presId="urn:microsoft.com/office/officeart/2005/8/layout/vList2"/>
    <dgm:cxn modelId="{5F9B35FF-DA17-4D7F-893B-2253B8477D92}" type="presParOf" srcId="{756A3678-CA2C-41FE-8537-349133CFA32B}" destId="{1B0456AF-E46C-48CD-B8D1-0B8919AE06E4}" srcOrd="2" destOrd="0" presId="urn:microsoft.com/office/officeart/2005/8/layout/vList2"/>
    <dgm:cxn modelId="{252EB8FC-1EB5-479F-975F-6654F6135D22}" type="presParOf" srcId="{756A3678-CA2C-41FE-8537-349133CFA32B}" destId="{D186ECC1-ECFD-45D2-9686-4011A0E826E0}" srcOrd="3" destOrd="0" presId="urn:microsoft.com/office/officeart/2005/8/layout/vList2"/>
    <dgm:cxn modelId="{AEB9B76C-E2E9-4A8C-9390-EE4C0F2BE1A9}" type="presParOf" srcId="{756A3678-CA2C-41FE-8537-349133CFA32B}" destId="{5B928EF0-6242-4BD1-8D12-A11C0FF9DC2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317F22-B835-4E55-B05D-3981697AD8C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D6C32152-317C-4980-BED9-56E9D6BFBAA2}">
      <dgm:prSet custT="1"/>
      <dgm:spPr>
        <a:solidFill>
          <a:srgbClr val="E4E7E9"/>
        </a:solidFill>
        <a:ln>
          <a:noFill/>
        </a:ln>
      </dgm:spPr>
      <dgm:t>
        <a:bodyPr/>
        <a:lstStyle/>
        <a:p>
          <a:r>
            <a:rPr lang="en-US" sz="2800" i="0" dirty="0">
              <a:solidFill>
                <a:srgbClr val="E4E7E9"/>
              </a:solidFill>
            </a:rPr>
            <a:t>Black Box Testing </a:t>
          </a:r>
          <a:endParaRPr lang="en-IN" sz="2800" dirty="0">
            <a:solidFill>
              <a:srgbClr val="E4E7E9"/>
            </a:solidFill>
          </a:endParaRPr>
        </a:p>
      </dgm:t>
    </dgm:pt>
    <dgm:pt modelId="{F17759F7-8F1D-454C-A480-B5B5EA18A414}" type="parTrans" cxnId="{288E34FF-047F-41BD-B0A2-1B77B55795BF}">
      <dgm:prSet/>
      <dgm:spPr/>
      <dgm:t>
        <a:bodyPr/>
        <a:lstStyle/>
        <a:p>
          <a:endParaRPr lang="en-IN"/>
        </a:p>
      </dgm:t>
    </dgm:pt>
    <dgm:pt modelId="{25A57E6E-9D74-41E1-B204-485DE62FB903}" type="sibTrans" cxnId="{288E34FF-047F-41BD-B0A2-1B77B55795BF}">
      <dgm:prSet/>
      <dgm:spPr/>
      <dgm:t>
        <a:bodyPr/>
        <a:lstStyle/>
        <a:p>
          <a:endParaRPr lang="en-IN"/>
        </a:p>
      </dgm:t>
    </dgm:pt>
    <dgm:pt modelId="{29577B3D-CA9E-4EC8-BEA1-0F9109DF8920}">
      <dgm:prSet custT="1"/>
      <dgm:spPr>
        <a:solidFill>
          <a:srgbClr val="44525A"/>
        </a:solidFill>
      </dgm:spPr>
      <dgm:t>
        <a:bodyPr/>
        <a:lstStyle/>
        <a:p>
          <a:r>
            <a:rPr lang="en-US" sz="2800" i="0" dirty="0"/>
            <a:t>White Box Testing </a:t>
          </a:r>
          <a:endParaRPr lang="en-IN" sz="2800" dirty="0"/>
        </a:p>
      </dgm:t>
    </dgm:pt>
    <dgm:pt modelId="{7217DDE1-ECCC-4E1A-BCBC-30C955BB69DE}" type="parTrans" cxnId="{42EEFC7C-786F-4AB7-99BB-43A4F4D07F8B}">
      <dgm:prSet/>
      <dgm:spPr/>
      <dgm:t>
        <a:bodyPr/>
        <a:lstStyle/>
        <a:p>
          <a:endParaRPr lang="en-IN"/>
        </a:p>
      </dgm:t>
    </dgm:pt>
    <dgm:pt modelId="{0A6E02D0-2209-49A0-90D1-598AD0D65EBB}" type="sibTrans" cxnId="{42EEFC7C-786F-4AB7-99BB-43A4F4D07F8B}">
      <dgm:prSet/>
      <dgm:spPr/>
      <dgm:t>
        <a:bodyPr/>
        <a:lstStyle/>
        <a:p>
          <a:endParaRPr lang="en-IN"/>
        </a:p>
      </dgm:t>
    </dgm:pt>
    <dgm:pt modelId="{5DB957F3-1C04-4F20-8E40-9F439BACD16E}">
      <dgm:prSet custT="1"/>
      <dgm:spPr>
        <a:solidFill>
          <a:srgbClr val="E4E7E9"/>
        </a:solidFill>
        <a:ln>
          <a:noFill/>
        </a:ln>
      </dgm:spPr>
      <dgm:t>
        <a:bodyPr/>
        <a:lstStyle/>
        <a:p>
          <a:r>
            <a:rPr lang="en-US" sz="2800" i="0" dirty="0">
              <a:solidFill>
                <a:srgbClr val="E4E7E9"/>
              </a:solidFill>
            </a:rPr>
            <a:t>Gray Box Testing</a:t>
          </a:r>
          <a:endParaRPr lang="en-IN" sz="2800" dirty="0">
            <a:solidFill>
              <a:srgbClr val="E4E7E9"/>
            </a:solidFill>
          </a:endParaRPr>
        </a:p>
      </dgm:t>
    </dgm:pt>
    <dgm:pt modelId="{D647D026-E8C4-43D6-B01B-107F0E14E137}" type="parTrans" cxnId="{B66BEA48-48F7-46EC-9DF9-6CE0DA9BDA73}">
      <dgm:prSet/>
      <dgm:spPr/>
      <dgm:t>
        <a:bodyPr/>
        <a:lstStyle/>
        <a:p>
          <a:endParaRPr lang="en-IN"/>
        </a:p>
      </dgm:t>
    </dgm:pt>
    <dgm:pt modelId="{54EA514B-40B2-42D2-A034-A06346B0E7D0}" type="sibTrans" cxnId="{B66BEA48-48F7-46EC-9DF9-6CE0DA9BDA73}">
      <dgm:prSet/>
      <dgm:spPr/>
      <dgm:t>
        <a:bodyPr/>
        <a:lstStyle/>
        <a:p>
          <a:endParaRPr lang="en-IN"/>
        </a:p>
      </dgm:t>
    </dgm:pt>
    <dgm:pt modelId="{756A3678-CA2C-41FE-8537-349133CFA32B}" type="pres">
      <dgm:prSet presAssocID="{1A317F22-B835-4E55-B05D-3981697AD8C3}" presName="linear" presStyleCnt="0">
        <dgm:presLayoutVars>
          <dgm:animLvl val="lvl"/>
          <dgm:resizeHandles val="exact"/>
        </dgm:presLayoutVars>
      </dgm:prSet>
      <dgm:spPr/>
    </dgm:pt>
    <dgm:pt modelId="{918A4CAE-3517-413B-8973-FE214D5C235D}" type="pres">
      <dgm:prSet presAssocID="{D6C32152-317C-4980-BED9-56E9D6BFBAA2}" presName="parentText" presStyleLbl="node1" presStyleIdx="0" presStyleCnt="3">
        <dgm:presLayoutVars>
          <dgm:chMax val="0"/>
          <dgm:bulletEnabled val="1"/>
        </dgm:presLayoutVars>
      </dgm:prSet>
      <dgm:spPr/>
    </dgm:pt>
    <dgm:pt modelId="{E201507B-09F5-4EF3-85D7-3C57DF4B4E3B}" type="pres">
      <dgm:prSet presAssocID="{25A57E6E-9D74-41E1-B204-485DE62FB903}" presName="spacer" presStyleCnt="0"/>
      <dgm:spPr/>
    </dgm:pt>
    <dgm:pt modelId="{1B0456AF-E46C-48CD-B8D1-0B8919AE06E4}" type="pres">
      <dgm:prSet presAssocID="{29577B3D-CA9E-4EC8-BEA1-0F9109DF8920}" presName="parentText" presStyleLbl="node1" presStyleIdx="1" presStyleCnt="3">
        <dgm:presLayoutVars>
          <dgm:chMax val="0"/>
          <dgm:bulletEnabled val="1"/>
        </dgm:presLayoutVars>
      </dgm:prSet>
      <dgm:spPr/>
    </dgm:pt>
    <dgm:pt modelId="{D186ECC1-ECFD-45D2-9686-4011A0E826E0}" type="pres">
      <dgm:prSet presAssocID="{0A6E02D0-2209-49A0-90D1-598AD0D65EBB}" presName="spacer" presStyleCnt="0"/>
      <dgm:spPr/>
    </dgm:pt>
    <dgm:pt modelId="{5B928EF0-6242-4BD1-8D12-A11C0FF9DC2C}" type="pres">
      <dgm:prSet presAssocID="{5DB957F3-1C04-4F20-8E40-9F439BACD16E}" presName="parentText" presStyleLbl="node1" presStyleIdx="2" presStyleCnt="3">
        <dgm:presLayoutVars>
          <dgm:chMax val="0"/>
          <dgm:bulletEnabled val="1"/>
        </dgm:presLayoutVars>
      </dgm:prSet>
      <dgm:spPr/>
    </dgm:pt>
  </dgm:ptLst>
  <dgm:cxnLst>
    <dgm:cxn modelId="{08F1191A-8797-4645-9937-0773AAC057F2}" type="presOf" srcId="{5DB957F3-1C04-4F20-8E40-9F439BACD16E}" destId="{5B928EF0-6242-4BD1-8D12-A11C0FF9DC2C}" srcOrd="0" destOrd="0" presId="urn:microsoft.com/office/officeart/2005/8/layout/vList2"/>
    <dgm:cxn modelId="{65180A2A-4A23-4763-97B1-C3A8804B7B1C}" type="presOf" srcId="{1A317F22-B835-4E55-B05D-3981697AD8C3}" destId="{756A3678-CA2C-41FE-8537-349133CFA32B}" srcOrd="0" destOrd="0" presId="urn:microsoft.com/office/officeart/2005/8/layout/vList2"/>
    <dgm:cxn modelId="{B66BEA48-48F7-46EC-9DF9-6CE0DA9BDA73}" srcId="{1A317F22-B835-4E55-B05D-3981697AD8C3}" destId="{5DB957F3-1C04-4F20-8E40-9F439BACD16E}" srcOrd="2" destOrd="0" parTransId="{D647D026-E8C4-43D6-B01B-107F0E14E137}" sibTransId="{54EA514B-40B2-42D2-A034-A06346B0E7D0}"/>
    <dgm:cxn modelId="{42EEFC7C-786F-4AB7-99BB-43A4F4D07F8B}" srcId="{1A317F22-B835-4E55-B05D-3981697AD8C3}" destId="{29577B3D-CA9E-4EC8-BEA1-0F9109DF8920}" srcOrd="1" destOrd="0" parTransId="{7217DDE1-ECCC-4E1A-BCBC-30C955BB69DE}" sibTransId="{0A6E02D0-2209-49A0-90D1-598AD0D65EBB}"/>
    <dgm:cxn modelId="{772B578E-10F1-4630-BF71-5944AE744B60}" type="presOf" srcId="{29577B3D-CA9E-4EC8-BEA1-0F9109DF8920}" destId="{1B0456AF-E46C-48CD-B8D1-0B8919AE06E4}" srcOrd="0" destOrd="0" presId="urn:microsoft.com/office/officeart/2005/8/layout/vList2"/>
    <dgm:cxn modelId="{BE53B4F9-9740-41CD-B24D-60EA3DB02221}" type="presOf" srcId="{D6C32152-317C-4980-BED9-56E9D6BFBAA2}" destId="{918A4CAE-3517-413B-8973-FE214D5C235D}" srcOrd="0" destOrd="0" presId="urn:microsoft.com/office/officeart/2005/8/layout/vList2"/>
    <dgm:cxn modelId="{288E34FF-047F-41BD-B0A2-1B77B55795BF}" srcId="{1A317F22-B835-4E55-B05D-3981697AD8C3}" destId="{D6C32152-317C-4980-BED9-56E9D6BFBAA2}" srcOrd="0" destOrd="0" parTransId="{F17759F7-8F1D-454C-A480-B5B5EA18A414}" sibTransId="{25A57E6E-9D74-41E1-B204-485DE62FB903}"/>
    <dgm:cxn modelId="{0086867E-FEA1-468D-BCE3-D53256416CE9}" type="presParOf" srcId="{756A3678-CA2C-41FE-8537-349133CFA32B}" destId="{918A4CAE-3517-413B-8973-FE214D5C235D}" srcOrd="0" destOrd="0" presId="urn:microsoft.com/office/officeart/2005/8/layout/vList2"/>
    <dgm:cxn modelId="{36645C52-0355-4A24-85D4-053CC4536A1D}" type="presParOf" srcId="{756A3678-CA2C-41FE-8537-349133CFA32B}" destId="{E201507B-09F5-4EF3-85D7-3C57DF4B4E3B}" srcOrd="1" destOrd="0" presId="urn:microsoft.com/office/officeart/2005/8/layout/vList2"/>
    <dgm:cxn modelId="{5F9B35FF-DA17-4D7F-893B-2253B8477D92}" type="presParOf" srcId="{756A3678-CA2C-41FE-8537-349133CFA32B}" destId="{1B0456AF-E46C-48CD-B8D1-0B8919AE06E4}" srcOrd="2" destOrd="0" presId="urn:microsoft.com/office/officeart/2005/8/layout/vList2"/>
    <dgm:cxn modelId="{252EB8FC-1EB5-479F-975F-6654F6135D22}" type="presParOf" srcId="{756A3678-CA2C-41FE-8537-349133CFA32B}" destId="{D186ECC1-ECFD-45D2-9686-4011A0E826E0}" srcOrd="3" destOrd="0" presId="urn:microsoft.com/office/officeart/2005/8/layout/vList2"/>
    <dgm:cxn modelId="{AEB9B76C-E2E9-4A8C-9390-EE4C0F2BE1A9}" type="presParOf" srcId="{756A3678-CA2C-41FE-8537-349133CFA32B}" destId="{5B928EF0-6242-4BD1-8D12-A11C0FF9DC2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A317F22-B835-4E55-B05D-3981697AD8C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D6C32152-317C-4980-BED9-56E9D6BFBAA2}">
      <dgm:prSet custT="1"/>
      <dgm:spPr>
        <a:solidFill>
          <a:srgbClr val="44525A"/>
        </a:solidFill>
      </dgm:spPr>
      <dgm:t>
        <a:bodyPr/>
        <a:lstStyle/>
        <a:p>
          <a:r>
            <a:rPr lang="en-US" sz="2800" i="0" dirty="0"/>
            <a:t>Black Box Testing </a:t>
          </a:r>
          <a:endParaRPr lang="en-IN" sz="2800" dirty="0"/>
        </a:p>
      </dgm:t>
    </dgm:pt>
    <dgm:pt modelId="{F17759F7-8F1D-454C-A480-B5B5EA18A414}" type="parTrans" cxnId="{288E34FF-047F-41BD-B0A2-1B77B55795BF}">
      <dgm:prSet/>
      <dgm:spPr/>
      <dgm:t>
        <a:bodyPr/>
        <a:lstStyle/>
        <a:p>
          <a:endParaRPr lang="en-IN"/>
        </a:p>
      </dgm:t>
    </dgm:pt>
    <dgm:pt modelId="{25A57E6E-9D74-41E1-B204-485DE62FB903}" type="sibTrans" cxnId="{288E34FF-047F-41BD-B0A2-1B77B55795BF}">
      <dgm:prSet/>
      <dgm:spPr/>
      <dgm:t>
        <a:bodyPr/>
        <a:lstStyle/>
        <a:p>
          <a:endParaRPr lang="en-IN"/>
        </a:p>
      </dgm:t>
    </dgm:pt>
    <dgm:pt modelId="{29577B3D-CA9E-4EC8-BEA1-0F9109DF8920}">
      <dgm:prSet custT="1"/>
      <dgm:spPr>
        <a:solidFill>
          <a:srgbClr val="44525A"/>
        </a:solidFill>
      </dgm:spPr>
      <dgm:t>
        <a:bodyPr/>
        <a:lstStyle/>
        <a:p>
          <a:r>
            <a:rPr lang="en-US" sz="2800" i="0" dirty="0"/>
            <a:t>White Box Testing </a:t>
          </a:r>
          <a:endParaRPr lang="en-IN" sz="2800" dirty="0"/>
        </a:p>
      </dgm:t>
    </dgm:pt>
    <dgm:pt modelId="{7217DDE1-ECCC-4E1A-BCBC-30C955BB69DE}" type="parTrans" cxnId="{42EEFC7C-786F-4AB7-99BB-43A4F4D07F8B}">
      <dgm:prSet/>
      <dgm:spPr/>
      <dgm:t>
        <a:bodyPr/>
        <a:lstStyle/>
        <a:p>
          <a:endParaRPr lang="en-IN"/>
        </a:p>
      </dgm:t>
    </dgm:pt>
    <dgm:pt modelId="{0A6E02D0-2209-49A0-90D1-598AD0D65EBB}" type="sibTrans" cxnId="{42EEFC7C-786F-4AB7-99BB-43A4F4D07F8B}">
      <dgm:prSet/>
      <dgm:spPr/>
      <dgm:t>
        <a:bodyPr/>
        <a:lstStyle/>
        <a:p>
          <a:endParaRPr lang="en-IN"/>
        </a:p>
      </dgm:t>
    </dgm:pt>
    <dgm:pt modelId="{5DB957F3-1C04-4F20-8E40-9F439BACD16E}">
      <dgm:prSet custT="1"/>
      <dgm:spPr>
        <a:solidFill>
          <a:srgbClr val="44525A"/>
        </a:solidFill>
      </dgm:spPr>
      <dgm:t>
        <a:bodyPr/>
        <a:lstStyle/>
        <a:p>
          <a:r>
            <a:rPr lang="en-US" sz="2800" i="0" dirty="0"/>
            <a:t>Gray Box Testing</a:t>
          </a:r>
          <a:endParaRPr lang="en-IN" sz="2800" dirty="0"/>
        </a:p>
      </dgm:t>
    </dgm:pt>
    <dgm:pt modelId="{D647D026-E8C4-43D6-B01B-107F0E14E137}" type="parTrans" cxnId="{B66BEA48-48F7-46EC-9DF9-6CE0DA9BDA73}">
      <dgm:prSet/>
      <dgm:spPr/>
      <dgm:t>
        <a:bodyPr/>
        <a:lstStyle/>
        <a:p>
          <a:endParaRPr lang="en-IN"/>
        </a:p>
      </dgm:t>
    </dgm:pt>
    <dgm:pt modelId="{54EA514B-40B2-42D2-A034-A06346B0E7D0}" type="sibTrans" cxnId="{B66BEA48-48F7-46EC-9DF9-6CE0DA9BDA73}">
      <dgm:prSet/>
      <dgm:spPr/>
      <dgm:t>
        <a:bodyPr/>
        <a:lstStyle/>
        <a:p>
          <a:endParaRPr lang="en-IN"/>
        </a:p>
      </dgm:t>
    </dgm:pt>
    <dgm:pt modelId="{756A3678-CA2C-41FE-8537-349133CFA32B}" type="pres">
      <dgm:prSet presAssocID="{1A317F22-B835-4E55-B05D-3981697AD8C3}" presName="linear" presStyleCnt="0">
        <dgm:presLayoutVars>
          <dgm:animLvl val="lvl"/>
          <dgm:resizeHandles val="exact"/>
        </dgm:presLayoutVars>
      </dgm:prSet>
      <dgm:spPr/>
    </dgm:pt>
    <dgm:pt modelId="{918A4CAE-3517-413B-8973-FE214D5C235D}" type="pres">
      <dgm:prSet presAssocID="{D6C32152-317C-4980-BED9-56E9D6BFBAA2}" presName="parentText" presStyleLbl="node1" presStyleIdx="0" presStyleCnt="3">
        <dgm:presLayoutVars>
          <dgm:chMax val="0"/>
          <dgm:bulletEnabled val="1"/>
        </dgm:presLayoutVars>
      </dgm:prSet>
      <dgm:spPr/>
    </dgm:pt>
    <dgm:pt modelId="{E201507B-09F5-4EF3-85D7-3C57DF4B4E3B}" type="pres">
      <dgm:prSet presAssocID="{25A57E6E-9D74-41E1-B204-485DE62FB903}" presName="spacer" presStyleCnt="0"/>
      <dgm:spPr/>
    </dgm:pt>
    <dgm:pt modelId="{1B0456AF-E46C-48CD-B8D1-0B8919AE06E4}" type="pres">
      <dgm:prSet presAssocID="{29577B3D-CA9E-4EC8-BEA1-0F9109DF8920}" presName="parentText" presStyleLbl="node1" presStyleIdx="1" presStyleCnt="3">
        <dgm:presLayoutVars>
          <dgm:chMax val="0"/>
          <dgm:bulletEnabled val="1"/>
        </dgm:presLayoutVars>
      </dgm:prSet>
      <dgm:spPr/>
    </dgm:pt>
    <dgm:pt modelId="{D186ECC1-ECFD-45D2-9686-4011A0E826E0}" type="pres">
      <dgm:prSet presAssocID="{0A6E02D0-2209-49A0-90D1-598AD0D65EBB}" presName="spacer" presStyleCnt="0"/>
      <dgm:spPr/>
    </dgm:pt>
    <dgm:pt modelId="{5B928EF0-6242-4BD1-8D12-A11C0FF9DC2C}" type="pres">
      <dgm:prSet presAssocID="{5DB957F3-1C04-4F20-8E40-9F439BACD16E}" presName="parentText" presStyleLbl="node1" presStyleIdx="2" presStyleCnt="3">
        <dgm:presLayoutVars>
          <dgm:chMax val="0"/>
          <dgm:bulletEnabled val="1"/>
        </dgm:presLayoutVars>
      </dgm:prSet>
      <dgm:spPr/>
    </dgm:pt>
  </dgm:ptLst>
  <dgm:cxnLst>
    <dgm:cxn modelId="{08F1191A-8797-4645-9937-0773AAC057F2}" type="presOf" srcId="{5DB957F3-1C04-4F20-8E40-9F439BACD16E}" destId="{5B928EF0-6242-4BD1-8D12-A11C0FF9DC2C}" srcOrd="0" destOrd="0" presId="urn:microsoft.com/office/officeart/2005/8/layout/vList2"/>
    <dgm:cxn modelId="{65180A2A-4A23-4763-97B1-C3A8804B7B1C}" type="presOf" srcId="{1A317F22-B835-4E55-B05D-3981697AD8C3}" destId="{756A3678-CA2C-41FE-8537-349133CFA32B}" srcOrd="0" destOrd="0" presId="urn:microsoft.com/office/officeart/2005/8/layout/vList2"/>
    <dgm:cxn modelId="{B66BEA48-48F7-46EC-9DF9-6CE0DA9BDA73}" srcId="{1A317F22-B835-4E55-B05D-3981697AD8C3}" destId="{5DB957F3-1C04-4F20-8E40-9F439BACD16E}" srcOrd="2" destOrd="0" parTransId="{D647D026-E8C4-43D6-B01B-107F0E14E137}" sibTransId="{54EA514B-40B2-42D2-A034-A06346B0E7D0}"/>
    <dgm:cxn modelId="{42EEFC7C-786F-4AB7-99BB-43A4F4D07F8B}" srcId="{1A317F22-B835-4E55-B05D-3981697AD8C3}" destId="{29577B3D-CA9E-4EC8-BEA1-0F9109DF8920}" srcOrd="1" destOrd="0" parTransId="{7217DDE1-ECCC-4E1A-BCBC-30C955BB69DE}" sibTransId="{0A6E02D0-2209-49A0-90D1-598AD0D65EBB}"/>
    <dgm:cxn modelId="{772B578E-10F1-4630-BF71-5944AE744B60}" type="presOf" srcId="{29577B3D-CA9E-4EC8-BEA1-0F9109DF8920}" destId="{1B0456AF-E46C-48CD-B8D1-0B8919AE06E4}" srcOrd="0" destOrd="0" presId="urn:microsoft.com/office/officeart/2005/8/layout/vList2"/>
    <dgm:cxn modelId="{BE53B4F9-9740-41CD-B24D-60EA3DB02221}" type="presOf" srcId="{D6C32152-317C-4980-BED9-56E9D6BFBAA2}" destId="{918A4CAE-3517-413B-8973-FE214D5C235D}" srcOrd="0" destOrd="0" presId="urn:microsoft.com/office/officeart/2005/8/layout/vList2"/>
    <dgm:cxn modelId="{288E34FF-047F-41BD-B0A2-1B77B55795BF}" srcId="{1A317F22-B835-4E55-B05D-3981697AD8C3}" destId="{D6C32152-317C-4980-BED9-56E9D6BFBAA2}" srcOrd="0" destOrd="0" parTransId="{F17759F7-8F1D-454C-A480-B5B5EA18A414}" sibTransId="{25A57E6E-9D74-41E1-B204-485DE62FB903}"/>
    <dgm:cxn modelId="{0086867E-FEA1-468D-BCE3-D53256416CE9}" type="presParOf" srcId="{756A3678-CA2C-41FE-8537-349133CFA32B}" destId="{918A4CAE-3517-413B-8973-FE214D5C235D}" srcOrd="0" destOrd="0" presId="urn:microsoft.com/office/officeart/2005/8/layout/vList2"/>
    <dgm:cxn modelId="{36645C52-0355-4A24-85D4-053CC4536A1D}" type="presParOf" srcId="{756A3678-CA2C-41FE-8537-349133CFA32B}" destId="{E201507B-09F5-4EF3-85D7-3C57DF4B4E3B}" srcOrd="1" destOrd="0" presId="urn:microsoft.com/office/officeart/2005/8/layout/vList2"/>
    <dgm:cxn modelId="{5F9B35FF-DA17-4D7F-893B-2253B8477D92}" type="presParOf" srcId="{756A3678-CA2C-41FE-8537-349133CFA32B}" destId="{1B0456AF-E46C-48CD-B8D1-0B8919AE06E4}" srcOrd="2" destOrd="0" presId="urn:microsoft.com/office/officeart/2005/8/layout/vList2"/>
    <dgm:cxn modelId="{252EB8FC-1EB5-479F-975F-6654F6135D22}" type="presParOf" srcId="{756A3678-CA2C-41FE-8537-349133CFA32B}" destId="{D186ECC1-ECFD-45D2-9686-4011A0E826E0}" srcOrd="3" destOrd="0" presId="urn:microsoft.com/office/officeart/2005/8/layout/vList2"/>
    <dgm:cxn modelId="{AEB9B76C-E2E9-4A8C-9390-EE4C0F2BE1A9}" type="presParOf" srcId="{756A3678-CA2C-41FE-8537-349133CFA32B}" destId="{5B928EF0-6242-4BD1-8D12-A11C0FF9DC2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F92ACC3-4B3C-447E-B03A-033F2AD5237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E942DDE3-D088-43A0-B28C-58F0E64E2D23}">
      <dgm:prSet custT="1"/>
      <dgm:spPr>
        <a:solidFill>
          <a:srgbClr val="44525A"/>
        </a:solidFill>
      </dgm:spPr>
      <dgm:t>
        <a:bodyPr/>
        <a:lstStyle/>
        <a:p>
          <a:r>
            <a:rPr lang="en-US" sz="2800" i="0" dirty="0"/>
            <a:t>Map Driver </a:t>
          </a:r>
          <a:endParaRPr lang="en-IN" sz="2800" dirty="0"/>
        </a:p>
      </dgm:t>
    </dgm:pt>
    <dgm:pt modelId="{6309C601-86F6-4C7E-A1E9-8F8B5BF9225F}" type="parTrans" cxnId="{E88A9490-44A5-4D3A-87B5-62BC99C5CBE2}">
      <dgm:prSet/>
      <dgm:spPr/>
      <dgm:t>
        <a:bodyPr/>
        <a:lstStyle/>
        <a:p>
          <a:endParaRPr lang="en-IN"/>
        </a:p>
      </dgm:t>
    </dgm:pt>
    <dgm:pt modelId="{55C00F91-F3C3-4F0D-AD71-D61CEDA1BF20}" type="sibTrans" cxnId="{E88A9490-44A5-4D3A-87B5-62BC99C5CBE2}">
      <dgm:prSet/>
      <dgm:spPr/>
      <dgm:t>
        <a:bodyPr/>
        <a:lstStyle/>
        <a:p>
          <a:endParaRPr lang="en-IN"/>
        </a:p>
      </dgm:t>
    </dgm:pt>
    <dgm:pt modelId="{41981E86-2077-416E-96B4-5AD3274F0A92}">
      <dgm:prSet custT="1"/>
      <dgm:spPr>
        <a:solidFill>
          <a:srgbClr val="44525A"/>
        </a:solidFill>
      </dgm:spPr>
      <dgm:t>
        <a:bodyPr/>
        <a:lstStyle/>
        <a:p>
          <a:r>
            <a:rPr lang="en-US" sz="2800" i="0" dirty="0"/>
            <a:t>Reducer Driver </a:t>
          </a:r>
          <a:endParaRPr lang="en-IN" sz="2800" dirty="0"/>
        </a:p>
      </dgm:t>
    </dgm:pt>
    <dgm:pt modelId="{4D9774DE-0D89-4155-81A9-B0BCB364E4D4}" type="parTrans" cxnId="{F42084C3-D791-43EA-B45D-FD67742BD3EA}">
      <dgm:prSet/>
      <dgm:spPr/>
      <dgm:t>
        <a:bodyPr/>
        <a:lstStyle/>
        <a:p>
          <a:endParaRPr lang="en-IN"/>
        </a:p>
      </dgm:t>
    </dgm:pt>
    <dgm:pt modelId="{37DFB18E-294C-47AC-B511-4498E464BFF9}" type="sibTrans" cxnId="{F42084C3-D791-43EA-B45D-FD67742BD3EA}">
      <dgm:prSet/>
      <dgm:spPr/>
      <dgm:t>
        <a:bodyPr/>
        <a:lstStyle/>
        <a:p>
          <a:endParaRPr lang="en-IN"/>
        </a:p>
      </dgm:t>
    </dgm:pt>
    <dgm:pt modelId="{DDBE695E-B1B1-4214-B275-FA86EB4882D1}">
      <dgm:prSet custT="1"/>
      <dgm:spPr>
        <a:solidFill>
          <a:srgbClr val="44525A"/>
        </a:solidFill>
      </dgm:spPr>
      <dgm:t>
        <a:bodyPr/>
        <a:lstStyle/>
        <a:p>
          <a:r>
            <a:rPr lang="en-US" sz="2800" i="0" dirty="0"/>
            <a:t>MapReduce Driver</a:t>
          </a:r>
          <a:endParaRPr lang="en-IN" sz="2800" dirty="0"/>
        </a:p>
      </dgm:t>
    </dgm:pt>
    <dgm:pt modelId="{97D5D5D0-FBEA-4D37-8923-1BB2EF746422}" type="parTrans" cxnId="{51A553EE-EAAC-4F5E-A5CC-98D036B6309B}">
      <dgm:prSet/>
      <dgm:spPr/>
      <dgm:t>
        <a:bodyPr/>
        <a:lstStyle/>
        <a:p>
          <a:endParaRPr lang="en-IN"/>
        </a:p>
      </dgm:t>
    </dgm:pt>
    <dgm:pt modelId="{93EFA20C-8C21-43B8-B71B-15D8A5CFF781}" type="sibTrans" cxnId="{51A553EE-EAAC-4F5E-A5CC-98D036B6309B}">
      <dgm:prSet/>
      <dgm:spPr/>
      <dgm:t>
        <a:bodyPr/>
        <a:lstStyle/>
        <a:p>
          <a:endParaRPr lang="en-IN"/>
        </a:p>
      </dgm:t>
    </dgm:pt>
    <dgm:pt modelId="{516B54A4-532B-481B-90FC-6C11CB7AE460}" type="pres">
      <dgm:prSet presAssocID="{7F92ACC3-4B3C-447E-B03A-033F2AD52377}" presName="linear" presStyleCnt="0">
        <dgm:presLayoutVars>
          <dgm:animLvl val="lvl"/>
          <dgm:resizeHandles val="exact"/>
        </dgm:presLayoutVars>
      </dgm:prSet>
      <dgm:spPr/>
    </dgm:pt>
    <dgm:pt modelId="{9F57DB6D-8C58-4D09-8449-80465D374362}" type="pres">
      <dgm:prSet presAssocID="{E942DDE3-D088-43A0-B28C-58F0E64E2D23}" presName="parentText" presStyleLbl="node1" presStyleIdx="0" presStyleCnt="3">
        <dgm:presLayoutVars>
          <dgm:chMax val="0"/>
          <dgm:bulletEnabled val="1"/>
        </dgm:presLayoutVars>
      </dgm:prSet>
      <dgm:spPr/>
    </dgm:pt>
    <dgm:pt modelId="{2430B778-8F15-407C-9A88-DF331FFE9566}" type="pres">
      <dgm:prSet presAssocID="{55C00F91-F3C3-4F0D-AD71-D61CEDA1BF20}" presName="spacer" presStyleCnt="0"/>
      <dgm:spPr/>
    </dgm:pt>
    <dgm:pt modelId="{9FEE3663-B332-4C32-916E-EAA11D2B549D}" type="pres">
      <dgm:prSet presAssocID="{41981E86-2077-416E-96B4-5AD3274F0A92}" presName="parentText" presStyleLbl="node1" presStyleIdx="1" presStyleCnt="3">
        <dgm:presLayoutVars>
          <dgm:chMax val="0"/>
          <dgm:bulletEnabled val="1"/>
        </dgm:presLayoutVars>
      </dgm:prSet>
      <dgm:spPr/>
    </dgm:pt>
    <dgm:pt modelId="{AC73F201-DAB9-4551-961E-E60A2042A2DF}" type="pres">
      <dgm:prSet presAssocID="{37DFB18E-294C-47AC-B511-4498E464BFF9}" presName="spacer" presStyleCnt="0"/>
      <dgm:spPr/>
    </dgm:pt>
    <dgm:pt modelId="{1679EDFB-F0A4-4655-9603-319B9FC3012C}" type="pres">
      <dgm:prSet presAssocID="{DDBE695E-B1B1-4214-B275-FA86EB4882D1}" presName="parentText" presStyleLbl="node1" presStyleIdx="2" presStyleCnt="3">
        <dgm:presLayoutVars>
          <dgm:chMax val="0"/>
          <dgm:bulletEnabled val="1"/>
        </dgm:presLayoutVars>
      </dgm:prSet>
      <dgm:spPr/>
    </dgm:pt>
  </dgm:ptLst>
  <dgm:cxnLst>
    <dgm:cxn modelId="{F855A51C-A7BE-4D2D-95D8-C5FED60A4C09}" type="presOf" srcId="{7F92ACC3-4B3C-447E-B03A-033F2AD52377}" destId="{516B54A4-532B-481B-90FC-6C11CB7AE460}" srcOrd="0" destOrd="0" presId="urn:microsoft.com/office/officeart/2005/8/layout/vList2"/>
    <dgm:cxn modelId="{E3A96E89-C94E-467D-8D5E-898FC5E0CDBA}" type="presOf" srcId="{DDBE695E-B1B1-4214-B275-FA86EB4882D1}" destId="{1679EDFB-F0A4-4655-9603-319B9FC3012C}" srcOrd="0" destOrd="0" presId="urn:microsoft.com/office/officeart/2005/8/layout/vList2"/>
    <dgm:cxn modelId="{E88A9490-44A5-4D3A-87B5-62BC99C5CBE2}" srcId="{7F92ACC3-4B3C-447E-B03A-033F2AD52377}" destId="{E942DDE3-D088-43A0-B28C-58F0E64E2D23}" srcOrd="0" destOrd="0" parTransId="{6309C601-86F6-4C7E-A1E9-8F8B5BF9225F}" sibTransId="{55C00F91-F3C3-4F0D-AD71-D61CEDA1BF20}"/>
    <dgm:cxn modelId="{F42084C3-D791-43EA-B45D-FD67742BD3EA}" srcId="{7F92ACC3-4B3C-447E-B03A-033F2AD52377}" destId="{41981E86-2077-416E-96B4-5AD3274F0A92}" srcOrd="1" destOrd="0" parTransId="{4D9774DE-0D89-4155-81A9-B0BCB364E4D4}" sibTransId="{37DFB18E-294C-47AC-B511-4498E464BFF9}"/>
    <dgm:cxn modelId="{D9D51ACD-6B4F-45A6-920C-9F4300C6B581}" type="presOf" srcId="{41981E86-2077-416E-96B4-5AD3274F0A92}" destId="{9FEE3663-B332-4C32-916E-EAA11D2B549D}" srcOrd="0" destOrd="0" presId="urn:microsoft.com/office/officeart/2005/8/layout/vList2"/>
    <dgm:cxn modelId="{823C29D4-E878-4346-8E5F-70F898DD7476}" type="presOf" srcId="{E942DDE3-D088-43A0-B28C-58F0E64E2D23}" destId="{9F57DB6D-8C58-4D09-8449-80465D374362}" srcOrd="0" destOrd="0" presId="urn:microsoft.com/office/officeart/2005/8/layout/vList2"/>
    <dgm:cxn modelId="{51A553EE-EAAC-4F5E-A5CC-98D036B6309B}" srcId="{7F92ACC3-4B3C-447E-B03A-033F2AD52377}" destId="{DDBE695E-B1B1-4214-B275-FA86EB4882D1}" srcOrd="2" destOrd="0" parTransId="{97D5D5D0-FBEA-4D37-8923-1BB2EF746422}" sibTransId="{93EFA20C-8C21-43B8-B71B-15D8A5CFF781}"/>
    <dgm:cxn modelId="{02E6A26C-F810-45BC-9520-9328D42754E3}" type="presParOf" srcId="{516B54A4-532B-481B-90FC-6C11CB7AE460}" destId="{9F57DB6D-8C58-4D09-8449-80465D374362}" srcOrd="0" destOrd="0" presId="urn:microsoft.com/office/officeart/2005/8/layout/vList2"/>
    <dgm:cxn modelId="{1350592C-EB2D-44BE-B170-33350D990323}" type="presParOf" srcId="{516B54A4-532B-481B-90FC-6C11CB7AE460}" destId="{2430B778-8F15-407C-9A88-DF331FFE9566}" srcOrd="1" destOrd="0" presId="urn:microsoft.com/office/officeart/2005/8/layout/vList2"/>
    <dgm:cxn modelId="{27B3A0E8-B6F8-40B9-9AC8-EE69F5DE7DB0}" type="presParOf" srcId="{516B54A4-532B-481B-90FC-6C11CB7AE460}" destId="{9FEE3663-B332-4C32-916E-EAA11D2B549D}" srcOrd="2" destOrd="0" presId="urn:microsoft.com/office/officeart/2005/8/layout/vList2"/>
    <dgm:cxn modelId="{573F347B-64FA-4E16-86D9-18B318A03143}" type="presParOf" srcId="{516B54A4-532B-481B-90FC-6C11CB7AE460}" destId="{AC73F201-DAB9-4551-961E-E60A2042A2DF}" srcOrd="3" destOrd="0" presId="urn:microsoft.com/office/officeart/2005/8/layout/vList2"/>
    <dgm:cxn modelId="{EE1B0DBF-D17A-495E-BEDF-8ADD57C129AC}" type="presParOf" srcId="{516B54A4-532B-481B-90FC-6C11CB7AE460}" destId="{1679EDFB-F0A4-4655-9603-319B9FC3012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A4CAE-3517-413B-8973-FE214D5C235D}">
      <dsp:nvSpPr>
        <dsp:cNvPr id="0" name=""/>
        <dsp:cNvSpPr/>
      </dsp:nvSpPr>
      <dsp:spPr>
        <a:xfrm>
          <a:off x="0" y="9491"/>
          <a:ext cx="3820682" cy="973440"/>
        </a:xfrm>
        <a:prstGeom prst="roundRect">
          <a:avLst/>
        </a:prstGeom>
        <a:solidFill>
          <a:srgbClr val="44525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t>Black Box Testing </a:t>
          </a:r>
          <a:endParaRPr lang="en-IN" sz="2800" kern="1200" dirty="0"/>
        </a:p>
      </dsp:txBody>
      <dsp:txXfrm>
        <a:off x="47519" y="57010"/>
        <a:ext cx="3725644" cy="878402"/>
      </dsp:txXfrm>
    </dsp:sp>
    <dsp:sp modelId="{1B0456AF-E46C-48CD-B8D1-0B8919AE06E4}">
      <dsp:nvSpPr>
        <dsp:cNvPr id="0" name=""/>
        <dsp:cNvSpPr/>
      </dsp:nvSpPr>
      <dsp:spPr>
        <a:xfrm>
          <a:off x="0" y="1132691"/>
          <a:ext cx="3820682" cy="973440"/>
        </a:xfrm>
        <a:prstGeom prst="roundRect">
          <a:avLst/>
        </a:prstGeom>
        <a:solidFill>
          <a:srgbClr val="E4E7E9"/>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solidFill>
                <a:srgbClr val="E4E7E9"/>
              </a:solidFill>
            </a:rPr>
            <a:t>White Box Testing </a:t>
          </a:r>
          <a:endParaRPr lang="en-IN" sz="2800" kern="1200" dirty="0">
            <a:solidFill>
              <a:srgbClr val="E4E7E9"/>
            </a:solidFill>
          </a:endParaRPr>
        </a:p>
      </dsp:txBody>
      <dsp:txXfrm>
        <a:off x="47519" y="1180210"/>
        <a:ext cx="3725644" cy="878402"/>
      </dsp:txXfrm>
    </dsp:sp>
    <dsp:sp modelId="{5B928EF0-6242-4BD1-8D12-A11C0FF9DC2C}">
      <dsp:nvSpPr>
        <dsp:cNvPr id="0" name=""/>
        <dsp:cNvSpPr/>
      </dsp:nvSpPr>
      <dsp:spPr>
        <a:xfrm>
          <a:off x="0" y="2255891"/>
          <a:ext cx="3820682" cy="973440"/>
        </a:xfrm>
        <a:prstGeom prst="roundRect">
          <a:avLst/>
        </a:prstGeom>
        <a:solidFill>
          <a:srgbClr val="E4E7E9"/>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solidFill>
                <a:srgbClr val="E4E7E9"/>
              </a:solidFill>
            </a:rPr>
            <a:t>Gray Box Testing</a:t>
          </a:r>
          <a:endParaRPr lang="en-IN" sz="2800" kern="1200" dirty="0">
            <a:solidFill>
              <a:srgbClr val="E4E7E9"/>
            </a:solidFill>
          </a:endParaRPr>
        </a:p>
      </dsp:txBody>
      <dsp:txXfrm>
        <a:off x="47519" y="2303410"/>
        <a:ext cx="3725644" cy="8784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A4CAE-3517-413B-8973-FE214D5C235D}">
      <dsp:nvSpPr>
        <dsp:cNvPr id="0" name=""/>
        <dsp:cNvSpPr/>
      </dsp:nvSpPr>
      <dsp:spPr>
        <a:xfrm>
          <a:off x="0" y="9491"/>
          <a:ext cx="3820682" cy="973440"/>
        </a:xfrm>
        <a:prstGeom prst="roundRect">
          <a:avLst/>
        </a:prstGeom>
        <a:solidFill>
          <a:srgbClr val="E4E7E9"/>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solidFill>
                <a:srgbClr val="E4E7E9"/>
              </a:solidFill>
            </a:rPr>
            <a:t>Black Box Testing </a:t>
          </a:r>
          <a:endParaRPr lang="en-IN" sz="2800" kern="1200" dirty="0">
            <a:solidFill>
              <a:srgbClr val="E4E7E9"/>
            </a:solidFill>
          </a:endParaRPr>
        </a:p>
      </dsp:txBody>
      <dsp:txXfrm>
        <a:off x="47519" y="57010"/>
        <a:ext cx="3725644" cy="878402"/>
      </dsp:txXfrm>
    </dsp:sp>
    <dsp:sp modelId="{1B0456AF-E46C-48CD-B8D1-0B8919AE06E4}">
      <dsp:nvSpPr>
        <dsp:cNvPr id="0" name=""/>
        <dsp:cNvSpPr/>
      </dsp:nvSpPr>
      <dsp:spPr>
        <a:xfrm>
          <a:off x="0" y="1132691"/>
          <a:ext cx="3820682" cy="973440"/>
        </a:xfrm>
        <a:prstGeom prst="roundRect">
          <a:avLst/>
        </a:prstGeom>
        <a:solidFill>
          <a:srgbClr val="44525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t>White Box Testing </a:t>
          </a:r>
          <a:endParaRPr lang="en-IN" sz="2800" kern="1200" dirty="0"/>
        </a:p>
      </dsp:txBody>
      <dsp:txXfrm>
        <a:off x="47519" y="1180210"/>
        <a:ext cx="3725644" cy="878402"/>
      </dsp:txXfrm>
    </dsp:sp>
    <dsp:sp modelId="{5B928EF0-6242-4BD1-8D12-A11C0FF9DC2C}">
      <dsp:nvSpPr>
        <dsp:cNvPr id="0" name=""/>
        <dsp:cNvSpPr/>
      </dsp:nvSpPr>
      <dsp:spPr>
        <a:xfrm>
          <a:off x="0" y="2255891"/>
          <a:ext cx="3820682" cy="973440"/>
        </a:xfrm>
        <a:prstGeom prst="roundRect">
          <a:avLst/>
        </a:prstGeom>
        <a:solidFill>
          <a:srgbClr val="E4E7E9"/>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solidFill>
                <a:srgbClr val="E4E7E9"/>
              </a:solidFill>
            </a:rPr>
            <a:t>Gray Box Testing</a:t>
          </a:r>
          <a:endParaRPr lang="en-IN" sz="2800" kern="1200" dirty="0">
            <a:solidFill>
              <a:srgbClr val="E4E7E9"/>
            </a:solidFill>
          </a:endParaRPr>
        </a:p>
      </dsp:txBody>
      <dsp:txXfrm>
        <a:off x="47519" y="2303410"/>
        <a:ext cx="3725644" cy="8784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A4CAE-3517-413B-8973-FE214D5C235D}">
      <dsp:nvSpPr>
        <dsp:cNvPr id="0" name=""/>
        <dsp:cNvSpPr/>
      </dsp:nvSpPr>
      <dsp:spPr>
        <a:xfrm>
          <a:off x="0" y="9491"/>
          <a:ext cx="3820682" cy="973440"/>
        </a:xfrm>
        <a:prstGeom prst="roundRect">
          <a:avLst/>
        </a:prstGeom>
        <a:solidFill>
          <a:srgbClr val="44525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t>Black Box Testing </a:t>
          </a:r>
          <a:endParaRPr lang="en-IN" sz="2800" kern="1200" dirty="0"/>
        </a:p>
      </dsp:txBody>
      <dsp:txXfrm>
        <a:off x="47519" y="57010"/>
        <a:ext cx="3725644" cy="878402"/>
      </dsp:txXfrm>
    </dsp:sp>
    <dsp:sp modelId="{1B0456AF-E46C-48CD-B8D1-0B8919AE06E4}">
      <dsp:nvSpPr>
        <dsp:cNvPr id="0" name=""/>
        <dsp:cNvSpPr/>
      </dsp:nvSpPr>
      <dsp:spPr>
        <a:xfrm>
          <a:off x="0" y="1132691"/>
          <a:ext cx="3820682" cy="973440"/>
        </a:xfrm>
        <a:prstGeom prst="roundRect">
          <a:avLst/>
        </a:prstGeom>
        <a:solidFill>
          <a:srgbClr val="44525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t>White Box Testing </a:t>
          </a:r>
          <a:endParaRPr lang="en-IN" sz="2800" kern="1200" dirty="0"/>
        </a:p>
      </dsp:txBody>
      <dsp:txXfrm>
        <a:off x="47519" y="1180210"/>
        <a:ext cx="3725644" cy="878402"/>
      </dsp:txXfrm>
    </dsp:sp>
    <dsp:sp modelId="{5B928EF0-6242-4BD1-8D12-A11C0FF9DC2C}">
      <dsp:nvSpPr>
        <dsp:cNvPr id="0" name=""/>
        <dsp:cNvSpPr/>
      </dsp:nvSpPr>
      <dsp:spPr>
        <a:xfrm>
          <a:off x="0" y="2255891"/>
          <a:ext cx="3820682" cy="973440"/>
        </a:xfrm>
        <a:prstGeom prst="roundRect">
          <a:avLst/>
        </a:prstGeom>
        <a:solidFill>
          <a:srgbClr val="44525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t>Gray Box Testing</a:t>
          </a:r>
          <a:endParaRPr lang="en-IN" sz="2800" kern="1200" dirty="0"/>
        </a:p>
      </dsp:txBody>
      <dsp:txXfrm>
        <a:off x="47519" y="2303410"/>
        <a:ext cx="3725644" cy="8784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57DB6D-8C58-4D09-8449-80465D374362}">
      <dsp:nvSpPr>
        <dsp:cNvPr id="0" name=""/>
        <dsp:cNvSpPr/>
      </dsp:nvSpPr>
      <dsp:spPr>
        <a:xfrm>
          <a:off x="0" y="5805"/>
          <a:ext cx="4719482" cy="954720"/>
        </a:xfrm>
        <a:prstGeom prst="roundRect">
          <a:avLst/>
        </a:prstGeom>
        <a:solidFill>
          <a:srgbClr val="44525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t>Map Driver </a:t>
          </a:r>
          <a:endParaRPr lang="en-IN" sz="2800" kern="1200" dirty="0"/>
        </a:p>
      </dsp:txBody>
      <dsp:txXfrm>
        <a:off x="46606" y="52411"/>
        <a:ext cx="4626270" cy="861508"/>
      </dsp:txXfrm>
    </dsp:sp>
    <dsp:sp modelId="{9FEE3663-B332-4C32-916E-EAA11D2B549D}">
      <dsp:nvSpPr>
        <dsp:cNvPr id="0" name=""/>
        <dsp:cNvSpPr/>
      </dsp:nvSpPr>
      <dsp:spPr>
        <a:xfrm>
          <a:off x="0" y="1107405"/>
          <a:ext cx="4719482" cy="954720"/>
        </a:xfrm>
        <a:prstGeom prst="roundRect">
          <a:avLst/>
        </a:prstGeom>
        <a:solidFill>
          <a:srgbClr val="44525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t>Reducer Driver </a:t>
          </a:r>
          <a:endParaRPr lang="en-IN" sz="2800" kern="1200" dirty="0"/>
        </a:p>
      </dsp:txBody>
      <dsp:txXfrm>
        <a:off x="46606" y="1154011"/>
        <a:ext cx="4626270" cy="861508"/>
      </dsp:txXfrm>
    </dsp:sp>
    <dsp:sp modelId="{1679EDFB-F0A4-4655-9603-319B9FC3012C}">
      <dsp:nvSpPr>
        <dsp:cNvPr id="0" name=""/>
        <dsp:cNvSpPr/>
      </dsp:nvSpPr>
      <dsp:spPr>
        <a:xfrm>
          <a:off x="0" y="2209005"/>
          <a:ext cx="4719482" cy="954720"/>
        </a:xfrm>
        <a:prstGeom prst="roundRect">
          <a:avLst/>
        </a:prstGeom>
        <a:solidFill>
          <a:srgbClr val="44525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dirty="0"/>
            <a:t>MapReduce Driver</a:t>
          </a:r>
          <a:endParaRPr lang="en-IN" sz="2800" kern="1200" dirty="0"/>
        </a:p>
      </dsp:txBody>
      <dsp:txXfrm>
        <a:off x="46606" y="2255611"/>
        <a:ext cx="4626270" cy="86150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2CA918-4CC9-454A-A0CC-18E4AB1471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B17E60-0D58-4E11-A0B3-7C89A95212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1E31DF-E085-4560-B70C-2BE0282116AF}" type="datetimeFigureOut">
              <a:rPr lang="en-US" smtClean="0"/>
              <a:t>9/15/2021</a:t>
            </a:fld>
            <a:endParaRPr lang="en-US"/>
          </a:p>
        </p:txBody>
      </p:sp>
      <p:sp>
        <p:nvSpPr>
          <p:cNvPr id="4" name="Footer Placeholder 3">
            <a:extLst>
              <a:ext uri="{FF2B5EF4-FFF2-40B4-BE49-F238E27FC236}">
                <a16:creationId xmlns:a16="http://schemas.microsoft.com/office/drawing/2014/main" id="{5C826CD9-44E6-4934-88CC-7B6414A408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126C7B-3E85-4BB4-8FD9-8DF00D1031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2DE278-E6FC-4BDC-BC08-49EFF8121A40}" type="slidenum">
              <a:rPr lang="en-US" smtClean="0"/>
              <a:t>‹#›</a:t>
            </a:fld>
            <a:endParaRPr lang="en-US"/>
          </a:p>
        </p:txBody>
      </p:sp>
    </p:spTree>
    <p:extLst>
      <p:ext uri="{BB962C8B-B14F-4D97-AF65-F5344CB8AC3E}">
        <p14:creationId xmlns:p14="http://schemas.microsoft.com/office/powerpoint/2010/main" val="53390406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arget="../media/image2.jpeg" Type="http://schemas.openxmlformats.org/officeDocument/2006/relationships/image"/><Relationship Id="rId2" Target="../media/image1.jpe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reserve="1" userDrawn="1">
  <p:cSld name="1_Title Slide">
    <p:spTree>
      <p:nvGrpSpPr>
        <p:cNvPr id="1" name=""/>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FB821A54-EBB6-44D6-B654-A7206FCE625D}"/>
              </a:ext>
            </a:extLst>
          </p:cNvPr>
          <p:cNvSpPr/>
          <p:nvPr userDrawn="1"/>
        </p:nvSpPr>
        <p:spPr>
          <a:xfrm>
            <a:off x="51361" y="222575"/>
            <a:ext cx="4711139" cy="712652"/>
          </a:xfrm>
          <a:prstGeom prst="roundRect">
            <a:avLst>
              <a:gd fmla="val 10415" name="adj"/>
            </a:avLst>
          </a:prstGeom>
          <a:solidFill>
            <a:srgbClr val="44525B"/>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3200" u="none">
                <a:solidFill>
                  <a:schemeClr val="bg1"/>
                </a:solidFill>
                <a:latin charset="0" panose="020B0502040204020203" pitchFamily="34" typeface="Bahnschrift SemiBold"/>
              </a:rPr>
              <a:t>Introduction to Big Data</a:t>
            </a:r>
          </a:p>
        </p:txBody>
      </p:sp>
      <p:grpSp>
        <p:nvGrpSpPr>
          <p:cNvPr hidden="1" id="18" name="Group 45">
            <a:extLst>
              <a:ext uri="{FF2B5EF4-FFF2-40B4-BE49-F238E27FC236}">
                <a16:creationId xmlns:a16="http://schemas.microsoft.com/office/drawing/2014/main" id="{850EC89B-90C3-44BB-9D08-4AA2F18B76E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4562810" y="545"/>
            <a:ext cx="656040" cy="6857455"/>
            <a:chOff x="5632355" y="0"/>
            <a:chExt cx="874719" cy="6857455"/>
          </a:xfrm>
        </p:grpSpPr>
        <p:sp>
          <p:nvSpPr>
            <p:cNvPr id="19" name="Freeform: Shape 18">
              <a:extLst>
                <a:ext uri="{FF2B5EF4-FFF2-40B4-BE49-F238E27FC236}">
                  <a16:creationId xmlns:a16="http://schemas.microsoft.com/office/drawing/2014/main" id="{CE7AE735-969F-4B48-90BB-9C0B68FF30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5" y="2991370"/>
              <a:ext cx="6857455" cy="874715"/>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8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sp>
          <p:nvSpPr>
            <p:cNvPr id="20" name="Freeform: Shape 47">
              <a:extLst>
                <a:ext uri="{FF2B5EF4-FFF2-40B4-BE49-F238E27FC236}">
                  <a16:creationId xmlns:a16="http://schemas.microsoft.com/office/drawing/2014/main" id="{1E3EFCBE-34EF-4B4E-BB43-0CC49CCDD1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8" y="2991370"/>
              <a:ext cx="6857455" cy="874716"/>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7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2">
                <a:alphaModFix amt="57000"/>
              </a:blip>
              <a:srcRect/>
              <a:tile algn="tl" flip="none" sx="100000" sy="100000" tx="0" ty="0"/>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grpSp>
      <p:pic>
        <p:nvPicPr>
          <p:cNvPr id="98" name="Picture 97">
            <a:extLst>
              <a:ext uri="{FF2B5EF4-FFF2-40B4-BE49-F238E27FC236}">
                <a16:creationId xmlns:a16="http://schemas.microsoft.com/office/drawing/2014/main" id="{178902E1-D29E-4408-BD1A-7961DCC69A4E}"/>
              </a:ext>
            </a:extLst>
          </p:cNvPr>
          <p:cNvPicPr>
            <a:picLocks noChangeArrowheads="1" noChangeAspect="1"/>
          </p:cNvPicPr>
          <p:nvPr userDrawn="1"/>
        </p:nvPicPr>
        <p:blipFill rotWithShape="1">
          <a:blip r:embed="rId3">
            <a:extLst>
              <a:ext uri="{28A0092B-C50C-407E-A947-70E740481C1C}">
                <a14:useLocalDpi xmlns:a14="http://schemas.microsoft.com/office/drawing/2010/main" val="0"/>
              </a:ext>
            </a:extLst>
          </a:blip>
          <a:srcRect b="-57" r="80"/>
          <a:stretch/>
        </p:blipFill>
        <p:spPr bwMode="auto">
          <a:xfrm>
            <a:off x="-9948" y="3838"/>
            <a:ext cx="9153948" cy="6850324"/>
          </a:xfrm>
          <a:custGeom>
            <a:avLst/>
            <a:gdLst>
              <a:gd fmla="*/ 5282861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3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1" y="0"/>
                </a:moveTo>
                <a:lnTo>
                  <a:pt x="9153948" y="0"/>
                </a:lnTo>
                <a:lnTo>
                  <a:pt x="9153948" y="3977971"/>
                </a:lnTo>
                <a:lnTo>
                  <a:pt x="9004662" y="4052945"/>
                </a:lnTo>
                <a:cubicBezTo>
                  <a:pt x="7703988" y="4749593"/>
                  <a:pt x="6701910" y="5709432"/>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3"/>
                </a:cubicBezTo>
                <a:close/>
              </a:path>
            </a:pathLst>
          </a:custGeom>
          <a:noFill/>
          <a:extLst>
            <a:ext uri="{909E8E84-426E-40DD-AFC4-6F175D3DCCD1}">
              <a14:hiddenFill xmlns:a14="http://schemas.microsoft.com/office/drawing/2010/main">
                <a:solidFill>
                  <a:srgbClr val="FFFFFF"/>
                </a:solidFill>
              </a14:hiddenFill>
            </a:ext>
          </a:extLst>
        </p:spPr>
      </p:pic>
      <p:sp>
        <p:nvSpPr>
          <p:cNvPr id="97" name="Freeform: Shape 96">
            <a:extLst>
              <a:ext uri="{FF2B5EF4-FFF2-40B4-BE49-F238E27FC236}">
                <a16:creationId xmlns:a16="http://schemas.microsoft.com/office/drawing/2014/main" id="{8B6C1D65-4ABB-4690-93DF-7DFB2A98622A}"/>
              </a:ext>
            </a:extLst>
          </p:cNvPr>
          <p:cNvSpPr/>
          <p:nvPr userDrawn="1"/>
        </p:nvSpPr>
        <p:spPr>
          <a:xfrm>
            <a:off x="-9948" y="3838"/>
            <a:ext cx="9153948" cy="6850324"/>
          </a:xfrm>
          <a:custGeom>
            <a:avLst/>
            <a:gdLst>
              <a:gd fmla="*/ 5282862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4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2" y="0"/>
                </a:moveTo>
                <a:lnTo>
                  <a:pt x="9153948" y="0"/>
                </a:lnTo>
                <a:lnTo>
                  <a:pt x="9153948" y="3977971"/>
                </a:lnTo>
                <a:lnTo>
                  <a:pt x="9004662" y="4052945"/>
                </a:lnTo>
                <a:cubicBezTo>
                  <a:pt x="7703988" y="4749593"/>
                  <a:pt x="6701910" y="5709433"/>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4"/>
                </a:cubicBezTo>
                <a:close/>
              </a:path>
            </a:pathLst>
          </a:custGeom>
          <a:solidFill>
            <a:schemeClr val="bg1">
              <a:lumMod val="50000"/>
              <a:alpha val="50000"/>
            </a:schemeClr>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5" name="Freeform: Shape 74">
            <a:extLst>
              <a:ext uri="{FF2B5EF4-FFF2-40B4-BE49-F238E27FC236}">
                <a16:creationId xmlns:a16="http://schemas.microsoft.com/office/drawing/2014/main" id="{3D86ACB6-5BFD-4C67-B168-1E477676C765}"/>
              </a:ext>
            </a:extLst>
          </p:cNvPr>
          <p:cNvSpPr/>
          <p:nvPr userDrawn="1"/>
        </p:nvSpPr>
        <p:spPr>
          <a:xfrm>
            <a:off x="-133350" y="-751246"/>
            <a:ext cx="11106409" cy="4858109"/>
          </a:xfrm>
          <a:custGeom>
            <a:avLst/>
            <a:gdLst>
              <a:gd fmla="*/ 3909888 w 9144000" name="connsiteX0"/>
              <a:gd fmla="*/ 1376794 h 3809635" name="connsiteY0"/>
              <a:gd fmla="*/ 3815327 w 9144000" name="connsiteX1"/>
              <a:gd fmla="*/ 1514144 h 3809635" name="connsiteY1"/>
              <a:gd fmla="*/ 1032179 w 9144000" name="connsiteX2"/>
              <a:gd fmla="*/ 3516551 h 3809635" name="connsiteY2"/>
              <a:gd fmla="*/ 139693 w 9144000" name="connsiteX3"/>
              <a:gd fmla="*/ 3800747 h 3809635" name="connsiteY3"/>
              <a:gd fmla="*/ 101598 w 9144000" name="connsiteX4"/>
              <a:gd fmla="*/ 3809635 h 3809635" name="connsiteY4"/>
              <a:gd fmla="*/ 101598 w 9144000" name="connsiteX5"/>
              <a:gd fmla="*/ 3477088 h 3809635" name="connsiteY5"/>
              <a:gd fmla="*/ 181491 w 9144000" name="connsiteX6"/>
              <a:gd fmla="*/ 3460712 h 3809635" name="connsiteY6"/>
              <a:gd fmla="*/ 897358 w 9144000" name="connsiteX7"/>
              <a:gd fmla="*/ 3266910 h 3809635" name="connsiteY7"/>
              <a:gd fmla="*/ 3800595 w 9144000" name="connsiteX8"/>
              <a:gd fmla="*/ 1503680 h 3809635" name="connsiteY8"/>
              <a:gd fmla="*/ 4639132 w 9144000" name="connsiteX9"/>
              <a:gd fmla="*/ 0 h 3809635" name="connsiteY9"/>
              <a:gd fmla="*/ 9144000 w 9144000" name="connsiteX10"/>
              <a:gd fmla="*/ 0 h 3809635" name="connsiteY10"/>
              <a:gd fmla="*/ 9144000 w 9144000" name="connsiteX11"/>
              <a:gd fmla="*/ 545 h 3809635" name="connsiteY11"/>
              <a:gd fmla="*/ 4639015 w 9144000" name="connsiteX12"/>
              <a:gd fmla="*/ 545 h 3809635" name="connsiteY12"/>
              <a:gd fmla="*/ 0 w 9144000" name="connsiteX13"/>
              <a:gd fmla="*/ 0 h 3809635" name="connsiteY13"/>
              <a:gd fmla="*/ 2434 w 9144000" name="connsiteX14"/>
              <a:gd fmla="*/ 0 h 3809635" name="connsiteY14"/>
              <a:gd fmla="*/ 2434 w 9144000" name="connsiteX15"/>
              <a:gd fmla="*/ 116112 h 3809635" name="connsiteY15"/>
              <a:gd fmla="*/ 0 w 9144000" name="connsiteX16"/>
              <a:gd fmla="*/ 116112 h 3809635"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h="3809635" w="9144000">
                <a:moveTo>
                  <a:pt x="3909888" y="1376794"/>
                </a:moveTo>
                <a:lnTo>
                  <a:pt x="3815327" y="1514144"/>
                </a:lnTo>
                <a:cubicBezTo>
                  <a:pt x="3222015" y="2313441"/>
                  <a:pt x="2244987" y="3045879"/>
                  <a:pt x="1032179" y="3516551"/>
                </a:cubicBezTo>
                <a:cubicBezTo>
                  <a:pt x="733642" y="3632408"/>
                  <a:pt x="434950" y="3726921"/>
                  <a:pt x="139693" y="3800747"/>
                </a:cubicBezTo>
                <a:lnTo>
                  <a:pt x="101598" y="3809635"/>
                </a:lnTo>
                <a:lnTo>
                  <a:pt x="101598" y="3477088"/>
                </a:lnTo>
                <a:lnTo>
                  <a:pt x="181491" y="3460712"/>
                </a:lnTo>
                <a:cubicBezTo>
                  <a:pt x="418466" y="3408295"/>
                  <a:pt x="657613" y="3343819"/>
                  <a:pt x="897358" y="3266910"/>
                </a:cubicBezTo>
                <a:cubicBezTo>
                  <a:pt x="2114817" y="2876352"/>
                  <a:pt x="3128242" y="2235559"/>
                  <a:pt x="3800595" y="1503680"/>
                </a:cubicBezTo>
                <a:close/>
                <a:moveTo>
                  <a:pt x="4639132" y="0"/>
                </a:moveTo>
                <a:lnTo>
                  <a:pt x="9144000" y="0"/>
                </a:lnTo>
                <a:lnTo>
                  <a:pt x="9144000" y="545"/>
                </a:lnTo>
                <a:lnTo>
                  <a:pt x="4639015" y="545"/>
                </a:lnTo>
                <a:close/>
                <a:moveTo>
                  <a:pt x="0" y="0"/>
                </a:moveTo>
                <a:lnTo>
                  <a:pt x="2434" y="0"/>
                </a:lnTo>
                <a:lnTo>
                  <a:pt x="2434" y="116112"/>
                </a:lnTo>
                <a:lnTo>
                  <a:pt x="0" y="116112"/>
                </a:ln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89" name="Freeform: Shape 88">
            <a:extLst>
              <a:ext uri="{FF2B5EF4-FFF2-40B4-BE49-F238E27FC236}">
                <a16:creationId xmlns:a16="http://schemas.microsoft.com/office/drawing/2014/main" id="{B33DEB17-D024-478D-B70D-E045AB878E9A}"/>
              </a:ext>
            </a:extLst>
          </p:cNvPr>
          <p:cNvSpPr/>
          <p:nvPr userDrawn="1"/>
        </p:nvSpPr>
        <p:spPr>
          <a:xfrm rot="10800000">
            <a:off x="99294" y="4154791"/>
            <a:ext cx="11106409" cy="4102154"/>
          </a:xfrm>
          <a:custGeom>
            <a:avLst/>
            <a:gdLst>
              <a:gd fmla="*/ 11106409 w 11106409" name="connsiteX0"/>
              <a:gd fmla="*/ 695 h 4102154" name="connsiteY0"/>
              <a:gd fmla="*/ 5634601 w 11106409" name="connsiteX1"/>
              <a:gd fmla="*/ 695 h 4102154" name="connsiteY1"/>
              <a:gd fmla="*/ 5634744 w 11106409" name="connsiteX2"/>
              <a:gd fmla="*/ 0 h 4102154" name="connsiteY2"/>
              <a:gd fmla="*/ 11106409 w 11106409" name="connsiteX3"/>
              <a:gd fmla="*/ 0 h 4102154" name="connsiteY3"/>
              <a:gd fmla="*/ 2956 w 11106409" name="connsiteX4"/>
              <a:gd fmla="*/ 148068 h 4102154" name="connsiteY4"/>
              <a:gd fmla="*/ 0 w 11106409" name="connsiteX5"/>
              <a:gd fmla="*/ 148068 h 4102154" name="connsiteY5"/>
              <a:gd fmla="*/ 0 w 11106409" name="connsiteX6"/>
              <a:gd fmla="*/ 0 h 4102154" name="connsiteY6"/>
              <a:gd fmla="*/ 2956 w 11106409" name="connsiteX7"/>
              <a:gd fmla="*/ 0 h 4102154" name="connsiteY7"/>
              <a:gd fmla="*/ 2061703 w 11106409" name="connsiteX8"/>
              <a:gd fmla="*/ 4102154 h 4102154" name="connsiteY8"/>
              <a:gd fmla="*/ 2061703 w 11106409" name="connsiteX9"/>
              <a:gd fmla="*/ 3774848 h 4102154" name="connsiteY9"/>
              <a:gd fmla="*/ 2149929 w 11106409" name="connsiteX10"/>
              <a:gd fmla="*/ 3735822 h 4102154" name="connsiteY10"/>
              <a:gd fmla="*/ 4616246 w 11106409" name="connsiteX11"/>
              <a:gd fmla="*/ 1917518 h 4102154" name="connsiteY11"/>
              <a:gd fmla="*/ 4748995 w 11106409" name="connsiteX12"/>
              <a:gd fmla="*/ 1755710 h 4102154" name="connsiteY12"/>
              <a:gd fmla="*/ 4634140 w 11106409" name="connsiteX13"/>
              <a:gd fmla="*/ 1930861 h 4102154" name="connsiteY13"/>
              <a:gd fmla="*/ 2302010 w 11106409" name="connsiteX14"/>
              <a:gd fmla="*/ 3975502 h 4102154" name="connsiteY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b="b" l="l" r="r" t="t"/>
            <a:pathLst>
              <a:path h="4102154" w="11106409">
                <a:moveTo>
                  <a:pt x="11106409" y="695"/>
                </a:moveTo>
                <a:lnTo>
                  <a:pt x="5634601" y="695"/>
                </a:lnTo>
                <a:lnTo>
                  <a:pt x="5634744" y="0"/>
                </a:lnTo>
                <a:lnTo>
                  <a:pt x="11106409" y="0"/>
                </a:lnTo>
                <a:close/>
                <a:moveTo>
                  <a:pt x="2956" y="148068"/>
                </a:moveTo>
                <a:lnTo>
                  <a:pt x="0" y="148068"/>
                </a:lnTo>
                <a:lnTo>
                  <a:pt x="0" y="0"/>
                </a:lnTo>
                <a:lnTo>
                  <a:pt x="2956" y="0"/>
                </a:lnTo>
                <a:close/>
                <a:moveTo>
                  <a:pt x="2061703" y="4102154"/>
                </a:moveTo>
                <a:lnTo>
                  <a:pt x="2061703" y="3774848"/>
                </a:lnTo>
                <a:lnTo>
                  <a:pt x="2149929" y="3735822"/>
                </a:lnTo>
                <a:cubicBezTo>
                  <a:pt x="3158248" y="3252137"/>
                  <a:pt x="4003761" y="2617496"/>
                  <a:pt x="4616246" y="1917518"/>
                </a:cubicBezTo>
                <a:lnTo>
                  <a:pt x="4748995" y="1755710"/>
                </a:lnTo>
                <a:lnTo>
                  <a:pt x="4634140" y="1930861"/>
                </a:lnTo>
                <a:cubicBezTo>
                  <a:pt x="4093657" y="2695319"/>
                  <a:pt x="3291012" y="3411818"/>
                  <a:pt x="2302010" y="3975502"/>
                </a:cubicBez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8" name="Rectangle: Rounded Corners 77">
            <a:extLst>
              <a:ext uri="{FF2B5EF4-FFF2-40B4-BE49-F238E27FC236}">
                <a16:creationId xmlns:a16="http://schemas.microsoft.com/office/drawing/2014/main" id="{FFE54959-DEE0-47EE-AF9E-5321D7B257EA}"/>
              </a:ext>
            </a:extLst>
          </p:cNvPr>
          <p:cNvSpPr/>
          <p:nvPr userDrawn="1"/>
        </p:nvSpPr>
        <p:spPr>
          <a:xfrm>
            <a:off x="51361" y="1070314"/>
            <a:ext cx="2310839" cy="712652"/>
          </a:xfrm>
          <a:prstGeom prst="roundRect">
            <a:avLst>
              <a:gd fmla="val 7564" name="adj"/>
            </a:avLst>
          </a:prstGeom>
          <a:solidFill>
            <a:srgbClr val="44525B">
              <a:alpha val="4000"/>
            </a:srgbClr>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4000" u="none">
                <a:solidFill>
                  <a:srgbClr val="44525A"/>
                </a:solidFill>
                <a:latin charset="0" panose="020B0502040204020203" pitchFamily="34" typeface="Bahnschrift SemiBold"/>
              </a:rPr>
              <a:t>ECAP456</a:t>
            </a:r>
          </a:p>
        </p:txBody>
      </p:sp>
      <p:sp>
        <p:nvSpPr>
          <p:cNvPr id="80" name="TextBox 79">
            <a:extLst>
              <a:ext uri="{FF2B5EF4-FFF2-40B4-BE49-F238E27FC236}">
                <a16:creationId xmlns:a16="http://schemas.microsoft.com/office/drawing/2014/main" id="{D618CB88-4007-40A9-B126-AE157A2EA3D6}"/>
              </a:ext>
            </a:extLst>
          </p:cNvPr>
          <p:cNvSpPr txBox="1"/>
          <p:nvPr userDrawn="1"/>
        </p:nvSpPr>
        <p:spPr>
          <a:xfrm>
            <a:off x="6817722" y="5891971"/>
            <a:ext cx="2326278" cy="461665"/>
          </a:xfrm>
          <a:prstGeom prst="rect">
            <a:avLst/>
          </a:prstGeom>
          <a:noFill/>
        </p:spPr>
        <p:txBody>
          <a:bodyPr rtlCol="0" wrap="none">
            <a:spAutoFit/>
          </a:bodyPr>
          <a:lstStyle/>
          <a:p>
            <a:r>
              <a:rPr dirty="0" lang="en-US" sz="2400">
                <a:latin charset="0" panose="020B0502040204020203" pitchFamily="34" typeface="Bahnschrift SemiBold"/>
              </a:rPr>
              <a:t>Dr. Rajni Bhalla</a:t>
            </a:r>
          </a:p>
        </p:txBody>
      </p:sp>
      <p:sp>
        <p:nvSpPr>
          <p:cNvPr id="81" name="TextBox 80">
            <a:extLst>
              <a:ext uri="{FF2B5EF4-FFF2-40B4-BE49-F238E27FC236}">
                <a16:creationId xmlns:a16="http://schemas.microsoft.com/office/drawing/2014/main" id="{50CF1EBC-DA85-4E58-B8EC-90839B52F650}"/>
              </a:ext>
            </a:extLst>
          </p:cNvPr>
          <p:cNvSpPr txBox="1"/>
          <p:nvPr userDrawn="1"/>
        </p:nvSpPr>
        <p:spPr>
          <a:xfrm>
            <a:off x="6667805" y="6332318"/>
            <a:ext cx="2518638" cy="400110"/>
          </a:xfrm>
          <a:prstGeom prst="rect">
            <a:avLst/>
          </a:prstGeom>
          <a:noFill/>
        </p:spPr>
        <p:txBody>
          <a:bodyPr rtlCol="0" wrap="none">
            <a:spAutoFit/>
          </a:bodyPr>
          <a:lstStyle/>
          <a:p>
            <a:r>
              <a:rPr dirty="0" lang="en-US" sz="2000">
                <a:latin charset="0" panose="020B0502040204020203" pitchFamily="34" typeface="Bahnschrift SemiBold"/>
              </a:rPr>
              <a:t>Associate Professor</a:t>
            </a:r>
          </a:p>
        </p:txBody>
      </p:sp>
      <p:sp>
        <p:nvSpPr>
          <p:cNvPr id="99" name="Rectangle 98">
            <a:extLst>
              <a:ext uri="{FF2B5EF4-FFF2-40B4-BE49-F238E27FC236}">
                <a16:creationId xmlns:a16="http://schemas.microsoft.com/office/drawing/2014/main" id="{28AA0A77-4443-4511-81DB-6D4919D92960}"/>
              </a:ext>
            </a:extLst>
          </p:cNvPr>
          <p:cNvSpPr/>
          <p:nvPr userDrawn="1"/>
        </p:nvSpPr>
        <p:spPr>
          <a:xfrm>
            <a:off x="6734323" y="6696075"/>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100" name="Rectangle 99">
            <a:extLst>
              <a:ext uri="{FF2B5EF4-FFF2-40B4-BE49-F238E27FC236}">
                <a16:creationId xmlns:a16="http://schemas.microsoft.com/office/drawing/2014/main" id="{EA4B1C0C-45EB-4524-B766-E8F5A3D56091}"/>
              </a:ext>
            </a:extLst>
          </p:cNvPr>
          <p:cNvSpPr/>
          <p:nvPr userDrawn="1"/>
        </p:nvSpPr>
        <p:spPr>
          <a:xfrm>
            <a:off x="6734323" y="6353636"/>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5937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959429"/>
          </a:xfrm>
          <a:prstGeom prst="rect">
            <a:avLst/>
          </a:prstGeom>
          <a:gradFill flip="none" rotWithShape="1">
            <a:gsLst>
              <a:gs pos="69000">
                <a:srgbClr val="818A8F"/>
              </a:gs>
              <a:gs pos="0">
                <a:srgbClr val="44525A"/>
              </a:gs>
              <a:gs pos="100000">
                <a:srgbClr val="F4F4F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hasCustomPrompt="1"/>
          </p:nvPr>
        </p:nvSpPr>
        <p:spPr>
          <a:xfrm>
            <a:off x="921639" y="2700396"/>
            <a:ext cx="7525999" cy="3698763"/>
          </a:xfrm>
        </p:spPr>
        <p:txBody>
          <a:bodyPr/>
          <a:lstStyle>
            <a:lvl1pPr>
              <a:lnSpc>
                <a:spcPct val="150000"/>
              </a:lnSpc>
              <a:defRPr sz="2600">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Outcome 1</a:t>
            </a:r>
          </a:p>
          <a:p>
            <a:pPr lvl="0"/>
            <a:r>
              <a:rPr lang="en-US" dirty="0"/>
              <a:t>Outcome 2</a:t>
            </a:r>
          </a:p>
          <a:p>
            <a:pPr lvl="0"/>
            <a:r>
              <a:rPr lang="en-US" dirty="0"/>
              <a:t>Outcome 3</a:t>
            </a:r>
          </a:p>
        </p:txBody>
      </p:sp>
      <p:sp>
        <p:nvSpPr>
          <p:cNvPr id="10" name="TextBox 9">
            <a:extLst>
              <a:ext uri="{FF2B5EF4-FFF2-40B4-BE49-F238E27FC236}">
                <a16:creationId xmlns:a16="http://schemas.microsoft.com/office/drawing/2014/main" id="{66F90CB2-A495-4AF3-BC7C-1B34E1164439}"/>
              </a:ext>
            </a:extLst>
          </p:cNvPr>
          <p:cNvSpPr txBox="1"/>
          <p:nvPr userDrawn="1"/>
        </p:nvSpPr>
        <p:spPr>
          <a:xfrm>
            <a:off x="628650" y="235182"/>
            <a:ext cx="3429000" cy="1446550"/>
          </a:xfrm>
          <a:prstGeom prst="rect">
            <a:avLst/>
          </a:prstGeom>
          <a:noFill/>
        </p:spPr>
        <p:txBody>
          <a:bodyPr wrap="square" rtlCol="0">
            <a:spAutoFit/>
          </a:bodyPr>
          <a:lstStyle/>
          <a:p>
            <a:pPr marL="0" algn="l" defTabSz="457200" rtl="0" eaLnBrk="1" latinLnBrk="0" hangingPunct="1">
              <a:lnSpc>
                <a:spcPct val="100000"/>
              </a:lnSpc>
              <a:spcBef>
                <a:spcPct val="0"/>
              </a:spcBef>
              <a:buNone/>
            </a:pPr>
            <a:r>
              <a:rPr lang="en-US" sz="4400" kern="1200" dirty="0">
                <a:solidFill>
                  <a:schemeClr val="bg1"/>
                </a:solidFill>
                <a:latin typeface="Bahnschrift SemiBold" panose="020B0502040204020203" pitchFamily="34" charset="0"/>
                <a:ea typeface="+mn-ea"/>
                <a:cs typeface="+mn-cs"/>
              </a:rPr>
              <a:t>Learning Outcomes</a:t>
            </a:r>
          </a:p>
        </p:txBody>
      </p:sp>
      <p:pic>
        <p:nvPicPr>
          <p:cNvPr id="12" name="Picture 11">
            <a:extLst>
              <a:ext uri="{FF2B5EF4-FFF2-40B4-BE49-F238E27FC236}">
                <a16:creationId xmlns:a16="http://schemas.microsoft.com/office/drawing/2014/main" id="{70BD9AB8-BE8B-4AD4-8989-7D5BB1CBD5C5}"/>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6102" b="98622" l="9753" r="89973">
                        <a14:foregroundMark x1="62637" y1="39764" x2="62637" y2="39764"/>
                        <a14:foregroundMark x1="40797" y1="53346" x2="40797" y2="53346"/>
                        <a14:foregroundMark x1="27198" y1="59055" x2="27198" y2="59055"/>
                        <a14:foregroundMark x1="25687" y1="41929" x2="25687" y2="41929"/>
                        <a14:foregroundMark x1="28434" y1="22835" x2="28434" y2="22835"/>
                        <a14:foregroundMark x1="37225" y1="10433" x2="37225" y2="10433"/>
                        <a14:foregroundMark x1="49863" y1="6496" x2="49863" y2="6496"/>
                        <a14:foregroundMark x1="61538" y1="13583" x2="61538" y2="13583"/>
                        <a14:foregroundMark x1="71016" y1="24803" x2="71016" y2="24803"/>
                        <a14:foregroundMark x1="73626" y1="40945" x2="73626" y2="40945"/>
                        <a14:foregroundMark x1="72115" y1="60039" x2="72115" y2="60039"/>
                        <a14:foregroundMark x1="55345" y1="90060" x2="55907" y2="90157"/>
                        <a14:foregroundMark x1="48764" y1="98622" x2="50275" y2="97835"/>
                        <a14:foregroundMark x1="53709" y1="89764" x2="53709" y2="89764"/>
                        <a14:foregroundMark x1="53434" y1="90354" x2="51511" y2="89370"/>
                        <a14:foregroundMark x1="44780" y1="88189" x2="51236" y2="89567"/>
                        <a14:backgroundMark x1="55769" y1="85433" x2="49950" y2="86267"/>
                        <a14:backgroundMark x1="52194" y1="91242" x2="50589" y2="90886"/>
                        <a14:backgroundMark x1="56181" y1="92126" x2="53895" y2="91619"/>
                        <a14:backgroundMark x1="55495" y1="86024" x2="54258" y2="85827"/>
                        <a14:backgroundMark x1="54396" y1="86024" x2="55632" y2="86614"/>
                        <a14:backgroundMark x1="49176" y1="96654" x2="47940" y2="95079"/>
                      </a14:backgroundRemoval>
                    </a14:imgEffect>
                  </a14:imgLayer>
                </a14:imgProps>
              </a:ext>
            </a:extLst>
          </a:blip>
          <a:stretch>
            <a:fillRect/>
          </a:stretch>
        </p:blipFill>
        <p:spPr>
          <a:xfrm rot="19619398">
            <a:off x="7045240" y="145893"/>
            <a:ext cx="2389846" cy="1667640"/>
          </a:xfrm>
          <a:prstGeom prst="rect">
            <a:avLst/>
          </a:prstGeom>
        </p:spPr>
      </p:pic>
      <p:sp>
        <p:nvSpPr>
          <p:cNvPr id="2" name="Rectangle 1">
            <a:extLst>
              <a:ext uri="{FF2B5EF4-FFF2-40B4-BE49-F238E27FC236}">
                <a16:creationId xmlns:a16="http://schemas.microsoft.com/office/drawing/2014/main" id="{0FCCDEB3-12E7-45AF-A8F2-BC0F9E2254EE}"/>
              </a:ext>
            </a:extLst>
          </p:cNvPr>
          <p:cNvSpPr/>
          <p:nvPr userDrawn="1"/>
        </p:nvSpPr>
        <p:spPr>
          <a:xfrm>
            <a:off x="455696" y="1959429"/>
            <a:ext cx="7915742" cy="740967"/>
          </a:xfrm>
          <a:prstGeom prst="rect">
            <a:avLst/>
          </a:prstGeom>
        </p:spPr>
        <p:txBody>
          <a:bodyPr vert="horz" lIns="91440" tIns="45720" rIns="91440" bIns="45720" rtlCol="0">
            <a:normAutofit/>
          </a:bodyPr>
          <a:lstStyle/>
          <a:p>
            <a:pPr marL="0" lvl="0" indent="0" defTabSz="914400">
              <a:lnSpc>
                <a:spcPct val="150000"/>
              </a:lnSpc>
              <a:spcBef>
                <a:spcPts val="1000"/>
              </a:spcBef>
              <a:buFont typeface="Arial" panose="020B0604020202020204" pitchFamily="34" charset="0"/>
              <a:buNone/>
            </a:pPr>
            <a:r>
              <a:rPr lang="en-US" sz="2800" dirty="0">
                <a:solidFill>
                  <a:schemeClr val="tx1"/>
                </a:solidFill>
                <a:latin typeface="Bahnschrift" panose="020B0502040204020203" pitchFamily="34" charset="0"/>
              </a:rPr>
              <a:t>After this lecture, you will be able to</a:t>
            </a:r>
          </a:p>
        </p:txBody>
      </p:sp>
    </p:spTree>
    <p:extLst>
      <p:ext uri="{BB962C8B-B14F-4D97-AF65-F5344CB8AC3E}">
        <p14:creationId xmlns:p14="http://schemas.microsoft.com/office/powerpoint/2010/main" val="220990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325563"/>
          </a:xfrm>
          <a:prstGeom prst="rect">
            <a:avLst/>
          </a:prstGeom>
          <a:solidFill>
            <a:srgbClr val="445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38362" y="1628145"/>
            <a:ext cx="8386537" cy="5004884"/>
          </a:xfrm>
        </p:spPr>
        <p:txBody>
          <a:bodyPr/>
          <a:lstStyle>
            <a:lvl1pPr>
              <a:lnSpc>
                <a:spcPct val="150000"/>
              </a:lnSpc>
              <a:defRPr>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D674DD10-9343-40FC-87DE-8A1F63FF11A0}"/>
              </a:ext>
            </a:extLst>
          </p:cNvPr>
          <p:cNvSpPr>
            <a:spLocks noGrp="1"/>
          </p:cNvSpPr>
          <p:nvPr>
            <p:ph type="title"/>
          </p:nvPr>
        </p:nvSpPr>
        <p:spPr>
          <a:xfrm>
            <a:off x="338362" y="0"/>
            <a:ext cx="8386537" cy="1325563"/>
          </a:xfrm>
        </p:spPr>
        <p:txBody>
          <a:bodyPr>
            <a:normAutofit/>
          </a:bodyPr>
          <a:lstStyle>
            <a:lvl1pPr marL="0" algn="l" defTabSz="457200" rtl="0" eaLnBrk="1" latinLnBrk="0" hangingPunct="1">
              <a:lnSpc>
                <a:spcPct val="100000"/>
              </a:lnSpc>
              <a:defRPr lang="en-US" sz="3600" kern="1200" dirty="0">
                <a:solidFill>
                  <a:schemeClr val="bg1"/>
                </a:solidFill>
                <a:latin typeface="Bahnschrift SemiBold" panose="020B0502040204020203" pitchFamily="34" charset="0"/>
                <a:ea typeface="+mn-ea"/>
                <a:cs typeface="+mn-cs"/>
              </a:defRPr>
            </a:lvl1pPr>
          </a:lstStyle>
          <a:p>
            <a:r>
              <a:rPr lang="en-US" dirty="0"/>
              <a:t>Click to edit Master title style</a:t>
            </a:r>
          </a:p>
        </p:txBody>
      </p:sp>
    </p:spTree>
    <p:extLst>
      <p:ext uri="{BB962C8B-B14F-4D97-AF65-F5344CB8AC3E}">
        <p14:creationId xmlns:p14="http://schemas.microsoft.com/office/powerpoint/2010/main" val="2192153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8928101"/>
            <a:ext cx="2057400" cy="365125"/>
          </a:xfrm>
        </p:spPr>
        <p:txBody>
          <a:bodyPr/>
          <a:lstStyle/>
          <a:p>
            <a:fld id="{71BC5188-02C1-4612-A2C7-F501CF181F2E}" type="datetimeFigureOut">
              <a:rPr lang="en-US" smtClean="0"/>
              <a:t>9/15/2021</a:t>
            </a:fld>
            <a:endParaRPr lang="en-US"/>
          </a:p>
        </p:txBody>
      </p:sp>
      <p:sp>
        <p:nvSpPr>
          <p:cNvPr id="5" name="Footer Placeholder 4"/>
          <p:cNvSpPr>
            <a:spLocks noGrp="1"/>
          </p:cNvSpPr>
          <p:nvPr>
            <p:ph type="ftr" sz="quarter" idx="11"/>
          </p:nvPr>
        </p:nvSpPr>
        <p:spPr>
          <a:xfrm>
            <a:off x="3028950" y="8928101"/>
            <a:ext cx="3086100" cy="365125"/>
          </a:xfrm>
        </p:spPr>
        <p:txBody>
          <a:bodyPr/>
          <a:lstStyle/>
          <a:p>
            <a:endParaRPr lang="en-US"/>
          </a:p>
        </p:txBody>
      </p:sp>
      <p:sp>
        <p:nvSpPr>
          <p:cNvPr id="6" name="Slide Number Placeholder 5"/>
          <p:cNvSpPr>
            <a:spLocks noGrp="1"/>
          </p:cNvSpPr>
          <p:nvPr>
            <p:ph type="sldNum" sz="quarter" idx="12"/>
          </p:nvPr>
        </p:nvSpPr>
        <p:spPr>
          <a:xfrm>
            <a:off x="6457950" y="8928101"/>
            <a:ext cx="2057400" cy="365125"/>
          </a:xfrm>
        </p:spPr>
        <p:txBody>
          <a:bodyPr/>
          <a:lstStyle/>
          <a:p>
            <a:fld id="{0E4DDFBB-2C77-4C22-A6ED-B339E4E2C87F}" type="slidenum">
              <a:rPr lang="en-US" smtClean="0"/>
              <a:t>‹#›</a:t>
            </a:fld>
            <a:endParaRPr lang="en-US"/>
          </a:p>
        </p:txBody>
      </p:sp>
      <p:sp>
        <p:nvSpPr>
          <p:cNvPr id="19" name="Freeform: Shape 18">
            <a:extLst>
              <a:ext uri="{FF2B5EF4-FFF2-40B4-BE49-F238E27FC236}">
                <a16:creationId xmlns:a16="http://schemas.microsoft.com/office/drawing/2014/main" id="{89D0141E-891B-4C49-A1C4-D9497F151474}"/>
              </a:ext>
            </a:extLst>
          </p:cNvPr>
          <p:cNvSpPr/>
          <p:nvPr userDrawn="1"/>
        </p:nvSpPr>
        <p:spPr>
          <a:xfrm>
            <a:off x="1562553" y="2584505"/>
            <a:ext cx="6037944" cy="1756230"/>
          </a:xfrm>
          <a:custGeom>
            <a:avLst/>
            <a:gdLst>
              <a:gd name="connsiteX0" fmla="*/ 3018972 w 6037944"/>
              <a:gd name="connsiteY0" fmla="*/ 0 h 1451430"/>
              <a:gd name="connsiteX1" fmla="*/ 6037944 w 6037944"/>
              <a:gd name="connsiteY1" fmla="*/ 725715 h 1451430"/>
              <a:gd name="connsiteX2" fmla="*/ 3018972 w 6037944"/>
              <a:gd name="connsiteY2" fmla="*/ 1451430 h 1451430"/>
              <a:gd name="connsiteX3" fmla="*/ 0 w 6037944"/>
              <a:gd name="connsiteY3" fmla="*/ 725715 h 1451430"/>
              <a:gd name="connsiteX4" fmla="*/ 3018972 w 6037944"/>
              <a:gd name="connsiteY4" fmla="*/ 0 h 145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451430">
                <a:moveTo>
                  <a:pt x="3018972" y="0"/>
                </a:moveTo>
                <a:cubicBezTo>
                  <a:pt x="4686304" y="0"/>
                  <a:pt x="6037944" y="324914"/>
                  <a:pt x="6037944" y="725715"/>
                </a:cubicBezTo>
                <a:cubicBezTo>
                  <a:pt x="6037944" y="1126516"/>
                  <a:pt x="4686304" y="1451430"/>
                  <a:pt x="3018972" y="1451430"/>
                </a:cubicBezTo>
                <a:cubicBezTo>
                  <a:pt x="1351640" y="1451430"/>
                  <a:pt x="0" y="1126516"/>
                  <a:pt x="0" y="725715"/>
                </a:cubicBezTo>
                <a:cubicBezTo>
                  <a:pt x="0" y="324914"/>
                  <a:pt x="1351640" y="0"/>
                  <a:pt x="3018972" y="0"/>
                </a:cubicBezTo>
                <a:close/>
              </a:path>
            </a:pathLst>
          </a:custGeom>
          <a:gradFill>
            <a:gsLst>
              <a:gs pos="54000">
                <a:schemeClr val="bg1"/>
              </a:gs>
              <a:gs pos="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8" name="Freeform: Shape 17">
            <a:extLst>
              <a:ext uri="{FF2B5EF4-FFF2-40B4-BE49-F238E27FC236}">
                <a16:creationId xmlns:a16="http://schemas.microsoft.com/office/drawing/2014/main" id="{C8AD4718-0501-403B-AFBC-33331BEC043B}"/>
              </a:ext>
            </a:extLst>
          </p:cNvPr>
          <p:cNvSpPr/>
          <p:nvPr userDrawn="1"/>
        </p:nvSpPr>
        <p:spPr>
          <a:xfrm>
            <a:off x="1562553" y="1895077"/>
            <a:ext cx="6037944" cy="1146629"/>
          </a:xfrm>
          <a:custGeom>
            <a:avLst/>
            <a:gdLst>
              <a:gd name="connsiteX0" fmla="*/ 3018972 w 6037944"/>
              <a:gd name="connsiteY0" fmla="*/ 0 h 1146629"/>
              <a:gd name="connsiteX1" fmla="*/ 6037944 w 6037944"/>
              <a:gd name="connsiteY1" fmla="*/ 1146629 h 1146629"/>
              <a:gd name="connsiteX2" fmla="*/ 3018972 w 6037944"/>
              <a:gd name="connsiteY2" fmla="*/ 420914 h 1146629"/>
              <a:gd name="connsiteX3" fmla="*/ 0 w 6037944"/>
              <a:gd name="connsiteY3" fmla="*/ 1146629 h 1146629"/>
              <a:gd name="connsiteX4" fmla="*/ 3018972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3018972" y="0"/>
                </a:moveTo>
                <a:cubicBezTo>
                  <a:pt x="4686304" y="0"/>
                  <a:pt x="6037944" y="513363"/>
                  <a:pt x="6037944" y="1146629"/>
                </a:cubicBezTo>
                <a:cubicBezTo>
                  <a:pt x="6037944" y="745828"/>
                  <a:pt x="4686304" y="420914"/>
                  <a:pt x="3018972" y="420914"/>
                </a:cubicBezTo>
                <a:cubicBezTo>
                  <a:pt x="1351640" y="420914"/>
                  <a:pt x="0" y="745828"/>
                  <a:pt x="0" y="1146629"/>
                </a:cubicBezTo>
                <a:cubicBezTo>
                  <a:pt x="0" y="513363"/>
                  <a:pt x="1351640" y="0"/>
                  <a:pt x="3018972"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7" name="Freeform: Shape 16">
            <a:extLst>
              <a:ext uri="{FF2B5EF4-FFF2-40B4-BE49-F238E27FC236}">
                <a16:creationId xmlns:a16="http://schemas.microsoft.com/office/drawing/2014/main" id="{38861B3F-8E45-4BA3-97F7-23CB90BE0433}"/>
              </a:ext>
            </a:extLst>
          </p:cNvPr>
          <p:cNvSpPr/>
          <p:nvPr userDrawn="1"/>
        </p:nvSpPr>
        <p:spPr>
          <a:xfrm>
            <a:off x="1543503" y="3816295"/>
            <a:ext cx="6037944" cy="1146629"/>
          </a:xfrm>
          <a:custGeom>
            <a:avLst/>
            <a:gdLst>
              <a:gd name="connsiteX0" fmla="*/ 0 w 6037944"/>
              <a:gd name="connsiteY0" fmla="*/ 0 h 1146629"/>
              <a:gd name="connsiteX1" fmla="*/ 3018972 w 6037944"/>
              <a:gd name="connsiteY1" fmla="*/ 725715 h 1146629"/>
              <a:gd name="connsiteX2" fmla="*/ 6037944 w 6037944"/>
              <a:gd name="connsiteY2" fmla="*/ 0 h 1146629"/>
              <a:gd name="connsiteX3" fmla="*/ 3018972 w 6037944"/>
              <a:gd name="connsiteY3" fmla="*/ 1146629 h 1146629"/>
              <a:gd name="connsiteX4" fmla="*/ 0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0" y="0"/>
                </a:moveTo>
                <a:cubicBezTo>
                  <a:pt x="0" y="400801"/>
                  <a:pt x="1351640" y="725715"/>
                  <a:pt x="3018972" y="725715"/>
                </a:cubicBezTo>
                <a:cubicBezTo>
                  <a:pt x="4686304" y="725715"/>
                  <a:pt x="6037944" y="400801"/>
                  <a:pt x="6037944" y="0"/>
                </a:cubicBezTo>
                <a:cubicBezTo>
                  <a:pt x="6037944" y="633266"/>
                  <a:pt x="4686304" y="1146629"/>
                  <a:pt x="3018972" y="1146629"/>
                </a:cubicBezTo>
                <a:cubicBezTo>
                  <a:pt x="1351640" y="1146629"/>
                  <a:pt x="0" y="633266"/>
                  <a:pt x="0"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22" name="TextBox 21">
            <a:extLst>
              <a:ext uri="{FF2B5EF4-FFF2-40B4-BE49-F238E27FC236}">
                <a16:creationId xmlns:a16="http://schemas.microsoft.com/office/drawing/2014/main" id="{513C37F6-66F0-4125-B2E0-B93F212BA9B3}"/>
              </a:ext>
            </a:extLst>
          </p:cNvPr>
          <p:cNvSpPr txBox="1"/>
          <p:nvPr userDrawn="1"/>
        </p:nvSpPr>
        <p:spPr>
          <a:xfrm>
            <a:off x="2147298" y="3044280"/>
            <a:ext cx="4849404" cy="769441"/>
          </a:xfrm>
          <a:prstGeom prst="rect">
            <a:avLst/>
          </a:prstGeom>
          <a:noFill/>
        </p:spPr>
        <p:txBody>
          <a:bodyPr wrap="none" rtlCol="0">
            <a:spAutoFit/>
          </a:bodyPr>
          <a:lstStyle/>
          <a:p>
            <a:r>
              <a:rPr lang="en-US" sz="4400" dirty="0">
                <a:solidFill>
                  <a:srgbClr val="453A38"/>
                </a:solidFill>
                <a:latin typeface="Bahnschrift SemiBold" panose="020B0502040204020203" pitchFamily="34" charset="0"/>
              </a:rPr>
              <a:t>That’s all for now…</a:t>
            </a:r>
          </a:p>
        </p:txBody>
      </p:sp>
    </p:spTree>
    <p:extLst>
      <p:ext uri="{BB962C8B-B14F-4D97-AF65-F5344CB8AC3E}">
        <p14:creationId xmlns:p14="http://schemas.microsoft.com/office/powerpoint/2010/main" val="780960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BC5188-02C1-4612-A2C7-F501CF181F2E}" type="datetimeFigureOut">
              <a:rPr lang="en-US" smtClean="0"/>
              <a:t>9/15/2021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107850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BC5188-02C1-4612-A2C7-F501CF181F2E}" type="datetimeFigureOut">
              <a:rPr lang="en-US" smtClean="0"/>
              <a:t>9/15/2021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653003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BC5188-02C1-4612-A2C7-F501CF181F2E}" type="datetimeFigureOut">
              <a:rPr lang="en-US" smtClean="0"/>
              <a:t>9/15/2021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3671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BC5188-02C1-4612-A2C7-F501CF181F2E}" type="datetimeFigureOut">
              <a:rPr lang="en-US" smtClean="0"/>
              <a:t>9/15/2021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77621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C5188-02C1-4612-A2C7-F501CF181F2E}" type="datetimeFigureOut">
              <a:rPr lang="en-US" smtClean="0"/>
              <a:t>9/15/2021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02825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9/15/2021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474809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9/15/2021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83882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9/15/2021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44260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9/15/2021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230408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2235">
            <a:alpha val="11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C5188-02C1-4612-A2C7-F501CF181F2E}" type="datetimeFigureOut">
              <a:rPr lang="en-US" smtClean="0"/>
              <a:t>9/15/2021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DDFBB-2C77-4C22-A6ED-B339E4E2C87F}" type="slidenum">
              <a:rPr lang="en-US" smtClean="0"/>
              <a:t>‹#›</a:t>
            </a:fld>
            <a:endParaRPr lang="en-US"/>
          </a:p>
        </p:txBody>
      </p:sp>
    </p:spTree>
    <p:extLst>
      <p:ext uri="{BB962C8B-B14F-4D97-AF65-F5344CB8AC3E}">
        <p14:creationId xmlns:p14="http://schemas.microsoft.com/office/powerpoint/2010/main" val="2771957338"/>
      </p:ext>
    </p:extLst>
  </p:cSld>
  <p:clrMap bg1="lt1" tx1="dk1" bg2="lt2" tx2="dk2" accent1="accent1" accent2="accent2" accent3="accent3" accent4="accent4" accent5="accent5" accent6="accent6" hlink="hlink" folHlink="folHlink"/>
  <p:sldLayoutIdLst>
    <p:sldLayoutId id="2147483675" r:id="rId1"/>
    <p:sldLayoutId id="2147483673" r:id="rId2"/>
    <p:sldLayoutId id="2147483674"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2" Target="../media/image4.jpeg" Type="http://schemas.openxmlformats.org/officeDocument/2006/relationships/image"/><Relationship Id="rId1" Target="../slideLayouts/slideLayout3.xml" Type="http://schemas.openxmlformats.org/officeDocument/2006/relationships/slideLayout"/></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60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D9C0B-6FD1-4FB9-A1DD-A4626C9E7E32}"/>
              </a:ext>
            </a:extLst>
          </p:cNvPr>
          <p:cNvSpPr>
            <a:spLocks noGrp="1"/>
          </p:cNvSpPr>
          <p:nvPr>
            <p:ph idx="1"/>
          </p:nvPr>
        </p:nvSpPr>
        <p:spPr>
          <a:xfrm>
            <a:off x="1181079" y="2803402"/>
            <a:ext cx="7830800" cy="3773150"/>
          </a:xfrm>
        </p:spPr>
        <p:txBody>
          <a:bodyPr/>
          <a:lstStyle/>
          <a:p>
            <a:pPr algn="just"/>
            <a:r>
              <a:rPr lang="en-US" dirty="0">
                <a:solidFill>
                  <a:srgbClr val="000000"/>
                </a:solidFill>
              </a:rPr>
              <a:t>l</a:t>
            </a:r>
            <a:r>
              <a:rPr lang="en-US" b="0" i="0" dirty="0">
                <a:solidFill>
                  <a:srgbClr val="000000"/>
                </a:solidFill>
                <a:effectLst/>
              </a:rPr>
              <a:t>earn what is unit testing</a:t>
            </a:r>
            <a:endParaRPr lang="en-US" dirty="0"/>
          </a:p>
          <a:p>
            <a:pPr algn="just"/>
            <a:r>
              <a:rPr lang="en-IN" dirty="0">
                <a:solidFill>
                  <a:srgbClr val="000000"/>
                </a:solidFill>
              </a:rPr>
              <a:t>e</a:t>
            </a:r>
            <a:r>
              <a:rPr lang="en-IN" b="0" i="0" dirty="0">
                <a:solidFill>
                  <a:srgbClr val="000000"/>
                </a:solidFill>
                <a:effectLst/>
              </a:rPr>
              <a:t>xplore concepts of </a:t>
            </a:r>
            <a:r>
              <a:rPr lang="en-IN" b="0" i="0" dirty="0" err="1">
                <a:solidFill>
                  <a:srgbClr val="000000"/>
                </a:solidFill>
                <a:effectLst/>
              </a:rPr>
              <a:t>MRUnit</a:t>
            </a:r>
            <a:r>
              <a:rPr lang="en-IN" b="0" i="0" dirty="0">
                <a:solidFill>
                  <a:srgbClr val="000000"/>
                </a:solidFill>
                <a:effectLst/>
              </a:rPr>
              <a:t> </a:t>
            </a:r>
            <a:r>
              <a:rPr lang="en-US" dirty="0"/>
              <a:t> </a:t>
            </a:r>
          </a:p>
          <a:p>
            <a:pPr algn="just"/>
            <a:endParaRPr lang="en-US" dirty="0"/>
          </a:p>
          <a:p>
            <a:pPr algn="just"/>
            <a:endParaRPr lang="en-US" dirty="0"/>
          </a:p>
        </p:txBody>
      </p:sp>
    </p:spTree>
    <p:extLst>
      <p:ext uri="{BB962C8B-B14F-4D97-AF65-F5344CB8AC3E}">
        <p14:creationId xmlns:p14="http://schemas.microsoft.com/office/powerpoint/2010/main" val="2497399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D01EFB-3054-4489-A790-88F989A6929B}"/>
              </a:ext>
            </a:extLst>
          </p:cNvPr>
          <p:cNvSpPr>
            <a:spLocks noGrp="1"/>
          </p:cNvSpPr>
          <p:nvPr>
            <p:ph idx="1"/>
          </p:nvPr>
        </p:nvSpPr>
        <p:spPr>
          <a:xfrm>
            <a:off x="435935" y="3166271"/>
            <a:ext cx="8288964" cy="1866015"/>
          </a:xfrm>
        </p:spPr>
        <p:txBody>
          <a:bodyPr>
            <a:normAutofit/>
          </a:bodyPr>
          <a:lstStyle/>
          <a:p>
            <a:pPr marL="0" indent="0" algn="ctr">
              <a:buNone/>
            </a:pPr>
            <a:r>
              <a:rPr lang="en-US" sz="3000" dirty="0"/>
              <a:t>What is Unit Testing?</a:t>
            </a:r>
            <a:endParaRPr lang="en-IN" sz="3000" dirty="0"/>
          </a:p>
        </p:txBody>
      </p:sp>
      <p:sp>
        <p:nvSpPr>
          <p:cNvPr id="3" name="Title 2">
            <a:extLst>
              <a:ext uri="{FF2B5EF4-FFF2-40B4-BE49-F238E27FC236}">
                <a16:creationId xmlns:a16="http://schemas.microsoft.com/office/drawing/2014/main" id="{1F922FC2-5BAA-42CF-8849-72C0AF7227E0}"/>
              </a:ext>
            </a:extLst>
          </p:cNvPr>
          <p:cNvSpPr>
            <a:spLocks noGrp="1"/>
          </p:cNvSpPr>
          <p:nvPr>
            <p:ph type="title"/>
          </p:nvPr>
        </p:nvSpPr>
        <p:spPr/>
        <p:txBody>
          <a:bodyPr/>
          <a:lstStyle/>
          <a:p>
            <a:r>
              <a:rPr lang="en-IN" b="0" i="0" dirty="0">
                <a:effectLst/>
                <a:latin typeface="Arial" panose="020B0604020202020204" pitchFamily="34" charset="0"/>
              </a:rPr>
              <a:t>Introduction</a:t>
            </a:r>
            <a:endParaRPr lang="en-IN" dirty="0"/>
          </a:p>
        </p:txBody>
      </p:sp>
      <p:sp>
        <p:nvSpPr>
          <p:cNvPr id="4" name="Rectangle 3">
            <a:extLst>
              <a:ext uri="{FF2B5EF4-FFF2-40B4-BE49-F238E27FC236}">
                <a16:creationId xmlns:a16="http://schemas.microsoft.com/office/drawing/2014/main" id="{859C6685-4FA5-4A98-B05B-899F2D9D906F}"/>
              </a:ext>
            </a:extLst>
          </p:cNvPr>
          <p:cNvSpPr/>
          <p:nvPr/>
        </p:nvSpPr>
        <p:spPr>
          <a:xfrm>
            <a:off x="1350520" y="2956944"/>
            <a:ext cx="6459794" cy="1325562"/>
          </a:xfrm>
          <a:prstGeom prst="rect">
            <a:avLst/>
          </a:prstGeom>
          <a:solidFill>
            <a:schemeClr val="tx2">
              <a:lumMod val="50000"/>
              <a:alpha val="32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71988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C4ADCA-44C9-4529-810A-CCA13C6BC54D}"/>
              </a:ext>
            </a:extLst>
          </p:cNvPr>
          <p:cNvSpPr>
            <a:spLocks noGrp="1"/>
          </p:cNvSpPr>
          <p:nvPr>
            <p:ph idx="1"/>
          </p:nvPr>
        </p:nvSpPr>
        <p:spPr/>
        <p:txBody>
          <a:bodyPr>
            <a:normAutofit/>
          </a:bodyPr>
          <a:lstStyle/>
          <a:p>
            <a:pPr algn="just">
              <a:buFont typeface="Arial" panose="020B0604020202020204" pitchFamily="34" charset="0"/>
              <a:buChar char="•"/>
            </a:pPr>
            <a:r>
              <a:rPr lang="en-US" b="0" i="0" dirty="0">
                <a:solidFill>
                  <a:srgbClr val="000000"/>
                </a:solidFill>
                <a:effectLst/>
              </a:rPr>
              <a:t>Reduces Defects in the Newly developed</a:t>
            </a:r>
          </a:p>
          <a:p>
            <a:pPr algn="just">
              <a:buFont typeface="Arial" panose="020B0604020202020204" pitchFamily="34" charset="0"/>
              <a:buChar char="•"/>
            </a:pPr>
            <a:r>
              <a:rPr lang="en-US" b="0" i="0" dirty="0">
                <a:solidFill>
                  <a:srgbClr val="000000"/>
                </a:solidFill>
                <a:effectLst/>
              </a:rPr>
              <a:t>Reduces Cost of Testing</a:t>
            </a:r>
          </a:p>
          <a:p>
            <a:pPr algn="just">
              <a:buFont typeface="Arial" panose="020B0604020202020204" pitchFamily="34" charset="0"/>
              <a:buChar char="•"/>
            </a:pPr>
            <a:r>
              <a:rPr lang="en-US" b="0" i="0" dirty="0">
                <a:solidFill>
                  <a:srgbClr val="000000"/>
                </a:solidFill>
                <a:effectLst/>
              </a:rPr>
              <a:t>Improves design and allows better refactoring of code.</a:t>
            </a:r>
          </a:p>
          <a:p>
            <a:pPr algn="just">
              <a:buFont typeface="Arial" panose="020B0604020202020204" pitchFamily="34" charset="0"/>
              <a:buChar char="•"/>
            </a:pPr>
            <a:r>
              <a:rPr lang="en-US" b="0" i="0" dirty="0">
                <a:solidFill>
                  <a:srgbClr val="000000"/>
                </a:solidFill>
                <a:effectLst/>
              </a:rPr>
              <a:t>Unit Tests, when integrated with build.</a:t>
            </a:r>
          </a:p>
          <a:p>
            <a:endParaRPr lang="en-IN" dirty="0"/>
          </a:p>
        </p:txBody>
      </p:sp>
      <p:sp>
        <p:nvSpPr>
          <p:cNvPr id="3" name="Title 2">
            <a:extLst>
              <a:ext uri="{FF2B5EF4-FFF2-40B4-BE49-F238E27FC236}">
                <a16:creationId xmlns:a16="http://schemas.microsoft.com/office/drawing/2014/main" id="{CEF05773-3232-472D-9EDB-7B884DD094D2}"/>
              </a:ext>
            </a:extLst>
          </p:cNvPr>
          <p:cNvSpPr>
            <a:spLocks noGrp="1"/>
          </p:cNvSpPr>
          <p:nvPr>
            <p:ph type="title"/>
          </p:nvPr>
        </p:nvSpPr>
        <p:spPr/>
        <p:txBody>
          <a:bodyPr/>
          <a:lstStyle/>
          <a:p>
            <a:r>
              <a:rPr lang="en-IN" b="0" i="0" dirty="0">
                <a:effectLst/>
                <a:latin typeface="Arial" panose="020B0604020202020204" pitchFamily="34" charset="0"/>
              </a:rPr>
              <a:t>Unit Testing - Advantages:</a:t>
            </a:r>
            <a:endParaRPr lang="en-IN" dirty="0"/>
          </a:p>
        </p:txBody>
      </p:sp>
    </p:spTree>
    <p:extLst>
      <p:ext uri="{BB962C8B-B14F-4D97-AF65-F5344CB8AC3E}">
        <p14:creationId xmlns:p14="http://schemas.microsoft.com/office/powerpoint/2010/main" val="1050169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5F11357-EC76-4AA7-8947-A06BA069CD51}"/>
              </a:ext>
            </a:extLst>
          </p:cNvPr>
          <p:cNvGraphicFramePr>
            <a:graphicFrameLocks noGrp="1"/>
          </p:cNvGraphicFramePr>
          <p:nvPr>
            <p:ph idx="1"/>
            <p:extLst>
              <p:ext uri="{D42A27DB-BD31-4B8C-83A1-F6EECF244321}">
                <p14:modId xmlns:p14="http://schemas.microsoft.com/office/powerpoint/2010/main" val="859109453"/>
              </p:ext>
            </p:extLst>
          </p:nvPr>
        </p:nvGraphicFramePr>
        <p:xfrm>
          <a:off x="338362" y="1864120"/>
          <a:ext cx="3820682" cy="32388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1F4F213C-A4BA-479F-B8B5-C7990B8FDBE1}"/>
              </a:ext>
            </a:extLst>
          </p:cNvPr>
          <p:cNvSpPr>
            <a:spLocks noGrp="1"/>
          </p:cNvSpPr>
          <p:nvPr>
            <p:ph type="title"/>
          </p:nvPr>
        </p:nvSpPr>
        <p:spPr/>
        <p:txBody>
          <a:bodyPr/>
          <a:lstStyle/>
          <a:p>
            <a:r>
              <a:rPr lang="en-IN" b="0" i="0" dirty="0">
                <a:effectLst/>
                <a:latin typeface="Arial" panose="020B0604020202020204" pitchFamily="34" charset="0"/>
              </a:rPr>
              <a:t>Unit Testing Techniques:</a:t>
            </a:r>
            <a:endParaRPr lang="en-IN" dirty="0"/>
          </a:p>
        </p:txBody>
      </p:sp>
    </p:spTree>
    <p:extLst>
      <p:ext uri="{BB962C8B-B14F-4D97-AF65-F5344CB8AC3E}">
        <p14:creationId xmlns:p14="http://schemas.microsoft.com/office/powerpoint/2010/main" val="2001625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5F11357-EC76-4AA7-8947-A06BA069CD51}"/>
              </a:ext>
            </a:extLst>
          </p:cNvPr>
          <p:cNvGraphicFramePr>
            <a:graphicFrameLocks noGrp="1"/>
          </p:cNvGraphicFramePr>
          <p:nvPr>
            <p:ph idx="1"/>
            <p:extLst>
              <p:ext uri="{D42A27DB-BD31-4B8C-83A1-F6EECF244321}">
                <p14:modId xmlns:p14="http://schemas.microsoft.com/office/powerpoint/2010/main" val="3400988427"/>
              </p:ext>
            </p:extLst>
          </p:nvPr>
        </p:nvGraphicFramePr>
        <p:xfrm>
          <a:off x="338362" y="1864120"/>
          <a:ext cx="3820682" cy="32388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1F4F213C-A4BA-479F-B8B5-C7990B8FDBE1}"/>
              </a:ext>
            </a:extLst>
          </p:cNvPr>
          <p:cNvSpPr>
            <a:spLocks noGrp="1"/>
          </p:cNvSpPr>
          <p:nvPr>
            <p:ph type="title"/>
          </p:nvPr>
        </p:nvSpPr>
        <p:spPr/>
        <p:txBody>
          <a:bodyPr/>
          <a:lstStyle/>
          <a:p>
            <a:r>
              <a:rPr lang="en-IN" b="0" i="0" dirty="0">
                <a:effectLst/>
                <a:latin typeface="Arial" panose="020B0604020202020204" pitchFamily="34" charset="0"/>
              </a:rPr>
              <a:t>Unit Testing Techniques:</a:t>
            </a:r>
            <a:endParaRPr lang="en-IN" dirty="0"/>
          </a:p>
        </p:txBody>
      </p:sp>
    </p:spTree>
    <p:extLst>
      <p:ext uri="{BB962C8B-B14F-4D97-AF65-F5344CB8AC3E}">
        <p14:creationId xmlns:p14="http://schemas.microsoft.com/office/powerpoint/2010/main" val="3406428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5F11357-EC76-4AA7-8947-A06BA069CD51}"/>
              </a:ext>
            </a:extLst>
          </p:cNvPr>
          <p:cNvGraphicFramePr>
            <a:graphicFrameLocks noGrp="1"/>
          </p:cNvGraphicFramePr>
          <p:nvPr>
            <p:ph idx="1"/>
            <p:extLst>
              <p:ext uri="{D42A27DB-BD31-4B8C-83A1-F6EECF244321}">
                <p14:modId xmlns:p14="http://schemas.microsoft.com/office/powerpoint/2010/main" val="1926891449"/>
              </p:ext>
            </p:extLst>
          </p:nvPr>
        </p:nvGraphicFramePr>
        <p:xfrm>
          <a:off x="338362" y="1864120"/>
          <a:ext cx="3820682" cy="32388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1F4F213C-A4BA-479F-B8B5-C7990B8FDBE1}"/>
              </a:ext>
            </a:extLst>
          </p:cNvPr>
          <p:cNvSpPr>
            <a:spLocks noGrp="1"/>
          </p:cNvSpPr>
          <p:nvPr>
            <p:ph type="title"/>
          </p:nvPr>
        </p:nvSpPr>
        <p:spPr/>
        <p:txBody>
          <a:bodyPr/>
          <a:lstStyle/>
          <a:p>
            <a:r>
              <a:rPr lang="en-IN" b="0" i="0" dirty="0">
                <a:effectLst/>
                <a:latin typeface="Arial" panose="020B0604020202020204" pitchFamily="34" charset="0"/>
              </a:rPr>
              <a:t>Unit Testing Techniques:</a:t>
            </a:r>
            <a:endParaRPr lang="en-IN" dirty="0"/>
          </a:p>
        </p:txBody>
      </p:sp>
    </p:spTree>
    <p:extLst>
      <p:ext uri="{BB962C8B-B14F-4D97-AF65-F5344CB8AC3E}">
        <p14:creationId xmlns:p14="http://schemas.microsoft.com/office/powerpoint/2010/main" val="289129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2DF9B4-7E0C-4200-8B21-0D0FB9019B87}"/>
              </a:ext>
            </a:extLst>
          </p:cNvPr>
          <p:cNvSpPr>
            <a:spLocks noGrp="1"/>
          </p:cNvSpPr>
          <p:nvPr>
            <p:ph type="title"/>
          </p:nvPr>
        </p:nvSpPr>
        <p:spPr/>
        <p:txBody>
          <a:bodyPr/>
          <a:lstStyle/>
          <a:p>
            <a:r>
              <a:rPr lang="en-US" dirty="0"/>
              <a:t>Introduction</a:t>
            </a:r>
            <a:endParaRPr lang="en-IN" dirty="0"/>
          </a:p>
        </p:txBody>
      </p:sp>
      <p:sp>
        <p:nvSpPr>
          <p:cNvPr id="4" name="Rectangle 3">
            <a:extLst>
              <a:ext uri="{FF2B5EF4-FFF2-40B4-BE49-F238E27FC236}">
                <a16:creationId xmlns:a16="http://schemas.microsoft.com/office/drawing/2014/main" id="{B093690B-BB60-4032-8896-08D52FC0C303}"/>
              </a:ext>
            </a:extLst>
          </p:cNvPr>
          <p:cNvSpPr/>
          <p:nvPr/>
        </p:nvSpPr>
        <p:spPr>
          <a:xfrm>
            <a:off x="2413589" y="2158409"/>
            <a:ext cx="4582633" cy="2987749"/>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Bahnschrift" panose="020B0502040204020203" pitchFamily="34" charset="0"/>
              </a:rPr>
              <a:t>Sum</a:t>
            </a:r>
          </a:p>
          <a:p>
            <a:r>
              <a:rPr lang="en-US" sz="3200" dirty="0">
                <a:solidFill>
                  <a:schemeClr val="tx1"/>
                </a:solidFill>
                <a:latin typeface="Bahnschrift" panose="020B0502040204020203" pitchFamily="34" charset="0"/>
              </a:rPr>
              <a:t>{</a:t>
            </a:r>
          </a:p>
          <a:p>
            <a:r>
              <a:rPr lang="en-US" sz="3200" dirty="0">
                <a:solidFill>
                  <a:schemeClr val="tx1"/>
                </a:solidFill>
                <a:latin typeface="Bahnschrift" panose="020B0502040204020203" pitchFamily="34" charset="0"/>
              </a:rPr>
              <a:t>	c=</a:t>
            </a:r>
            <a:r>
              <a:rPr lang="en-US" sz="3200" dirty="0" err="1">
                <a:solidFill>
                  <a:schemeClr val="tx1"/>
                </a:solidFill>
                <a:latin typeface="Bahnschrift" panose="020B0502040204020203" pitchFamily="34" charset="0"/>
              </a:rPr>
              <a:t>a+b</a:t>
            </a:r>
            <a:endParaRPr lang="en-US" sz="3200" dirty="0">
              <a:solidFill>
                <a:schemeClr val="tx1"/>
              </a:solidFill>
              <a:latin typeface="Bahnschrift" panose="020B0502040204020203" pitchFamily="34" charset="0"/>
            </a:endParaRPr>
          </a:p>
          <a:p>
            <a:r>
              <a:rPr lang="en-US" sz="3200" dirty="0">
                <a:solidFill>
                  <a:schemeClr val="tx1"/>
                </a:solidFill>
                <a:latin typeface="Bahnschrift" panose="020B0502040204020203" pitchFamily="34" charset="0"/>
              </a:rPr>
              <a:t>	   return c</a:t>
            </a:r>
          </a:p>
          <a:p>
            <a:r>
              <a:rPr lang="en-US" sz="3200" dirty="0">
                <a:solidFill>
                  <a:schemeClr val="tx1"/>
                </a:solidFill>
                <a:latin typeface="Bahnschrift" panose="020B0502040204020203" pitchFamily="34" charset="0"/>
              </a:rPr>
              <a:t>}</a:t>
            </a:r>
            <a:endParaRPr lang="en-IN" sz="32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1127893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2DF9B4-7E0C-4200-8B21-0D0FB9019B87}"/>
              </a:ext>
            </a:extLst>
          </p:cNvPr>
          <p:cNvSpPr>
            <a:spLocks noGrp="1"/>
          </p:cNvSpPr>
          <p:nvPr>
            <p:ph type="title"/>
          </p:nvPr>
        </p:nvSpPr>
        <p:spPr/>
        <p:txBody>
          <a:bodyPr/>
          <a:lstStyle/>
          <a:p>
            <a:r>
              <a:rPr lang="en-US" dirty="0"/>
              <a:t>Introduction</a:t>
            </a:r>
            <a:endParaRPr lang="en-IN" dirty="0"/>
          </a:p>
        </p:txBody>
      </p:sp>
      <p:sp>
        <p:nvSpPr>
          <p:cNvPr id="4" name="Rectangle 3">
            <a:extLst>
              <a:ext uri="{FF2B5EF4-FFF2-40B4-BE49-F238E27FC236}">
                <a16:creationId xmlns:a16="http://schemas.microsoft.com/office/drawing/2014/main" id="{B093690B-BB60-4032-8896-08D52FC0C303}"/>
              </a:ext>
            </a:extLst>
          </p:cNvPr>
          <p:cNvSpPr/>
          <p:nvPr/>
        </p:nvSpPr>
        <p:spPr>
          <a:xfrm>
            <a:off x="2413589" y="2158409"/>
            <a:ext cx="4582633" cy="2987749"/>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Bahnschrift" panose="020B0502040204020203" pitchFamily="34" charset="0"/>
              </a:rPr>
              <a:t>Sum</a:t>
            </a:r>
          </a:p>
          <a:p>
            <a:r>
              <a:rPr lang="en-US" sz="3200" dirty="0">
                <a:solidFill>
                  <a:schemeClr val="tx1"/>
                </a:solidFill>
                <a:latin typeface="Bahnschrift" panose="020B0502040204020203" pitchFamily="34" charset="0"/>
              </a:rPr>
              <a:t>{</a:t>
            </a:r>
          </a:p>
          <a:p>
            <a:r>
              <a:rPr lang="en-US" sz="3200" dirty="0">
                <a:solidFill>
                  <a:schemeClr val="tx1"/>
                </a:solidFill>
                <a:latin typeface="Bahnschrift" panose="020B0502040204020203" pitchFamily="34" charset="0"/>
              </a:rPr>
              <a:t>	c=</a:t>
            </a:r>
            <a:r>
              <a:rPr lang="en-US" sz="3200" dirty="0" err="1">
                <a:solidFill>
                  <a:schemeClr val="tx1"/>
                </a:solidFill>
                <a:latin typeface="Bahnschrift" panose="020B0502040204020203" pitchFamily="34" charset="0"/>
              </a:rPr>
              <a:t>a+b</a:t>
            </a:r>
            <a:endParaRPr lang="en-US" sz="3200" dirty="0">
              <a:solidFill>
                <a:schemeClr val="tx1"/>
              </a:solidFill>
              <a:latin typeface="Bahnschrift" panose="020B0502040204020203" pitchFamily="34" charset="0"/>
            </a:endParaRPr>
          </a:p>
          <a:p>
            <a:r>
              <a:rPr lang="en-US" sz="3200" dirty="0">
                <a:solidFill>
                  <a:schemeClr val="tx1"/>
                </a:solidFill>
                <a:latin typeface="Bahnschrift" panose="020B0502040204020203" pitchFamily="34" charset="0"/>
              </a:rPr>
              <a:t>	   return c</a:t>
            </a:r>
          </a:p>
          <a:p>
            <a:r>
              <a:rPr lang="en-US" sz="3200" dirty="0">
                <a:solidFill>
                  <a:schemeClr val="tx1"/>
                </a:solidFill>
                <a:latin typeface="Bahnschrift" panose="020B0502040204020203" pitchFamily="34" charset="0"/>
              </a:rPr>
              <a:t>}</a:t>
            </a:r>
            <a:endParaRPr lang="en-IN" sz="3200" dirty="0">
              <a:solidFill>
                <a:schemeClr val="tx1"/>
              </a:solidFill>
              <a:latin typeface="Bahnschrift" panose="020B0502040204020203" pitchFamily="34" charset="0"/>
            </a:endParaRPr>
          </a:p>
        </p:txBody>
      </p:sp>
      <p:cxnSp>
        <p:nvCxnSpPr>
          <p:cNvPr id="5" name="Straight Arrow Connector 4">
            <a:extLst>
              <a:ext uri="{FF2B5EF4-FFF2-40B4-BE49-F238E27FC236}">
                <a16:creationId xmlns:a16="http://schemas.microsoft.com/office/drawing/2014/main" id="{74C937ED-CEAC-4EA9-A043-3D3B28B565E2}"/>
              </a:ext>
            </a:extLst>
          </p:cNvPr>
          <p:cNvCxnSpPr>
            <a:cxnSpLocks/>
          </p:cNvCxnSpPr>
          <p:nvPr/>
        </p:nvCxnSpPr>
        <p:spPr>
          <a:xfrm>
            <a:off x="510363" y="3429000"/>
            <a:ext cx="19032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8D79319-6B9D-45EC-AF99-EA00EDEC706F}"/>
              </a:ext>
            </a:extLst>
          </p:cNvPr>
          <p:cNvSpPr txBox="1"/>
          <p:nvPr/>
        </p:nvSpPr>
        <p:spPr>
          <a:xfrm>
            <a:off x="712381" y="3030279"/>
            <a:ext cx="1265275" cy="369332"/>
          </a:xfrm>
          <a:prstGeom prst="rect">
            <a:avLst/>
          </a:prstGeom>
          <a:noFill/>
        </p:spPr>
        <p:txBody>
          <a:bodyPr wrap="square" rtlCol="0">
            <a:spAutoFit/>
          </a:bodyPr>
          <a:lstStyle/>
          <a:p>
            <a:r>
              <a:rPr lang="en-US" dirty="0"/>
              <a:t>1,2</a:t>
            </a:r>
            <a:endParaRPr lang="en-IN" dirty="0"/>
          </a:p>
        </p:txBody>
      </p:sp>
    </p:spTree>
    <p:extLst>
      <p:ext uri="{BB962C8B-B14F-4D97-AF65-F5344CB8AC3E}">
        <p14:creationId xmlns:p14="http://schemas.microsoft.com/office/powerpoint/2010/main" val="2533717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2DF9B4-7E0C-4200-8B21-0D0FB9019B87}"/>
              </a:ext>
            </a:extLst>
          </p:cNvPr>
          <p:cNvSpPr>
            <a:spLocks noGrp="1"/>
          </p:cNvSpPr>
          <p:nvPr>
            <p:ph type="title"/>
          </p:nvPr>
        </p:nvSpPr>
        <p:spPr/>
        <p:txBody>
          <a:bodyPr/>
          <a:lstStyle/>
          <a:p>
            <a:r>
              <a:rPr lang="en-US" dirty="0"/>
              <a:t>Introduction</a:t>
            </a:r>
            <a:endParaRPr lang="en-IN" dirty="0"/>
          </a:p>
        </p:txBody>
      </p:sp>
      <p:sp>
        <p:nvSpPr>
          <p:cNvPr id="4" name="Rectangle 3">
            <a:extLst>
              <a:ext uri="{FF2B5EF4-FFF2-40B4-BE49-F238E27FC236}">
                <a16:creationId xmlns:a16="http://schemas.microsoft.com/office/drawing/2014/main" id="{B093690B-BB60-4032-8896-08D52FC0C303}"/>
              </a:ext>
            </a:extLst>
          </p:cNvPr>
          <p:cNvSpPr/>
          <p:nvPr/>
        </p:nvSpPr>
        <p:spPr>
          <a:xfrm>
            <a:off x="2413589" y="2158409"/>
            <a:ext cx="4582633" cy="2987749"/>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Bahnschrift" panose="020B0502040204020203" pitchFamily="34" charset="0"/>
              </a:rPr>
              <a:t>Sum</a:t>
            </a:r>
          </a:p>
          <a:p>
            <a:r>
              <a:rPr lang="en-US" sz="3200" dirty="0">
                <a:solidFill>
                  <a:schemeClr val="tx1"/>
                </a:solidFill>
                <a:latin typeface="Bahnschrift" panose="020B0502040204020203" pitchFamily="34" charset="0"/>
              </a:rPr>
              <a:t>{</a:t>
            </a:r>
          </a:p>
          <a:p>
            <a:r>
              <a:rPr lang="en-US" sz="3200" dirty="0">
                <a:solidFill>
                  <a:schemeClr val="tx1"/>
                </a:solidFill>
                <a:latin typeface="Bahnschrift" panose="020B0502040204020203" pitchFamily="34" charset="0"/>
              </a:rPr>
              <a:t>	c=</a:t>
            </a:r>
            <a:r>
              <a:rPr lang="en-US" sz="3200" dirty="0" err="1">
                <a:solidFill>
                  <a:schemeClr val="tx1"/>
                </a:solidFill>
                <a:latin typeface="Bahnschrift" panose="020B0502040204020203" pitchFamily="34" charset="0"/>
              </a:rPr>
              <a:t>a+b</a:t>
            </a:r>
            <a:endParaRPr lang="en-US" sz="3200" dirty="0">
              <a:solidFill>
                <a:schemeClr val="tx1"/>
              </a:solidFill>
              <a:latin typeface="Bahnschrift" panose="020B0502040204020203" pitchFamily="34" charset="0"/>
            </a:endParaRPr>
          </a:p>
          <a:p>
            <a:r>
              <a:rPr lang="en-US" sz="3200" dirty="0">
                <a:solidFill>
                  <a:schemeClr val="tx1"/>
                </a:solidFill>
                <a:latin typeface="Bahnschrift" panose="020B0502040204020203" pitchFamily="34" charset="0"/>
              </a:rPr>
              <a:t>	   return c</a:t>
            </a:r>
          </a:p>
          <a:p>
            <a:r>
              <a:rPr lang="en-US" sz="3200" dirty="0">
                <a:solidFill>
                  <a:schemeClr val="tx1"/>
                </a:solidFill>
                <a:latin typeface="Bahnschrift" panose="020B0502040204020203" pitchFamily="34" charset="0"/>
              </a:rPr>
              <a:t>}</a:t>
            </a:r>
            <a:endParaRPr lang="en-IN" sz="3200" dirty="0">
              <a:solidFill>
                <a:schemeClr val="tx1"/>
              </a:solidFill>
              <a:latin typeface="Bahnschrift" panose="020B0502040204020203" pitchFamily="34" charset="0"/>
            </a:endParaRPr>
          </a:p>
        </p:txBody>
      </p:sp>
      <p:cxnSp>
        <p:nvCxnSpPr>
          <p:cNvPr id="5" name="Straight Arrow Connector 4">
            <a:extLst>
              <a:ext uri="{FF2B5EF4-FFF2-40B4-BE49-F238E27FC236}">
                <a16:creationId xmlns:a16="http://schemas.microsoft.com/office/drawing/2014/main" id="{74C937ED-CEAC-4EA9-A043-3D3B28B565E2}"/>
              </a:ext>
            </a:extLst>
          </p:cNvPr>
          <p:cNvCxnSpPr>
            <a:cxnSpLocks/>
          </p:cNvCxnSpPr>
          <p:nvPr/>
        </p:nvCxnSpPr>
        <p:spPr>
          <a:xfrm>
            <a:off x="510363" y="3429000"/>
            <a:ext cx="19032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8D79319-6B9D-45EC-AF99-EA00EDEC706F}"/>
              </a:ext>
            </a:extLst>
          </p:cNvPr>
          <p:cNvSpPr txBox="1"/>
          <p:nvPr/>
        </p:nvSpPr>
        <p:spPr>
          <a:xfrm>
            <a:off x="712381" y="3030279"/>
            <a:ext cx="1265275" cy="369332"/>
          </a:xfrm>
          <a:prstGeom prst="rect">
            <a:avLst/>
          </a:prstGeom>
          <a:noFill/>
        </p:spPr>
        <p:txBody>
          <a:bodyPr wrap="square" rtlCol="0">
            <a:spAutoFit/>
          </a:bodyPr>
          <a:lstStyle/>
          <a:p>
            <a:r>
              <a:rPr lang="en-US" dirty="0"/>
              <a:t>1,2</a:t>
            </a:r>
            <a:endParaRPr lang="en-IN" dirty="0"/>
          </a:p>
        </p:txBody>
      </p:sp>
      <p:cxnSp>
        <p:nvCxnSpPr>
          <p:cNvPr id="6" name="Straight Arrow Connector 5">
            <a:extLst>
              <a:ext uri="{FF2B5EF4-FFF2-40B4-BE49-F238E27FC236}">
                <a16:creationId xmlns:a16="http://schemas.microsoft.com/office/drawing/2014/main" id="{114E1417-04CD-4838-93C5-15B7B1B38DAF}"/>
              </a:ext>
            </a:extLst>
          </p:cNvPr>
          <p:cNvCxnSpPr>
            <a:cxnSpLocks/>
          </p:cNvCxnSpPr>
          <p:nvPr/>
        </p:nvCxnSpPr>
        <p:spPr>
          <a:xfrm>
            <a:off x="6985591" y="3429000"/>
            <a:ext cx="19032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F44C88A-8BCE-41C6-890F-3CF63C4B3EC4}"/>
              </a:ext>
            </a:extLst>
          </p:cNvPr>
          <p:cNvSpPr txBox="1"/>
          <p:nvPr/>
        </p:nvSpPr>
        <p:spPr>
          <a:xfrm>
            <a:off x="7187609" y="3030279"/>
            <a:ext cx="1265275" cy="369332"/>
          </a:xfrm>
          <a:prstGeom prst="rect">
            <a:avLst/>
          </a:prstGeom>
          <a:noFill/>
        </p:spPr>
        <p:txBody>
          <a:bodyPr wrap="square" rtlCol="0">
            <a:spAutoFit/>
          </a:bodyPr>
          <a:lstStyle/>
          <a:p>
            <a:r>
              <a:rPr lang="en-US" dirty="0"/>
              <a:t>3</a:t>
            </a:r>
            <a:endParaRPr lang="en-IN" dirty="0"/>
          </a:p>
        </p:txBody>
      </p:sp>
    </p:spTree>
    <p:extLst>
      <p:ext uri="{BB962C8B-B14F-4D97-AF65-F5344CB8AC3E}">
        <p14:creationId xmlns:p14="http://schemas.microsoft.com/office/powerpoint/2010/main" val="1757258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2DF9B4-7E0C-4200-8B21-0D0FB9019B87}"/>
              </a:ext>
            </a:extLst>
          </p:cNvPr>
          <p:cNvSpPr>
            <a:spLocks noGrp="1"/>
          </p:cNvSpPr>
          <p:nvPr>
            <p:ph type="title"/>
          </p:nvPr>
        </p:nvSpPr>
        <p:spPr/>
        <p:txBody>
          <a:bodyPr/>
          <a:lstStyle/>
          <a:p>
            <a:endParaRPr lang="en-IN"/>
          </a:p>
        </p:txBody>
      </p:sp>
      <p:sp>
        <p:nvSpPr>
          <p:cNvPr id="4" name="Rectangle 3">
            <a:extLst>
              <a:ext uri="{FF2B5EF4-FFF2-40B4-BE49-F238E27FC236}">
                <a16:creationId xmlns:a16="http://schemas.microsoft.com/office/drawing/2014/main" id="{B093690B-BB60-4032-8896-08D52FC0C303}"/>
              </a:ext>
            </a:extLst>
          </p:cNvPr>
          <p:cNvSpPr/>
          <p:nvPr/>
        </p:nvSpPr>
        <p:spPr>
          <a:xfrm>
            <a:off x="2413589" y="2158409"/>
            <a:ext cx="4582633" cy="2987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Bahnschrift" panose="020B0502040204020203" pitchFamily="34" charset="0"/>
              </a:rPr>
              <a:t>Sum</a:t>
            </a:r>
          </a:p>
          <a:p>
            <a:r>
              <a:rPr lang="en-US" sz="3200" dirty="0">
                <a:solidFill>
                  <a:schemeClr val="tx1"/>
                </a:solidFill>
                <a:latin typeface="Bahnschrift" panose="020B0502040204020203" pitchFamily="34" charset="0"/>
              </a:rPr>
              <a:t>{</a:t>
            </a:r>
          </a:p>
          <a:p>
            <a:r>
              <a:rPr lang="en-US" sz="3200" dirty="0">
                <a:solidFill>
                  <a:schemeClr val="tx1"/>
                </a:solidFill>
                <a:latin typeface="Bahnschrift" panose="020B0502040204020203" pitchFamily="34" charset="0"/>
              </a:rPr>
              <a:t>	c=a</a:t>
            </a:r>
            <a:r>
              <a:rPr lang="en-US" sz="3200" dirty="0">
                <a:solidFill>
                  <a:srgbClr val="FF0000"/>
                </a:solidFill>
                <a:latin typeface="Bahnschrift" panose="020B0502040204020203" pitchFamily="34" charset="0"/>
              </a:rPr>
              <a:t>*</a:t>
            </a:r>
            <a:r>
              <a:rPr lang="en-US" sz="3200" dirty="0">
                <a:solidFill>
                  <a:schemeClr val="tx1"/>
                </a:solidFill>
                <a:latin typeface="Bahnschrift" panose="020B0502040204020203" pitchFamily="34" charset="0"/>
              </a:rPr>
              <a:t>b</a:t>
            </a:r>
          </a:p>
          <a:p>
            <a:r>
              <a:rPr lang="en-US" sz="3200" dirty="0">
                <a:solidFill>
                  <a:schemeClr val="tx1"/>
                </a:solidFill>
                <a:latin typeface="Bahnschrift" panose="020B0502040204020203" pitchFamily="34" charset="0"/>
              </a:rPr>
              <a:t>	   return c</a:t>
            </a:r>
          </a:p>
          <a:p>
            <a:r>
              <a:rPr lang="en-US" sz="3200" dirty="0">
                <a:solidFill>
                  <a:schemeClr val="tx1"/>
                </a:solidFill>
                <a:latin typeface="Bahnschrift" panose="020B0502040204020203" pitchFamily="34" charset="0"/>
              </a:rPr>
              <a:t>}</a:t>
            </a:r>
            <a:endParaRPr lang="en-IN" sz="3200" dirty="0">
              <a:solidFill>
                <a:schemeClr val="tx1"/>
              </a:solidFill>
              <a:latin typeface="Bahnschrift" panose="020B0502040204020203" pitchFamily="34" charset="0"/>
            </a:endParaRPr>
          </a:p>
        </p:txBody>
      </p:sp>
      <p:cxnSp>
        <p:nvCxnSpPr>
          <p:cNvPr id="5" name="Straight Arrow Connector 4">
            <a:extLst>
              <a:ext uri="{FF2B5EF4-FFF2-40B4-BE49-F238E27FC236}">
                <a16:creationId xmlns:a16="http://schemas.microsoft.com/office/drawing/2014/main" id="{74C937ED-CEAC-4EA9-A043-3D3B28B565E2}"/>
              </a:ext>
            </a:extLst>
          </p:cNvPr>
          <p:cNvCxnSpPr>
            <a:cxnSpLocks/>
          </p:cNvCxnSpPr>
          <p:nvPr/>
        </p:nvCxnSpPr>
        <p:spPr>
          <a:xfrm>
            <a:off x="510363" y="3429000"/>
            <a:ext cx="19032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8D79319-6B9D-45EC-AF99-EA00EDEC706F}"/>
              </a:ext>
            </a:extLst>
          </p:cNvPr>
          <p:cNvSpPr txBox="1"/>
          <p:nvPr/>
        </p:nvSpPr>
        <p:spPr>
          <a:xfrm>
            <a:off x="712381" y="3030279"/>
            <a:ext cx="1265275" cy="369332"/>
          </a:xfrm>
          <a:prstGeom prst="rect">
            <a:avLst/>
          </a:prstGeom>
          <a:noFill/>
        </p:spPr>
        <p:txBody>
          <a:bodyPr wrap="square" rtlCol="0">
            <a:spAutoFit/>
          </a:bodyPr>
          <a:lstStyle/>
          <a:p>
            <a:r>
              <a:rPr lang="en-US" dirty="0"/>
              <a:t>1,2</a:t>
            </a:r>
            <a:endParaRPr lang="en-IN" dirty="0"/>
          </a:p>
        </p:txBody>
      </p:sp>
      <p:cxnSp>
        <p:nvCxnSpPr>
          <p:cNvPr id="6" name="Straight Arrow Connector 5">
            <a:extLst>
              <a:ext uri="{FF2B5EF4-FFF2-40B4-BE49-F238E27FC236}">
                <a16:creationId xmlns:a16="http://schemas.microsoft.com/office/drawing/2014/main" id="{114E1417-04CD-4838-93C5-15B7B1B38DAF}"/>
              </a:ext>
            </a:extLst>
          </p:cNvPr>
          <p:cNvCxnSpPr>
            <a:cxnSpLocks/>
          </p:cNvCxnSpPr>
          <p:nvPr/>
        </p:nvCxnSpPr>
        <p:spPr>
          <a:xfrm>
            <a:off x="6985591" y="3429000"/>
            <a:ext cx="19032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F44C88A-8BCE-41C6-890F-3CF63C4B3EC4}"/>
              </a:ext>
            </a:extLst>
          </p:cNvPr>
          <p:cNvSpPr txBox="1"/>
          <p:nvPr/>
        </p:nvSpPr>
        <p:spPr>
          <a:xfrm>
            <a:off x="7187609" y="3030279"/>
            <a:ext cx="1265275" cy="369332"/>
          </a:xfrm>
          <a:prstGeom prst="rect">
            <a:avLst/>
          </a:prstGeom>
          <a:noFill/>
        </p:spPr>
        <p:txBody>
          <a:bodyPr wrap="square" rtlCol="0">
            <a:spAutoFit/>
          </a:bodyPr>
          <a:lstStyle/>
          <a:p>
            <a:r>
              <a:rPr lang="en-US" dirty="0"/>
              <a:t>2</a:t>
            </a:r>
            <a:endParaRPr lang="en-IN" dirty="0"/>
          </a:p>
        </p:txBody>
      </p:sp>
    </p:spTree>
    <p:extLst>
      <p:ext uri="{BB962C8B-B14F-4D97-AF65-F5344CB8AC3E}">
        <p14:creationId xmlns:p14="http://schemas.microsoft.com/office/powerpoint/2010/main" val="3360088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28AD9A-9D7D-479F-965F-395D27994DAB}"/>
              </a:ext>
            </a:extLst>
          </p:cNvPr>
          <p:cNvSpPr>
            <a:spLocks noGrp="1"/>
          </p:cNvSpPr>
          <p:nvPr>
            <p:ph idx="1"/>
          </p:nvPr>
        </p:nvSpPr>
        <p:spPr>
          <a:xfrm>
            <a:off x="482772" y="3119456"/>
            <a:ext cx="8097715" cy="951099"/>
          </a:xfrm>
        </p:spPr>
        <p:txBody>
          <a:bodyPr>
            <a:normAutofit/>
          </a:bodyPr>
          <a:lstStyle/>
          <a:p>
            <a:pPr marL="0" indent="0" algn="ctr">
              <a:buNone/>
            </a:pPr>
            <a:r>
              <a:rPr lang="en-US" dirty="0"/>
              <a:t>What is </a:t>
            </a:r>
            <a:r>
              <a:rPr lang="en-US" dirty="0" err="1"/>
              <a:t>MRUnit</a:t>
            </a:r>
            <a:r>
              <a:rPr lang="en-US" dirty="0"/>
              <a:t> ?</a:t>
            </a:r>
            <a:endParaRPr lang="en-IN" dirty="0"/>
          </a:p>
        </p:txBody>
      </p:sp>
      <p:sp>
        <p:nvSpPr>
          <p:cNvPr id="3" name="Title 2">
            <a:extLst>
              <a:ext uri="{FF2B5EF4-FFF2-40B4-BE49-F238E27FC236}">
                <a16:creationId xmlns:a16="http://schemas.microsoft.com/office/drawing/2014/main" id="{42365C64-6A07-4DDF-8069-08527F32E724}"/>
              </a:ext>
            </a:extLst>
          </p:cNvPr>
          <p:cNvSpPr>
            <a:spLocks noGrp="1"/>
          </p:cNvSpPr>
          <p:nvPr>
            <p:ph type="title"/>
          </p:nvPr>
        </p:nvSpPr>
        <p:spPr/>
        <p:txBody>
          <a:bodyPr/>
          <a:lstStyle/>
          <a:p>
            <a:r>
              <a:rPr lang="en-US" dirty="0"/>
              <a:t>Introduction</a:t>
            </a:r>
            <a:endParaRPr lang="en-IN" dirty="0"/>
          </a:p>
        </p:txBody>
      </p:sp>
      <p:sp>
        <p:nvSpPr>
          <p:cNvPr id="4" name="Rectangle 3">
            <a:extLst>
              <a:ext uri="{FF2B5EF4-FFF2-40B4-BE49-F238E27FC236}">
                <a16:creationId xmlns:a16="http://schemas.microsoft.com/office/drawing/2014/main" id="{D5F664B9-6A98-4FAC-A8B3-02D824A4AA33}"/>
              </a:ext>
            </a:extLst>
          </p:cNvPr>
          <p:cNvSpPr/>
          <p:nvPr/>
        </p:nvSpPr>
        <p:spPr>
          <a:xfrm>
            <a:off x="1113503" y="2920180"/>
            <a:ext cx="6916994" cy="1325562"/>
          </a:xfrm>
          <a:prstGeom prst="rect">
            <a:avLst/>
          </a:prstGeom>
          <a:solidFill>
            <a:srgbClr val="44525A">
              <a:alpha val="28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85341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253997-B035-4999-B2B8-97633FFC05E0}"/>
              </a:ext>
            </a:extLst>
          </p:cNvPr>
          <p:cNvSpPr>
            <a:spLocks noGrp="1"/>
          </p:cNvSpPr>
          <p:nvPr>
            <p:ph type="title"/>
          </p:nvPr>
        </p:nvSpPr>
        <p:spPr/>
        <p:txBody>
          <a:bodyPr/>
          <a:lstStyle/>
          <a:p>
            <a:r>
              <a:rPr lang="en-IN" spc="-49" dirty="0"/>
              <a:t>What </a:t>
            </a:r>
            <a:r>
              <a:rPr lang="en-IN" spc="-352" dirty="0"/>
              <a:t>is</a:t>
            </a:r>
            <a:r>
              <a:rPr lang="en-IN" spc="-4" dirty="0"/>
              <a:t> </a:t>
            </a:r>
            <a:r>
              <a:rPr lang="en-IN" spc="-376" dirty="0" err="1"/>
              <a:t>MRUnit</a:t>
            </a:r>
            <a:r>
              <a:rPr lang="en-IN" spc="-376" dirty="0"/>
              <a:t>?</a:t>
            </a:r>
            <a:endParaRPr lang="en-IN" dirty="0"/>
          </a:p>
        </p:txBody>
      </p:sp>
      <p:sp>
        <p:nvSpPr>
          <p:cNvPr id="5" name="Content Placeholder 4">
            <a:extLst>
              <a:ext uri="{FF2B5EF4-FFF2-40B4-BE49-F238E27FC236}">
                <a16:creationId xmlns:a16="http://schemas.microsoft.com/office/drawing/2014/main" id="{EEE1428A-D1F6-440A-84ED-A79E15C6C6FD}"/>
              </a:ext>
            </a:extLst>
          </p:cNvPr>
          <p:cNvSpPr>
            <a:spLocks noGrp="1"/>
          </p:cNvSpPr>
          <p:nvPr>
            <p:ph idx="1"/>
          </p:nvPr>
        </p:nvSpPr>
        <p:spPr/>
        <p:txBody>
          <a:bodyPr/>
          <a:lstStyle/>
          <a:p>
            <a:r>
              <a:rPr lang="en-US" dirty="0"/>
              <a:t>Testing library for MapReduce</a:t>
            </a:r>
          </a:p>
          <a:p>
            <a:r>
              <a:rPr lang="en-US" dirty="0"/>
              <a:t>Developed by Cloudera</a:t>
            </a:r>
          </a:p>
          <a:p>
            <a:r>
              <a:rPr lang="en-US" dirty="0"/>
              <a:t>Easy integration between MapReduce  and standard testing tools (e.g. JUnit)</a:t>
            </a:r>
          </a:p>
          <a:p>
            <a:endParaRPr lang="en-US" dirty="0"/>
          </a:p>
          <a:p>
            <a:endParaRPr lang="en-IN" dirty="0"/>
          </a:p>
        </p:txBody>
      </p:sp>
    </p:spTree>
    <p:extLst>
      <p:ext uri="{BB962C8B-B14F-4D97-AF65-F5344CB8AC3E}">
        <p14:creationId xmlns:p14="http://schemas.microsoft.com/office/powerpoint/2010/main" val="75242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D31E49-3A84-43D8-A784-E64309A8A82D}"/>
              </a:ext>
            </a:extLst>
          </p:cNvPr>
          <p:cNvSpPr>
            <a:spLocks noGrp="1"/>
          </p:cNvSpPr>
          <p:nvPr>
            <p:ph idx="1"/>
          </p:nvPr>
        </p:nvSpPr>
        <p:spPr>
          <a:xfrm>
            <a:off x="338362" y="1520456"/>
            <a:ext cx="8386537" cy="5112572"/>
          </a:xfrm>
        </p:spPr>
        <p:txBody>
          <a:bodyPr>
            <a:normAutofit/>
          </a:bodyPr>
          <a:lstStyle/>
          <a:p>
            <a:pPr algn="just"/>
            <a:r>
              <a:rPr lang="en-US" sz="2600" b="0" i="0" dirty="0">
                <a:effectLst/>
              </a:rPr>
              <a:t>Apache is an Open Source library. </a:t>
            </a:r>
          </a:p>
          <a:p>
            <a:pPr algn="just"/>
            <a:r>
              <a:rPr lang="en-US" sz="2600" b="0" i="0" dirty="0">
                <a:solidFill>
                  <a:schemeClr val="bg1">
                    <a:lumMod val="85000"/>
                  </a:schemeClr>
                </a:solidFill>
                <a:effectLst/>
              </a:rPr>
              <a:t>It provides a convenient integration between MapReduce and standard testing libraries</a:t>
            </a:r>
          </a:p>
          <a:p>
            <a:pPr algn="just"/>
            <a:r>
              <a:rPr lang="en-US" sz="2600" b="0" i="0" dirty="0">
                <a:solidFill>
                  <a:schemeClr val="bg1">
                    <a:lumMod val="85000"/>
                  </a:schemeClr>
                </a:solidFill>
                <a:effectLst/>
              </a:rPr>
              <a:t>It doesn't replace Junit</a:t>
            </a:r>
          </a:p>
          <a:p>
            <a:pPr algn="just"/>
            <a:r>
              <a:rPr lang="en-US" sz="2600" b="0" i="0" dirty="0">
                <a:solidFill>
                  <a:schemeClr val="bg1">
                    <a:lumMod val="85000"/>
                  </a:schemeClr>
                </a:solidFill>
                <a:effectLst/>
              </a:rPr>
              <a:t>Knowledge of Hadoop MapReduce and JUnit is required for a better understanding.</a:t>
            </a:r>
            <a:endParaRPr lang="en-IN" sz="2600" dirty="0">
              <a:solidFill>
                <a:schemeClr val="bg1">
                  <a:lumMod val="85000"/>
                </a:schemeClr>
              </a:solidFill>
            </a:endParaRPr>
          </a:p>
        </p:txBody>
      </p:sp>
      <p:sp>
        <p:nvSpPr>
          <p:cNvPr id="3" name="Title 2">
            <a:extLst>
              <a:ext uri="{FF2B5EF4-FFF2-40B4-BE49-F238E27FC236}">
                <a16:creationId xmlns:a16="http://schemas.microsoft.com/office/drawing/2014/main" id="{D06FFB95-2766-4048-A0AD-924D80AD212C}"/>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2861053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D31E49-3A84-43D8-A784-E64309A8A82D}"/>
              </a:ext>
            </a:extLst>
          </p:cNvPr>
          <p:cNvSpPr>
            <a:spLocks noGrp="1"/>
          </p:cNvSpPr>
          <p:nvPr>
            <p:ph idx="1"/>
          </p:nvPr>
        </p:nvSpPr>
        <p:spPr>
          <a:xfrm>
            <a:off x="338362" y="1520456"/>
            <a:ext cx="8386537" cy="5112572"/>
          </a:xfrm>
        </p:spPr>
        <p:txBody>
          <a:bodyPr>
            <a:normAutofit/>
          </a:bodyPr>
          <a:lstStyle/>
          <a:p>
            <a:pPr algn="just"/>
            <a:r>
              <a:rPr lang="en-US" sz="2600" b="0" i="0" dirty="0">
                <a:solidFill>
                  <a:schemeClr val="bg1">
                    <a:lumMod val="85000"/>
                  </a:schemeClr>
                </a:solidFill>
                <a:effectLst/>
              </a:rPr>
              <a:t>Apache is an Open Source library </a:t>
            </a:r>
          </a:p>
          <a:p>
            <a:pPr algn="just"/>
            <a:r>
              <a:rPr lang="en-US" sz="2600" b="0" i="0" dirty="0">
                <a:effectLst/>
              </a:rPr>
              <a:t>It provides a convenient integration between MapReduce and standard testing libraries.</a:t>
            </a:r>
          </a:p>
          <a:p>
            <a:pPr algn="just"/>
            <a:r>
              <a:rPr lang="en-US" sz="2600" b="0" i="0" dirty="0">
                <a:solidFill>
                  <a:schemeClr val="bg1">
                    <a:lumMod val="85000"/>
                  </a:schemeClr>
                </a:solidFill>
                <a:effectLst/>
              </a:rPr>
              <a:t>It doesn't replace Junit</a:t>
            </a:r>
          </a:p>
          <a:p>
            <a:pPr algn="just"/>
            <a:r>
              <a:rPr lang="en-US" sz="2600" b="0" i="0" dirty="0">
                <a:solidFill>
                  <a:schemeClr val="bg1">
                    <a:lumMod val="85000"/>
                  </a:schemeClr>
                </a:solidFill>
                <a:effectLst/>
              </a:rPr>
              <a:t>Knowledge of Hadoop MapReduce and JUnit is required for a better understanding.</a:t>
            </a:r>
            <a:endParaRPr lang="en-IN" sz="2600" dirty="0">
              <a:solidFill>
                <a:schemeClr val="bg1">
                  <a:lumMod val="85000"/>
                </a:schemeClr>
              </a:solidFill>
            </a:endParaRPr>
          </a:p>
        </p:txBody>
      </p:sp>
      <p:sp>
        <p:nvSpPr>
          <p:cNvPr id="3" name="Title 2">
            <a:extLst>
              <a:ext uri="{FF2B5EF4-FFF2-40B4-BE49-F238E27FC236}">
                <a16:creationId xmlns:a16="http://schemas.microsoft.com/office/drawing/2014/main" id="{D06FFB95-2766-4048-A0AD-924D80AD212C}"/>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1614647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D31E49-3A84-43D8-A784-E64309A8A82D}"/>
              </a:ext>
            </a:extLst>
          </p:cNvPr>
          <p:cNvSpPr>
            <a:spLocks noGrp="1"/>
          </p:cNvSpPr>
          <p:nvPr>
            <p:ph idx="1"/>
          </p:nvPr>
        </p:nvSpPr>
        <p:spPr>
          <a:xfrm>
            <a:off x="338362" y="1520456"/>
            <a:ext cx="8386537" cy="5112572"/>
          </a:xfrm>
        </p:spPr>
        <p:txBody>
          <a:bodyPr>
            <a:normAutofit/>
          </a:bodyPr>
          <a:lstStyle/>
          <a:p>
            <a:pPr algn="just"/>
            <a:r>
              <a:rPr lang="en-US" sz="2600" b="0" i="0" dirty="0">
                <a:solidFill>
                  <a:schemeClr val="bg1">
                    <a:lumMod val="85000"/>
                  </a:schemeClr>
                </a:solidFill>
                <a:effectLst/>
              </a:rPr>
              <a:t>Apache is an Open Source library </a:t>
            </a:r>
          </a:p>
          <a:p>
            <a:pPr algn="just"/>
            <a:r>
              <a:rPr lang="en-US" sz="2600" b="0" i="0" dirty="0">
                <a:solidFill>
                  <a:schemeClr val="bg1">
                    <a:lumMod val="85000"/>
                  </a:schemeClr>
                </a:solidFill>
                <a:effectLst/>
              </a:rPr>
              <a:t>It provides a convenient integration between MapReduce and standard testing libraries</a:t>
            </a:r>
          </a:p>
          <a:p>
            <a:pPr algn="just"/>
            <a:r>
              <a:rPr lang="en-US" sz="2600" b="0" i="0" dirty="0">
                <a:effectLst/>
              </a:rPr>
              <a:t>It doesn't replace Junit.</a:t>
            </a:r>
          </a:p>
          <a:p>
            <a:pPr algn="just"/>
            <a:r>
              <a:rPr lang="en-US" sz="2600" b="0" i="0" dirty="0">
                <a:solidFill>
                  <a:schemeClr val="bg1">
                    <a:lumMod val="85000"/>
                  </a:schemeClr>
                </a:solidFill>
                <a:effectLst/>
              </a:rPr>
              <a:t>Knowledge of Hadoop MapReduce and JUnit is required for a better understanding.</a:t>
            </a:r>
            <a:endParaRPr lang="en-IN" sz="2600" dirty="0">
              <a:solidFill>
                <a:schemeClr val="bg1">
                  <a:lumMod val="85000"/>
                </a:schemeClr>
              </a:solidFill>
            </a:endParaRPr>
          </a:p>
        </p:txBody>
      </p:sp>
      <p:sp>
        <p:nvSpPr>
          <p:cNvPr id="3" name="Title 2">
            <a:extLst>
              <a:ext uri="{FF2B5EF4-FFF2-40B4-BE49-F238E27FC236}">
                <a16:creationId xmlns:a16="http://schemas.microsoft.com/office/drawing/2014/main" id="{D06FFB95-2766-4048-A0AD-924D80AD212C}"/>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1824818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D31E49-3A84-43D8-A784-E64309A8A82D}"/>
              </a:ext>
            </a:extLst>
          </p:cNvPr>
          <p:cNvSpPr>
            <a:spLocks noGrp="1"/>
          </p:cNvSpPr>
          <p:nvPr>
            <p:ph idx="1"/>
          </p:nvPr>
        </p:nvSpPr>
        <p:spPr>
          <a:xfrm>
            <a:off x="338362" y="1520456"/>
            <a:ext cx="8386537" cy="5112572"/>
          </a:xfrm>
        </p:spPr>
        <p:txBody>
          <a:bodyPr>
            <a:normAutofit/>
          </a:bodyPr>
          <a:lstStyle/>
          <a:p>
            <a:pPr algn="just"/>
            <a:r>
              <a:rPr lang="en-US" sz="2600" b="0" i="0" dirty="0">
                <a:effectLst/>
              </a:rPr>
              <a:t>Apache is an Open Source library. </a:t>
            </a:r>
          </a:p>
          <a:p>
            <a:pPr algn="just"/>
            <a:r>
              <a:rPr lang="en-US" sz="2600" b="0" i="0" dirty="0">
                <a:effectLst/>
              </a:rPr>
              <a:t>It provides a convenient integration between MapReduce and standard </a:t>
            </a:r>
            <a:r>
              <a:rPr lang="en-US" sz="2600" b="0" i="0">
                <a:effectLst/>
              </a:rPr>
              <a:t>testing libraries.</a:t>
            </a:r>
            <a:endParaRPr lang="en-US" sz="2600" b="0" i="0" dirty="0">
              <a:effectLst/>
            </a:endParaRPr>
          </a:p>
          <a:p>
            <a:pPr algn="just"/>
            <a:r>
              <a:rPr lang="en-US" sz="2600" b="0" i="0" dirty="0">
                <a:effectLst/>
              </a:rPr>
              <a:t>It doesn't replace Junit.</a:t>
            </a:r>
          </a:p>
          <a:p>
            <a:pPr algn="just"/>
            <a:r>
              <a:rPr lang="en-US" sz="2600" b="0" i="0" dirty="0">
                <a:effectLst/>
              </a:rPr>
              <a:t>Knowledge of Hadoop MapReduce and JUnit is required for a better understanding.</a:t>
            </a:r>
            <a:endParaRPr lang="en-IN" sz="2600" dirty="0"/>
          </a:p>
        </p:txBody>
      </p:sp>
      <p:sp>
        <p:nvSpPr>
          <p:cNvPr id="3" name="Title 2">
            <a:extLst>
              <a:ext uri="{FF2B5EF4-FFF2-40B4-BE49-F238E27FC236}">
                <a16:creationId xmlns:a16="http://schemas.microsoft.com/office/drawing/2014/main" id="{D06FFB95-2766-4048-A0AD-924D80AD212C}"/>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790088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0917273-47A8-42B1-8BA5-67E24144A3B5}"/>
              </a:ext>
            </a:extLst>
          </p:cNvPr>
          <p:cNvGraphicFramePr>
            <a:graphicFrameLocks noGrp="1"/>
          </p:cNvGraphicFramePr>
          <p:nvPr>
            <p:ph idx="1"/>
            <p:extLst>
              <p:ext uri="{D42A27DB-BD31-4B8C-83A1-F6EECF244321}">
                <p14:modId xmlns:p14="http://schemas.microsoft.com/office/powerpoint/2010/main" val="3772736038"/>
              </p:ext>
            </p:extLst>
          </p:nvPr>
        </p:nvGraphicFramePr>
        <p:xfrm>
          <a:off x="516194" y="2574070"/>
          <a:ext cx="4719483" cy="3169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D06FFB95-2766-4048-A0AD-924D80AD212C}"/>
              </a:ext>
            </a:extLst>
          </p:cNvPr>
          <p:cNvSpPr>
            <a:spLocks noGrp="1"/>
          </p:cNvSpPr>
          <p:nvPr>
            <p:ph type="title"/>
          </p:nvPr>
        </p:nvSpPr>
        <p:spPr/>
        <p:txBody>
          <a:bodyPr/>
          <a:lstStyle/>
          <a:p>
            <a:r>
              <a:rPr lang="en-US" dirty="0" err="1"/>
              <a:t>MRUnit</a:t>
            </a:r>
            <a:endParaRPr lang="en-IN" dirty="0"/>
          </a:p>
        </p:txBody>
      </p:sp>
      <p:sp>
        <p:nvSpPr>
          <p:cNvPr id="6" name="TextBox 5">
            <a:extLst>
              <a:ext uri="{FF2B5EF4-FFF2-40B4-BE49-F238E27FC236}">
                <a16:creationId xmlns:a16="http://schemas.microsoft.com/office/drawing/2014/main" id="{619AE035-BDC9-42BF-9BF5-522FD50353D3}"/>
              </a:ext>
            </a:extLst>
          </p:cNvPr>
          <p:cNvSpPr txBox="1"/>
          <p:nvPr/>
        </p:nvSpPr>
        <p:spPr>
          <a:xfrm>
            <a:off x="516194" y="1472763"/>
            <a:ext cx="7698658" cy="954107"/>
          </a:xfrm>
          <a:prstGeom prst="rect">
            <a:avLst/>
          </a:prstGeom>
          <a:noFill/>
        </p:spPr>
        <p:txBody>
          <a:bodyPr wrap="square">
            <a:spAutoFit/>
          </a:bodyPr>
          <a:lstStyle/>
          <a:p>
            <a:pPr marL="457200" indent="-457200" algn="just">
              <a:buFont typeface="Arial" panose="020B0604020202020204" pitchFamily="34" charset="0"/>
              <a:buChar char="•"/>
            </a:pPr>
            <a:r>
              <a:rPr lang="en-US" sz="2800" b="0" i="0" dirty="0">
                <a:solidFill>
                  <a:srgbClr val="292929"/>
                </a:solidFill>
                <a:effectLst/>
                <a:latin typeface="Bahnschrift" panose="020B0502040204020203" pitchFamily="34" charset="0"/>
              </a:rPr>
              <a:t>The three core classes of </a:t>
            </a:r>
            <a:r>
              <a:rPr lang="en-US" sz="2800" b="0" i="0" dirty="0" err="1">
                <a:solidFill>
                  <a:srgbClr val="292929"/>
                </a:solidFill>
                <a:effectLst/>
                <a:latin typeface="Bahnschrift" panose="020B0502040204020203" pitchFamily="34" charset="0"/>
              </a:rPr>
              <a:t>MRUnit</a:t>
            </a:r>
            <a:r>
              <a:rPr lang="en-US" sz="2800" b="0" i="0" dirty="0">
                <a:solidFill>
                  <a:srgbClr val="292929"/>
                </a:solidFill>
                <a:effectLst/>
                <a:latin typeface="Bahnschrift" panose="020B0502040204020203" pitchFamily="34" charset="0"/>
              </a:rPr>
              <a:t> are the following:</a:t>
            </a:r>
          </a:p>
        </p:txBody>
      </p:sp>
    </p:spTree>
    <p:extLst>
      <p:ext uri="{BB962C8B-B14F-4D97-AF65-F5344CB8AC3E}">
        <p14:creationId xmlns:p14="http://schemas.microsoft.com/office/powerpoint/2010/main" val="3513600746"/>
      </p:ext>
    </p:extLst>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1539C5E-C291-4D21-99B6-081F35ECCB3D}"/>
              </a:ext>
            </a:extLst>
          </p:cNvPr>
          <p:cNvPicPr>
            <a:picLocks noChangeAspect="1" noGrp="1"/>
          </p:cNvPicPr>
          <p:nvPr>
            <p:ph idx="1"/>
          </p:nvPr>
        </p:nvPicPr>
        <p:blipFill rotWithShape="1">
          <a:blip r:embed="rId2"/>
          <a:srcRect b="-1" r="-107"/>
          <a:stretch/>
        </p:blipFill>
        <p:spPr>
          <a:xfrm>
            <a:off x="572282" y="2204883"/>
            <a:ext cx="3238615" cy="2448233"/>
          </a:xfrm>
          <a:prstGeom prst="rect">
            <a:avLst/>
          </a:prstGeom>
          <a:solidFill>
            <a:srgbClr val="072235"/>
          </a:solidFill>
          <a:ln>
            <a:solidFill>
              <a:schemeClr val="tx1"/>
            </a:solidFill>
          </a:ln>
          <a:effectLst>
            <a:outerShdw algn="ctr" blurRad="63500" rotWithShape="0" sx="102000" sy="102000">
              <a:prstClr val="black">
                <a:alpha val="40000"/>
              </a:prstClr>
            </a:outerShdw>
          </a:effectLst>
        </p:spPr>
      </p:pic>
      <p:sp>
        <p:nvSpPr>
          <p:cNvPr id="3" name="Title 2">
            <a:extLst>
              <a:ext uri="{FF2B5EF4-FFF2-40B4-BE49-F238E27FC236}">
                <a16:creationId xmlns:a16="http://schemas.microsoft.com/office/drawing/2014/main" id="{0C3C52DB-0608-4CB0-ADE5-EE10F461D6C6}"/>
              </a:ext>
            </a:extLst>
          </p:cNvPr>
          <p:cNvSpPr>
            <a:spLocks noGrp="1"/>
          </p:cNvSpPr>
          <p:nvPr>
            <p:ph type="title"/>
          </p:nvPr>
        </p:nvSpPr>
        <p:spPr/>
        <p:txBody>
          <a:bodyPr/>
          <a:lstStyle/>
          <a:p>
            <a:r>
              <a:rPr dirty="0" err="1" lang="en-US"/>
              <a:t>MRUnit</a:t>
            </a:r>
            <a:endParaRPr dirty="0" lang="en-IN"/>
          </a:p>
        </p:txBody>
      </p:sp>
      <p:sp>
        <p:nvSpPr>
          <p:cNvPr id="6" name="TextBox 5">
            <a:extLst>
              <a:ext uri="{FF2B5EF4-FFF2-40B4-BE49-F238E27FC236}">
                <a16:creationId xmlns:a16="http://schemas.microsoft.com/office/drawing/2014/main" id="{0AA62570-843A-403E-A290-95B2FF5D9226}"/>
              </a:ext>
            </a:extLst>
          </p:cNvPr>
          <p:cNvSpPr txBox="1"/>
          <p:nvPr/>
        </p:nvSpPr>
        <p:spPr>
          <a:xfrm>
            <a:off x="4572000" y="2204883"/>
            <a:ext cx="3999718" cy="2361609"/>
          </a:xfrm>
          <a:prstGeom prst="rect">
            <a:avLst/>
          </a:prstGeom>
          <a:noFill/>
        </p:spPr>
        <p:txBody>
          <a:bodyPr wrap="square">
            <a:spAutoFit/>
          </a:bodyPr>
          <a:lstStyle/>
          <a:p>
            <a:pPr algn="just">
              <a:lnSpc>
                <a:spcPct val="200000"/>
              </a:lnSpc>
            </a:pPr>
            <a:r>
              <a:rPr b="0" dirty="0" err="1" i="0" lang="en-US" sz="2600">
                <a:solidFill>
                  <a:srgbClr val="292929"/>
                </a:solidFill>
                <a:effectLst/>
                <a:latin charset="0" panose="020B0502040204020203" pitchFamily="34" typeface="Bahnschrift"/>
              </a:rPr>
              <a:t>MRUnit</a:t>
            </a:r>
            <a:r>
              <a:rPr b="0" dirty="0" i="0" lang="en-US" sz="2600">
                <a:solidFill>
                  <a:srgbClr val="292929"/>
                </a:solidFill>
                <a:effectLst/>
                <a:latin charset="0" panose="020B0502040204020203" pitchFamily="34" typeface="Bahnschrift"/>
              </a:rPr>
              <a:t> drivers needed for each specific test purposes.</a:t>
            </a:r>
            <a:endParaRPr dirty="0" lang="en-IN" sz="2600">
              <a:latin charset="0" panose="020B0502040204020203" pitchFamily="34" typeface="Bahnschrift"/>
            </a:endParaRPr>
          </a:p>
        </p:txBody>
      </p:sp>
    </p:spTree>
    <p:extLst>
      <p:ext uri="{BB962C8B-B14F-4D97-AF65-F5344CB8AC3E}">
        <p14:creationId xmlns:p14="http://schemas.microsoft.com/office/powerpoint/2010/main" val="41855312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9FB5AD-FB42-4B18-A7DB-1BF07728AE79}"/>
              </a:ext>
            </a:extLst>
          </p:cNvPr>
          <p:cNvSpPr>
            <a:spLocks noGrp="1"/>
          </p:cNvSpPr>
          <p:nvPr>
            <p:ph idx="1"/>
          </p:nvPr>
        </p:nvSpPr>
        <p:spPr/>
        <p:txBody>
          <a:bodyPr/>
          <a:lstStyle/>
          <a:p>
            <a:pPr algn="just"/>
            <a:r>
              <a:rPr lang="en-US" b="0" i="0" dirty="0">
                <a:solidFill>
                  <a:srgbClr val="292929"/>
                </a:solidFill>
                <a:effectLst/>
              </a:rPr>
              <a:t>In order to add </a:t>
            </a:r>
            <a:r>
              <a:rPr lang="en-US" b="0" i="0" dirty="0" err="1">
                <a:solidFill>
                  <a:srgbClr val="292929"/>
                </a:solidFill>
                <a:effectLst/>
              </a:rPr>
              <a:t>MRUnit</a:t>
            </a:r>
            <a:r>
              <a:rPr lang="en-US" b="0" i="0" dirty="0">
                <a:solidFill>
                  <a:srgbClr val="292929"/>
                </a:solidFill>
                <a:effectLst/>
              </a:rPr>
              <a:t> to an Hadoop MapReduce project you need to add it as test dependency in the project POM file.</a:t>
            </a:r>
            <a:endParaRPr lang="en-IN" dirty="0"/>
          </a:p>
        </p:txBody>
      </p:sp>
      <p:sp>
        <p:nvSpPr>
          <p:cNvPr id="3" name="Title 2">
            <a:extLst>
              <a:ext uri="{FF2B5EF4-FFF2-40B4-BE49-F238E27FC236}">
                <a16:creationId xmlns:a16="http://schemas.microsoft.com/office/drawing/2014/main" id="{6ACA73AD-3939-4CE8-BE90-0CCFD86FB799}"/>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2582114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9FB5AD-FB42-4B18-A7DB-1BF07728AE79}"/>
              </a:ext>
            </a:extLst>
          </p:cNvPr>
          <p:cNvSpPr>
            <a:spLocks noGrp="1"/>
          </p:cNvSpPr>
          <p:nvPr>
            <p:ph idx="1"/>
          </p:nvPr>
        </p:nvSpPr>
        <p:spPr/>
        <p:txBody>
          <a:bodyPr/>
          <a:lstStyle/>
          <a:p>
            <a:pPr algn="just"/>
            <a:r>
              <a:rPr lang="en-US" b="0" i="0" dirty="0">
                <a:solidFill>
                  <a:srgbClr val="292929"/>
                </a:solidFill>
                <a:effectLst/>
              </a:rPr>
              <a:t>and of course JUnit should be present as well:</a:t>
            </a:r>
            <a:endParaRPr lang="en-IN" dirty="0"/>
          </a:p>
        </p:txBody>
      </p:sp>
      <p:sp>
        <p:nvSpPr>
          <p:cNvPr id="3" name="Title 2">
            <a:extLst>
              <a:ext uri="{FF2B5EF4-FFF2-40B4-BE49-F238E27FC236}">
                <a16:creationId xmlns:a16="http://schemas.microsoft.com/office/drawing/2014/main" id="{6ACA73AD-3939-4CE8-BE90-0CCFD86FB799}"/>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2220740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A44125-6BD0-471F-96CD-F44049CB0953}"/>
              </a:ext>
            </a:extLst>
          </p:cNvPr>
          <p:cNvSpPr>
            <a:spLocks noGrp="1"/>
          </p:cNvSpPr>
          <p:nvPr>
            <p:ph idx="1"/>
          </p:nvPr>
        </p:nvSpPr>
        <p:spPr>
          <a:xfrm>
            <a:off x="419101" y="1514007"/>
            <a:ext cx="8305798" cy="5358760"/>
          </a:xfrm>
        </p:spPr>
        <p:txBody>
          <a:bodyPr>
            <a:normAutofit/>
          </a:bodyPr>
          <a:lstStyle/>
          <a:p>
            <a:pPr algn="just"/>
            <a:r>
              <a:rPr lang="en-US" sz="2600" dirty="0"/>
              <a:t>The MapReduce application under test is the popular word counter (the Hello World of MapReduce). It processes text files and counts how often words occur. Browsing the web you can find hundred of links with this example, but just in case here's the code for the Mapper.</a:t>
            </a:r>
            <a:endParaRPr lang="en-IN" sz="2600" dirty="0"/>
          </a:p>
        </p:txBody>
      </p:sp>
      <p:sp>
        <p:nvSpPr>
          <p:cNvPr id="3" name="Title 2">
            <a:extLst>
              <a:ext uri="{FF2B5EF4-FFF2-40B4-BE49-F238E27FC236}">
                <a16:creationId xmlns:a16="http://schemas.microsoft.com/office/drawing/2014/main" id="{BE7F7FD0-0936-47A5-B9F1-3DFEF81C8A11}"/>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3376330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A44125-6BD0-471F-96CD-F44049CB0953}"/>
              </a:ext>
            </a:extLst>
          </p:cNvPr>
          <p:cNvSpPr>
            <a:spLocks noGrp="1"/>
          </p:cNvSpPr>
          <p:nvPr>
            <p:ph idx="1"/>
          </p:nvPr>
        </p:nvSpPr>
        <p:spPr>
          <a:xfrm>
            <a:off x="419101" y="1338520"/>
            <a:ext cx="8305798" cy="5534247"/>
          </a:xfrm>
        </p:spPr>
        <p:txBody>
          <a:bodyPr>
            <a:normAutofit/>
          </a:bodyPr>
          <a:lstStyle/>
          <a:p>
            <a:pPr marL="0" indent="0" algn="just">
              <a:buNone/>
            </a:pPr>
            <a:endParaRPr lang="en-IN" sz="2600" dirty="0"/>
          </a:p>
        </p:txBody>
      </p:sp>
      <p:sp>
        <p:nvSpPr>
          <p:cNvPr id="3" name="Title 2">
            <a:extLst>
              <a:ext uri="{FF2B5EF4-FFF2-40B4-BE49-F238E27FC236}">
                <a16:creationId xmlns:a16="http://schemas.microsoft.com/office/drawing/2014/main" id="{BE7F7FD0-0936-47A5-B9F1-3DFEF81C8A11}"/>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1924451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3A2134-150A-435E-80F4-8C35E86A4FF1}"/>
              </a:ext>
            </a:extLst>
          </p:cNvPr>
          <p:cNvSpPr>
            <a:spLocks noGrp="1"/>
          </p:cNvSpPr>
          <p:nvPr>
            <p:ph idx="1"/>
          </p:nvPr>
        </p:nvSpPr>
        <p:spPr/>
        <p:txBody>
          <a:bodyPr/>
          <a:lstStyle/>
          <a:p>
            <a:r>
              <a:rPr lang="en-US" dirty="0"/>
              <a:t>And the Reducer</a:t>
            </a:r>
            <a:endParaRPr lang="en-IN" dirty="0"/>
          </a:p>
        </p:txBody>
      </p:sp>
      <p:sp>
        <p:nvSpPr>
          <p:cNvPr id="3" name="Title 2">
            <a:extLst>
              <a:ext uri="{FF2B5EF4-FFF2-40B4-BE49-F238E27FC236}">
                <a16:creationId xmlns:a16="http://schemas.microsoft.com/office/drawing/2014/main" id="{79F2D202-62C5-46B3-8E06-2600743F1A16}"/>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701542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3A2134-150A-435E-80F4-8C35E86A4FF1}"/>
              </a:ext>
            </a:extLst>
          </p:cNvPr>
          <p:cNvSpPr>
            <a:spLocks noGrp="1"/>
          </p:cNvSpPr>
          <p:nvPr>
            <p:ph idx="1"/>
          </p:nvPr>
        </p:nvSpPr>
        <p:spPr>
          <a:xfrm>
            <a:off x="338362" y="1583899"/>
            <a:ext cx="8386537" cy="5004884"/>
          </a:xfrm>
        </p:spPr>
        <p:txBody>
          <a:bodyPr/>
          <a:lstStyle/>
          <a:p>
            <a:pPr algn="just"/>
            <a:r>
              <a:rPr lang="en-US" b="0" i="0" dirty="0">
                <a:solidFill>
                  <a:srgbClr val="292929"/>
                </a:solidFill>
                <a:effectLst/>
              </a:rPr>
              <a:t>Now let's start implementing a </a:t>
            </a:r>
            <a:r>
              <a:rPr lang="en-US" b="0" i="0" dirty="0" err="1">
                <a:solidFill>
                  <a:srgbClr val="292929"/>
                </a:solidFill>
                <a:effectLst/>
              </a:rPr>
              <a:t>MRUnit</a:t>
            </a:r>
            <a:r>
              <a:rPr lang="en-US" b="0" i="0" dirty="0">
                <a:solidFill>
                  <a:srgbClr val="292929"/>
                </a:solidFill>
                <a:effectLst/>
              </a:rPr>
              <a:t> test case. It has the same structure as for a JUnit test case. First of all declare the instance variable for the MapReduce test purposes. They include the drivers provided by the </a:t>
            </a:r>
            <a:r>
              <a:rPr lang="en-US" b="0" i="0" dirty="0" err="1">
                <a:solidFill>
                  <a:srgbClr val="292929"/>
                </a:solidFill>
                <a:effectLst/>
              </a:rPr>
              <a:t>MRUnit</a:t>
            </a:r>
            <a:r>
              <a:rPr lang="en-US" b="0" i="0" dirty="0">
                <a:solidFill>
                  <a:srgbClr val="292929"/>
                </a:solidFill>
                <a:effectLst/>
              </a:rPr>
              <a:t> framework:</a:t>
            </a:r>
            <a:endParaRPr lang="en-IN" dirty="0"/>
          </a:p>
        </p:txBody>
      </p:sp>
      <p:sp>
        <p:nvSpPr>
          <p:cNvPr id="3" name="Title 2">
            <a:extLst>
              <a:ext uri="{FF2B5EF4-FFF2-40B4-BE49-F238E27FC236}">
                <a16:creationId xmlns:a16="http://schemas.microsoft.com/office/drawing/2014/main" id="{79F2D202-62C5-46B3-8E06-2600743F1A16}"/>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8971495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3A2134-150A-435E-80F4-8C35E86A4FF1}"/>
              </a:ext>
            </a:extLst>
          </p:cNvPr>
          <p:cNvSpPr>
            <a:spLocks noGrp="1"/>
          </p:cNvSpPr>
          <p:nvPr>
            <p:ph idx="1"/>
          </p:nvPr>
        </p:nvSpPr>
        <p:spPr>
          <a:xfrm>
            <a:off x="338362" y="1583899"/>
            <a:ext cx="8386537" cy="5004884"/>
          </a:xfrm>
        </p:spPr>
        <p:txBody>
          <a:bodyPr/>
          <a:lstStyle/>
          <a:p>
            <a:pPr marL="0" indent="0" algn="just">
              <a:buNone/>
            </a:pPr>
            <a:endParaRPr lang="en-IN" dirty="0"/>
          </a:p>
        </p:txBody>
      </p:sp>
      <p:sp>
        <p:nvSpPr>
          <p:cNvPr id="3" name="Title 2">
            <a:extLst>
              <a:ext uri="{FF2B5EF4-FFF2-40B4-BE49-F238E27FC236}">
                <a16:creationId xmlns:a16="http://schemas.microsoft.com/office/drawing/2014/main" id="{79F2D202-62C5-46B3-8E06-2600743F1A16}"/>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2338767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3A2134-150A-435E-80F4-8C35E86A4FF1}"/>
              </a:ext>
            </a:extLst>
          </p:cNvPr>
          <p:cNvSpPr>
            <a:spLocks noGrp="1"/>
          </p:cNvSpPr>
          <p:nvPr>
            <p:ph idx="1"/>
          </p:nvPr>
        </p:nvSpPr>
        <p:spPr/>
        <p:txBody>
          <a:bodyPr/>
          <a:lstStyle/>
          <a:p>
            <a:pPr algn="just"/>
            <a:r>
              <a:rPr lang="en-US" b="0" i="0" dirty="0">
                <a:effectLst/>
              </a:rPr>
              <a:t>Then create instances of them in the JUnit </a:t>
            </a:r>
            <a:r>
              <a:rPr lang="en-US" b="0" dirty="0" err="1">
                <a:effectLst/>
              </a:rPr>
              <a:t>setUp</a:t>
            </a:r>
            <a:r>
              <a:rPr lang="en-US" b="0" dirty="0">
                <a:effectLst/>
              </a:rPr>
              <a:t>() </a:t>
            </a:r>
            <a:r>
              <a:rPr lang="en-US" b="0" i="0" dirty="0">
                <a:effectLst/>
              </a:rPr>
              <a:t>method:</a:t>
            </a:r>
            <a:endParaRPr lang="en-IN" dirty="0"/>
          </a:p>
        </p:txBody>
      </p:sp>
      <p:sp>
        <p:nvSpPr>
          <p:cNvPr id="3" name="Title 2">
            <a:extLst>
              <a:ext uri="{FF2B5EF4-FFF2-40B4-BE49-F238E27FC236}">
                <a16:creationId xmlns:a16="http://schemas.microsoft.com/office/drawing/2014/main" id="{79F2D202-62C5-46B3-8E06-2600743F1A16}"/>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27623541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3A2134-150A-435E-80F4-8C35E86A4FF1}"/>
              </a:ext>
            </a:extLst>
          </p:cNvPr>
          <p:cNvSpPr>
            <a:spLocks noGrp="1"/>
          </p:cNvSpPr>
          <p:nvPr>
            <p:ph idx="1"/>
          </p:nvPr>
        </p:nvSpPr>
        <p:spPr>
          <a:xfrm>
            <a:off x="338362" y="1613394"/>
            <a:ext cx="8238202" cy="5849289"/>
          </a:xfrm>
        </p:spPr>
        <p:txBody>
          <a:bodyPr>
            <a:normAutofit/>
          </a:bodyPr>
          <a:lstStyle/>
          <a:p>
            <a:pPr marL="265113" algn="just"/>
            <a:r>
              <a:rPr lang="en-US" sz="2600" b="0" i="0" dirty="0">
                <a:effectLst/>
              </a:rPr>
              <a:t>To test the Mapper you need just to provide the inputs and the expected output to the </a:t>
            </a:r>
            <a:r>
              <a:rPr lang="en-US" sz="2600" b="0" i="0" dirty="0" err="1">
                <a:effectLst/>
              </a:rPr>
              <a:t>MapperDriver</a:t>
            </a:r>
            <a:r>
              <a:rPr lang="en-US" sz="2600" b="0" i="0" dirty="0">
                <a:effectLst/>
              </a:rPr>
              <a:t> instance and then execute its </a:t>
            </a:r>
            <a:r>
              <a:rPr lang="en-US" sz="2600" b="0" dirty="0" err="1">
                <a:solidFill>
                  <a:srgbClr val="C00000"/>
                </a:solidFill>
                <a:effectLst/>
              </a:rPr>
              <a:t>runTest</a:t>
            </a:r>
            <a:r>
              <a:rPr lang="en-US" sz="2600" b="0" dirty="0">
                <a:solidFill>
                  <a:srgbClr val="C00000"/>
                </a:solidFill>
                <a:effectLst/>
              </a:rPr>
              <a:t>() </a:t>
            </a:r>
            <a:r>
              <a:rPr lang="en-US" sz="2600" b="0" i="0" dirty="0">
                <a:effectLst/>
              </a:rPr>
              <a:t>method:</a:t>
            </a:r>
          </a:p>
          <a:p>
            <a:pPr marL="36513" indent="0" algn="just">
              <a:buNone/>
            </a:pPr>
            <a:endParaRPr lang="en-US" sz="5500" b="0" i="0" dirty="0">
              <a:solidFill>
                <a:srgbClr val="292929"/>
              </a:solidFill>
              <a:effectLst/>
            </a:endParaRPr>
          </a:p>
        </p:txBody>
      </p:sp>
      <p:sp>
        <p:nvSpPr>
          <p:cNvPr id="3" name="Title 2">
            <a:extLst>
              <a:ext uri="{FF2B5EF4-FFF2-40B4-BE49-F238E27FC236}">
                <a16:creationId xmlns:a16="http://schemas.microsoft.com/office/drawing/2014/main" id="{79F2D202-62C5-46B3-8E06-2600743F1A16}"/>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2350436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3A2134-150A-435E-80F4-8C35E86A4FF1}"/>
              </a:ext>
            </a:extLst>
          </p:cNvPr>
          <p:cNvSpPr>
            <a:spLocks noGrp="1"/>
          </p:cNvSpPr>
          <p:nvPr>
            <p:ph idx="1"/>
          </p:nvPr>
        </p:nvSpPr>
        <p:spPr>
          <a:xfrm>
            <a:off x="338362" y="1628145"/>
            <a:ext cx="8386537" cy="5004884"/>
          </a:xfrm>
        </p:spPr>
        <p:txBody>
          <a:bodyPr>
            <a:normAutofit/>
          </a:bodyPr>
          <a:lstStyle/>
          <a:p>
            <a:pPr algn="just"/>
            <a:r>
              <a:rPr lang="en-US" sz="2600" b="0" i="0" dirty="0">
                <a:effectLst/>
              </a:rPr>
              <a:t>As you can see from the code above, </a:t>
            </a:r>
            <a:r>
              <a:rPr lang="en-US" sz="2600" b="0" i="0" dirty="0" err="1">
                <a:effectLst/>
              </a:rPr>
              <a:t>MRUnit</a:t>
            </a:r>
            <a:r>
              <a:rPr lang="en-US" sz="2600" b="0" i="0" dirty="0">
                <a:effectLst/>
              </a:rPr>
              <a:t> supports multiple inputs. </a:t>
            </a:r>
            <a:r>
              <a:rPr lang="en-US" sz="2600" b="0" dirty="0" err="1">
                <a:solidFill>
                  <a:srgbClr val="C00000"/>
                </a:solidFill>
                <a:effectLst/>
              </a:rPr>
              <a:t>firstTestKey</a:t>
            </a:r>
            <a:r>
              <a:rPr lang="en-US" sz="2600" b="0" i="1" dirty="0">
                <a:solidFill>
                  <a:srgbClr val="292929"/>
                </a:solidFill>
                <a:effectLst/>
              </a:rPr>
              <a:t> </a:t>
            </a:r>
            <a:r>
              <a:rPr lang="en-US" sz="2600" b="0" i="0" dirty="0">
                <a:solidFill>
                  <a:srgbClr val="292929"/>
                </a:solidFill>
                <a:effectLst/>
              </a:rPr>
              <a:t>and </a:t>
            </a:r>
            <a:r>
              <a:rPr lang="en-US" sz="2600" b="0" dirty="0" err="1">
                <a:solidFill>
                  <a:srgbClr val="C00000"/>
                </a:solidFill>
                <a:effectLst/>
              </a:rPr>
              <a:t>secondTestKey</a:t>
            </a:r>
            <a:r>
              <a:rPr lang="en-US" sz="2600" b="0" i="1" dirty="0">
                <a:solidFill>
                  <a:srgbClr val="292929"/>
                </a:solidFill>
                <a:effectLst/>
              </a:rPr>
              <a:t> </a:t>
            </a:r>
            <a:r>
              <a:rPr lang="en-US" sz="2600" b="0" i="0" dirty="0">
                <a:effectLst/>
              </a:rPr>
              <a:t>are String variables you can initialize in the </a:t>
            </a:r>
            <a:r>
              <a:rPr lang="en-US" sz="2600" b="0" dirty="0" err="1">
                <a:solidFill>
                  <a:srgbClr val="C00000"/>
                </a:solidFill>
                <a:effectLst/>
              </a:rPr>
              <a:t>setUp</a:t>
            </a:r>
            <a:r>
              <a:rPr lang="en-US" sz="2600" b="0" dirty="0">
                <a:solidFill>
                  <a:srgbClr val="C00000"/>
                </a:solidFill>
                <a:effectLst/>
              </a:rPr>
              <a:t>() </a:t>
            </a:r>
            <a:r>
              <a:rPr lang="en-US" sz="2600" b="0" i="0" dirty="0">
                <a:effectLst/>
              </a:rPr>
              <a:t>method as well. It is the same process to test the Reducer</a:t>
            </a:r>
            <a:r>
              <a:rPr lang="en-US" sz="2600" b="0" i="0" dirty="0">
                <a:solidFill>
                  <a:srgbClr val="292929"/>
                </a:solidFill>
                <a:effectLst/>
              </a:rPr>
              <a:t>.</a:t>
            </a:r>
            <a:endParaRPr lang="en-IN" sz="2600" dirty="0"/>
          </a:p>
        </p:txBody>
      </p:sp>
      <p:sp>
        <p:nvSpPr>
          <p:cNvPr id="3" name="Title 2">
            <a:extLst>
              <a:ext uri="{FF2B5EF4-FFF2-40B4-BE49-F238E27FC236}">
                <a16:creationId xmlns:a16="http://schemas.microsoft.com/office/drawing/2014/main" id="{79F2D202-62C5-46B3-8E06-2600743F1A16}"/>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1689169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7A61AC-C149-470E-BC26-21A169940A6B}"/>
              </a:ext>
            </a:extLst>
          </p:cNvPr>
          <p:cNvSpPr>
            <a:spLocks noGrp="1"/>
          </p:cNvSpPr>
          <p:nvPr>
            <p:ph idx="1"/>
          </p:nvPr>
        </p:nvSpPr>
        <p:spPr>
          <a:xfrm>
            <a:off x="338362" y="1309023"/>
            <a:ext cx="8386537" cy="5229855"/>
          </a:xfrm>
        </p:spPr>
        <p:txBody>
          <a:bodyPr>
            <a:noAutofit/>
          </a:bodyPr>
          <a:lstStyle/>
          <a:p>
            <a:r>
              <a:rPr lang="en-IN" sz="2000" b="0" dirty="0">
                <a:effectLst/>
              </a:rPr>
              <a:t>@Test</a:t>
            </a:r>
            <a:br>
              <a:rPr lang="en-IN" sz="2000" b="0" dirty="0">
                <a:effectLst/>
              </a:rPr>
            </a:br>
            <a:r>
              <a:rPr lang="en-IN" sz="2000" b="0" dirty="0">
                <a:effectLst/>
              </a:rPr>
              <a:t> public void </a:t>
            </a:r>
            <a:r>
              <a:rPr lang="en-IN" sz="2000" b="0" dirty="0" err="1">
                <a:effectLst/>
              </a:rPr>
              <a:t>testWordCountReducer</a:t>
            </a:r>
            <a:r>
              <a:rPr lang="en-IN" sz="2000" b="0" dirty="0">
                <a:effectLst/>
              </a:rPr>
              <a:t>() throws </a:t>
            </a:r>
            <a:r>
              <a:rPr lang="en-IN" sz="2000" b="0" dirty="0" err="1">
                <a:effectLst/>
              </a:rPr>
              <a:t>IOException</a:t>
            </a:r>
            <a:r>
              <a:rPr lang="en-IN" sz="2000" b="0" dirty="0">
                <a:effectLst/>
              </a:rPr>
              <a:t> {</a:t>
            </a:r>
            <a:br>
              <a:rPr lang="en-IN" sz="2000" b="0" dirty="0">
                <a:effectLst/>
              </a:rPr>
            </a:br>
            <a:r>
              <a:rPr lang="en-IN" sz="2000" b="0" dirty="0">
                <a:effectLst/>
              </a:rPr>
              <a:t>        Text </a:t>
            </a:r>
            <a:r>
              <a:rPr lang="en-IN" sz="2000" b="0" dirty="0" err="1">
                <a:effectLst/>
              </a:rPr>
              <a:t>firstMapKey</a:t>
            </a:r>
            <a:r>
              <a:rPr lang="en-IN" sz="2000" b="0" dirty="0">
                <a:effectLst/>
              </a:rPr>
              <a:t> = new Text(</a:t>
            </a:r>
            <a:r>
              <a:rPr lang="en-IN" sz="2000" b="0" dirty="0" err="1">
                <a:effectLst/>
              </a:rPr>
              <a:t>firstTestKey</a:t>
            </a:r>
            <a:r>
              <a:rPr lang="en-IN" sz="2000" b="0" dirty="0">
                <a:effectLst/>
              </a:rPr>
              <a:t>);</a:t>
            </a:r>
            <a:br>
              <a:rPr lang="en-IN" sz="2000" b="0" dirty="0">
                <a:effectLst/>
              </a:rPr>
            </a:br>
            <a:r>
              <a:rPr lang="en-IN" sz="2000" b="0" dirty="0">
                <a:effectLst/>
              </a:rPr>
              <a:t>        List&lt;</a:t>
            </a:r>
            <a:r>
              <a:rPr lang="en-IN" sz="2000" b="0" dirty="0" err="1">
                <a:effectLst/>
              </a:rPr>
              <a:t>IntWritable</a:t>
            </a:r>
            <a:r>
              <a:rPr lang="en-IN" sz="2000" b="0" dirty="0">
                <a:effectLst/>
              </a:rPr>
              <a:t>&gt; </a:t>
            </a:r>
            <a:r>
              <a:rPr lang="en-IN" sz="2000" b="0" dirty="0" err="1">
                <a:effectLst/>
              </a:rPr>
              <a:t>firstMapValues</a:t>
            </a:r>
            <a:r>
              <a:rPr lang="en-IN" sz="2000" b="0" dirty="0">
                <a:effectLst/>
              </a:rPr>
              <a:t> = new </a:t>
            </a:r>
            <a:r>
              <a:rPr lang="en-IN" sz="2000" b="0" dirty="0" err="1">
                <a:effectLst/>
              </a:rPr>
              <a:t>ArrayList</a:t>
            </a:r>
            <a:r>
              <a:rPr lang="en-IN" sz="2000" b="0" dirty="0">
                <a:effectLst/>
              </a:rPr>
              <a:t>&lt;</a:t>
            </a:r>
            <a:r>
              <a:rPr lang="en-IN" sz="2000" b="0" dirty="0" err="1">
                <a:effectLst/>
              </a:rPr>
              <a:t>IntWritable</a:t>
            </a:r>
            <a:r>
              <a:rPr lang="en-IN" sz="2000" b="0" dirty="0">
                <a:effectLst/>
              </a:rPr>
              <a:t>&gt;();</a:t>
            </a:r>
            <a:br>
              <a:rPr lang="en-IN" sz="2000" b="0" dirty="0">
                <a:effectLst/>
              </a:rPr>
            </a:br>
            <a:r>
              <a:rPr lang="en-IN" sz="2000" b="0" dirty="0">
                <a:effectLst/>
              </a:rPr>
              <a:t>        </a:t>
            </a:r>
            <a:r>
              <a:rPr lang="en-IN" sz="2000" b="0" dirty="0" err="1">
                <a:effectLst/>
              </a:rPr>
              <a:t>firstMapValues.add</a:t>
            </a:r>
            <a:r>
              <a:rPr lang="en-IN" sz="2000" b="0" dirty="0">
                <a:effectLst/>
              </a:rPr>
              <a:t>(new </a:t>
            </a:r>
            <a:r>
              <a:rPr lang="en-IN" sz="2000" b="0" dirty="0" err="1">
                <a:effectLst/>
              </a:rPr>
              <a:t>IntWritable</a:t>
            </a:r>
            <a:r>
              <a:rPr lang="en-IN" sz="2000" b="0" dirty="0">
                <a:effectLst/>
              </a:rPr>
              <a:t>(1));</a:t>
            </a:r>
            <a:br>
              <a:rPr lang="en-IN" sz="2000" b="0" dirty="0">
                <a:effectLst/>
              </a:rPr>
            </a:br>
            <a:r>
              <a:rPr lang="en-IN" sz="2000" b="0" dirty="0">
                <a:effectLst/>
              </a:rPr>
              <a:t>        </a:t>
            </a:r>
            <a:r>
              <a:rPr lang="en-IN" sz="2000" b="0" dirty="0" err="1">
                <a:effectLst/>
              </a:rPr>
              <a:t>firstMapValues.add</a:t>
            </a:r>
            <a:r>
              <a:rPr lang="en-IN" sz="2000" b="0" dirty="0">
                <a:effectLst/>
              </a:rPr>
              <a:t>(new </a:t>
            </a:r>
            <a:r>
              <a:rPr lang="en-IN" sz="2000" b="0" dirty="0" err="1">
                <a:effectLst/>
              </a:rPr>
              <a:t>IntWritable</a:t>
            </a:r>
            <a:r>
              <a:rPr lang="en-IN" sz="2000" b="0" dirty="0">
                <a:effectLst/>
              </a:rPr>
              <a:t>(1));</a:t>
            </a:r>
            <a:br>
              <a:rPr lang="en-IN" sz="2000" b="0" dirty="0">
                <a:effectLst/>
              </a:rPr>
            </a:br>
            <a:r>
              <a:rPr lang="en-IN" sz="2000" b="0" dirty="0">
                <a:effectLst/>
              </a:rPr>
              <a:t>       </a:t>
            </a:r>
            <a:br>
              <a:rPr lang="en-IN" sz="2000" b="0" dirty="0">
                <a:effectLst/>
              </a:rPr>
            </a:br>
            <a:r>
              <a:rPr lang="en-IN" sz="2000" b="0" dirty="0">
                <a:effectLst/>
              </a:rPr>
              <a:t>        Text </a:t>
            </a:r>
            <a:r>
              <a:rPr lang="en-IN" sz="2000" b="0" dirty="0" err="1">
                <a:effectLst/>
              </a:rPr>
              <a:t>secondMapKey</a:t>
            </a:r>
            <a:r>
              <a:rPr lang="en-IN" sz="2000" b="0" dirty="0">
                <a:effectLst/>
              </a:rPr>
              <a:t> = new Text(</a:t>
            </a:r>
            <a:r>
              <a:rPr lang="en-IN" sz="2000" b="0" dirty="0" err="1">
                <a:effectLst/>
              </a:rPr>
              <a:t>secondTestKey</a:t>
            </a:r>
            <a:r>
              <a:rPr lang="en-IN" sz="2000" b="0" dirty="0">
                <a:effectLst/>
              </a:rPr>
              <a:t>);</a:t>
            </a:r>
            <a:br>
              <a:rPr lang="en-IN" sz="2000" b="0" dirty="0">
                <a:effectLst/>
              </a:rPr>
            </a:br>
            <a:r>
              <a:rPr lang="en-IN" sz="2000" b="0" dirty="0">
                <a:effectLst/>
              </a:rPr>
              <a:t>        List&lt;</a:t>
            </a:r>
            <a:r>
              <a:rPr lang="en-IN" sz="2000" b="0" dirty="0" err="1">
                <a:effectLst/>
              </a:rPr>
              <a:t>IntWritable</a:t>
            </a:r>
            <a:r>
              <a:rPr lang="en-IN" sz="2000" b="0" dirty="0">
                <a:effectLst/>
              </a:rPr>
              <a:t>&gt; </a:t>
            </a:r>
            <a:r>
              <a:rPr lang="en-IN" sz="2000" b="0" dirty="0" err="1">
                <a:effectLst/>
              </a:rPr>
              <a:t>secondMapValues</a:t>
            </a:r>
            <a:r>
              <a:rPr lang="en-IN" sz="2000" b="0" dirty="0">
                <a:effectLst/>
              </a:rPr>
              <a:t> = new </a:t>
            </a:r>
            <a:r>
              <a:rPr lang="en-IN" sz="2000" b="0" dirty="0" err="1">
                <a:effectLst/>
              </a:rPr>
              <a:t>ArrayList</a:t>
            </a:r>
            <a:r>
              <a:rPr lang="en-IN" sz="2000" b="0" dirty="0">
                <a:effectLst/>
              </a:rPr>
              <a:t>&lt;</a:t>
            </a:r>
            <a:r>
              <a:rPr lang="en-IN" sz="2000" b="0" dirty="0" err="1">
                <a:effectLst/>
              </a:rPr>
              <a:t>IntWritable</a:t>
            </a:r>
            <a:r>
              <a:rPr lang="en-IN" sz="2000" b="0" dirty="0">
                <a:effectLst/>
              </a:rPr>
              <a:t>&gt;();</a:t>
            </a:r>
            <a:br>
              <a:rPr lang="en-IN" sz="2000" b="0" dirty="0">
                <a:effectLst/>
              </a:rPr>
            </a:br>
            <a:r>
              <a:rPr lang="en-IN" sz="2000" b="0" dirty="0">
                <a:effectLst/>
              </a:rPr>
              <a:t>        </a:t>
            </a:r>
            <a:r>
              <a:rPr lang="en-IN" sz="2000" b="0" dirty="0" err="1">
                <a:effectLst/>
              </a:rPr>
              <a:t>secondMapValues.add</a:t>
            </a:r>
            <a:r>
              <a:rPr lang="en-IN" sz="2000" b="0" dirty="0">
                <a:effectLst/>
              </a:rPr>
              <a:t>(new </a:t>
            </a:r>
            <a:r>
              <a:rPr lang="en-IN" sz="2000" b="0" dirty="0" err="1">
                <a:effectLst/>
              </a:rPr>
              <a:t>IntWritable</a:t>
            </a:r>
            <a:r>
              <a:rPr lang="en-IN" sz="2000" b="0" dirty="0">
                <a:effectLst/>
              </a:rPr>
              <a:t>(1));</a:t>
            </a:r>
            <a:endParaRPr lang="en-IN" sz="2000" dirty="0"/>
          </a:p>
        </p:txBody>
      </p:sp>
      <p:sp>
        <p:nvSpPr>
          <p:cNvPr id="3" name="Title 2">
            <a:extLst>
              <a:ext uri="{FF2B5EF4-FFF2-40B4-BE49-F238E27FC236}">
                <a16:creationId xmlns:a16="http://schemas.microsoft.com/office/drawing/2014/main" id="{82ED6369-5B02-46C0-97CF-D1EC8C2A4D69}"/>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29319582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7A61AC-C149-470E-BC26-21A169940A6B}"/>
              </a:ext>
            </a:extLst>
          </p:cNvPr>
          <p:cNvSpPr>
            <a:spLocks noGrp="1"/>
          </p:cNvSpPr>
          <p:nvPr>
            <p:ph idx="1"/>
          </p:nvPr>
        </p:nvSpPr>
        <p:spPr>
          <a:xfrm>
            <a:off x="338361" y="1495408"/>
            <a:ext cx="8386537" cy="5539573"/>
          </a:xfrm>
        </p:spPr>
        <p:txBody>
          <a:bodyPr>
            <a:normAutofit fontScale="85000" lnSpcReduction="20000"/>
          </a:bodyPr>
          <a:lstStyle/>
          <a:p>
            <a:r>
              <a:rPr lang="en-IN" b="0" dirty="0" err="1">
                <a:effectLst/>
              </a:rPr>
              <a:t>ArrayList</a:t>
            </a:r>
            <a:r>
              <a:rPr lang="en-IN" b="0" dirty="0">
                <a:effectLst/>
              </a:rPr>
              <a:t>&lt;</a:t>
            </a:r>
            <a:r>
              <a:rPr lang="en-IN" b="0" dirty="0" err="1">
                <a:effectLst/>
              </a:rPr>
              <a:t>IntWritable</a:t>
            </a:r>
            <a:r>
              <a:rPr lang="en-IN" b="0" dirty="0">
                <a:effectLst/>
              </a:rPr>
              <a:t>&gt;();</a:t>
            </a:r>
            <a:br>
              <a:rPr lang="en-IN" b="0" dirty="0">
                <a:effectLst/>
              </a:rPr>
            </a:br>
            <a:r>
              <a:rPr lang="en-IN" b="0" dirty="0">
                <a:effectLst/>
              </a:rPr>
              <a:t>        </a:t>
            </a:r>
            <a:r>
              <a:rPr lang="en-IN" b="0" dirty="0" err="1">
                <a:effectLst/>
              </a:rPr>
              <a:t>secondMapValues.add</a:t>
            </a:r>
            <a:r>
              <a:rPr lang="en-IN" b="0" dirty="0">
                <a:effectLst/>
              </a:rPr>
              <a:t>(new </a:t>
            </a:r>
            <a:r>
              <a:rPr lang="en-IN" b="0" dirty="0" err="1">
                <a:effectLst/>
              </a:rPr>
              <a:t>IntWritable</a:t>
            </a:r>
            <a:r>
              <a:rPr lang="en-IN" b="0" dirty="0">
                <a:effectLst/>
              </a:rPr>
              <a:t>(1));</a:t>
            </a:r>
            <a:br>
              <a:rPr lang="en-IN" b="0" dirty="0">
                <a:effectLst/>
              </a:rPr>
            </a:br>
            <a:r>
              <a:rPr lang="en-IN" b="0" dirty="0">
                <a:effectLst/>
              </a:rPr>
              <a:t>        </a:t>
            </a:r>
            <a:r>
              <a:rPr lang="en-IN" b="0" dirty="0" err="1">
                <a:effectLst/>
              </a:rPr>
              <a:t>secondMapValues.add</a:t>
            </a:r>
            <a:r>
              <a:rPr lang="en-IN" b="0" dirty="0">
                <a:effectLst/>
              </a:rPr>
              <a:t>(new </a:t>
            </a:r>
            <a:r>
              <a:rPr lang="en-IN" b="0" dirty="0" err="1">
                <a:effectLst/>
              </a:rPr>
              <a:t>IntWritable</a:t>
            </a:r>
            <a:r>
              <a:rPr lang="en-IN" b="0" dirty="0">
                <a:effectLst/>
              </a:rPr>
              <a:t>(1));</a:t>
            </a:r>
            <a:br>
              <a:rPr lang="en-IN" b="0" dirty="0">
                <a:effectLst/>
              </a:rPr>
            </a:br>
            <a:r>
              <a:rPr lang="en-IN" b="0" dirty="0">
                <a:effectLst/>
              </a:rPr>
              <a:t>        </a:t>
            </a:r>
            <a:r>
              <a:rPr lang="en-IN" b="0" dirty="0" err="1">
                <a:effectLst/>
              </a:rPr>
              <a:t>secondMapValues.add</a:t>
            </a:r>
            <a:r>
              <a:rPr lang="en-IN" b="0" dirty="0">
                <a:effectLst/>
              </a:rPr>
              <a:t>(new </a:t>
            </a:r>
            <a:r>
              <a:rPr lang="en-IN" b="0" dirty="0" err="1">
                <a:effectLst/>
              </a:rPr>
              <a:t>IntWritable</a:t>
            </a:r>
            <a:r>
              <a:rPr lang="en-IN" b="0" dirty="0">
                <a:effectLst/>
              </a:rPr>
              <a:t>(1));</a:t>
            </a:r>
            <a:br>
              <a:rPr lang="en-IN" b="0" dirty="0">
                <a:effectLst/>
              </a:rPr>
            </a:br>
            <a:r>
              <a:rPr lang="en-IN" b="0" dirty="0">
                <a:effectLst/>
              </a:rPr>
              <a:t>       </a:t>
            </a:r>
            <a:br>
              <a:rPr lang="en-IN" b="0" dirty="0">
                <a:effectLst/>
              </a:rPr>
            </a:br>
            <a:r>
              <a:rPr lang="en-IN" b="0" dirty="0">
                <a:effectLst/>
              </a:rPr>
              <a:t>        </a:t>
            </a:r>
            <a:r>
              <a:rPr lang="en-IN" b="0" dirty="0" err="1">
                <a:effectLst/>
              </a:rPr>
              <a:t>reduceDriver.withInput</a:t>
            </a:r>
            <a:r>
              <a:rPr lang="en-IN" b="0" dirty="0">
                <a:effectLst/>
              </a:rPr>
              <a:t>(</a:t>
            </a:r>
            <a:r>
              <a:rPr lang="en-IN" b="0" dirty="0" err="1">
                <a:effectLst/>
              </a:rPr>
              <a:t>firstMapKey</a:t>
            </a:r>
            <a:r>
              <a:rPr lang="en-IN" b="0" dirty="0">
                <a:effectLst/>
              </a:rPr>
              <a:t>, </a:t>
            </a:r>
            <a:r>
              <a:rPr lang="en-IN" b="0" dirty="0" err="1">
                <a:effectLst/>
              </a:rPr>
              <a:t>firstMapValues</a:t>
            </a:r>
            <a:r>
              <a:rPr lang="en-IN" b="0" dirty="0">
                <a:effectLst/>
              </a:rPr>
              <a:t>)</a:t>
            </a:r>
            <a:br>
              <a:rPr lang="en-IN" b="0" dirty="0">
                <a:effectLst/>
              </a:rPr>
            </a:br>
            <a:r>
              <a:rPr lang="en-IN" b="0" dirty="0">
                <a:effectLst/>
              </a:rPr>
              <a:t>        .</a:t>
            </a:r>
            <a:r>
              <a:rPr lang="en-IN" b="0" dirty="0" err="1">
                <a:effectLst/>
              </a:rPr>
              <a:t>withInput</a:t>
            </a:r>
            <a:r>
              <a:rPr lang="en-IN" b="0" dirty="0">
                <a:effectLst/>
              </a:rPr>
              <a:t>(</a:t>
            </a:r>
            <a:r>
              <a:rPr lang="en-IN" b="0" dirty="0" err="1">
                <a:effectLst/>
              </a:rPr>
              <a:t>secondMapKey</a:t>
            </a:r>
            <a:r>
              <a:rPr lang="en-IN" b="0" dirty="0">
                <a:effectLst/>
              </a:rPr>
              <a:t>, </a:t>
            </a:r>
            <a:r>
              <a:rPr lang="en-IN" b="0" dirty="0" err="1">
                <a:effectLst/>
              </a:rPr>
              <a:t>secondMapValues</a:t>
            </a:r>
            <a:r>
              <a:rPr lang="en-IN" b="0" dirty="0">
                <a:effectLst/>
              </a:rPr>
              <a:t>)</a:t>
            </a:r>
            <a:br>
              <a:rPr lang="en-IN" b="0" dirty="0">
                <a:effectLst/>
              </a:rPr>
            </a:br>
            <a:r>
              <a:rPr lang="en-IN" b="0" dirty="0">
                <a:effectLst/>
              </a:rPr>
              <a:t>        .</a:t>
            </a:r>
            <a:r>
              <a:rPr lang="en-IN" b="0" dirty="0" err="1">
                <a:effectLst/>
              </a:rPr>
              <a:t>withOutput</a:t>
            </a:r>
            <a:r>
              <a:rPr lang="en-IN" b="0" dirty="0">
                <a:effectLst/>
              </a:rPr>
              <a:t>(</a:t>
            </a:r>
            <a:r>
              <a:rPr lang="en-IN" b="0" dirty="0" err="1">
                <a:effectLst/>
              </a:rPr>
              <a:t>firstMapKey</a:t>
            </a:r>
            <a:r>
              <a:rPr lang="en-IN" b="0" dirty="0">
                <a:effectLst/>
              </a:rPr>
              <a:t>, new </a:t>
            </a:r>
            <a:r>
              <a:rPr lang="en-IN" b="0" dirty="0" err="1">
                <a:effectLst/>
              </a:rPr>
              <a:t>IntWritable</a:t>
            </a:r>
            <a:r>
              <a:rPr lang="en-IN" b="0" dirty="0">
                <a:effectLst/>
              </a:rPr>
              <a:t>(2))</a:t>
            </a:r>
            <a:br>
              <a:rPr lang="en-IN" b="0" dirty="0">
                <a:effectLst/>
              </a:rPr>
            </a:br>
            <a:r>
              <a:rPr lang="en-IN" b="0" dirty="0">
                <a:effectLst/>
              </a:rPr>
              <a:t>        .</a:t>
            </a:r>
            <a:r>
              <a:rPr lang="en-IN" b="0" dirty="0" err="1">
                <a:effectLst/>
              </a:rPr>
              <a:t>withOutput</a:t>
            </a:r>
            <a:r>
              <a:rPr lang="en-IN" b="0" dirty="0">
                <a:effectLst/>
              </a:rPr>
              <a:t>(</a:t>
            </a:r>
            <a:r>
              <a:rPr lang="en-IN" b="0" dirty="0" err="1">
                <a:effectLst/>
              </a:rPr>
              <a:t>secondMapKey</a:t>
            </a:r>
            <a:r>
              <a:rPr lang="en-IN" b="0" dirty="0">
                <a:effectLst/>
              </a:rPr>
              <a:t>, new </a:t>
            </a:r>
            <a:r>
              <a:rPr lang="en-IN" b="0" dirty="0" err="1">
                <a:effectLst/>
              </a:rPr>
              <a:t>IntWritable</a:t>
            </a:r>
            <a:r>
              <a:rPr lang="en-IN" b="0" dirty="0">
                <a:effectLst/>
              </a:rPr>
              <a:t>(3))</a:t>
            </a:r>
            <a:br>
              <a:rPr lang="en-IN" b="0" dirty="0">
                <a:effectLst/>
              </a:rPr>
            </a:br>
            <a:r>
              <a:rPr lang="en-IN" b="0" dirty="0">
                <a:effectLst/>
              </a:rPr>
              <a:t>        .</a:t>
            </a:r>
            <a:r>
              <a:rPr lang="en-IN" b="0" dirty="0" err="1">
                <a:effectLst/>
              </a:rPr>
              <a:t>runTest</a:t>
            </a:r>
            <a:r>
              <a:rPr lang="en-IN" b="0" dirty="0">
                <a:effectLst/>
              </a:rPr>
              <a:t>();</a:t>
            </a:r>
            <a:br>
              <a:rPr lang="en-IN" b="0" dirty="0">
                <a:effectLst/>
              </a:rPr>
            </a:br>
            <a:r>
              <a:rPr lang="en-IN" b="0" dirty="0">
                <a:effectLst/>
              </a:rPr>
              <a:t> }</a:t>
            </a:r>
            <a:endParaRPr lang="en-IN" dirty="0"/>
          </a:p>
        </p:txBody>
      </p:sp>
      <p:sp>
        <p:nvSpPr>
          <p:cNvPr id="3" name="Title 2">
            <a:extLst>
              <a:ext uri="{FF2B5EF4-FFF2-40B4-BE49-F238E27FC236}">
                <a16:creationId xmlns:a16="http://schemas.microsoft.com/office/drawing/2014/main" id="{82ED6369-5B02-46C0-97CF-D1EC8C2A4D69}"/>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10933793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7A61AC-C149-470E-BC26-21A169940A6B}"/>
              </a:ext>
            </a:extLst>
          </p:cNvPr>
          <p:cNvSpPr>
            <a:spLocks noGrp="1"/>
          </p:cNvSpPr>
          <p:nvPr>
            <p:ph idx="1"/>
          </p:nvPr>
        </p:nvSpPr>
        <p:spPr/>
        <p:txBody>
          <a:bodyPr>
            <a:normAutofit fontScale="77500" lnSpcReduction="20000"/>
          </a:bodyPr>
          <a:lstStyle/>
          <a:p>
            <a:r>
              <a:rPr lang="en-US" sz="3100" b="0" i="0" dirty="0">
                <a:effectLst/>
              </a:rPr>
              <a:t>and the overall MapReduce flow</a:t>
            </a:r>
          </a:p>
          <a:p>
            <a:pPr marL="0" indent="0">
              <a:buNone/>
            </a:pPr>
            <a:r>
              <a:rPr lang="en-IN" b="0" dirty="0">
                <a:effectLst/>
              </a:rPr>
              <a:t>@Test</a:t>
            </a:r>
            <a:br>
              <a:rPr lang="en-IN" b="0" dirty="0">
                <a:effectLst/>
              </a:rPr>
            </a:br>
            <a:r>
              <a:rPr lang="en-IN" b="0" dirty="0">
                <a:effectLst/>
              </a:rPr>
              <a:t> public void </a:t>
            </a:r>
            <a:r>
              <a:rPr lang="en-IN" b="0" dirty="0" err="1">
                <a:effectLst/>
              </a:rPr>
              <a:t>testWordCountMapReducer</a:t>
            </a:r>
            <a:r>
              <a:rPr lang="en-IN" b="0" dirty="0">
                <a:effectLst/>
              </a:rPr>
              <a:t>() throws </a:t>
            </a:r>
            <a:r>
              <a:rPr lang="en-IN" b="0" dirty="0" err="1">
                <a:effectLst/>
              </a:rPr>
              <a:t>IOException</a:t>
            </a:r>
            <a:r>
              <a:rPr lang="en-IN" b="0" dirty="0">
                <a:effectLst/>
              </a:rPr>
              <a:t> {</a:t>
            </a:r>
            <a:br>
              <a:rPr lang="en-IN" b="0" dirty="0">
                <a:effectLst/>
              </a:rPr>
            </a:br>
            <a:r>
              <a:rPr lang="en-IN" b="0" dirty="0">
                <a:effectLst/>
              </a:rPr>
              <a:t>        </a:t>
            </a:r>
            <a:r>
              <a:rPr lang="en-IN" b="0" dirty="0" err="1">
                <a:effectLst/>
              </a:rPr>
              <a:t>mapReduceDriver.withInput</a:t>
            </a:r>
            <a:r>
              <a:rPr lang="en-IN" b="0" dirty="0">
                <a:effectLst/>
              </a:rPr>
              <a:t>(new </a:t>
            </a:r>
            <a:r>
              <a:rPr lang="en-IN" b="0" dirty="0" err="1">
                <a:effectLst/>
              </a:rPr>
              <a:t>LongWritable</a:t>
            </a:r>
            <a:r>
              <a:rPr lang="en-IN" b="0" dirty="0">
                <a:effectLst/>
              </a:rPr>
              <a:t>(1), new Text(</a:t>
            </a:r>
            <a:r>
              <a:rPr lang="en-IN" b="0" dirty="0" err="1">
                <a:effectLst/>
              </a:rPr>
              <a:t>firstTestKey</a:t>
            </a:r>
            <a:r>
              <a:rPr lang="en-IN" b="0" dirty="0">
                <a:effectLst/>
              </a:rPr>
              <a:t>))</a:t>
            </a:r>
            <a:br>
              <a:rPr lang="en-IN" b="0" dirty="0">
                <a:effectLst/>
              </a:rPr>
            </a:br>
            <a:r>
              <a:rPr lang="en-IN" b="0" dirty="0">
                <a:effectLst/>
              </a:rPr>
              <a:t>        .</a:t>
            </a:r>
            <a:r>
              <a:rPr lang="en-IN" b="0" dirty="0" err="1">
                <a:effectLst/>
              </a:rPr>
              <a:t>withInput</a:t>
            </a:r>
            <a:r>
              <a:rPr lang="en-IN" b="0" dirty="0">
                <a:effectLst/>
              </a:rPr>
              <a:t>(new </a:t>
            </a:r>
            <a:r>
              <a:rPr lang="en-IN" b="0" dirty="0" err="1">
                <a:effectLst/>
              </a:rPr>
              <a:t>LongWritable</a:t>
            </a:r>
            <a:r>
              <a:rPr lang="en-IN" b="0" dirty="0">
                <a:effectLst/>
              </a:rPr>
              <a:t>(2), new Text(</a:t>
            </a:r>
            <a:r>
              <a:rPr lang="en-IN" b="0" dirty="0" err="1">
                <a:effectLst/>
              </a:rPr>
              <a:t>firstTestKey</a:t>
            </a:r>
            <a:r>
              <a:rPr lang="en-IN" b="0" dirty="0">
                <a:effectLst/>
              </a:rPr>
              <a:t>))</a:t>
            </a:r>
            <a:br>
              <a:rPr lang="en-IN" b="0" dirty="0">
                <a:effectLst/>
              </a:rPr>
            </a:br>
            <a:r>
              <a:rPr lang="en-IN" b="0" dirty="0">
                <a:effectLst/>
              </a:rPr>
              <a:t>        .</a:t>
            </a:r>
            <a:r>
              <a:rPr lang="en-IN" b="0" dirty="0" err="1">
                <a:effectLst/>
              </a:rPr>
              <a:t>withInput</a:t>
            </a:r>
            <a:r>
              <a:rPr lang="en-IN" b="0" dirty="0">
                <a:effectLst/>
              </a:rPr>
              <a:t>(new </a:t>
            </a:r>
            <a:r>
              <a:rPr lang="en-IN" b="0" dirty="0" err="1">
                <a:effectLst/>
              </a:rPr>
              <a:t>LongWritable</a:t>
            </a:r>
            <a:r>
              <a:rPr lang="en-IN" b="0" dirty="0">
                <a:effectLst/>
              </a:rPr>
              <a:t>(3), new Text(</a:t>
            </a:r>
            <a:r>
              <a:rPr lang="en-IN" b="0" dirty="0" err="1">
                <a:effectLst/>
              </a:rPr>
              <a:t>secondTestKey</a:t>
            </a:r>
            <a:r>
              <a:rPr lang="en-IN" b="0" dirty="0">
                <a:effectLst/>
              </a:rPr>
              <a:t>))</a:t>
            </a:r>
            <a:br>
              <a:rPr lang="en-IN" b="0" dirty="0">
                <a:effectLst/>
              </a:rPr>
            </a:br>
            <a:r>
              <a:rPr lang="en-IN" b="0" dirty="0">
                <a:effectLst/>
              </a:rPr>
              <a:t>        .</a:t>
            </a:r>
            <a:r>
              <a:rPr lang="en-IN" b="0" dirty="0" err="1">
                <a:effectLst/>
              </a:rPr>
              <a:t>withOutput</a:t>
            </a:r>
            <a:r>
              <a:rPr lang="en-IN" b="0" dirty="0">
                <a:effectLst/>
              </a:rPr>
              <a:t>(new Text(</a:t>
            </a:r>
            <a:r>
              <a:rPr lang="en-IN" b="0" dirty="0" err="1">
                <a:effectLst/>
              </a:rPr>
              <a:t>firstTestKey</a:t>
            </a:r>
            <a:r>
              <a:rPr lang="en-IN" b="0" dirty="0">
                <a:effectLst/>
              </a:rPr>
              <a:t>), new </a:t>
            </a:r>
            <a:r>
              <a:rPr lang="en-IN" b="0" dirty="0" err="1">
                <a:effectLst/>
              </a:rPr>
              <a:t>IntWritable</a:t>
            </a:r>
            <a:r>
              <a:rPr lang="en-IN" b="0" dirty="0">
                <a:effectLst/>
              </a:rPr>
              <a:t>(2))</a:t>
            </a:r>
            <a:br>
              <a:rPr lang="en-IN" b="0" dirty="0">
                <a:effectLst/>
              </a:rPr>
            </a:br>
            <a:r>
              <a:rPr lang="en-IN" b="0" dirty="0">
                <a:effectLst/>
              </a:rPr>
              <a:t>        .</a:t>
            </a:r>
            <a:r>
              <a:rPr lang="en-IN" b="0" dirty="0" err="1">
                <a:effectLst/>
              </a:rPr>
              <a:t>withOutput</a:t>
            </a:r>
            <a:r>
              <a:rPr lang="en-IN" b="0" dirty="0">
                <a:effectLst/>
              </a:rPr>
              <a:t>(new Text(</a:t>
            </a:r>
            <a:r>
              <a:rPr lang="en-IN" b="0" dirty="0" err="1">
                <a:effectLst/>
              </a:rPr>
              <a:t>secondTestKey</a:t>
            </a:r>
            <a:r>
              <a:rPr lang="en-IN" b="0" dirty="0">
                <a:effectLst/>
              </a:rPr>
              <a:t>), new </a:t>
            </a:r>
            <a:r>
              <a:rPr lang="en-IN" b="0" dirty="0" err="1">
                <a:effectLst/>
              </a:rPr>
              <a:t>IntWritable</a:t>
            </a:r>
            <a:r>
              <a:rPr lang="en-IN" b="0" dirty="0">
                <a:effectLst/>
              </a:rPr>
              <a:t>(1))</a:t>
            </a:r>
            <a:br>
              <a:rPr lang="en-IN" b="0" dirty="0">
                <a:effectLst/>
              </a:rPr>
            </a:br>
            <a:r>
              <a:rPr lang="en-IN" b="0" dirty="0">
                <a:effectLst/>
              </a:rPr>
              <a:t>        .</a:t>
            </a:r>
            <a:r>
              <a:rPr lang="en-IN" b="0" dirty="0" err="1">
                <a:effectLst/>
              </a:rPr>
              <a:t>runTest</a:t>
            </a:r>
            <a:r>
              <a:rPr lang="en-IN" b="0" dirty="0">
                <a:effectLst/>
              </a:rPr>
              <a:t>();</a:t>
            </a:r>
            <a:br>
              <a:rPr lang="en-IN" b="0" dirty="0">
                <a:effectLst/>
              </a:rPr>
            </a:br>
            <a:r>
              <a:rPr lang="en-IN" b="0" dirty="0">
                <a:effectLst/>
              </a:rPr>
              <a:t> }</a:t>
            </a:r>
            <a:endParaRPr lang="en-IN" dirty="0"/>
          </a:p>
        </p:txBody>
      </p:sp>
      <p:sp>
        <p:nvSpPr>
          <p:cNvPr id="3" name="Title 2">
            <a:extLst>
              <a:ext uri="{FF2B5EF4-FFF2-40B4-BE49-F238E27FC236}">
                <a16:creationId xmlns:a16="http://schemas.microsoft.com/office/drawing/2014/main" id="{82ED6369-5B02-46C0-97CF-D1EC8C2A4D69}"/>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21818448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165385-05A0-4341-B61A-4CC61AB7E5C7}"/>
              </a:ext>
            </a:extLst>
          </p:cNvPr>
          <p:cNvSpPr>
            <a:spLocks noGrp="1"/>
          </p:cNvSpPr>
          <p:nvPr>
            <p:ph idx="1"/>
          </p:nvPr>
        </p:nvSpPr>
        <p:spPr/>
        <p:txBody>
          <a:bodyPr>
            <a:normAutofit/>
          </a:bodyPr>
          <a:lstStyle/>
          <a:p>
            <a:pPr algn="just"/>
            <a:r>
              <a:rPr lang="en-US" sz="2600" b="0" i="0" dirty="0">
                <a:effectLst/>
              </a:rPr>
              <a:t>Just the specific driver to use changes. Any </a:t>
            </a:r>
            <a:r>
              <a:rPr lang="en-US" sz="2600" b="0" i="0" dirty="0" err="1">
                <a:effectLst/>
              </a:rPr>
              <a:t>MRUnit</a:t>
            </a:r>
            <a:r>
              <a:rPr lang="en-US" sz="2600" b="0" i="0" dirty="0">
                <a:effectLst/>
              </a:rPr>
              <a:t> test case can be executed the same way as for the JUnit test cases. So you can run all of them together for your applications. When you execute the command</a:t>
            </a:r>
            <a:endParaRPr lang="en-IN" sz="2600" dirty="0"/>
          </a:p>
        </p:txBody>
      </p:sp>
      <p:sp>
        <p:nvSpPr>
          <p:cNvPr id="3" name="Title 2">
            <a:extLst>
              <a:ext uri="{FF2B5EF4-FFF2-40B4-BE49-F238E27FC236}">
                <a16:creationId xmlns:a16="http://schemas.microsoft.com/office/drawing/2014/main" id="{83918985-344D-463A-8206-8F72D5CBECFF}"/>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3723029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C86178-4D69-46A9-B1B4-89E66B09FB5B}"/>
              </a:ext>
            </a:extLst>
          </p:cNvPr>
          <p:cNvSpPr>
            <a:spLocks noGrp="1"/>
          </p:cNvSpPr>
          <p:nvPr>
            <p:ph idx="1"/>
          </p:nvPr>
        </p:nvSpPr>
        <p:spPr/>
        <p:txBody>
          <a:bodyPr>
            <a:normAutofit/>
          </a:bodyPr>
          <a:lstStyle/>
          <a:p>
            <a:pPr algn="just"/>
            <a:r>
              <a:rPr lang="en-US" sz="2600" b="0" i="0" dirty="0">
                <a:effectLst/>
              </a:rPr>
              <a:t>Maven will run all of the unit tests (JUnit and </a:t>
            </a:r>
            <a:r>
              <a:rPr lang="en-US" sz="2600" b="0" i="0" dirty="0" err="1">
                <a:effectLst/>
              </a:rPr>
              <a:t>MRUnit</a:t>
            </a:r>
            <a:r>
              <a:rPr lang="en-US" sz="2600" b="0" i="0" dirty="0">
                <a:effectLst/>
              </a:rPr>
              <a:t> both) available for the given MapReduce application and generate their execution reports.</a:t>
            </a:r>
            <a:endParaRPr lang="en-IN" sz="2600" dirty="0"/>
          </a:p>
        </p:txBody>
      </p:sp>
      <p:sp>
        <p:nvSpPr>
          <p:cNvPr id="3" name="Title 2">
            <a:extLst>
              <a:ext uri="{FF2B5EF4-FFF2-40B4-BE49-F238E27FC236}">
                <a16:creationId xmlns:a16="http://schemas.microsoft.com/office/drawing/2014/main" id="{2AD49EF4-89C8-4856-9BB3-5100E4F02FB9}"/>
              </a:ext>
            </a:extLst>
          </p:cNvPr>
          <p:cNvSpPr>
            <a:spLocks noGrp="1"/>
          </p:cNvSpPr>
          <p:nvPr>
            <p:ph type="title"/>
          </p:nvPr>
        </p:nvSpPr>
        <p:spPr/>
        <p:txBody>
          <a:bodyPr/>
          <a:lstStyle/>
          <a:p>
            <a:r>
              <a:rPr lang="en-US" dirty="0" err="1"/>
              <a:t>MRUnit</a:t>
            </a:r>
            <a:endParaRPr lang="en-IN" dirty="0"/>
          </a:p>
        </p:txBody>
      </p:sp>
    </p:spTree>
    <p:extLst>
      <p:ext uri="{BB962C8B-B14F-4D97-AF65-F5344CB8AC3E}">
        <p14:creationId xmlns:p14="http://schemas.microsoft.com/office/powerpoint/2010/main" val="1977173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40B56B-5180-4ADD-8E82-FD3933696DCC}"/>
              </a:ext>
            </a:extLst>
          </p:cNvPr>
          <p:cNvSpPr>
            <a:spLocks noGrp="1"/>
          </p:cNvSpPr>
          <p:nvPr>
            <p:ph type="title"/>
          </p:nvPr>
        </p:nvSpPr>
        <p:spPr/>
        <p:txBody>
          <a:bodyPr/>
          <a:lstStyle/>
          <a:p>
            <a:r>
              <a:rPr lang="en-IN" spc="-250" dirty="0"/>
              <a:t>In </a:t>
            </a:r>
            <a:r>
              <a:rPr lang="en-IN" spc="-464" dirty="0"/>
              <a:t>Summary,</a:t>
            </a:r>
            <a:r>
              <a:rPr lang="en-IN" spc="-380" dirty="0"/>
              <a:t> </a:t>
            </a:r>
            <a:r>
              <a:rPr lang="en-IN" spc="-264" dirty="0" err="1"/>
              <a:t>MRUnit</a:t>
            </a:r>
            <a:r>
              <a:rPr lang="en-IN" spc="-264" dirty="0"/>
              <a:t>...</a:t>
            </a:r>
            <a:endParaRPr lang="en-IN" dirty="0"/>
          </a:p>
        </p:txBody>
      </p:sp>
      <p:sp>
        <p:nvSpPr>
          <p:cNvPr id="5" name="Content Placeholder 4">
            <a:extLst>
              <a:ext uri="{FF2B5EF4-FFF2-40B4-BE49-F238E27FC236}">
                <a16:creationId xmlns:a16="http://schemas.microsoft.com/office/drawing/2014/main" id="{2250397A-31E8-4EBC-839A-008C7008FC34}"/>
              </a:ext>
            </a:extLst>
          </p:cNvPr>
          <p:cNvSpPr>
            <a:spLocks noGrp="1"/>
          </p:cNvSpPr>
          <p:nvPr>
            <p:ph idx="1"/>
          </p:nvPr>
        </p:nvSpPr>
        <p:spPr/>
        <p:txBody>
          <a:bodyPr/>
          <a:lstStyle/>
          <a:p>
            <a:r>
              <a:rPr lang="en-US" dirty="0"/>
              <a:t>Makes testing your Hadoop jobs easier.</a:t>
            </a:r>
          </a:p>
          <a:p>
            <a:r>
              <a:rPr lang="en-US" dirty="0"/>
              <a:t>Abstracts away a lot of the boilerplate test  setup you need.</a:t>
            </a:r>
          </a:p>
          <a:p>
            <a:r>
              <a:rPr lang="en-US" dirty="0"/>
              <a:t>Has it’s problems.</a:t>
            </a:r>
          </a:p>
          <a:p>
            <a:r>
              <a:rPr lang="en-US" dirty="0"/>
              <a:t>But they are outweighed by the benefits.</a:t>
            </a:r>
          </a:p>
        </p:txBody>
      </p:sp>
    </p:spTree>
    <p:extLst>
      <p:ext uri="{BB962C8B-B14F-4D97-AF65-F5344CB8AC3E}">
        <p14:creationId xmlns:p14="http://schemas.microsoft.com/office/powerpoint/2010/main" val="3877741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614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1134</TotalTime>
  <Words>1123</Words>
  <Application>Microsoft Office PowerPoint</Application>
  <PresentationFormat>On-screen Show (4:3)</PresentationFormat>
  <Paragraphs>116</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Bahnschrift</vt:lpstr>
      <vt:lpstr>Bahnschrift SemiBold</vt:lpstr>
      <vt:lpstr>Calibri</vt:lpstr>
      <vt:lpstr>Calibri Light</vt:lpstr>
      <vt:lpstr>Office Theme</vt:lpstr>
      <vt:lpstr>PowerPoint Presentation</vt:lpstr>
      <vt:lpstr>PowerPoint Presentation</vt:lpstr>
      <vt:lpstr>Introduction</vt:lpstr>
      <vt:lpstr>Unit Testing - Advantages:</vt:lpstr>
      <vt:lpstr>Unit Testing Techniques:</vt:lpstr>
      <vt:lpstr>Unit Testing Techniques:</vt:lpstr>
      <vt:lpstr>Unit Testing Techniques:</vt:lpstr>
      <vt:lpstr>Introduction</vt:lpstr>
      <vt:lpstr>Introduction</vt:lpstr>
      <vt:lpstr>Introduction</vt:lpstr>
      <vt:lpstr>PowerPoint Presentation</vt:lpstr>
      <vt:lpstr>Introduction</vt:lpstr>
      <vt:lpstr>What is MRUnit?</vt:lpstr>
      <vt:lpstr>MRUnit</vt:lpstr>
      <vt:lpstr>MRUnit</vt:lpstr>
      <vt:lpstr>MRUnit</vt:lpstr>
      <vt:lpstr>MRUnit</vt:lpstr>
      <vt:lpstr>MRUnit</vt:lpstr>
      <vt:lpstr>MRUnit</vt:lpstr>
      <vt:lpstr>MRUnit</vt:lpstr>
      <vt:lpstr>MRUnit</vt:lpstr>
      <vt:lpstr>MRUnit</vt:lpstr>
      <vt:lpstr>MRUnit</vt:lpstr>
      <vt:lpstr>MRUnit</vt:lpstr>
      <vt:lpstr>MRUnit</vt:lpstr>
      <vt:lpstr>MRUnit</vt:lpstr>
      <vt:lpstr>MRUnit</vt:lpstr>
      <vt:lpstr>MRUnit</vt:lpstr>
      <vt:lpstr>MRUnit</vt:lpstr>
      <vt:lpstr>MRUnit</vt:lpstr>
      <vt:lpstr>MRUnit</vt:lpstr>
      <vt:lpstr>MRUnit</vt:lpstr>
      <vt:lpstr>MRUnit</vt:lpstr>
      <vt:lpstr>MRUnit</vt:lpstr>
      <vt:lpstr>In Summary, MRUnit...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video recording 1</dc:creator>
  <cp:lastModifiedBy>video recording2</cp:lastModifiedBy>
  <cp:revision>87</cp:revision>
  <dcterms:created xsi:type="dcterms:W3CDTF">2021-05-13T17:45:44Z</dcterms:created>
  <dcterms:modified xsi:type="dcterms:W3CDTF">2021-09-15T05:31:57Z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301706</vt:lpwstr>
  </property>
  <property fmtid="{D5CDD505-2E9C-101B-9397-08002B2CF9AE}" name="NXPowerLiteSettings" pid="3">
    <vt:lpwstr>E700052003A000</vt:lpwstr>
  </property>
  <property fmtid="{D5CDD505-2E9C-101B-9397-08002B2CF9AE}" name="NXPowerLiteVersion" pid="4">
    <vt:lpwstr>D9.1.4</vt:lpwstr>
  </property>
</Properties>
</file>