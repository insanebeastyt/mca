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drawingml.diagramData+xml" PartName="/ppt/diagrams/data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drawingml.diagramColors+xml" PartName="/ppt/diagrams/colors1.xml"/>
  <Override ContentType="application/vnd.ms-office.drawingml.diagramDrawing+xml" PartName="/ppt/diagrams/drawing1.xml"/>
  <Override ContentType="application/vnd.openxmlformats-officedocument.drawingml.diagramData+xml" PartName="/ppt/diagrams/data2.xml"/>
  <Override ContentType="application/vnd.openxmlformats-officedocument.drawingml.diagramLayout+xml" PartName="/ppt/diagrams/layout2.xml"/>
  <Override ContentType="application/vnd.openxmlformats-officedocument.drawingml.diagramStyle+xml" PartName="/ppt/diagrams/quickStyle2.xml"/>
  <Override ContentType="application/vnd.openxmlformats-officedocument.drawingml.diagramColors+xml" PartName="/ppt/diagrams/colors2.xml"/>
  <Override ContentType="application/vnd.ms-office.drawingml.diagramDrawing+xml" PartName="/ppt/diagrams/drawing2.xml"/>
  <Override ContentType="application/vnd.openxmlformats-officedocument.drawingml.diagramData+xml" PartName="/ppt/diagrams/data3.xml"/>
  <Override ContentType="application/vnd.openxmlformats-officedocument.drawingml.diagramLayout+xml" PartName="/ppt/diagrams/layout3.xml"/>
  <Override ContentType="application/vnd.openxmlformats-officedocument.drawingml.diagramStyle+xml" PartName="/ppt/diagrams/quickStyle3.xml"/>
  <Override ContentType="application/vnd.openxmlformats-officedocument.drawingml.diagramColors+xml" PartName="/ppt/diagrams/colors3.xml"/>
  <Override ContentType="application/vnd.ms-office.drawingml.diagramDrawing+xml" PartName="/ppt/diagrams/drawing3.xml"/>
  <Override ContentType="application/vnd.openxmlformats-officedocument.drawingml.diagramData+xml" PartName="/ppt/diagrams/data4.xml"/>
  <Override ContentType="application/vnd.openxmlformats-officedocument.drawingml.diagramLayout+xml" PartName="/ppt/diagrams/layout4.xml"/>
  <Override ContentType="application/vnd.openxmlformats-officedocument.drawingml.diagramStyle+xml" PartName="/ppt/diagrams/quickStyle4.xml"/>
  <Override ContentType="application/vnd.openxmlformats-officedocument.drawingml.diagramColors+xml" PartName="/ppt/diagrams/colors4.xml"/>
  <Override ContentType="application/vnd.ms-office.drawingml.diagramDrawing+xml" PartName="/ppt/diagrams/drawing4.xml"/>
  <Override ContentType="application/vnd.openxmlformats-officedocument.drawingml.diagramData+xml" PartName="/ppt/diagrams/data5.xml"/>
  <Override ContentType="application/vnd.openxmlformats-officedocument.drawingml.diagramLayout+xml" PartName="/ppt/diagrams/layout5.xml"/>
  <Override ContentType="application/vnd.openxmlformats-officedocument.drawingml.diagramStyle+xml" PartName="/ppt/diagrams/quickStyle5.xml"/>
  <Override ContentType="application/vnd.openxmlformats-officedocument.drawingml.diagramColors+xml" PartName="/ppt/diagrams/colors5.xml"/>
  <Override ContentType="application/vnd.ms-office.drawingml.diagramDrawing+xml" PartName="/ppt/diagrams/drawing5.xml"/>
  <Override ContentType="application/vnd.openxmlformats-officedocument.drawingml.diagramData+xml" PartName="/ppt/diagrams/data6.xml"/>
  <Override ContentType="application/vnd.openxmlformats-officedocument.drawingml.diagramLayout+xml" PartName="/ppt/diagrams/layout6.xml"/>
  <Override ContentType="application/vnd.openxmlformats-officedocument.drawingml.diagramStyle+xml" PartName="/ppt/diagrams/quickStyle6.xml"/>
  <Override ContentType="application/vnd.openxmlformats-officedocument.drawingml.diagramColors+xml" PartName="/ppt/diagrams/colors6.xml"/>
  <Override ContentType="application/vnd.ms-office.drawingml.diagramDrawing+xml" PartName="/ppt/diagrams/drawing6.xml"/>
  <Override ContentType="application/vnd.openxmlformats-officedocument.drawingml.diagramData+xml" PartName="/ppt/diagrams/data7.xml"/>
  <Override ContentType="application/vnd.openxmlformats-officedocument.drawingml.diagramLayout+xml" PartName="/ppt/diagrams/layout7.xml"/>
  <Override ContentType="application/vnd.openxmlformats-officedocument.drawingml.diagramStyle+xml" PartName="/ppt/diagrams/quickStyle7.xml"/>
  <Override ContentType="application/vnd.openxmlformats-officedocument.drawingml.diagramColors+xml" PartName="/ppt/diagrams/colors7.xml"/>
  <Override ContentType="application/vnd.ms-office.drawingml.diagramDrawing+xml" PartName="/ppt/diagrams/drawing7.xml"/>
  <Override ContentType="application/vnd.openxmlformats-officedocument.drawingml.diagramData+xml" PartName="/ppt/diagrams/data8.xml"/>
  <Override ContentType="application/vnd.openxmlformats-officedocument.drawingml.diagramLayout+xml" PartName="/ppt/diagrams/layout8.xml"/>
  <Override ContentType="application/vnd.openxmlformats-officedocument.drawingml.diagramStyle+xml" PartName="/ppt/diagrams/quickStyle8.xml"/>
  <Override ContentType="application/vnd.openxmlformats-officedocument.drawingml.diagramColors+xml" PartName="/ppt/diagrams/colors8.xml"/>
  <Override ContentType="application/vnd.ms-office.drawingml.diagramDrawing+xml" PartName="/ppt/diagrams/drawing8.xml"/>
  <Override ContentType="application/vnd.openxmlformats-officedocument.drawingml.diagramData+xml" PartName="/ppt/diagrams/data9.xml"/>
  <Override ContentType="application/vnd.openxmlformats-officedocument.drawingml.diagramLayout+xml" PartName="/ppt/diagrams/layout9.xml"/>
  <Override ContentType="application/vnd.openxmlformats-officedocument.drawingml.diagramStyle+xml" PartName="/ppt/diagrams/quickStyle9.xml"/>
  <Override ContentType="application/vnd.openxmlformats-officedocument.drawingml.diagramColors+xml" PartName="/ppt/diagrams/colors9.xml"/>
  <Override ContentType="application/vnd.ms-office.drawingml.diagramDrawing+xml" PartName="/ppt/diagrams/drawing9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30"/>
  </p:handoutMasterIdLst>
  <p:sldIdLst>
    <p:sldId id="266" r:id="rId2"/>
    <p:sldId id="261" r:id="rId3"/>
    <p:sldId id="271" r:id="rId4"/>
    <p:sldId id="264" r:id="rId5"/>
    <p:sldId id="267" r:id="rId6"/>
    <p:sldId id="268" r:id="rId7"/>
    <p:sldId id="272" r:id="rId8"/>
    <p:sldId id="283" r:id="rId9"/>
    <p:sldId id="284" r:id="rId10"/>
    <p:sldId id="285" r:id="rId11"/>
    <p:sldId id="286" r:id="rId12"/>
    <p:sldId id="273" r:id="rId13"/>
    <p:sldId id="287" r:id="rId14"/>
    <p:sldId id="288" r:id="rId15"/>
    <p:sldId id="275" r:id="rId16"/>
    <p:sldId id="291" r:id="rId17"/>
    <p:sldId id="290" r:id="rId18"/>
    <p:sldId id="289" r:id="rId19"/>
    <p:sldId id="276" r:id="rId20"/>
    <p:sldId id="277" r:id="rId21"/>
    <p:sldId id="278" r:id="rId22"/>
    <p:sldId id="279" r:id="rId23"/>
    <p:sldId id="280" r:id="rId24"/>
    <p:sldId id="282" r:id="rId25"/>
    <p:sldId id="281" r:id="rId26"/>
    <p:sldId id="269" r:id="rId27"/>
    <p:sldId id="270" r:id="rId28"/>
    <p:sldId id="263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25A"/>
    <a:srgbClr val="273239"/>
    <a:srgbClr val="E4E7E9"/>
    <a:srgbClr val="FFFFFF"/>
    <a:srgbClr val="618495"/>
    <a:srgbClr val="44525B"/>
    <a:srgbClr val="072235"/>
    <a:srgbClr val="453A38"/>
    <a:srgbClr val="B8B192"/>
    <a:srgbClr val="473B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53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4F19BD-DFBD-48B5-ACC1-3CF340DA50A2}" type="doc">
      <dgm:prSet loTypeId="urn:microsoft.com/office/officeart/2005/8/layout/hierarchy2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D80672A7-9297-4ACB-9721-04EF4F9E9962}">
      <dgm:prSet custT="1"/>
      <dgm:spPr/>
      <dgm:t>
        <a:bodyPr/>
        <a:lstStyle/>
        <a:p>
          <a:r>
            <a:rPr lang="en-US" sz="2600" b="0" i="0" dirty="0">
              <a:effectLst/>
              <a:latin typeface="Bahnschrift" panose="020B0502040204020203" pitchFamily="34" charset="0"/>
            </a:rPr>
            <a:t>Base architecture has 3 important components</a:t>
          </a:r>
        </a:p>
      </dgm:t>
    </dgm:pt>
    <dgm:pt modelId="{1F323BE6-7073-4337-8FBB-64132B90CB28}" type="parTrans" cxnId="{C21599C9-3A81-4CA7-BD81-D9457BC2E806}">
      <dgm:prSet/>
      <dgm:spPr/>
      <dgm:t>
        <a:bodyPr/>
        <a:lstStyle/>
        <a:p>
          <a:endParaRPr lang="en-IN"/>
        </a:p>
      </dgm:t>
    </dgm:pt>
    <dgm:pt modelId="{BA2A6281-5041-49F3-80C3-0F6FE6738C7C}" type="sibTrans" cxnId="{C21599C9-3A81-4CA7-BD81-D9457BC2E806}">
      <dgm:prSet/>
      <dgm:spPr/>
      <dgm:t>
        <a:bodyPr/>
        <a:lstStyle/>
        <a:p>
          <a:endParaRPr lang="en-IN"/>
        </a:p>
      </dgm:t>
    </dgm:pt>
    <dgm:pt modelId="{806A9295-BC66-4BF2-B911-63F0275CB939}">
      <dgm:prSet custT="1"/>
      <dgm:spPr/>
      <dgm:t>
        <a:bodyPr/>
        <a:lstStyle/>
        <a:p>
          <a:r>
            <a:rPr lang="en-US" sz="2600" b="0" i="0" dirty="0" err="1">
              <a:effectLst/>
              <a:latin typeface="Bahnschrift" panose="020B0502040204020203" pitchFamily="34" charset="0"/>
            </a:rPr>
            <a:t>HMaster</a:t>
          </a:r>
          <a:r>
            <a:rPr lang="en-US" sz="2600" b="0" i="0" dirty="0">
              <a:effectLst/>
              <a:latin typeface="Bahnschrift" panose="020B0502040204020203" pitchFamily="34" charset="0"/>
            </a:rPr>
            <a:t> </a:t>
          </a:r>
        </a:p>
      </dgm:t>
    </dgm:pt>
    <dgm:pt modelId="{8818B9D9-EBA8-4D85-BBA2-DD9E7CCC743B}" type="parTrans" cxnId="{7E9C5424-4C69-45DE-9EFD-8ED595619B96}">
      <dgm:prSet/>
      <dgm:spPr/>
      <dgm:t>
        <a:bodyPr/>
        <a:lstStyle/>
        <a:p>
          <a:endParaRPr lang="en-IN"/>
        </a:p>
      </dgm:t>
    </dgm:pt>
    <dgm:pt modelId="{A1C1607C-94D2-43B6-9DDD-D29592DAE5C1}" type="sibTrans" cxnId="{7E9C5424-4C69-45DE-9EFD-8ED595619B96}">
      <dgm:prSet/>
      <dgm:spPr/>
      <dgm:t>
        <a:bodyPr/>
        <a:lstStyle/>
        <a:p>
          <a:endParaRPr lang="en-IN"/>
        </a:p>
      </dgm:t>
    </dgm:pt>
    <dgm:pt modelId="{A3EE170C-444E-4DF6-86D6-8A0A90F0F6FA}">
      <dgm:prSet custT="1"/>
      <dgm:spPr>
        <a:solidFill>
          <a:srgbClr val="E4E7E9"/>
        </a:solidFill>
      </dgm:spPr>
      <dgm:t>
        <a:bodyPr/>
        <a:lstStyle/>
        <a:p>
          <a:r>
            <a:rPr lang="en-US" sz="2600" b="0" i="0" dirty="0">
              <a:solidFill>
                <a:srgbClr val="E4E7E9"/>
              </a:solidFill>
              <a:effectLst/>
              <a:latin typeface="Bahnschrift" panose="020B0502040204020203" pitchFamily="34" charset="0"/>
            </a:rPr>
            <a:t>Region Server </a:t>
          </a:r>
        </a:p>
      </dgm:t>
    </dgm:pt>
    <dgm:pt modelId="{92FD3191-EDA0-4D59-8B14-4020508570A3}" type="parTrans" cxnId="{6790394D-3157-4CE9-A354-CBD7AF4483CA}">
      <dgm:prSet/>
      <dgm:spPr>
        <a:ln>
          <a:solidFill>
            <a:srgbClr val="E4E7E9"/>
          </a:solidFill>
        </a:ln>
      </dgm:spPr>
      <dgm:t>
        <a:bodyPr/>
        <a:lstStyle/>
        <a:p>
          <a:endParaRPr lang="en-IN"/>
        </a:p>
      </dgm:t>
    </dgm:pt>
    <dgm:pt modelId="{77BB2326-40AB-4F66-ADF2-CDCACAF84F03}" type="sibTrans" cxnId="{6790394D-3157-4CE9-A354-CBD7AF4483CA}">
      <dgm:prSet/>
      <dgm:spPr/>
      <dgm:t>
        <a:bodyPr/>
        <a:lstStyle/>
        <a:p>
          <a:endParaRPr lang="en-IN"/>
        </a:p>
      </dgm:t>
    </dgm:pt>
    <dgm:pt modelId="{3D2FD274-8181-4DE3-9EC3-B49A78429387}">
      <dgm:prSet custT="1"/>
      <dgm:spPr>
        <a:solidFill>
          <a:srgbClr val="E4E7E9"/>
        </a:solidFill>
      </dgm:spPr>
      <dgm:t>
        <a:bodyPr/>
        <a:lstStyle/>
        <a:p>
          <a:r>
            <a:rPr lang="en-US" sz="2600" b="0" i="0" dirty="0" err="1">
              <a:solidFill>
                <a:srgbClr val="E4E7E9"/>
              </a:solidFill>
              <a:effectLst/>
              <a:latin typeface="Bahnschrift" panose="020B0502040204020203" pitchFamily="34" charset="0"/>
            </a:rPr>
            <a:t>ZooKeeper</a:t>
          </a:r>
          <a:endParaRPr lang="en-IN" sz="2600" dirty="0">
            <a:solidFill>
              <a:srgbClr val="E4E7E9"/>
            </a:solidFill>
            <a:latin typeface="Bahnschrift" panose="020B0502040204020203" pitchFamily="34" charset="0"/>
          </a:endParaRPr>
        </a:p>
      </dgm:t>
    </dgm:pt>
    <dgm:pt modelId="{1BCC92A4-F1F5-4EC1-88D8-C7A3A479F268}" type="parTrans" cxnId="{E08AF584-79F7-45D3-902C-A1FC5247B270}">
      <dgm:prSet/>
      <dgm:spPr>
        <a:ln>
          <a:solidFill>
            <a:srgbClr val="E4E7E9"/>
          </a:solidFill>
        </a:ln>
      </dgm:spPr>
      <dgm:t>
        <a:bodyPr/>
        <a:lstStyle/>
        <a:p>
          <a:endParaRPr lang="en-IN"/>
        </a:p>
      </dgm:t>
    </dgm:pt>
    <dgm:pt modelId="{41D45693-716A-49FA-827C-1D77C6D31BC1}" type="sibTrans" cxnId="{E08AF584-79F7-45D3-902C-A1FC5247B270}">
      <dgm:prSet/>
      <dgm:spPr/>
      <dgm:t>
        <a:bodyPr/>
        <a:lstStyle/>
        <a:p>
          <a:endParaRPr lang="en-IN"/>
        </a:p>
      </dgm:t>
    </dgm:pt>
    <dgm:pt modelId="{8D3F2514-A56A-4D20-A954-CCE648A1562A}" type="pres">
      <dgm:prSet presAssocID="{BF4F19BD-DFBD-48B5-ACC1-3CF340DA50A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7047AE6-1455-4B1A-9598-419A0BC3F08A}" type="pres">
      <dgm:prSet presAssocID="{D80672A7-9297-4ACB-9721-04EF4F9E9962}" presName="root1" presStyleCnt="0"/>
      <dgm:spPr/>
    </dgm:pt>
    <dgm:pt modelId="{C116B424-AE27-4ED1-B7A3-ABF86E40B136}" type="pres">
      <dgm:prSet presAssocID="{D80672A7-9297-4ACB-9721-04EF4F9E9962}" presName="LevelOneTextNode" presStyleLbl="node0" presStyleIdx="0" presStyleCnt="1">
        <dgm:presLayoutVars>
          <dgm:chPref val="3"/>
        </dgm:presLayoutVars>
      </dgm:prSet>
      <dgm:spPr/>
    </dgm:pt>
    <dgm:pt modelId="{836BD300-AC88-4278-8DF9-986747E58D6A}" type="pres">
      <dgm:prSet presAssocID="{D80672A7-9297-4ACB-9721-04EF4F9E9962}" presName="level2hierChild" presStyleCnt="0"/>
      <dgm:spPr/>
    </dgm:pt>
    <dgm:pt modelId="{69920CD3-2D27-4C28-84C2-3B67A6703C97}" type="pres">
      <dgm:prSet presAssocID="{8818B9D9-EBA8-4D85-BBA2-DD9E7CCC743B}" presName="conn2-1" presStyleLbl="parChTrans1D2" presStyleIdx="0" presStyleCnt="3"/>
      <dgm:spPr/>
    </dgm:pt>
    <dgm:pt modelId="{9875F214-301E-4327-A65D-8727BB78E7B2}" type="pres">
      <dgm:prSet presAssocID="{8818B9D9-EBA8-4D85-BBA2-DD9E7CCC743B}" presName="connTx" presStyleLbl="parChTrans1D2" presStyleIdx="0" presStyleCnt="3"/>
      <dgm:spPr/>
    </dgm:pt>
    <dgm:pt modelId="{10009BAA-403D-42F5-8EAD-7D342EC2AB1C}" type="pres">
      <dgm:prSet presAssocID="{806A9295-BC66-4BF2-B911-63F0275CB939}" presName="root2" presStyleCnt="0"/>
      <dgm:spPr/>
    </dgm:pt>
    <dgm:pt modelId="{32C585D6-A265-4D44-B867-45C85D64D30C}" type="pres">
      <dgm:prSet presAssocID="{806A9295-BC66-4BF2-B911-63F0275CB939}" presName="LevelTwoTextNode" presStyleLbl="node2" presStyleIdx="0" presStyleCnt="3" custScaleX="69669" custScaleY="71766">
        <dgm:presLayoutVars>
          <dgm:chPref val="3"/>
        </dgm:presLayoutVars>
      </dgm:prSet>
      <dgm:spPr/>
    </dgm:pt>
    <dgm:pt modelId="{FFB5ED10-3C8A-4513-B967-A2EED7AE64F5}" type="pres">
      <dgm:prSet presAssocID="{806A9295-BC66-4BF2-B911-63F0275CB939}" presName="level3hierChild" presStyleCnt="0"/>
      <dgm:spPr/>
    </dgm:pt>
    <dgm:pt modelId="{96393AD7-C3DA-405A-9C72-600B022722DF}" type="pres">
      <dgm:prSet presAssocID="{92FD3191-EDA0-4D59-8B14-4020508570A3}" presName="conn2-1" presStyleLbl="parChTrans1D2" presStyleIdx="1" presStyleCnt="3"/>
      <dgm:spPr/>
    </dgm:pt>
    <dgm:pt modelId="{C1FDFEB9-45BF-4D9E-B9C8-3276230C0AAE}" type="pres">
      <dgm:prSet presAssocID="{92FD3191-EDA0-4D59-8B14-4020508570A3}" presName="connTx" presStyleLbl="parChTrans1D2" presStyleIdx="1" presStyleCnt="3"/>
      <dgm:spPr/>
    </dgm:pt>
    <dgm:pt modelId="{DFD937C0-6267-40DC-960A-5F7CC9A1655A}" type="pres">
      <dgm:prSet presAssocID="{A3EE170C-444E-4DF6-86D6-8A0A90F0F6FA}" presName="root2" presStyleCnt="0"/>
      <dgm:spPr/>
    </dgm:pt>
    <dgm:pt modelId="{BB797C79-32B0-4560-95FE-2ADE736C0738}" type="pres">
      <dgm:prSet presAssocID="{A3EE170C-444E-4DF6-86D6-8A0A90F0F6FA}" presName="LevelTwoTextNode" presStyleLbl="node2" presStyleIdx="1" presStyleCnt="3" custScaleX="69233" custScaleY="66747">
        <dgm:presLayoutVars>
          <dgm:chPref val="3"/>
        </dgm:presLayoutVars>
      </dgm:prSet>
      <dgm:spPr/>
    </dgm:pt>
    <dgm:pt modelId="{B2EEFE51-AF81-4184-B600-1BBF30D2138D}" type="pres">
      <dgm:prSet presAssocID="{A3EE170C-444E-4DF6-86D6-8A0A90F0F6FA}" presName="level3hierChild" presStyleCnt="0"/>
      <dgm:spPr/>
    </dgm:pt>
    <dgm:pt modelId="{4865E7FF-CC92-49DC-AF88-8F05C49AD792}" type="pres">
      <dgm:prSet presAssocID="{1BCC92A4-F1F5-4EC1-88D8-C7A3A479F268}" presName="conn2-1" presStyleLbl="parChTrans1D2" presStyleIdx="2" presStyleCnt="3"/>
      <dgm:spPr/>
    </dgm:pt>
    <dgm:pt modelId="{E11E63E9-D344-4235-8F3F-6D783CDFFC1A}" type="pres">
      <dgm:prSet presAssocID="{1BCC92A4-F1F5-4EC1-88D8-C7A3A479F268}" presName="connTx" presStyleLbl="parChTrans1D2" presStyleIdx="2" presStyleCnt="3"/>
      <dgm:spPr/>
    </dgm:pt>
    <dgm:pt modelId="{0B6D2AC3-8C4F-4980-A951-42971204BFD0}" type="pres">
      <dgm:prSet presAssocID="{3D2FD274-8181-4DE3-9EC3-B49A78429387}" presName="root2" presStyleCnt="0"/>
      <dgm:spPr/>
    </dgm:pt>
    <dgm:pt modelId="{29E07099-EC2A-4AAB-8E2B-CB267B073D6C}" type="pres">
      <dgm:prSet presAssocID="{3D2FD274-8181-4DE3-9EC3-B49A78429387}" presName="LevelTwoTextNode" presStyleLbl="node2" presStyleIdx="2" presStyleCnt="3" custScaleX="70474" custScaleY="72187">
        <dgm:presLayoutVars>
          <dgm:chPref val="3"/>
        </dgm:presLayoutVars>
      </dgm:prSet>
      <dgm:spPr/>
    </dgm:pt>
    <dgm:pt modelId="{15E24949-7A37-4329-8668-7EEA77B31D79}" type="pres">
      <dgm:prSet presAssocID="{3D2FD274-8181-4DE3-9EC3-B49A78429387}" presName="level3hierChild" presStyleCnt="0"/>
      <dgm:spPr/>
    </dgm:pt>
  </dgm:ptLst>
  <dgm:cxnLst>
    <dgm:cxn modelId="{37E6CA14-07B3-4B9F-8495-7D78B6451FA7}" type="presOf" srcId="{1BCC92A4-F1F5-4EC1-88D8-C7A3A479F268}" destId="{4865E7FF-CC92-49DC-AF88-8F05C49AD792}" srcOrd="0" destOrd="0" presId="urn:microsoft.com/office/officeart/2005/8/layout/hierarchy2"/>
    <dgm:cxn modelId="{9BCE391C-2581-4884-995E-3EED791A60CD}" type="presOf" srcId="{92FD3191-EDA0-4D59-8B14-4020508570A3}" destId="{96393AD7-C3DA-405A-9C72-600B022722DF}" srcOrd="0" destOrd="0" presId="urn:microsoft.com/office/officeart/2005/8/layout/hierarchy2"/>
    <dgm:cxn modelId="{7E9C5424-4C69-45DE-9EFD-8ED595619B96}" srcId="{D80672A7-9297-4ACB-9721-04EF4F9E9962}" destId="{806A9295-BC66-4BF2-B911-63F0275CB939}" srcOrd="0" destOrd="0" parTransId="{8818B9D9-EBA8-4D85-BBA2-DD9E7CCC743B}" sibTransId="{A1C1607C-94D2-43B6-9DDD-D29592DAE5C1}"/>
    <dgm:cxn modelId="{63F30128-8400-4ECA-8D41-0B613DF15213}" type="presOf" srcId="{3D2FD274-8181-4DE3-9EC3-B49A78429387}" destId="{29E07099-EC2A-4AAB-8E2B-CB267B073D6C}" srcOrd="0" destOrd="0" presId="urn:microsoft.com/office/officeart/2005/8/layout/hierarchy2"/>
    <dgm:cxn modelId="{ED72B05B-BF98-4BCD-9E87-ADDD195183E4}" type="presOf" srcId="{806A9295-BC66-4BF2-B911-63F0275CB939}" destId="{32C585D6-A265-4D44-B867-45C85D64D30C}" srcOrd="0" destOrd="0" presId="urn:microsoft.com/office/officeart/2005/8/layout/hierarchy2"/>
    <dgm:cxn modelId="{D1C3176D-C37B-4B52-BA8C-E009713DDC10}" type="presOf" srcId="{8818B9D9-EBA8-4D85-BBA2-DD9E7CCC743B}" destId="{9875F214-301E-4327-A65D-8727BB78E7B2}" srcOrd="1" destOrd="0" presId="urn:microsoft.com/office/officeart/2005/8/layout/hierarchy2"/>
    <dgm:cxn modelId="{6790394D-3157-4CE9-A354-CBD7AF4483CA}" srcId="{D80672A7-9297-4ACB-9721-04EF4F9E9962}" destId="{A3EE170C-444E-4DF6-86D6-8A0A90F0F6FA}" srcOrd="1" destOrd="0" parTransId="{92FD3191-EDA0-4D59-8B14-4020508570A3}" sibTransId="{77BB2326-40AB-4F66-ADF2-CDCACAF84F03}"/>
    <dgm:cxn modelId="{33C98979-BF34-43C2-9EDB-4FFD42AE7A29}" type="presOf" srcId="{BF4F19BD-DFBD-48B5-ACC1-3CF340DA50A2}" destId="{8D3F2514-A56A-4D20-A954-CCE648A1562A}" srcOrd="0" destOrd="0" presId="urn:microsoft.com/office/officeart/2005/8/layout/hierarchy2"/>
    <dgm:cxn modelId="{6141CE7F-519D-4DCF-9BEE-0E5922DE76DB}" type="presOf" srcId="{D80672A7-9297-4ACB-9721-04EF4F9E9962}" destId="{C116B424-AE27-4ED1-B7A3-ABF86E40B136}" srcOrd="0" destOrd="0" presId="urn:microsoft.com/office/officeart/2005/8/layout/hierarchy2"/>
    <dgm:cxn modelId="{E08AF584-79F7-45D3-902C-A1FC5247B270}" srcId="{D80672A7-9297-4ACB-9721-04EF4F9E9962}" destId="{3D2FD274-8181-4DE3-9EC3-B49A78429387}" srcOrd="2" destOrd="0" parTransId="{1BCC92A4-F1F5-4EC1-88D8-C7A3A479F268}" sibTransId="{41D45693-716A-49FA-827C-1D77C6D31BC1}"/>
    <dgm:cxn modelId="{FB29DC87-F11D-483F-B0DC-91F92960F43A}" type="presOf" srcId="{A3EE170C-444E-4DF6-86D6-8A0A90F0F6FA}" destId="{BB797C79-32B0-4560-95FE-2ADE736C0738}" srcOrd="0" destOrd="0" presId="urn:microsoft.com/office/officeart/2005/8/layout/hierarchy2"/>
    <dgm:cxn modelId="{806477A1-389C-4E35-9BA7-6CD5D398C22F}" type="presOf" srcId="{1BCC92A4-F1F5-4EC1-88D8-C7A3A479F268}" destId="{E11E63E9-D344-4235-8F3F-6D783CDFFC1A}" srcOrd="1" destOrd="0" presId="urn:microsoft.com/office/officeart/2005/8/layout/hierarchy2"/>
    <dgm:cxn modelId="{C21599C9-3A81-4CA7-BD81-D9457BC2E806}" srcId="{BF4F19BD-DFBD-48B5-ACC1-3CF340DA50A2}" destId="{D80672A7-9297-4ACB-9721-04EF4F9E9962}" srcOrd="0" destOrd="0" parTransId="{1F323BE6-7073-4337-8FBB-64132B90CB28}" sibTransId="{BA2A6281-5041-49F3-80C3-0F6FE6738C7C}"/>
    <dgm:cxn modelId="{EA8847CB-C79D-4A7F-BB62-04FA31FEA942}" type="presOf" srcId="{8818B9D9-EBA8-4D85-BBA2-DD9E7CCC743B}" destId="{69920CD3-2D27-4C28-84C2-3B67A6703C97}" srcOrd="0" destOrd="0" presId="urn:microsoft.com/office/officeart/2005/8/layout/hierarchy2"/>
    <dgm:cxn modelId="{EDFA23D4-93E4-4127-B603-F3D0C7BC394F}" type="presOf" srcId="{92FD3191-EDA0-4D59-8B14-4020508570A3}" destId="{C1FDFEB9-45BF-4D9E-B9C8-3276230C0AAE}" srcOrd="1" destOrd="0" presId="urn:microsoft.com/office/officeart/2005/8/layout/hierarchy2"/>
    <dgm:cxn modelId="{45CEC6D6-2AFB-4985-8D89-973A951CBC3E}" type="presParOf" srcId="{8D3F2514-A56A-4D20-A954-CCE648A1562A}" destId="{27047AE6-1455-4B1A-9598-419A0BC3F08A}" srcOrd="0" destOrd="0" presId="urn:microsoft.com/office/officeart/2005/8/layout/hierarchy2"/>
    <dgm:cxn modelId="{EB8B89F7-EC3F-4EF2-BE5B-E4802B919BE6}" type="presParOf" srcId="{27047AE6-1455-4B1A-9598-419A0BC3F08A}" destId="{C116B424-AE27-4ED1-B7A3-ABF86E40B136}" srcOrd="0" destOrd="0" presId="urn:microsoft.com/office/officeart/2005/8/layout/hierarchy2"/>
    <dgm:cxn modelId="{D9C45B5E-2585-4B9C-8FC6-03BB8C211A15}" type="presParOf" srcId="{27047AE6-1455-4B1A-9598-419A0BC3F08A}" destId="{836BD300-AC88-4278-8DF9-986747E58D6A}" srcOrd="1" destOrd="0" presId="urn:microsoft.com/office/officeart/2005/8/layout/hierarchy2"/>
    <dgm:cxn modelId="{E02EF2A7-DF84-408E-95AC-D5B6C8418979}" type="presParOf" srcId="{836BD300-AC88-4278-8DF9-986747E58D6A}" destId="{69920CD3-2D27-4C28-84C2-3B67A6703C97}" srcOrd="0" destOrd="0" presId="urn:microsoft.com/office/officeart/2005/8/layout/hierarchy2"/>
    <dgm:cxn modelId="{1F991A38-8F77-4CDF-9EAC-6D9DD47FD332}" type="presParOf" srcId="{69920CD3-2D27-4C28-84C2-3B67A6703C97}" destId="{9875F214-301E-4327-A65D-8727BB78E7B2}" srcOrd="0" destOrd="0" presId="urn:microsoft.com/office/officeart/2005/8/layout/hierarchy2"/>
    <dgm:cxn modelId="{A22DE03C-3C45-4B10-8B34-328CF7B4E055}" type="presParOf" srcId="{836BD300-AC88-4278-8DF9-986747E58D6A}" destId="{10009BAA-403D-42F5-8EAD-7D342EC2AB1C}" srcOrd="1" destOrd="0" presId="urn:microsoft.com/office/officeart/2005/8/layout/hierarchy2"/>
    <dgm:cxn modelId="{9B41E40C-F933-4549-8D7F-149ECDC9767A}" type="presParOf" srcId="{10009BAA-403D-42F5-8EAD-7D342EC2AB1C}" destId="{32C585D6-A265-4D44-B867-45C85D64D30C}" srcOrd="0" destOrd="0" presId="urn:microsoft.com/office/officeart/2005/8/layout/hierarchy2"/>
    <dgm:cxn modelId="{EA8F87EB-DEAC-4600-9793-9B4BB7EB1D7D}" type="presParOf" srcId="{10009BAA-403D-42F5-8EAD-7D342EC2AB1C}" destId="{FFB5ED10-3C8A-4513-B967-A2EED7AE64F5}" srcOrd="1" destOrd="0" presId="urn:microsoft.com/office/officeart/2005/8/layout/hierarchy2"/>
    <dgm:cxn modelId="{5B338831-9E33-4026-BEF6-9B5EAFDE26E6}" type="presParOf" srcId="{836BD300-AC88-4278-8DF9-986747E58D6A}" destId="{96393AD7-C3DA-405A-9C72-600B022722DF}" srcOrd="2" destOrd="0" presId="urn:microsoft.com/office/officeart/2005/8/layout/hierarchy2"/>
    <dgm:cxn modelId="{CE4001AB-2D5A-43FE-A19A-777E1223C1FB}" type="presParOf" srcId="{96393AD7-C3DA-405A-9C72-600B022722DF}" destId="{C1FDFEB9-45BF-4D9E-B9C8-3276230C0AAE}" srcOrd="0" destOrd="0" presId="urn:microsoft.com/office/officeart/2005/8/layout/hierarchy2"/>
    <dgm:cxn modelId="{CE7524A3-B889-4B61-90B5-C8F93382C36B}" type="presParOf" srcId="{836BD300-AC88-4278-8DF9-986747E58D6A}" destId="{DFD937C0-6267-40DC-960A-5F7CC9A1655A}" srcOrd="3" destOrd="0" presId="urn:microsoft.com/office/officeart/2005/8/layout/hierarchy2"/>
    <dgm:cxn modelId="{469F540F-B982-4D57-A4D8-30B964CD3F21}" type="presParOf" srcId="{DFD937C0-6267-40DC-960A-5F7CC9A1655A}" destId="{BB797C79-32B0-4560-95FE-2ADE736C0738}" srcOrd="0" destOrd="0" presId="urn:microsoft.com/office/officeart/2005/8/layout/hierarchy2"/>
    <dgm:cxn modelId="{30D0CA58-FBB7-46C9-A540-B688155773B6}" type="presParOf" srcId="{DFD937C0-6267-40DC-960A-5F7CC9A1655A}" destId="{B2EEFE51-AF81-4184-B600-1BBF30D2138D}" srcOrd="1" destOrd="0" presId="urn:microsoft.com/office/officeart/2005/8/layout/hierarchy2"/>
    <dgm:cxn modelId="{8D8EA1B1-CBC7-4236-BF14-05501F6E91EA}" type="presParOf" srcId="{836BD300-AC88-4278-8DF9-986747E58D6A}" destId="{4865E7FF-CC92-49DC-AF88-8F05C49AD792}" srcOrd="4" destOrd="0" presId="urn:microsoft.com/office/officeart/2005/8/layout/hierarchy2"/>
    <dgm:cxn modelId="{647C3C39-C258-4EEF-900E-51CF30FB1BD6}" type="presParOf" srcId="{4865E7FF-CC92-49DC-AF88-8F05C49AD792}" destId="{E11E63E9-D344-4235-8F3F-6D783CDFFC1A}" srcOrd="0" destOrd="0" presId="urn:microsoft.com/office/officeart/2005/8/layout/hierarchy2"/>
    <dgm:cxn modelId="{4B5D8F77-D316-4F0F-8E30-0DFFB46FFDF8}" type="presParOf" srcId="{836BD300-AC88-4278-8DF9-986747E58D6A}" destId="{0B6D2AC3-8C4F-4980-A951-42971204BFD0}" srcOrd="5" destOrd="0" presId="urn:microsoft.com/office/officeart/2005/8/layout/hierarchy2"/>
    <dgm:cxn modelId="{3915F285-5019-4C88-B41E-FCB7C123E921}" type="presParOf" srcId="{0B6D2AC3-8C4F-4980-A951-42971204BFD0}" destId="{29E07099-EC2A-4AAB-8E2B-CB267B073D6C}" srcOrd="0" destOrd="0" presId="urn:microsoft.com/office/officeart/2005/8/layout/hierarchy2"/>
    <dgm:cxn modelId="{C3705BF9-E0DB-461C-8B8E-92470C43E7C8}" type="presParOf" srcId="{0B6D2AC3-8C4F-4980-A951-42971204BFD0}" destId="{15E24949-7A37-4329-8668-7EEA77B31D7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4F19BD-DFBD-48B5-ACC1-3CF340DA50A2}" type="doc">
      <dgm:prSet loTypeId="urn:microsoft.com/office/officeart/2005/8/layout/hierarchy2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D80672A7-9297-4ACB-9721-04EF4F9E9962}">
      <dgm:prSet custT="1"/>
      <dgm:spPr/>
      <dgm:t>
        <a:bodyPr/>
        <a:lstStyle/>
        <a:p>
          <a:r>
            <a:rPr lang="en-US" sz="2600" b="0" i="0" dirty="0">
              <a:effectLst/>
              <a:latin typeface="Bahnschrift" panose="020B0502040204020203" pitchFamily="34" charset="0"/>
            </a:rPr>
            <a:t>Base architecture has 3 important components</a:t>
          </a:r>
        </a:p>
      </dgm:t>
    </dgm:pt>
    <dgm:pt modelId="{1F323BE6-7073-4337-8FBB-64132B90CB28}" type="parTrans" cxnId="{C21599C9-3A81-4CA7-BD81-D9457BC2E806}">
      <dgm:prSet/>
      <dgm:spPr/>
      <dgm:t>
        <a:bodyPr/>
        <a:lstStyle/>
        <a:p>
          <a:endParaRPr lang="en-IN"/>
        </a:p>
      </dgm:t>
    </dgm:pt>
    <dgm:pt modelId="{BA2A6281-5041-49F3-80C3-0F6FE6738C7C}" type="sibTrans" cxnId="{C21599C9-3A81-4CA7-BD81-D9457BC2E806}">
      <dgm:prSet/>
      <dgm:spPr/>
      <dgm:t>
        <a:bodyPr/>
        <a:lstStyle/>
        <a:p>
          <a:endParaRPr lang="en-IN"/>
        </a:p>
      </dgm:t>
    </dgm:pt>
    <dgm:pt modelId="{806A9295-BC66-4BF2-B911-63F0275CB939}">
      <dgm:prSet custT="1"/>
      <dgm:spPr/>
      <dgm:t>
        <a:bodyPr/>
        <a:lstStyle/>
        <a:p>
          <a:r>
            <a:rPr lang="en-US" sz="2600" b="0" i="0" dirty="0" err="1">
              <a:effectLst/>
              <a:latin typeface="Bahnschrift" panose="020B0502040204020203" pitchFamily="34" charset="0"/>
            </a:rPr>
            <a:t>HMaster</a:t>
          </a:r>
          <a:r>
            <a:rPr lang="en-US" sz="2600" b="0" i="0" dirty="0">
              <a:effectLst/>
              <a:latin typeface="Bahnschrift" panose="020B0502040204020203" pitchFamily="34" charset="0"/>
            </a:rPr>
            <a:t> </a:t>
          </a:r>
        </a:p>
      </dgm:t>
    </dgm:pt>
    <dgm:pt modelId="{8818B9D9-EBA8-4D85-BBA2-DD9E7CCC743B}" type="parTrans" cxnId="{7E9C5424-4C69-45DE-9EFD-8ED595619B96}">
      <dgm:prSet/>
      <dgm:spPr/>
      <dgm:t>
        <a:bodyPr/>
        <a:lstStyle/>
        <a:p>
          <a:endParaRPr lang="en-IN"/>
        </a:p>
      </dgm:t>
    </dgm:pt>
    <dgm:pt modelId="{A1C1607C-94D2-43B6-9DDD-D29592DAE5C1}" type="sibTrans" cxnId="{7E9C5424-4C69-45DE-9EFD-8ED595619B96}">
      <dgm:prSet/>
      <dgm:spPr/>
      <dgm:t>
        <a:bodyPr/>
        <a:lstStyle/>
        <a:p>
          <a:endParaRPr lang="en-IN"/>
        </a:p>
      </dgm:t>
    </dgm:pt>
    <dgm:pt modelId="{A3EE170C-444E-4DF6-86D6-8A0A90F0F6FA}">
      <dgm:prSet custT="1"/>
      <dgm:spPr/>
      <dgm:t>
        <a:bodyPr/>
        <a:lstStyle/>
        <a:p>
          <a:r>
            <a:rPr lang="en-US" sz="2600" b="0" i="0" dirty="0">
              <a:effectLst/>
              <a:latin typeface="Bahnschrift" panose="020B0502040204020203" pitchFamily="34" charset="0"/>
            </a:rPr>
            <a:t>Region Server </a:t>
          </a:r>
        </a:p>
      </dgm:t>
    </dgm:pt>
    <dgm:pt modelId="{92FD3191-EDA0-4D59-8B14-4020508570A3}" type="parTrans" cxnId="{6790394D-3157-4CE9-A354-CBD7AF4483CA}">
      <dgm:prSet/>
      <dgm:spPr/>
      <dgm:t>
        <a:bodyPr/>
        <a:lstStyle/>
        <a:p>
          <a:endParaRPr lang="en-IN"/>
        </a:p>
      </dgm:t>
    </dgm:pt>
    <dgm:pt modelId="{77BB2326-40AB-4F66-ADF2-CDCACAF84F03}" type="sibTrans" cxnId="{6790394D-3157-4CE9-A354-CBD7AF4483CA}">
      <dgm:prSet/>
      <dgm:spPr/>
      <dgm:t>
        <a:bodyPr/>
        <a:lstStyle/>
        <a:p>
          <a:endParaRPr lang="en-IN"/>
        </a:p>
      </dgm:t>
    </dgm:pt>
    <dgm:pt modelId="{3D2FD274-8181-4DE3-9EC3-B49A78429387}">
      <dgm:prSet custT="1"/>
      <dgm:spPr>
        <a:solidFill>
          <a:srgbClr val="E4E7E9"/>
        </a:solidFill>
      </dgm:spPr>
      <dgm:t>
        <a:bodyPr/>
        <a:lstStyle/>
        <a:p>
          <a:r>
            <a:rPr lang="en-US" sz="2600" b="0" i="0" dirty="0" err="1">
              <a:solidFill>
                <a:srgbClr val="E4E7E9"/>
              </a:solidFill>
              <a:effectLst/>
              <a:latin typeface="Bahnschrift" panose="020B0502040204020203" pitchFamily="34" charset="0"/>
            </a:rPr>
            <a:t>ZooKeeper</a:t>
          </a:r>
          <a:endParaRPr lang="en-IN" sz="2600" dirty="0">
            <a:solidFill>
              <a:srgbClr val="E4E7E9"/>
            </a:solidFill>
            <a:latin typeface="Bahnschrift" panose="020B0502040204020203" pitchFamily="34" charset="0"/>
          </a:endParaRPr>
        </a:p>
      </dgm:t>
    </dgm:pt>
    <dgm:pt modelId="{1BCC92A4-F1F5-4EC1-88D8-C7A3A479F268}" type="parTrans" cxnId="{E08AF584-79F7-45D3-902C-A1FC5247B270}">
      <dgm:prSet/>
      <dgm:spPr>
        <a:ln>
          <a:solidFill>
            <a:srgbClr val="E4E7E9"/>
          </a:solidFill>
        </a:ln>
      </dgm:spPr>
      <dgm:t>
        <a:bodyPr/>
        <a:lstStyle/>
        <a:p>
          <a:endParaRPr lang="en-IN"/>
        </a:p>
      </dgm:t>
    </dgm:pt>
    <dgm:pt modelId="{41D45693-716A-49FA-827C-1D77C6D31BC1}" type="sibTrans" cxnId="{E08AF584-79F7-45D3-902C-A1FC5247B270}">
      <dgm:prSet/>
      <dgm:spPr/>
      <dgm:t>
        <a:bodyPr/>
        <a:lstStyle/>
        <a:p>
          <a:endParaRPr lang="en-IN"/>
        </a:p>
      </dgm:t>
    </dgm:pt>
    <dgm:pt modelId="{8D3F2514-A56A-4D20-A954-CCE648A1562A}" type="pres">
      <dgm:prSet presAssocID="{BF4F19BD-DFBD-48B5-ACC1-3CF340DA50A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7047AE6-1455-4B1A-9598-419A0BC3F08A}" type="pres">
      <dgm:prSet presAssocID="{D80672A7-9297-4ACB-9721-04EF4F9E9962}" presName="root1" presStyleCnt="0"/>
      <dgm:spPr/>
    </dgm:pt>
    <dgm:pt modelId="{C116B424-AE27-4ED1-B7A3-ABF86E40B136}" type="pres">
      <dgm:prSet presAssocID="{D80672A7-9297-4ACB-9721-04EF4F9E9962}" presName="LevelOneTextNode" presStyleLbl="node0" presStyleIdx="0" presStyleCnt="1">
        <dgm:presLayoutVars>
          <dgm:chPref val="3"/>
        </dgm:presLayoutVars>
      </dgm:prSet>
      <dgm:spPr/>
    </dgm:pt>
    <dgm:pt modelId="{836BD300-AC88-4278-8DF9-986747E58D6A}" type="pres">
      <dgm:prSet presAssocID="{D80672A7-9297-4ACB-9721-04EF4F9E9962}" presName="level2hierChild" presStyleCnt="0"/>
      <dgm:spPr/>
    </dgm:pt>
    <dgm:pt modelId="{69920CD3-2D27-4C28-84C2-3B67A6703C97}" type="pres">
      <dgm:prSet presAssocID="{8818B9D9-EBA8-4D85-BBA2-DD9E7CCC743B}" presName="conn2-1" presStyleLbl="parChTrans1D2" presStyleIdx="0" presStyleCnt="3"/>
      <dgm:spPr/>
    </dgm:pt>
    <dgm:pt modelId="{9875F214-301E-4327-A65D-8727BB78E7B2}" type="pres">
      <dgm:prSet presAssocID="{8818B9D9-EBA8-4D85-BBA2-DD9E7CCC743B}" presName="connTx" presStyleLbl="parChTrans1D2" presStyleIdx="0" presStyleCnt="3"/>
      <dgm:spPr/>
    </dgm:pt>
    <dgm:pt modelId="{10009BAA-403D-42F5-8EAD-7D342EC2AB1C}" type="pres">
      <dgm:prSet presAssocID="{806A9295-BC66-4BF2-B911-63F0275CB939}" presName="root2" presStyleCnt="0"/>
      <dgm:spPr/>
    </dgm:pt>
    <dgm:pt modelId="{32C585D6-A265-4D44-B867-45C85D64D30C}" type="pres">
      <dgm:prSet presAssocID="{806A9295-BC66-4BF2-B911-63F0275CB939}" presName="LevelTwoTextNode" presStyleLbl="node2" presStyleIdx="0" presStyleCnt="3" custScaleX="69669" custScaleY="71766">
        <dgm:presLayoutVars>
          <dgm:chPref val="3"/>
        </dgm:presLayoutVars>
      </dgm:prSet>
      <dgm:spPr/>
    </dgm:pt>
    <dgm:pt modelId="{FFB5ED10-3C8A-4513-B967-A2EED7AE64F5}" type="pres">
      <dgm:prSet presAssocID="{806A9295-BC66-4BF2-B911-63F0275CB939}" presName="level3hierChild" presStyleCnt="0"/>
      <dgm:spPr/>
    </dgm:pt>
    <dgm:pt modelId="{96393AD7-C3DA-405A-9C72-600B022722DF}" type="pres">
      <dgm:prSet presAssocID="{92FD3191-EDA0-4D59-8B14-4020508570A3}" presName="conn2-1" presStyleLbl="parChTrans1D2" presStyleIdx="1" presStyleCnt="3"/>
      <dgm:spPr/>
    </dgm:pt>
    <dgm:pt modelId="{C1FDFEB9-45BF-4D9E-B9C8-3276230C0AAE}" type="pres">
      <dgm:prSet presAssocID="{92FD3191-EDA0-4D59-8B14-4020508570A3}" presName="connTx" presStyleLbl="parChTrans1D2" presStyleIdx="1" presStyleCnt="3"/>
      <dgm:spPr/>
    </dgm:pt>
    <dgm:pt modelId="{DFD937C0-6267-40DC-960A-5F7CC9A1655A}" type="pres">
      <dgm:prSet presAssocID="{A3EE170C-444E-4DF6-86D6-8A0A90F0F6FA}" presName="root2" presStyleCnt="0"/>
      <dgm:spPr/>
    </dgm:pt>
    <dgm:pt modelId="{BB797C79-32B0-4560-95FE-2ADE736C0738}" type="pres">
      <dgm:prSet presAssocID="{A3EE170C-444E-4DF6-86D6-8A0A90F0F6FA}" presName="LevelTwoTextNode" presStyleLbl="node2" presStyleIdx="1" presStyleCnt="3" custScaleX="69233" custScaleY="66747">
        <dgm:presLayoutVars>
          <dgm:chPref val="3"/>
        </dgm:presLayoutVars>
      </dgm:prSet>
      <dgm:spPr/>
    </dgm:pt>
    <dgm:pt modelId="{B2EEFE51-AF81-4184-B600-1BBF30D2138D}" type="pres">
      <dgm:prSet presAssocID="{A3EE170C-444E-4DF6-86D6-8A0A90F0F6FA}" presName="level3hierChild" presStyleCnt="0"/>
      <dgm:spPr/>
    </dgm:pt>
    <dgm:pt modelId="{4865E7FF-CC92-49DC-AF88-8F05C49AD792}" type="pres">
      <dgm:prSet presAssocID="{1BCC92A4-F1F5-4EC1-88D8-C7A3A479F268}" presName="conn2-1" presStyleLbl="parChTrans1D2" presStyleIdx="2" presStyleCnt="3"/>
      <dgm:spPr/>
    </dgm:pt>
    <dgm:pt modelId="{E11E63E9-D344-4235-8F3F-6D783CDFFC1A}" type="pres">
      <dgm:prSet presAssocID="{1BCC92A4-F1F5-4EC1-88D8-C7A3A479F268}" presName="connTx" presStyleLbl="parChTrans1D2" presStyleIdx="2" presStyleCnt="3"/>
      <dgm:spPr/>
    </dgm:pt>
    <dgm:pt modelId="{0B6D2AC3-8C4F-4980-A951-42971204BFD0}" type="pres">
      <dgm:prSet presAssocID="{3D2FD274-8181-4DE3-9EC3-B49A78429387}" presName="root2" presStyleCnt="0"/>
      <dgm:spPr/>
    </dgm:pt>
    <dgm:pt modelId="{29E07099-EC2A-4AAB-8E2B-CB267B073D6C}" type="pres">
      <dgm:prSet presAssocID="{3D2FD274-8181-4DE3-9EC3-B49A78429387}" presName="LevelTwoTextNode" presStyleLbl="node2" presStyleIdx="2" presStyleCnt="3" custScaleX="70474" custScaleY="72187">
        <dgm:presLayoutVars>
          <dgm:chPref val="3"/>
        </dgm:presLayoutVars>
      </dgm:prSet>
      <dgm:spPr/>
    </dgm:pt>
    <dgm:pt modelId="{15E24949-7A37-4329-8668-7EEA77B31D79}" type="pres">
      <dgm:prSet presAssocID="{3D2FD274-8181-4DE3-9EC3-B49A78429387}" presName="level3hierChild" presStyleCnt="0"/>
      <dgm:spPr/>
    </dgm:pt>
  </dgm:ptLst>
  <dgm:cxnLst>
    <dgm:cxn modelId="{37E6CA14-07B3-4B9F-8495-7D78B6451FA7}" type="presOf" srcId="{1BCC92A4-F1F5-4EC1-88D8-C7A3A479F268}" destId="{4865E7FF-CC92-49DC-AF88-8F05C49AD792}" srcOrd="0" destOrd="0" presId="urn:microsoft.com/office/officeart/2005/8/layout/hierarchy2"/>
    <dgm:cxn modelId="{9BCE391C-2581-4884-995E-3EED791A60CD}" type="presOf" srcId="{92FD3191-EDA0-4D59-8B14-4020508570A3}" destId="{96393AD7-C3DA-405A-9C72-600B022722DF}" srcOrd="0" destOrd="0" presId="urn:microsoft.com/office/officeart/2005/8/layout/hierarchy2"/>
    <dgm:cxn modelId="{7E9C5424-4C69-45DE-9EFD-8ED595619B96}" srcId="{D80672A7-9297-4ACB-9721-04EF4F9E9962}" destId="{806A9295-BC66-4BF2-B911-63F0275CB939}" srcOrd="0" destOrd="0" parTransId="{8818B9D9-EBA8-4D85-BBA2-DD9E7CCC743B}" sibTransId="{A1C1607C-94D2-43B6-9DDD-D29592DAE5C1}"/>
    <dgm:cxn modelId="{63F30128-8400-4ECA-8D41-0B613DF15213}" type="presOf" srcId="{3D2FD274-8181-4DE3-9EC3-B49A78429387}" destId="{29E07099-EC2A-4AAB-8E2B-CB267B073D6C}" srcOrd="0" destOrd="0" presId="urn:microsoft.com/office/officeart/2005/8/layout/hierarchy2"/>
    <dgm:cxn modelId="{ED72B05B-BF98-4BCD-9E87-ADDD195183E4}" type="presOf" srcId="{806A9295-BC66-4BF2-B911-63F0275CB939}" destId="{32C585D6-A265-4D44-B867-45C85D64D30C}" srcOrd="0" destOrd="0" presId="urn:microsoft.com/office/officeart/2005/8/layout/hierarchy2"/>
    <dgm:cxn modelId="{D1C3176D-C37B-4B52-BA8C-E009713DDC10}" type="presOf" srcId="{8818B9D9-EBA8-4D85-BBA2-DD9E7CCC743B}" destId="{9875F214-301E-4327-A65D-8727BB78E7B2}" srcOrd="1" destOrd="0" presId="urn:microsoft.com/office/officeart/2005/8/layout/hierarchy2"/>
    <dgm:cxn modelId="{6790394D-3157-4CE9-A354-CBD7AF4483CA}" srcId="{D80672A7-9297-4ACB-9721-04EF4F9E9962}" destId="{A3EE170C-444E-4DF6-86D6-8A0A90F0F6FA}" srcOrd="1" destOrd="0" parTransId="{92FD3191-EDA0-4D59-8B14-4020508570A3}" sibTransId="{77BB2326-40AB-4F66-ADF2-CDCACAF84F03}"/>
    <dgm:cxn modelId="{33C98979-BF34-43C2-9EDB-4FFD42AE7A29}" type="presOf" srcId="{BF4F19BD-DFBD-48B5-ACC1-3CF340DA50A2}" destId="{8D3F2514-A56A-4D20-A954-CCE648A1562A}" srcOrd="0" destOrd="0" presId="urn:microsoft.com/office/officeart/2005/8/layout/hierarchy2"/>
    <dgm:cxn modelId="{6141CE7F-519D-4DCF-9BEE-0E5922DE76DB}" type="presOf" srcId="{D80672A7-9297-4ACB-9721-04EF4F9E9962}" destId="{C116B424-AE27-4ED1-B7A3-ABF86E40B136}" srcOrd="0" destOrd="0" presId="urn:microsoft.com/office/officeart/2005/8/layout/hierarchy2"/>
    <dgm:cxn modelId="{E08AF584-79F7-45D3-902C-A1FC5247B270}" srcId="{D80672A7-9297-4ACB-9721-04EF4F9E9962}" destId="{3D2FD274-8181-4DE3-9EC3-B49A78429387}" srcOrd="2" destOrd="0" parTransId="{1BCC92A4-F1F5-4EC1-88D8-C7A3A479F268}" sibTransId="{41D45693-716A-49FA-827C-1D77C6D31BC1}"/>
    <dgm:cxn modelId="{FB29DC87-F11D-483F-B0DC-91F92960F43A}" type="presOf" srcId="{A3EE170C-444E-4DF6-86D6-8A0A90F0F6FA}" destId="{BB797C79-32B0-4560-95FE-2ADE736C0738}" srcOrd="0" destOrd="0" presId="urn:microsoft.com/office/officeart/2005/8/layout/hierarchy2"/>
    <dgm:cxn modelId="{806477A1-389C-4E35-9BA7-6CD5D398C22F}" type="presOf" srcId="{1BCC92A4-F1F5-4EC1-88D8-C7A3A479F268}" destId="{E11E63E9-D344-4235-8F3F-6D783CDFFC1A}" srcOrd="1" destOrd="0" presId="urn:microsoft.com/office/officeart/2005/8/layout/hierarchy2"/>
    <dgm:cxn modelId="{C21599C9-3A81-4CA7-BD81-D9457BC2E806}" srcId="{BF4F19BD-DFBD-48B5-ACC1-3CF340DA50A2}" destId="{D80672A7-9297-4ACB-9721-04EF4F9E9962}" srcOrd="0" destOrd="0" parTransId="{1F323BE6-7073-4337-8FBB-64132B90CB28}" sibTransId="{BA2A6281-5041-49F3-80C3-0F6FE6738C7C}"/>
    <dgm:cxn modelId="{EA8847CB-C79D-4A7F-BB62-04FA31FEA942}" type="presOf" srcId="{8818B9D9-EBA8-4D85-BBA2-DD9E7CCC743B}" destId="{69920CD3-2D27-4C28-84C2-3B67A6703C97}" srcOrd="0" destOrd="0" presId="urn:microsoft.com/office/officeart/2005/8/layout/hierarchy2"/>
    <dgm:cxn modelId="{EDFA23D4-93E4-4127-B603-F3D0C7BC394F}" type="presOf" srcId="{92FD3191-EDA0-4D59-8B14-4020508570A3}" destId="{C1FDFEB9-45BF-4D9E-B9C8-3276230C0AAE}" srcOrd="1" destOrd="0" presId="urn:microsoft.com/office/officeart/2005/8/layout/hierarchy2"/>
    <dgm:cxn modelId="{45CEC6D6-2AFB-4985-8D89-973A951CBC3E}" type="presParOf" srcId="{8D3F2514-A56A-4D20-A954-CCE648A1562A}" destId="{27047AE6-1455-4B1A-9598-419A0BC3F08A}" srcOrd="0" destOrd="0" presId="urn:microsoft.com/office/officeart/2005/8/layout/hierarchy2"/>
    <dgm:cxn modelId="{EB8B89F7-EC3F-4EF2-BE5B-E4802B919BE6}" type="presParOf" srcId="{27047AE6-1455-4B1A-9598-419A0BC3F08A}" destId="{C116B424-AE27-4ED1-B7A3-ABF86E40B136}" srcOrd="0" destOrd="0" presId="urn:microsoft.com/office/officeart/2005/8/layout/hierarchy2"/>
    <dgm:cxn modelId="{D9C45B5E-2585-4B9C-8FC6-03BB8C211A15}" type="presParOf" srcId="{27047AE6-1455-4B1A-9598-419A0BC3F08A}" destId="{836BD300-AC88-4278-8DF9-986747E58D6A}" srcOrd="1" destOrd="0" presId="urn:microsoft.com/office/officeart/2005/8/layout/hierarchy2"/>
    <dgm:cxn modelId="{E02EF2A7-DF84-408E-95AC-D5B6C8418979}" type="presParOf" srcId="{836BD300-AC88-4278-8DF9-986747E58D6A}" destId="{69920CD3-2D27-4C28-84C2-3B67A6703C97}" srcOrd="0" destOrd="0" presId="urn:microsoft.com/office/officeart/2005/8/layout/hierarchy2"/>
    <dgm:cxn modelId="{1F991A38-8F77-4CDF-9EAC-6D9DD47FD332}" type="presParOf" srcId="{69920CD3-2D27-4C28-84C2-3B67A6703C97}" destId="{9875F214-301E-4327-A65D-8727BB78E7B2}" srcOrd="0" destOrd="0" presId="urn:microsoft.com/office/officeart/2005/8/layout/hierarchy2"/>
    <dgm:cxn modelId="{A22DE03C-3C45-4B10-8B34-328CF7B4E055}" type="presParOf" srcId="{836BD300-AC88-4278-8DF9-986747E58D6A}" destId="{10009BAA-403D-42F5-8EAD-7D342EC2AB1C}" srcOrd="1" destOrd="0" presId="urn:microsoft.com/office/officeart/2005/8/layout/hierarchy2"/>
    <dgm:cxn modelId="{9B41E40C-F933-4549-8D7F-149ECDC9767A}" type="presParOf" srcId="{10009BAA-403D-42F5-8EAD-7D342EC2AB1C}" destId="{32C585D6-A265-4D44-B867-45C85D64D30C}" srcOrd="0" destOrd="0" presId="urn:microsoft.com/office/officeart/2005/8/layout/hierarchy2"/>
    <dgm:cxn modelId="{EA8F87EB-DEAC-4600-9793-9B4BB7EB1D7D}" type="presParOf" srcId="{10009BAA-403D-42F5-8EAD-7D342EC2AB1C}" destId="{FFB5ED10-3C8A-4513-B967-A2EED7AE64F5}" srcOrd="1" destOrd="0" presId="urn:microsoft.com/office/officeart/2005/8/layout/hierarchy2"/>
    <dgm:cxn modelId="{5B338831-9E33-4026-BEF6-9B5EAFDE26E6}" type="presParOf" srcId="{836BD300-AC88-4278-8DF9-986747E58D6A}" destId="{96393AD7-C3DA-405A-9C72-600B022722DF}" srcOrd="2" destOrd="0" presId="urn:microsoft.com/office/officeart/2005/8/layout/hierarchy2"/>
    <dgm:cxn modelId="{CE4001AB-2D5A-43FE-A19A-777E1223C1FB}" type="presParOf" srcId="{96393AD7-C3DA-405A-9C72-600B022722DF}" destId="{C1FDFEB9-45BF-4D9E-B9C8-3276230C0AAE}" srcOrd="0" destOrd="0" presId="urn:microsoft.com/office/officeart/2005/8/layout/hierarchy2"/>
    <dgm:cxn modelId="{CE7524A3-B889-4B61-90B5-C8F93382C36B}" type="presParOf" srcId="{836BD300-AC88-4278-8DF9-986747E58D6A}" destId="{DFD937C0-6267-40DC-960A-5F7CC9A1655A}" srcOrd="3" destOrd="0" presId="urn:microsoft.com/office/officeart/2005/8/layout/hierarchy2"/>
    <dgm:cxn modelId="{469F540F-B982-4D57-A4D8-30B964CD3F21}" type="presParOf" srcId="{DFD937C0-6267-40DC-960A-5F7CC9A1655A}" destId="{BB797C79-32B0-4560-95FE-2ADE736C0738}" srcOrd="0" destOrd="0" presId="urn:microsoft.com/office/officeart/2005/8/layout/hierarchy2"/>
    <dgm:cxn modelId="{30D0CA58-FBB7-46C9-A540-B688155773B6}" type="presParOf" srcId="{DFD937C0-6267-40DC-960A-5F7CC9A1655A}" destId="{B2EEFE51-AF81-4184-B600-1BBF30D2138D}" srcOrd="1" destOrd="0" presId="urn:microsoft.com/office/officeart/2005/8/layout/hierarchy2"/>
    <dgm:cxn modelId="{8D8EA1B1-CBC7-4236-BF14-05501F6E91EA}" type="presParOf" srcId="{836BD300-AC88-4278-8DF9-986747E58D6A}" destId="{4865E7FF-CC92-49DC-AF88-8F05C49AD792}" srcOrd="4" destOrd="0" presId="urn:microsoft.com/office/officeart/2005/8/layout/hierarchy2"/>
    <dgm:cxn modelId="{647C3C39-C258-4EEF-900E-51CF30FB1BD6}" type="presParOf" srcId="{4865E7FF-CC92-49DC-AF88-8F05C49AD792}" destId="{E11E63E9-D344-4235-8F3F-6D783CDFFC1A}" srcOrd="0" destOrd="0" presId="urn:microsoft.com/office/officeart/2005/8/layout/hierarchy2"/>
    <dgm:cxn modelId="{4B5D8F77-D316-4F0F-8E30-0DFFB46FFDF8}" type="presParOf" srcId="{836BD300-AC88-4278-8DF9-986747E58D6A}" destId="{0B6D2AC3-8C4F-4980-A951-42971204BFD0}" srcOrd="5" destOrd="0" presId="urn:microsoft.com/office/officeart/2005/8/layout/hierarchy2"/>
    <dgm:cxn modelId="{3915F285-5019-4C88-B41E-FCB7C123E921}" type="presParOf" srcId="{0B6D2AC3-8C4F-4980-A951-42971204BFD0}" destId="{29E07099-EC2A-4AAB-8E2B-CB267B073D6C}" srcOrd="0" destOrd="0" presId="urn:microsoft.com/office/officeart/2005/8/layout/hierarchy2"/>
    <dgm:cxn modelId="{C3705BF9-E0DB-461C-8B8E-92470C43E7C8}" type="presParOf" srcId="{0B6D2AC3-8C4F-4980-A951-42971204BFD0}" destId="{15E24949-7A37-4329-8668-7EEA77B31D7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4F19BD-DFBD-48B5-ACC1-3CF340DA50A2}" type="doc">
      <dgm:prSet loTypeId="urn:microsoft.com/office/officeart/2005/8/layout/hierarchy2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D80672A7-9297-4ACB-9721-04EF4F9E9962}">
      <dgm:prSet custT="1"/>
      <dgm:spPr/>
      <dgm:t>
        <a:bodyPr/>
        <a:lstStyle/>
        <a:p>
          <a:r>
            <a:rPr lang="en-US" sz="2600" b="0" i="0" dirty="0">
              <a:effectLst/>
              <a:latin typeface="Bahnschrift" panose="020B0502040204020203" pitchFamily="34" charset="0"/>
            </a:rPr>
            <a:t>Base architecture has 3 important components</a:t>
          </a:r>
        </a:p>
      </dgm:t>
    </dgm:pt>
    <dgm:pt modelId="{1F323BE6-7073-4337-8FBB-64132B90CB28}" type="parTrans" cxnId="{C21599C9-3A81-4CA7-BD81-D9457BC2E806}">
      <dgm:prSet/>
      <dgm:spPr/>
      <dgm:t>
        <a:bodyPr/>
        <a:lstStyle/>
        <a:p>
          <a:endParaRPr lang="en-IN"/>
        </a:p>
      </dgm:t>
    </dgm:pt>
    <dgm:pt modelId="{BA2A6281-5041-49F3-80C3-0F6FE6738C7C}" type="sibTrans" cxnId="{C21599C9-3A81-4CA7-BD81-D9457BC2E806}">
      <dgm:prSet/>
      <dgm:spPr/>
      <dgm:t>
        <a:bodyPr/>
        <a:lstStyle/>
        <a:p>
          <a:endParaRPr lang="en-IN"/>
        </a:p>
      </dgm:t>
    </dgm:pt>
    <dgm:pt modelId="{806A9295-BC66-4BF2-B911-63F0275CB939}">
      <dgm:prSet custT="1"/>
      <dgm:spPr/>
      <dgm:t>
        <a:bodyPr/>
        <a:lstStyle/>
        <a:p>
          <a:r>
            <a:rPr lang="en-US" sz="2600" b="0" i="0" dirty="0" err="1">
              <a:effectLst/>
              <a:latin typeface="Bahnschrift" panose="020B0502040204020203" pitchFamily="34" charset="0"/>
            </a:rPr>
            <a:t>HMaster</a:t>
          </a:r>
          <a:r>
            <a:rPr lang="en-US" sz="2600" b="0" i="0" dirty="0">
              <a:effectLst/>
              <a:latin typeface="Bahnschrift" panose="020B0502040204020203" pitchFamily="34" charset="0"/>
            </a:rPr>
            <a:t> </a:t>
          </a:r>
        </a:p>
      </dgm:t>
    </dgm:pt>
    <dgm:pt modelId="{8818B9D9-EBA8-4D85-BBA2-DD9E7CCC743B}" type="parTrans" cxnId="{7E9C5424-4C69-45DE-9EFD-8ED595619B96}">
      <dgm:prSet/>
      <dgm:spPr/>
      <dgm:t>
        <a:bodyPr/>
        <a:lstStyle/>
        <a:p>
          <a:endParaRPr lang="en-IN"/>
        </a:p>
      </dgm:t>
    </dgm:pt>
    <dgm:pt modelId="{A1C1607C-94D2-43B6-9DDD-D29592DAE5C1}" type="sibTrans" cxnId="{7E9C5424-4C69-45DE-9EFD-8ED595619B96}">
      <dgm:prSet/>
      <dgm:spPr/>
      <dgm:t>
        <a:bodyPr/>
        <a:lstStyle/>
        <a:p>
          <a:endParaRPr lang="en-IN"/>
        </a:p>
      </dgm:t>
    </dgm:pt>
    <dgm:pt modelId="{A3EE170C-444E-4DF6-86D6-8A0A90F0F6FA}">
      <dgm:prSet custT="1"/>
      <dgm:spPr/>
      <dgm:t>
        <a:bodyPr/>
        <a:lstStyle/>
        <a:p>
          <a:r>
            <a:rPr lang="en-US" sz="2600" b="0" i="0" dirty="0">
              <a:effectLst/>
              <a:latin typeface="Bahnschrift" panose="020B0502040204020203" pitchFamily="34" charset="0"/>
            </a:rPr>
            <a:t>Region Server </a:t>
          </a:r>
        </a:p>
      </dgm:t>
    </dgm:pt>
    <dgm:pt modelId="{92FD3191-EDA0-4D59-8B14-4020508570A3}" type="parTrans" cxnId="{6790394D-3157-4CE9-A354-CBD7AF4483CA}">
      <dgm:prSet/>
      <dgm:spPr/>
      <dgm:t>
        <a:bodyPr/>
        <a:lstStyle/>
        <a:p>
          <a:endParaRPr lang="en-IN"/>
        </a:p>
      </dgm:t>
    </dgm:pt>
    <dgm:pt modelId="{77BB2326-40AB-4F66-ADF2-CDCACAF84F03}" type="sibTrans" cxnId="{6790394D-3157-4CE9-A354-CBD7AF4483CA}">
      <dgm:prSet/>
      <dgm:spPr/>
      <dgm:t>
        <a:bodyPr/>
        <a:lstStyle/>
        <a:p>
          <a:endParaRPr lang="en-IN"/>
        </a:p>
      </dgm:t>
    </dgm:pt>
    <dgm:pt modelId="{3D2FD274-8181-4DE3-9EC3-B49A78429387}">
      <dgm:prSet custT="1"/>
      <dgm:spPr/>
      <dgm:t>
        <a:bodyPr/>
        <a:lstStyle/>
        <a:p>
          <a:r>
            <a:rPr lang="en-US" sz="2600" b="0" i="0" dirty="0" err="1">
              <a:effectLst/>
              <a:latin typeface="Bahnschrift" panose="020B0502040204020203" pitchFamily="34" charset="0"/>
            </a:rPr>
            <a:t>ZooKeeper</a:t>
          </a:r>
          <a:endParaRPr lang="en-IN" sz="2600" dirty="0">
            <a:latin typeface="Bahnschrift" panose="020B0502040204020203" pitchFamily="34" charset="0"/>
          </a:endParaRPr>
        </a:p>
      </dgm:t>
    </dgm:pt>
    <dgm:pt modelId="{1BCC92A4-F1F5-4EC1-88D8-C7A3A479F268}" type="parTrans" cxnId="{E08AF584-79F7-45D3-902C-A1FC5247B270}">
      <dgm:prSet/>
      <dgm:spPr/>
      <dgm:t>
        <a:bodyPr/>
        <a:lstStyle/>
        <a:p>
          <a:endParaRPr lang="en-IN"/>
        </a:p>
      </dgm:t>
    </dgm:pt>
    <dgm:pt modelId="{41D45693-716A-49FA-827C-1D77C6D31BC1}" type="sibTrans" cxnId="{E08AF584-79F7-45D3-902C-A1FC5247B270}">
      <dgm:prSet/>
      <dgm:spPr/>
      <dgm:t>
        <a:bodyPr/>
        <a:lstStyle/>
        <a:p>
          <a:endParaRPr lang="en-IN"/>
        </a:p>
      </dgm:t>
    </dgm:pt>
    <dgm:pt modelId="{8D3F2514-A56A-4D20-A954-CCE648A1562A}" type="pres">
      <dgm:prSet presAssocID="{BF4F19BD-DFBD-48B5-ACC1-3CF340DA50A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7047AE6-1455-4B1A-9598-419A0BC3F08A}" type="pres">
      <dgm:prSet presAssocID="{D80672A7-9297-4ACB-9721-04EF4F9E9962}" presName="root1" presStyleCnt="0"/>
      <dgm:spPr/>
    </dgm:pt>
    <dgm:pt modelId="{C116B424-AE27-4ED1-B7A3-ABF86E40B136}" type="pres">
      <dgm:prSet presAssocID="{D80672A7-9297-4ACB-9721-04EF4F9E9962}" presName="LevelOneTextNode" presStyleLbl="node0" presStyleIdx="0" presStyleCnt="1">
        <dgm:presLayoutVars>
          <dgm:chPref val="3"/>
        </dgm:presLayoutVars>
      </dgm:prSet>
      <dgm:spPr/>
    </dgm:pt>
    <dgm:pt modelId="{836BD300-AC88-4278-8DF9-986747E58D6A}" type="pres">
      <dgm:prSet presAssocID="{D80672A7-9297-4ACB-9721-04EF4F9E9962}" presName="level2hierChild" presStyleCnt="0"/>
      <dgm:spPr/>
    </dgm:pt>
    <dgm:pt modelId="{69920CD3-2D27-4C28-84C2-3B67A6703C97}" type="pres">
      <dgm:prSet presAssocID="{8818B9D9-EBA8-4D85-BBA2-DD9E7CCC743B}" presName="conn2-1" presStyleLbl="parChTrans1D2" presStyleIdx="0" presStyleCnt="3"/>
      <dgm:spPr/>
    </dgm:pt>
    <dgm:pt modelId="{9875F214-301E-4327-A65D-8727BB78E7B2}" type="pres">
      <dgm:prSet presAssocID="{8818B9D9-EBA8-4D85-BBA2-DD9E7CCC743B}" presName="connTx" presStyleLbl="parChTrans1D2" presStyleIdx="0" presStyleCnt="3"/>
      <dgm:spPr/>
    </dgm:pt>
    <dgm:pt modelId="{10009BAA-403D-42F5-8EAD-7D342EC2AB1C}" type="pres">
      <dgm:prSet presAssocID="{806A9295-BC66-4BF2-B911-63F0275CB939}" presName="root2" presStyleCnt="0"/>
      <dgm:spPr/>
    </dgm:pt>
    <dgm:pt modelId="{32C585D6-A265-4D44-B867-45C85D64D30C}" type="pres">
      <dgm:prSet presAssocID="{806A9295-BC66-4BF2-B911-63F0275CB939}" presName="LevelTwoTextNode" presStyleLbl="node2" presStyleIdx="0" presStyleCnt="3" custScaleX="69669" custScaleY="71766">
        <dgm:presLayoutVars>
          <dgm:chPref val="3"/>
        </dgm:presLayoutVars>
      </dgm:prSet>
      <dgm:spPr/>
    </dgm:pt>
    <dgm:pt modelId="{FFB5ED10-3C8A-4513-B967-A2EED7AE64F5}" type="pres">
      <dgm:prSet presAssocID="{806A9295-BC66-4BF2-B911-63F0275CB939}" presName="level3hierChild" presStyleCnt="0"/>
      <dgm:spPr/>
    </dgm:pt>
    <dgm:pt modelId="{96393AD7-C3DA-405A-9C72-600B022722DF}" type="pres">
      <dgm:prSet presAssocID="{92FD3191-EDA0-4D59-8B14-4020508570A3}" presName="conn2-1" presStyleLbl="parChTrans1D2" presStyleIdx="1" presStyleCnt="3"/>
      <dgm:spPr/>
    </dgm:pt>
    <dgm:pt modelId="{C1FDFEB9-45BF-4D9E-B9C8-3276230C0AAE}" type="pres">
      <dgm:prSet presAssocID="{92FD3191-EDA0-4D59-8B14-4020508570A3}" presName="connTx" presStyleLbl="parChTrans1D2" presStyleIdx="1" presStyleCnt="3"/>
      <dgm:spPr/>
    </dgm:pt>
    <dgm:pt modelId="{DFD937C0-6267-40DC-960A-5F7CC9A1655A}" type="pres">
      <dgm:prSet presAssocID="{A3EE170C-444E-4DF6-86D6-8A0A90F0F6FA}" presName="root2" presStyleCnt="0"/>
      <dgm:spPr/>
    </dgm:pt>
    <dgm:pt modelId="{BB797C79-32B0-4560-95FE-2ADE736C0738}" type="pres">
      <dgm:prSet presAssocID="{A3EE170C-444E-4DF6-86D6-8A0A90F0F6FA}" presName="LevelTwoTextNode" presStyleLbl="node2" presStyleIdx="1" presStyleCnt="3" custScaleX="69233" custScaleY="66747">
        <dgm:presLayoutVars>
          <dgm:chPref val="3"/>
        </dgm:presLayoutVars>
      </dgm:prSet>
      <dgm:spPr/>
    </dgm:pt>
    <dgm:pt modelId="{B2EEFE51-AF81-4184-B600-1BBF30D2138D}" type="pres">
      <dgm:prSet presAssocID="{A3EE170C-444E-4DF6-86D6-8A0A90F0F6FA}" presName="level3hierChild" presStyleCnt="0"/>
      <dgm:spPr/>
    </dgm:pt>
    <dgm:pt modelId="{4865E7FF-CC92-49DC-AF88-8F05C49AD792}" type="pres">
      <dgm:prSet presAssocID="{1BCC92A4-F1F5-4EC1-88D8-C7A3A479F268}" presName="conn2-1" presStyleLbl="parChTrans1D2" presStyleIdx="2" presStyleCnt="3"/>
      <dgm:spPr/>
    </dgm:pt>
    <dgm:pt modelId="{E11E63E9-D344-4235-8F3F-6D783CDFFC1A}" type="pres">
      <dgm:prSet presAssocID="{1BCC92A4-F1F5-4EC1-88D8-C7A3A479F268}" presName="connTx" presStyleLbl="parChTrans1D2" presStyleIdx="2" presStyleCnt="3"/>
      <dgm:spPr/>
    </dgm:pt>
    <dgm:pt modelId="{0B6D2AC3-8C4F-4980-A951-42971204BFD0}" type="pres">
      <dgm:prSet presAssocID="{3D2FD274-8181-4DE3-9EC3-B49A78429387}" presName="root2" presStyleCnt="0"/>
      <dgm:spPr/>
    </dgm:pt>
    <dgm:pt modelId="{29E07099-EC2A-4AAB-8E2B-CB267B073D6C}" type="pres">
      <dgm:prSet presAssocID="{3D2FD274-8181-4DE3-9EC3-B49A78429387}" presName="LevelTwoTextNode" presStyleLbl="node2" presStyleIdx="2" presStyleCnt="3" custScaleX="70474" custScaleY="72187">
        <dgm:presLayoutVars>
          <dgm:chPref val="3"/>
        </dgm:presLayoutVars>
      </dgm:prSet>
      <dgm:spPr/>
    </dgm:pt>
    <dgm:pt modelId="{15E24949-7A37-4329-8668-7EEA77B31D79}" type="pres">
      <dgm:prSet presAssocID="{3D2FD274-8181-4DE3-9EC3-B49A78429387}" presName="level3hierChild" presStyleCnt="0"/>
      <dgm:spPr/>
    </dgm:pt>
  </dgm:ptLst>
  <dgm:cxnLst>
    <dgm:cxn modelId="{37E6CA14-07B3-4B9F-8495-7D78B6451FA7}" type="presOf" srcId="{1BCC92A4-F1F5-4EC1-88D8-C7A3A479F268}" destId="{4865E7FF-CC92-49DC-AF88-8F05C49AD792}" srcOrd="0" destOrd="0" presId="urn:microsoft.com/office/officeart/2005/8/layout/hierarchy2"/>
    <dgm:cxn modelId="{9BCE391C-2581-4884-995E-3EED791A60CD}" type="presOf" srcId="{92FD3191-EDA0-4D59-8B14-4020508570A3}" destId="{96393AD7-C3DA-405A-9C72-600B022722DF}" srcOrd="0" destOrd="0" presId="urn:microsoft.com/office/officeart/2005/8/layout/hierarchy2"/>
    <dgm:cxn modelId="{7E9C5424-4C69-45DE-9EFD-8ED595619B96}" srcId="{D80672A7-9297-4ACB-9721-04EF4F9E9962}" destId="{806A9295-BC66-4BF2-B911-63F0275CB939}" srcOrd="0" destOrd="0" parTransId="{8818B9D9-EBA8-4D85-BBA2-DD9E7CCC743B}" sibTransId="{A1C1607C-94D2-43B6-9DDD-D29592DAE5C1}"/>
    <dgm:cxn modelId="{63F30128-8400-4ECA-8D41-0B613DF15213}" type="presOf" srcId="{3D2FD274-8181-4DE3-9EC3-B49A78429387}" destId="{29E07099-EC2A-4AAB-8E2B-CB267B073D6C}" srcOrd="0" destOrd="0" presId="urn:microsoft.com/office/officeart/2005/8/layout/hierarchy2"/>
    <dgm:cxn modelId="{ED72B05B-BF98-4BCD-9E87-ADDD195183E4}" type="presOf" srcId="{806A9295-BC66-4BF2-B911-63F0275CB939}" destId="{32C585D6-A265-4D44-B867-45C85D64D30C}" srcOrd="0" destOrd="0" presId="urn:microsoft.com/office/officeart/2005/8/layout/hierarchy2"/>
    <dgm:cxn modelId="{D1C3176D-C37B-4B52-BA8C-E009713DDC10}" type="presOf" srcId="{8818B9D9-EBA8-4D85-BBA2-DD9E7CCC743B}" destId="{9875F214-301E-4327-A65D-8727BB78E7B2}" srcOrd="1" destOrd="0" presId="urn:microsoft.com/office/officeart/2005/8/layout/hierarchy2"/>
    <dgm:cxn modelId="{6790394D-3157-4CE9-A354-CBD7AF4483CA}" srcId="{D80672A7-9297-4ACB-9721-04EF4F9E9962}" destId="{A3EE170C-444E-4DF6-86D6-8A0A90F0F6FA}" srcOrd="1" destOrd="0" parTransId="{92FD3191-EDA0-4D59-8B14-4020508570A3}" sibTransId="{77BB2326-40AB-4F66-ADF2-CDCACAF84F03}"/>
    <dgm:cxn modelId="{33C98979-BF34-43C2-9EDB-4FFD42AE7A29}" type="presOf" srcId="{BF4F19BD-DFBD-48B5-ACC1-3CF340DA50A2}" destId="{8D3F2514-A56A-4D20-A954-CCE648A1562A}" srcOrd="0" destOrd="0" presId="urn:microsoft.com/office/officeart/2005/8/layout/hierarchy2"/>
    <dgm:cxn modelId="{6141CE7F-519D-4DCF-9BEE-0E5922DE76DB}" type="presOf" srcId="{D80672A7-9297-4ACB-9721-04EF4F9E9962}" destId="{C116B424-AE27-4ED1-B7A3-ABF86E40B136}" srcOrd="0" destOrd="0" presId="urn:microsoft.com/office/officeart/2005/8/layout/hierarchy2"/>
    <dgm:cxn modelId="{E08AF584-79F7-45D3-902C-A1FC5247B270}" srcId="{D80672A7-9297-4ACB-9721-04EF4F9E9962}" destId="{3D2FD274-8181-4DE3-9EC3-B49A78429387}" srcOrd="2" destOrd="0" parTransId="{1BCC92A4-F1F5-4EC1-88D8-C7A3A479F268}" sibTransId="{41D45693-716A-49FA-827C-1D77C6D31BC1}"/>
    <dgm:cxn modelId="{FB29DC87-F11D-483F-B0DC-91F92960F43A}" type="presOf" srcId="{A3EE170C-444E-4DF6-86D6-8A0A90F0F6FA}" destId="{BB797C79-32B0-4560-95FE-2ADE736C0738}" srcOrd="0" destOrd="0" presId="urn:microsoft.com/office/officeart/2005/8/layout/hierarchy2"/>
    <dgm:cxn modelId="{806477A1-389C-4E35-9BA7-6CD5D398C22F}" type="presOf" srcId="{1BCC92A4-F1F5-4EC1-88D8-C7A3A479F268}" destId="{E11E63E9-D344-4235-8F3F-6D783CDFFC1A}" srcOrd="1" destOrd="0" presId="urn:microsoft.com/office/officeart/2005/8/layout/hierarchy2"/>
    <dgm:cxn modelId="{C21599C9-3A81-4CA7-BD81-D9457BC2E806}" srcId="{BF4F19BD-DFBD-48B5-ACC1-3CF340DA50A2}" destId="{D80672A7-9297-4ACB-9721-04EF4F9E9962}" srcOrd="0" destOrd="0" parTransId="{1F323BE6-7073-4337-8FBB-64132B90CB28}" sibTransId="{BA2A6281-5041-49F3-80C3-0F6FE6738C7C}"/>
    <dgm:cxn modelId="{EA8847CB-C79D-4A7F-BB62-04FA31FEA942}" type="presOf" srcId="{8818B9D9-EBA8-4D85-BBA2-DD9E7CCC743B}" destId="{69920CD3-2D27-4C28-84C2-3B67A6703C97}" srcOrd="0" destOrd="0" presId="urn:microsoft.com/office/officeart/2005/8/layout/hierarchy2"/>
    <dgm:cxn modelId="{EDFA23D4-93E4-4127-B603-F3D0C7BC394F}" type="presOf" srcId="{92FD3191-EDA0-4D59-8B14-4020508570A3}" destId="{C1FDFEB9-45BF-4D9E-B9C8-3276230C0AAE}" srcOrd="1" destOrd="0" presId="urn:microsoft.com/office/officeart/2005/8/layout/hierarchy2"/>
    <dgm:cxn modelId="{45CEC6D6-2AFB-4985-8D89-973A951CBC3E}" type="presParOf" srcId="{8D3F2514-A56A-4D20-A954-CCE648A1562A}" destId="{27047AE6-1455-4B1A-9598-419A0BC3F08A}" srcOrd="0" destOrd="0" presId="urn:microsoft.com/office/officeart/2005/8/layout/hierarchy2"/>
    <dgm:cxn modelId="{EB8B89F7-EC3F-4EF2-BE5B-E4802B919BE6}" type="presParOf" srcId="{27047AE6-1455-4B1A-9598-419A0BC3F08A}" destId="{C116B424-AE27-4ED1-B7A3-ABF86E40B136}" srcOrd="0" destOrd="0" presId="urn:microsoft.com/office/officeart/2005/8/layout/hierarchy2"/>
    <dgm:cxn modelId="{D9C45B5E-2585-4B9C-8FC6-03BB8C211A15}" type="presParOf" srcId="{27047AE6-1455-4B1A-9598-419A0BC3F08A}" destId="{836BD300-AC88-4278-8DF9-986747E58D6A}" srcOrd="1" destOrd="0" presId="urn:microsoft.com/office/officeart/2005/8/layout/hierarchy2"/>
    <dgm:cxn modelId="{E02EF2A7-DF84-408E-95AC-D5B6C8418979}" type="presParOf" srcId="{836BD300-AC88-4278-8DF9-986747E58D6A}" destId="{69920CD3-2D27-4C28-84C2-3B67A6703C97}" srcOrd="0" destOrd="0" presId="urn:microsoft.com/office/officeart/2005/8/layout/hierarchy2"/>
    <dgm:cxn modelId="{1F991A38-8F77-4CDF-9EAC-6D9DD47FD332}" type="presParOf" srcId="{69920CD3-2D27-4C28-84C2-3B67A6703C97}" destId="{9875F214-301E-4327-A65D-8727BB78E7B2}" srcOrd="0" destOrd="0" presId="urn:microsoft.com/office/officeart/2005/8/layout/hierarchy2"/>
    <dgm:cxn modelId="{A22DE03C-3C45-4B10-8B34-328CF7B4E055}" type="presParOf" srcId="{836BD300-AC88-4278-8DF9-986747E58D6A}" destId="{10009BAA-403D-42F5-8EAD-7D342EC2AB1C}" srcOrd="1" destOrd="0" presId="urn:microsoft.com/office/officeart/2005/8/layout/hierarchy2"/>
    <dgm:cxn modelId="{9B41E40C-F933-4549-8D7F-149ECDC9767A}" type="presParOf" srcId="{10009BAA-403D-42F5-8EAD-7D342EC2AB1C}" destId="{32C585D6-A265-4D44-B867-45C85D64D30C}" srcOrd="0" destOrd="0" presId="urn:microsoft.com/office/officeart/2005/8/layout/hierarchy2"/>
    <dgm:cxn modelId="{EA8F87EB-DEAC-4600-9793-9B4BB7EB1D7D}" type="presParOf" srcId="{10009BAA-403D-42F5-8EAD-7D342EC2AB1C}" destId="{FFB5ED10-3C8A-4513-B967-A2EED7AE64F5}" srcOrd="1" destOrd="0" presId="urn:microsoft.com/office/officeart/2005/8/layout/hierarchy2"/>
    <dgm:cxn modelId="{5B338831-9E33-4026-BEF6-9B5EAFDE26E6}" type="presParOf" srcId="{836BD300-AC88-4278-8DF9-986747E58D6A}" destId="{96393AD7-C3DA-405A-9C72-600B022722DF}" srcOrd="2" destOrd="0" presId="urn:microsoft.com/office/officeart/2005/8/layout/hierarchy2"/>
    <dgm:cxn modelId="{CE4001AB-2D5A-43FE-A19A-777E1223C1FB}" type="presParOf" srcId="{96393AD7-C3DA-405A-9C72-600B022722DF}" destId="{C1FDFEB9-45BF-4D9E-B9C8-3276230C0AAE}" srcOrd="0" destOrd="0" presId="urn:microsoft.com/office/officeart/2005/8/layout/hierarchy2"/>
    <dgm:cxn modelId="{CE7524A3-B889-4B61-90B5-C8F93382C36B}" type="presParOf" srcId="{836BD300-AC88-4278-8DF9-986747E58D6A}" destId="{DFD937C0-6267-40DC-960A-5F7CC9A1655A}" srcOrd="3" destOrd="0" presId="urn:microsoft.com/office/officeart/2005/8/layout/hierarchy2"/>
    <dgm:cxn modelId="{469F540F-B982-4D57-A4D8-30B964CD3F21}" type="presParOf" srcId="{DFD937C0-6267-40DC-960A-5F7CC9A1655A}" destId="{BB797C79-32B0-4560-95FE-2ADE736C0738}" srcOrd="0" destOrd="0" presId="urn:microsoft.com/office/officeart/2005/8/layout/hierarchy2"/>
    <dgm:cxn modelId="{30D0CA58-FBB7-46C9-A540-B688155773B6}" type="presParOf" srcId="{DFD937C0-6267-40DC-960A-5F7CC9A1655A}" destId="{B2EEFE51-AF81-4184-B600-1BBF30D2138D}" srcOrd="1" destOrd="0" presId="urn:microsoft.com/office/officeart/2005/8/layout/hierarchy2"/>
    <dgm:cxn modelId="{8D8EA1B1-CBC7-4236-BF14-05501F6E91EA}" type="presParOf" srcId="{836BD300-AC88-4278-8DF9-986747E58D6A}" destId="{4865E7FF-CC92-49DC-AF88-8F05C49AD792}" srcOrd="4" destOrd="0" presId="urn:microsoft.com/office/officeart/2005/8/layout/hierarchy2"/>
    <dgm:cxn modelId="{647C3C39-C258-4EEF-900E-51CF30FB1BD6}" type="presParOf" srcId="{4865E7FF-CC92-49DC-AF88-8F05C49AD792}" destId="{E11E63E9-D344-4235-8F3F-6D783CDFFC1A}" srcOrd="0" destOrd="0" presId="urn:microsoft.com/office/officeart/2005/8/layout/hierarchy2"/>
    <dgm:cxn modelId="{4B5D8F77-D316-4F0F-8E30-0DFFB46FFDF8}" type="presParOf" srcId="{836BD300-AC88-4278-8DF9-986747E58D6A}" destId="{0B6D2AC3-8C4F-4980-A951-42971204BFD0}" srcOrd="5" destOrd="0" presId="urn:microsoft.com/office/officeart/2005/8/layout/hierarchy2"/>
    <dgm:cxn modelId="{3915F285-5019-4C88-B41E-FCB7C123E921}" type="presParOf" srcId="{0B6D2AC3-8C4F-4980-A951-42971204BFD0}" destId="{29E07099-EC2A-4AAB-8E2B-CB267B073D6C}" srcOrd="0" destOrd="0" presId="urn:microsoft.com/office/officeart/2005/8/layout/hierarchy2"/>
    <dgm:cxn modelId="{C3705BF9-E0DB-461C-8B8E-92470C43E7C8}" type="presParOf" srcId="{0B6D2AC3-8C4F-4980-A951-42971204BFD0}" destId="{15E24949-7A37-4329-8668-7EEA77B31D7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5C0B43-0FB0-4B96-A926-96C970388F65}" type="doc">
      <dgm:prSet loTypeId="urn:microsoft.com/office/officeart/2005/8/layout/orgChart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1C13D2A1-434B-46C0-B510-6CE3319F640E}">
      <dgm:prSet custT="1"/>
      <dgm:spPr/>
      <dgm:t>
        <a:bodyPr/>
        <a:lstStyle/>
        <a:p>
          <a:pPr algn="ctr"/>
          <a:r>
            <a:rPr lang="en-US" sz="2000" b="0" i="0" dirty="0">
              <a:effectLst/>
              <a:latin typeface="Bahnschrift" panose="020B0502040204020203" pitchFamily="34" charset="0"/>
            </a:rPr>
            <a:t>Region Server runs on HDFS </a:t>
          </a:r>
          <a:r>
            <a:rPr lang="en-US" sz="2000" b="0" i="0" dirty="0" err="1">
              <a:effectLst/>
              <a:latin typeface="Bahnschrift" panose="020B0502040204020203" pitchFamily="34" charset="0"/>
            </a:rPr>
            <a:t>DataNode</a:t>
          </a:r>
          <a:r>
            <a:rPr lang="en-US" sz="2000" b="0" i="0" dirty="0">
              <a:effectLst/>
              <a:latin typeface="Bahnschrift" panose="020B0502040204020203" pitchFamily="34" charset="0"/>
            </a:rPr>
            <a:t> and consists of the following components </a:t>
          </a:r>
        </a:p>
      </dgm:t>
    </dgm:pt>
    <dgm:pt modelId="{E6412DBA-4167-4F8B-8B2B-98462E1FB084}" type="parTrans" cxnId="{72742B28-0D03-403D-B280-53153227B5C8}">
      <dgm:prSet/>
      <dgm:spPr/>
      <dgm:t>
        <a:bodyPr/>
        <a:lstStyle/>
        <a:p>
          <a:endParaRPr lang="en-IN"/>
        </a:p>
      </dgm:t>
    </dgm:pt>
    <dgm:pt modelId="{FF94C9E4-7AAE-4050-9849-D066B8190261}" type="sibTrans" cxnId="{72742B28-0D03-403D-B280-53153227B5C8}">
      <dgm:prSet/>
      <dgm:spPr/>
      <dgm:t>
        <a:bodyPr/>
        <a:lstStyle/>
        <a:p>
          <a:endParaRPr lang="en-IN"/>
        </a:p>
      </dgm:t>
    </dgm:pt>
    <dgm:pt modelId="{2AD087A1-721C-458D-A3C0-D3E1B2355EC0}">
      <dgm:prSet custT="1"/>
      <dgm:spPr/>
      <dgm:t>
        <a:bodyPr/>
        <a:lstStyle/>
        <a:p>
          <a:r>
            <a:rPr lang="en-IN" sz="2200" b="0" i="0" dirty="0">
              <a:effectLst/>
              <a:latin typeface="Bahnschrift" panose="020B0502040204020203" pitchFamily="34" charset="0"/>
            </a:rPr>
            <a:t>Block Cache</a:t>
          </a:r>
          <a:endParaRPr lang="en-US" sz="2200" dirty="0">
            <a:latin typeface="Bahnschrift" panose="020B0502040204020203" pitchFamily="34" charset="0"/>
          </a:endParaRPr>
        </a:p>
      </dgm:t>
    </dgm:pt>
    <dgm:pt modelId="{B22F54FF-F6FE-4404-9808-13DAB4243B69}" type="parTrans" cxnId="{8FA761E9-04F1-4932-82D0-6413B3D151CF}">
      <dgm:prSet/>
      <dgm:spPr/>
      <dgm:t>
        <a:bodyPr/>
        <a:lstStyle/>
        <a:p>
          <a:endParaRPr lang="en-IN"/>
        </a:p>
      </dgm:t>
    </dgm:pt>
    <dgm:pt modelId="{10699873-AE3A-4B76-9A18-978AF521F745}" type="sibTrans" cxnId="{8FA761E9-04F1-4932-82D0-6413B3D151CF}">
      <dgm:prSet/>
      <dgm:spPr/>
      <dgm:t>
        <a:bodyPr/>
        <a:lstStyle/>
        <a:p>
          <a:endParaRPr lang="en-IN"/>
        </a:p>
      </dgm:t>
    </dgm:pt>
    <dgm:pt modelId="{337D258F-31CF-4D05-A69E-14F48B9CB96E}">
      <dgm:prSet custT="1"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r>
            <a:rPr lang="en-IN" sz="2200" b="0" i="0" dirty="0" err="1">
              <a:solidFill>
                <a:srgbClr val="E4E7E9"/>
              </a:solidFill>
              <a:effectLst/>
              <a:latin typeface="Bahnschrift" panose="020B0502040204020203" pitchFamily="34" charset="0"/>
            </a:rPr>
            <a:t>MemStore</a:t>
          </a:r>
          <a:endParaRPr lang="en-IN" sz="2200" b="0" i="0" dirty="0">
            <a:solidFill>
              <a:srgbClr val="E4E7E9"/>
            </a:solidFill>
            <a:effectLst/>
            <a:latin typeface="Bahnschrift" panose="020B0502040204020203" pitchFamily="34" charset="0"/>
          </a:endParaRPr>
        </a:p>
      </dgm:t>
    </dgm:pt>
    <dgm:pt modelId="{8A45ADBF-AA5C-4B88-BA3A-ECB715AE051B}" type="parTrans" cxnId="{CB980ACB-DF3D-4B55-B8EA-FCD4B79BF1B0}">
      <dgm:prSet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endParaRPr lang="en-IN">
            <a:solidFill>
              <a:srgbClr val="E4E7E9"/>
            </a:solidFill>
          </a:endParaRPr>
        </a:p>
      </dgm:t>
    </dgm:pt>
    <dgm:pt modelId="{3AA9FF7C-A24A-4AA8-9A6C-9F5C02D237DE}" type="sibTrans" cxnId="{CB980ACB-DF3D-4B55-B8EA-FCD4B79BF1B0}">
      <dgm:prSet/>
      <dgm:spPr/>
      <dgm:t>
        <a:bodyPr/>
        <a:lstStyle/>
        <a:p>
          <a:endParaRPr lang="en-IN"/>
        </a:p>
      </dgm:t>
    </dgm:pt>
    <dgm:pt modelId="{66865E0E-3AC4-4E86-B4B5-628B71AD14EF}">
      <dgm:prSet custT="1"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r>
            <a:rPr lang="en-IN" sz="2200" b="0" i="0" dirty="0">
              <a:solidFill>
                <a:srgbClr val="E4E7E9"/>
              </a:solidFill>
              <a:effectLst/>
              <a:latin typeface="Bahnschrift" panose="020B0502040204020203" pitchFamily="34" charset="0"/>
            </a:rPr>
            <a:t>Write Ahead Log (WAL)</a:t>
          </a:r>
          <a:endParaRPr lang="en-IN" sz="2200" dirty="0">
            <a:solidFill>
              <a:srgbClr val="E4E7E9"/>
            </a:solidFill>
            <a:latin typeface="Bahnschrift" panose="020B0502040204020203" pitchFamily="34" charset="0"/>
          </a:endParaRPr>
        </a:p>
      </dgm:t>
    </dgm:pt>
    <dgm:pt modelId="{08D3CD94-0669-4676-A712-B3EB4BB5E6EA}" type="parTrans" cxnId="{5B7B958E-3DEC-4CEE-9F26-D3ECE519E122}">
      <dgm:prSet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endParaRPr lang="en-IN">
            <a:solidFill>
              <a:srgbClr val="E4E7E9"/>
            </a:solidFill>
          </a:endParaRPr>
        </a:p>
      </dgm:t>
    </dgm:pt>
    <dgm:pt modelId="{E0886B06-0C22-4580-96E8-8C86A13BF8FB}" type="sibTrans" cxnId="{5B7B958E-3DEC-4CEE-9F26-D3ECE519E122}">
      <dgm:prSet/>
      <dgm:spPr/>
      <dgm:t>
        <a:bodyPr/>
        <a:lstStyle/>
        <a:p>
          <a:endParaRPr lang="en-IN"/>
        </a:p>
      </dgm:t>
    </dgm:pt>
    <dgm:pt modelId="{D15440BB-657E-4141-841D-52A7873147C2}">
      <dgm:prSet custT="1"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r>
            <a:rPr lang="en-IN" sz="2200" b="0" i="0">
              <a:solidFill>
                <a:srgbClr val="E4E7E9"/>
              </a:solidFill>
              <a:effectLst/>
              <a:latin typeface="Bahnschrift" panose="020B0502040204020203" pitchFamily="34" charset="0"/>
            </a:rPr>
            <a:t>HFile</a:t>
          </a:r>
          <a:endParaRPr lang="en-US" sz="2200" dirty="0">
            <a:solidFill>
              <a:srgbClr val="E4E7E9"/>
            </a:solidFill>
            <a:latin typeface="Bahnschrift" panose="020B0502040204020203" pitchFamily="34" charset="0"/>
          </a:endParaRPr>
        </a:p>
      </dgm:t>
    </dgm:pt>
    <dgm:pt modelId="{48B0251D-FFFF-4C8C-8BEB-9FABE0BC0C01}" type="parTrans" cxnId="{98101765-C5B9-4744-871E-5A7027757F99}">
      <dgm:prSet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endParaRPr lang="en-IN">
            <a:solidFill>
              <a:srgbClr val="E4E7E9"/>
            </a:solidFill>
          </a:endParaRPr>
        </a:p>
      </dgm:t>
    </dgm:pt>
    <dgm:pt modelId="{14B73B19-D72C-4C0F-868F-A0E93425BAE3}" type="sibTrans" cxnId="{98101765-C5B9-4744-871E-5A7027757F99}">
      <dgm:prSet/>
      <dgm:spPr/>
      <dgm:t>
        <a:bodyPr/>
        <a:lstStyle/>
        <a:p>
          <a:endParaRPr lang="en-IN"/>
        </a:p>
      </dgm:t>
    </dgm:pt>
    <dgm:pt modelId="{B2186B7F-7298-4E07-8E05-EE117CEF8B90}" type="pres">
      <dgm:prSet presAssocID="{E65C0B43-0FB0-4B96-A926-96C970388F6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482EBE2-6679-4E99-AAFA-38E90672F26C}" type="pres">
      <dgm:prSet presAssocID="{1C13D2A1-434B-46C0-B510-6CE3319F640E}" presName="hierRoot1" presStyleCnt="0">
        <dgm:presLayoutVars>
          <dgm:hierBranch val="init"/>
        </dgm:presLayoutVars>
      </dgm:prSet>
      <dgm:spPr/>
    </dgm:pt>
    <dgm:pt modelId="{A90A565A-2D19-4CAC-9200-B5DF9D0CAC27}" type="pres">
      <dgm:prSet presAssocID="{1C13D2A1-434B-46C0-B510-6CE3319F640E}" presName="rootComposite1" presStyleCnt="0"/>
      <dgm:spPr/>
    </dgm:pt>
    <dgm:pt modelId="{BC036537-3530-4EB6-92AF-7350D94C8934}" type="pres">
      <dgm:prSet presAssocID="{1C13D2A1-434B-46C0-B510-6CE3319F640E}" presName="rootText1" presStyleLbl="node0" presStyleIdx="0" presStyleCnt="1" custScaleX="151059" custScaleY="177620" custLinFactY="-12917" custLinFactNeighborX="2851" custLinFactNeighborY="-100000">
        <dgm:presLayoutVars>
          <dgm:chPref val="3"/>
        </dgm:presLayoutVars>
      </dgm:prSet>
      <dgm:spPr/>
    </dgm:pt>
    <dgm:pt modelId="{B2FF4760-4D14-4CBE-9E63-213C21BECE3C}" type="pres">
      <dgm:prSet presAssocID="{1C13D2A1-434B-46C0-B510-6CE3319F640E}" presName="rootConnector1" presStyleLbl="node1" presStyleIdx="0" presStyleCnt="0"/>
      <dgm:spPr/>
    </dgm:pt>
    <dgm:pt modelId="{9011CA9E-7510-44C6-AA47-96468A3DE5C9}" type="pres">
      <dgm:prSet presAssocID="{1C13D2A1-434B-46C0-B510-6CE3319F640E}" presName="hierChild2" presStyleCnt="0"/>
      <dgm:spPr/>
    </dgm:pt>
    <dgm:pt modelId="{1E415892-06F1-406E-BDB1-474BA2FDF185}" type="pres">
      <dgm:prSet presAssocID="{B22F54FF-F6FE-4404-9808-13DAB4243B69}" presName="Name37" presStyleLbl="parChTrans1D2" presStyleIdx="0" presStyleCnt="4"/>
      <dgm:spPr/>
    </dgm:pt>
    <dgm:pt modelId="{FFB680AF-59D0-4905-AF8A-F62CA6972CEE}" type="pres">
      <dgm:prSet presAssocID="{2AD087A1-721C-458D-A3C0-D3E1B2355EC0}" presName="hierRoot2" presStyleCnt="0">
        <dgm:presLayoutVars>
          <dgm:hierBranch val="init"/>
        </dgm:presLayoutVars>
      </dgm:prSet>
      <dgm:spPr/>
    </dgm:pt>
    <dgm:pt modelId="{BA3B95EA-7688-48B2-950E-B591C5B8BC5C}" type="pres">
      <dgm:prSet presAssocID="{2AD087A1-721C-458D-A3C0-D3E1B2355EC0}" presName="rootComposite" presStyleCnt="0"/>
      <dgm:spPr/>
    </dgm:pt>
    <dgm:pt modelId="{3053C6AC-1C73-436F-B7E6-B255AB774E41}" type="pres">
      <dgm:prSet presAssocID="{2AD087A1-721C-458D-A3C0-D3E1B2355EC0}" presName="rootText" presStyleLbl="node2" presStyleIdx="0" presStyleCnt="4" custLinFactY="-11280" custLinFactNeighborX="5461" custLinFactNeighborY="-100000">
        <dgm:presLayoutVars>
          <dgm:chPref val="3"/>
        </dgm:presLayoutVars>
      </dgm:prSet>
      <dgm:spPr/>
    </dgm:pt>
    <dgm:pt modelId="{3A1FC7E4-F8FB-4418-A4E3-B39D146FA7C7}" type="pres">
      <dgm:prSet presAssocID="{2AD087A1-721C-458D-A3C0-D3E1B2355EC0}" presName="rootConnector" presStyleLbl="node2" presStyleIdx="0" presStyleCnt="4"/>
      <dgm:spPr/>
    </dgm:pt>
    <dgm:pt modelId="{4A94AECE-AE08-44E3-A297-7DA56DC9ACC4}" type="pres">
      <dgm:prSet presAssocID="{2AD087A1-721C-458D-A3C0-D3E1B2355EC0}" presName="hierChild4" presStyleCnt="0"/>
      <dgm:spPr/>
    </dgm:pt>
    <dgm:pt modelId="{3577BEEE-FFF0-446F-A3F3-5309E2688C06}" type="pres">
      <dgm:prSet presAssocID="{2AD087A1-721C-458D-A3C0-D3E1B2355EC0}" presName="hierChild5" presStyleCnt="0"/>
      <dgm:spPr/>
    </dgm:pt>
    <dgm:pt modelId="{3E54744F-0A10-475E-A8EF-EBECAA495DFF}" type="pres">
      <dgm:prSet presAssocID="{8A45ADBF-AA5C-4B88-BA3A-ECB715AE051B}" presName="Name37" presStyleLbl="parChTrans1D2" presStyleIdx="1" presStyleCnt="4"/>
      <dgm:spPr/>
    </dgm:pt>
    <dgm:pt modelId="{EB6F73BF-2856-49F0-AF96-88932189EFE3}" type="pres">
      <dgm:prSet presAssocID="{337D258F-31CF-4D05-A69E-14F48B9CB96E}" presName="hierRoot2" presStyleCnt="0">
        <dgm:presLayoutVars>
          <dgm:hierBranch val="init"/>
        </dgm:presLayoutVars>
      </dgm:prSet>
      <dgm:spPr/>
    </dgm:pt>
    <dgm:pt modelId="{837538C9-F10E-4539-9518-5FF8C1FC394A}" type="pres">
      <dgm:prSet presAssocID="{337D258F-31CF-4D05-A69E-14F48B9CB96E}" presName="rootComposite" presStyleCnt="0"/>
      <dgm:spPr/>
    </dgm:pt>
    <dgm:pt modelId="{B4DCD307-70D7-47F8-9E2C-AA9ECB2A86FB}" type="pres">
      <dgm:prSet presAssocID="{337D258F-31CF-4D05-A69E-14F48B9CB96E}" presName="rootText" presStyleLbl="node2" presStyleIdx="1" presStyleCnt="4" custLinFactNeighborX="-34366" custLinFactNeighborY="34366">
        <dgm:presLayoutVars>
          <dgm:chPref val="3"/>
        </dgm:presLayoutVars>
      </dgm:prSet>
      <dgm:spPr/>
    </dgm:pt>
    <dgm:pt modelId="{83718C3B-464C-45BC-8782-5E75554AEBEC}" type="pres">
      <dgm:prSet presAssocID="{337D258F-31CF-4D05-A69E-14F48B9CB96E}" presName="rootConnector" presStyleLbl="node2" presStyleIdx="1" presStyleCnt="4"/>
      <dgm:spPr/>
    </dgm:pt>
    <dgm:pt modelId="{9F973C11-2FEE-4FEB-A0BB-5B95A9321D25}" type="pres">
      <dgm:prSet presAssocID="{337D258F-31CF-4D05-A69E-14F48B9CB96E}" presName="hierChild4" presStyleCnt="0"/>
      <dgm:spPr/>
    </dgm:pt>
    <dgm:pt modelId="{DD255EF2-744C-467C-B2E0-8B73B7883E28}" type="pres">
      <dgm:prSet presAssocID="{337D258F-31CF-4D05-A69E-14F48B9CB96E}" presName="hierChild5" presStyleCnt="0"/>
      <dgm:spPr/>
    </dgm:pt>
    <dgm:pt modelId="{6A1345EF-AF88-4388-8153-9FB1630B84F1}" type="pres">
      <dgm:prSet presAssocID="{08D3CD94-0669-4676-A712-B3EB4BB5E6EA}" presName="Name37" presStyleLbl="parChTrans1D2" presStyleIdx="2" presStyleCnt="4"/>
      <dgm:spPr/>
    </dgm:pt>
    <dgm:pt modelId="{01E6DCB6-D26F-4679-9216-160CF017E529}" type="pres">
      <dgm:prSet presAssocID="{66865E0E-3AC4-4E86-B4B5-628B71AD14EF}" presName="hierRoot2" presStyleCnt="0">
        <dgm:presLayoutVars>
          <dgm:hierBranch val="init"/>
        </dgm:presLayoutVars>
      </dgm:prSet>
      <dgm:spPr/>
    </dgm:pt>
    <dgm:pt modelId="{4CCD173F-6342-4DF3-826D-861F416A50A1}" type="pres">
      <dgm:prSet presAssocID="{66865E0E-3AC4-4E86-B4B5-628B71AD14EF}" presName="rootComposite" presStyleCnt="0"/>
      <dgm:spPr/>
    </dgm:pt>
    <dgm:pt modelId="{9FA4FE8E-8B55-456F-9519-5AA600AB4AA1}" type="pres">
      <dgm:prSet presAssocID="{66865E0E-3AC4-4E86-B4B5-628B71AD14EF}" presName="rootText" presStyleLbl="node2" presStyleIdx="2" presStyleCnt="4" custLinFactNeighborX="34648" custLinFactNeighborY="34364">
        <dgm:presLayoutVars>
          <dgm:chPref val="3"/>
        </dgm:presLayoutVars>
      </dgm:prSet>
      <dgm:spPr/>
    </dgm:pt>
    <dgm:pt modelId="{34F56497-69F4-448E-8144-722D7CCD1CDD}" type="pres">
      <dgm:prSet presAssocID="{66865E0E-3AC4-4E86-B4B5-628B71AD14EF}" presName="rootConnector" presStyleLbl="node2" presStyleIdx="2" presStyleCnt="4"/>
      <dgm:spPr/>
    </dgm:pt>
    <dgm:pt modelId="{102D6C15-35A9-492F-89D7-0F61ED1C5C42}" type="pres">
      <dgm:prSet presAssocID="{66865E0E-3AC4-4E86-B4B5-628B71AD14EF}" presName="hierChild4" presStyleCnt="0"/>
      <dgm:spPr/>
    </dgm:pt>
    <dgm:pt modelId="{E67A93C9-EE2C-401F-A644-D4E86976AF67}" type="pres">
      <dgm:prSet presAssocID="{66865E0E-3AC4-4E86-B4B5-628B71AD14EF}" presName="hierChild5" presStyleCnt="0"/>
      <dgm:spPr/>
    </dgm:pt>
    <dgm:pt modelId="{5B79440C-23F0-4550-9BC6-DBDD1106E4CE}" type="pres">
      <dgm:prSet presAssocID="{48B0251D-FFFF-4C8C-8BEB-9FABE0BC0C01}" presName="Name37" presStyleLbl="parChTrans1D2" presStyleIdx="3" presStyleCnt="4"/>
      <dgm:spPr/>
    </dgm:pt>
    <dgm:pt modelId="{67150E56-380D-479E-950B-41D3DA08E2C2}" type="pres">
      <dgm:prSet presAssocID="{D15440BB-657E-4141-841D-52A7873147C2}" presName="hierRoot2" presStyleCnt="0">
        <dgm:presLayoutVars>
          <dgm:hierBranch val="init"/>
        </dgm:presLayoutVars>
      </dgm:prSet>
      <dgm:spPr/>
    </dgm:pt>
    <dgm:pt modelId="{3C1F1AE1-A2D0-40A9-9840-E11E8D18CA77}" type="pres">
      <dgm:prSet presAssocID="{D15440BB-657E-4141-841D-52A7873147C2}" presName="rootComposite" presStyleCnt="0"/>
      <dgm:spPr/>
    </dgm:pt>
    <dgm:pt modelId="{D195D668-E8ED-4F9A-BB30-E8CB1D9CF53F}" type="pres">
      <dgm:prSet presAssocID="{D15440BB-657E-4141-841D-52A7873147C2}" presName="rootText" presStyleLbl="node2" presStyleIdx="3" presStyleCnt="4" custLinFactY="-11281" custLinFactNeighborX="240" custLinFactNeighborY="-100000">
        <dgm:presLayoutVars>
          <dgm:chPref val="3"/>
        </dgm:presLayoutVars>
      </dgm:prSet>
      <dgm:spPr/>
    </dgm:pt>
    <dgm:pt modelId="{A6E27386-479F-4270-BA22-764B1253D3E5}" type="pres">
      <dgm:prSet presAssocID="{D15440BB-657E-4141-841D-52A7873147C2}" presName="rootConnector" presStyleLbl="node2" presStyleIdx="3" presStyleCnt="4"/>
      <dgm:spPr/>
    </dgm:pt>
    <dgm:pt modelId="{F1FB8BDE-61DE-4CF0-8751-279EA1ED9736}" type="pres">
      <dgm:prSet presAssocID="{D15440BB-657E-4141-841D-52A7873147C2}" presName="hierChild4" presStyleCnt="0"/>
      <dgm:spPr/>
    </dgm:pt>
    <dgm:pt modelId="{A2C7F1D2-E046-409B-832B-01EBAB89A588}" type="pres">
      <dgm:prSet presAssocID="{D15440BB-657E-4141-841D-52A7873147C2}" presName="hierChild5" presStyleCnt="0"/>
      <dgm:spPr/>
    </dgm:pt>
    <dgm:pt modelId="{B179032E-6D00-49D0-9A5C-38DAA6248BCC}" type="pres">
      <dgm:prSet presAssocID="{1C13D2A1-434B-46C0-B510-6CE3319F640E}" presName="hierChild3" presStyleCnt="0"/>
      <dgm:spPr/>
    </dgm:pt>
  </dgm:ptLst>
  <dgm:cxnLst>
    <dgm:cxn modelId="{5BCE7503-7A28-47BA-883C-0DBB6A743C9B}" type="presOf" srcId="{337D258F-31CF-4D05-A69E-14F48B9CB96E}" destId="{83718C3B-464C-45BC-8782-5E75554AEBEC}" srcOrd="1" destOrd="0" presId="urn:microsoft.com/office/officeart/2005/8/layout/orgChart1"/>
    <dgm:cxn modelId="{AF367E0B-9309-470E-B2E0-2297284190CF}" type="presOf" srcId="{2AD087A1-721C-458D-A3C0-D3E1B2355EC0}" destId="{3053C6AC-1C73-436F-B7E6-B255AB774E41}" srcOrd="0" destOrd="0" presId="urn:microsoft.com/office/officeart/2005/8/layout/orgChart1"/>
    <dgm:cxn modelId="{A358ED0E-D51A-47D6-B7AF-9CEBDDB6ABA4}" type="presOf" srcId="{1C13D2A1-434B-46C0-B510-6CE3319F640E}" destId="{BC036537-3530-4EB6-92AF-7350D94C8934}" srcOrd="0" destOrd="0" presId="urn:microsoft.com/office/officeart/2005/8/layout/orgChart1"/>
    <dgm:cxn modelId="{51706712-7FD8-49E8-8E31-1943C7C9CBF5}" type="presOf" srcId="{8A45ADBF-AA5C-4B88-BA3A-ECB715AE051B}" destId="{3E54744F-0A10-475E-A8EF-EBECAA495DFF}" srcOrd="0" destOrd="0" presId="urn:microsoft.com/office/officeart/2005/8/layout/orgChart1"/>
    <dgm:cxn modelId="{7FD85F1B-FD6E-40A1-A59C-C1C5B2A0E9BE}" type="presOf" srcId="{2AD087A1-721C-458D-A3C0-D3E1B2355EC0}" destId="{3A1FC7E4-F8FB-4418-A4E3-B39D146FA7C7}" srcOrd="1" destOrd="0" presId="urn:microsoft.com/office/officeart/2005/8/layout/orgChart1"/>
    <dgm:cxn modelId="{C94AF721-B50B-4075-A423-4BF80B64F045}" type="presOf" srcId="{D15440BB-657E-4141-841D-52A7873147C2}" destId="{A6E27386-479F-4270-BA22-764B1253D3E5}" srcOrd="1" destOrd="0" presId="urn:microsoft.com/office/officeart/2005/8/layout/orgChart1"/>
    <dgm:cxn modelId="{0843F127-CB4F-46D8-B2CB-51F0BBCA52B2}" type="presOf" srcId="{E65C0B43-0FB0-4B96-A926-96C970388F65}" destId="{B2186B7F-7298-4E07-8E05-EE117CEF8B90}" srcOrd="0" destOrd="0" presId="urn:microsoft.com/office/officeart/2005/8/layout/orgChart1"/>
    <dgm:cxn modelId="{72742B28-0D03-403D-B280-53153227B5C8}" srcId="{E65C0B43-0FB0-4B96-A926-96C970388F65}" destId="{1C13D2A1-434B-46C0-B510-6CE3319F640E}" srcOrd="0" destOrd="0" parTransId="{E6412DBA-4167-4F8B-8B2B-98462E1FB084}" sibTransId="{FF94C9E4-7AAE-4050-9849-D066B8190261}"/>
    <dgm:cxn modelId="{8216FF38-ACCC-4112-A06C-23C81BDFD2FF}" type="presOf" srcId="{D15440BB-657E-4141-841D-52A7873147C2}" destId="{D195D668-E8ED-4F9A-BB30-E8CB1D9CF53F}" srcOrd="0" destOrd="0" presId="urn:microsoft.com/office/officeart/2005/8/layout/orgChart1"/>
    <dgm:cxn modelId="{EB1DDC3D-669F-4B7F-9211-3FFDD2906E9B}" type="presOf" srcId="{66865E0E-3AC4-4E86-B4B5-628B71AD14EF}" destId="{34F56497-69F4-448E-8144-722D7CCD1CDD}" srcOrd="1" destOrd="0" presId="urn:microsoft.com/office/officeart/2005/8/layout/orgChart1"/>
    <dgm:cxn modelId="{98101765-C5B9-4744-871E-5A7027757F99}" srcId="{1C13D2A1-434B-46C0-B510-6CE3319F640E}" destId="{D15440BB-657E-4141-841D-52A7873147C2}" srcOrd="3" destOrd="0" parTransId="{48B0251D-FFFF-4C8C-8BEB-9FABE0BC0C01}" sibTransId="{14B73B19-D72C-4C0F-868F-A0E93425BAE3}"/>
    <dgm:cxn modelId="{6805BD6F-7332-468D-B3E5-76EA47510FAD}" type="presOf" srcId="{B22F54FF-F6FE-4404-9808-13DAB4243B69}" destId="{1E415892-06F1-406E-BDB1-474BA2FDF185}" srcOrd="0" destOrd="0" presId="urn:microsoft.com/office/officeart/2005/8/layout/orgChart1"/>
    <dgm:cxn modelId="{F17A3B73-5F49-4B1E-B2C9-1271E6F7ABDB}" type="presOf" srcId="{48B0251D-FFFF-4C8C-8BEB-9FABE0BC0C01}" destId="{5B79440C-23F0-4550-9BC6-DBDD1106E4CE}" srcOrd="0" destOrd="0" presId="urn:microsoft.com/office/officeart/2005/8/layout/orgChart1"/>
    <dgm:cxn modelId="{5B7B958E-3DEC-4CEE-9F26-D3ECE519E122}" srcId="{1C13D2A1-434B-46C0-B510-6CE3319F640E}" destId="{66865E0E-3AC4-4E86-B4B5-628B71AD14EF}" srcOrd="2" destOrd="0" parTransId="{08D3CD94-0669-4676-A712-B3EB4BB5E6EA}" sibTransId="{E0886B06-0C22-4580-96E8-8C86A13BF8FB}"/>
    <dgm:cxn modelId="{F9EBC39C-46A0-4BC7-B666-02C43B86AE50}" type="presOf" srcId="{1C13D2A1-434B-46C0-B510-6CE3319F640E}" destId="{B2FF4760-4D14-4CBE-9E63-213C21BECE3C}" srcOrd="1" destOrd="0" presId="urn:microsoft.com/office/officeart/2005/8/layout/orgChart1"/>
    <dgm:cxn modelId="{C2AE5EBF-5C6C-4A3B-AE30-72EAA82C9E2D}" type="presOf" srcId="{08D3CD94-0669-4676-A712-B3EB4BB5E6EA}" destId="{6A1345EF-AF88-4388-8153-9FB1630B84F1}" srcOrd="0" destOrd="0" presId="urn:microsoft.com/office/officeart/2005/8/layout/orgChart1"/>
    <dgm:cxn modelId="{CB980ACB-DF3D-4B55-B8EA-FCD4B79BF1B0}" srcId="{1C13D2A1-434B-46C0-B510-6CE3319F640E}" destId="{337D258F-31CF-4D05-A69E-14F48B9CB96E}" srcOrd="1" destOrd="0" parTransId="{8A45ADBF-AA5C-4B88-BA3A-ECB715AE051B}" sibTransId="{3AA9FF7C-A24A-4AA8-9A6C-9F5C02D237DE}"/>
    <dgm:cxn modelId="{1A6B46DB-EB57-421A-A78E-49E3DF2034D9}" type="presOf" srcId="{66865E0E-3AC4-4E86-B4B5-628B71AD14EF}" destId="{9FA4FE8E-8B55-456F-9519-5AA600AB4AA1}" srcOrd="0" destOrd="0" presId="urn:microsoft.com/office/officeart/2005/8/layout/orgChart1"/>
    <dgm:cxn modelId="{8FA761E9-04F1-4932-82D0-6413B3D151CF}" srcId="{1C13D2A1-434B-46C0-B510-6CE3319F640E}" destId="{2AD087A1-721C-458D-A3C0-D3E1B2355EC0}" srcOrd="0" destOrd="0" parTransId="{B22F54FF-F6FE-4404-9808-13DAB4243B69}" sibTransId="{10699873-AE3A-4B76-9A18-978AF521F745}"/>
    <dgm:cxn modelId="{1CC678F3-F956-4846-9872-9827950DEB5E}" type="presOf" srcId="{337D258F-31CF-4D05-A69E-14F48B9CB96E}" destId="{B4DCD307-70D7-47F8-9E2C-AA9ECB2A86FB}" srcOrd="0" destOrd="0" presId="urn:microsoft.com/office/officeart/2005/8/layout/orgChart1"/>
    <dgm:cxn modelId="{7D4B0E9D-3460-4D99-9F4C-209BDC83320D}" type="presParOf" srcId="{B2186B7F-7298-4E07-8E05-EE117CEF8B90}" destId="{B482EBE2-6679-4E99-AAFA-38E90672F26C}" srcOrd="0" destOrd="0" presId="urn:microsoft.com/office/officeart/2005/8/layout/orgChart1"/>
    <dgm:cxn modelId="{EA99D056-D6B1-4D74-BE64-A369DE28F0E7}" type="presParOf" srcId="{B482EBE2-6679-4E99-AAFA-38E90672F26C}" destId="{A90A565A-2D19-4CAC-9200-B5DF9D0CAC27}" srcOrd="0" destOrd="0" presId="urn:microsoft.com/office/officeart/2005/8/layout/orgChart1"/>
    <dgm:cxn modelId="{FE2F5726-AFFD-4CFF-8CB0-77D62D742A6E}" type="presParOf" srcId="{A90A565A-2D19-4CAC-9200-B5DF9D0CAC27}" destId="{BC036537-3530-4EB6-92AF-7350D94C8934}" srcOrd="0" destOrd="0" presId="urn:microsoft.com/office/officeart/2005/8/layout/orgChart1"/>
    <dgm:cxn modelId="{9C9FF0DF-9198-4D67-9E14-2BCFE4FDD0F1}" type="presParOf" srcId="{A90A565A-2D19-4CAC-9200-B5DF9D0CAC27}" destId="{B2FF4760-4D14-4CBE-9E63-213C21BECE3C}" srcOrd="1" destOrd="0" presId="urn:microsoft.com/office/officeart/2005/8/layout/orgChart1"/>
    <dgm:cxn modelId="{3E152E3E-8045-4B3E-81CF-3B79872A5BF9}" type="presParOf" srcId="{B482EBE2-6679-4E99-AAFA-38E90672F26C}" destId="{9011CA9E-7510-44C6-AA47-96468A3DE5C9}" srcOrd="1" destOrd="0" presId="urn:microsoft.com/office/officeart/2005/8/layout/orgChart1"/>
    <dgm:cxn modelId="{1640A059-11FE-475E-B9F1-88DFE1ABF15C}" type="presParOf" srcId="{9011CA9E-7510-44C6-AA47-96468A3DE5C9}" destId="{1E415892-06F1-406E-BDB1-474BA2FDF185}" srcOrd="0" destOrd="0" presId="urn:microsoft.com/office/officeart/2005/8/layout/orgChart1"/>
    <dgm:cxn modelId="{2D6DF613-9F5A-414B-8130-F2F4881768B4}" type="presParOf" srcId="{9011CA9E-7510-44C6-AA47-96468A3DE5C9}" destId="{FFB680AF-59D0-4905-AF8A-F62CA6972CEE}" srcOrd="1" destOrd="0" presId="urn:microsoft.com/office/officeart/2005/8/layout/orgChart1"/>
    <dgm:cxn modelId="{7813E563-59C9-4579-B448-C7346BAF89D0}" type="presParOf" srcId="{FFB680AF-59D0-4905-AF8A-F62CA6972CEE}" destId="{BA3B95EA-7688-48B2-950E-B591C5B8BC5C}" srcOrd="0" destOrd="0" presId="urn:microsoft.com/office/officeart/2005/8/layout/orgChart1"/>
    <dgm:cxn modelId="{47F10487-0025-4608-84A9-EC8CC674D0D6}" type="presParOf" srcId="{BA3B95EA-7688-48B2-950E-B591C5B8BC5C}" destId="{3053C6AC-1C73-436F-B7E6-B255AB774E41}" srcOrd="0" destOrd="0" presId="urn:microsoft.com/office/officeart/2005/8/layout/orgChart1"/>
    <dgm:cxn modelId="{E30090BC-02D6-4D85-A81B-998F84782650}" type="presParOf" srcId="{BA3B95EA-7688-48B2-950E-B591C5B8BC5C}" destId="{3A1FC7E4-F8FB-4418-A4E3-B39D146FA7C7}" srcOrd="1" destOrd="0" presId="urn:microsoft.com/office/officeart/2005/8/layout/orgChart1"/>
    <dgm:cxn modelId="{F47EC7C6-03AB-4255-B688-96FAB827C37D}" type="presParOf" srcId="{FFB680AF-59D0-4905-AF8A-F62CA6972CEE}" destId="{4A94AECE-AE08-44E3-A297-7DA56DC9ACC4}" srcOrd="1" destOrd="0" presId="urn:microsoft.com/office/officeart/2005/8/layout/orgChart1"/>
    <dgm:cxn modelId="{5879F4B7-0489-4D92-869C-7F1E96A2B716}" type="presParOf" srcId="{FFB680AF-59D0-4905-AF8A-F62CA6972CEE}" destId="{3577BEEE-FFF0-446F-A3F3-5309E2688C06}" srcOrd="2" destOrd="0" presId="urn:microsoft.com/office/officeart/2005/8/layout/orgChart1"/>
    <dgm:cxn modelId="{B58216F4-40B2-4C44-A1CB-CE29F061278A}" type="presParOf" srcId="{9011CA9E-7510-44C6-AA47-96468A3DE5C9}" destId="{3E54744F-0A10-475E-A8EF-EBECAA495DFF}" srcOrd="2" destOrd="0" presId="urn:microsoft.com/office/officeart/2005/8/layout/orgChart1"/>
    <dgm:cxn modelId="{5E9E6ED5-6248-44D9-BE88-A04DA0A2707C}" type="presParOf" srcId="{9011CA9E-7510-44C6-AA47-96468A3DE5C9}" destId="{EB6F73BF-2856-49F0-AF96-88932189EFE3}" srcOrd="3" destOrd="0" presId="urn:microsoft.com/office/officeart/2005/8/layout/orgChart1"/>
    <dgm:cxn modelId="{DF770DE2-9334-40C1-804C-3334BE208D39}" type="presParOf" srcId="{EB6F73BF-2856-49F0-AF96-88932189EFE3}" destId="{837538C9-F10E-4539-9518-5FF8C1FC394A}" srcOrd="0" destOrd="0" presId="urn:microsoft.com/office/officeart/2005/8/layout/orgChart1"/>
    <dgm:cxn modelId="{2266CC99-8A30-4084-8C58-5051DD464FE9}" type="presParOf" srcId="{837538C9-F10E-4539-9518-5FF8C1FC394A}" destId="{B4DCD307-70D7-47F8-9E2C-AA9ECB2A86FB}" srcOrd="0" destOrd="0" presId="urn:microsoft.com/office/officeart/2005/8/layout/orgChart1"/>
    <dgm:cxn modelId="{1947E6B7-B5BA-4AB7-9262-5AC4E5D01559}" type="presParOf" srcId="{837538C9-F10E-4539-9518-5FF8C1FC394A}" destId="{83718C3B-464C-45BC-8782-5E75554AEBEC}" srcOrd="1" destOrd="0" presId="urn:microsoft.com/office/officeart/2005/8/layout/orgChart1"/>
    <dgm:cxn modelId="{0398D6C3-6D4A-4EF5-82F0-89D208837A00}" type="presParOf" srcId="{EB6F73BF-2856-49F0-AF96-88932189EFE3}" destId="{9F973C11-2FEE-4FEB-A0BB-5B95A9321D25}" srcOrd="1" destOrd="0" presId="urn:microsoft.com/office/officeart/2005/8/layout/orgChart1"/>
    <dgm:cxn modelId="{F8A989F5-55DC-4E36-AD99-F552AE5AB3BB}" type="presParOf" srcId="{EB6F73BF-2856-49F0-AF96-88932189EFE3}" destId="{DD255EF2-744C-467C-B2E0-8B73B7883E28}" srcOrd="2" destOrd="0" presId="urn:microsoft.com/office/officeart/2005/8/layout/orgChart1"/>
    <dgm:cxn modelId="{AE84137F-01B1-4E6E-B7A4-B3C294CA3A2A}" type="presParOf" srcId="{9011CA9E-7510-44C6-AA47-96468A3DE5C9}" destId="{6A1345EF-AF88-4388-8153-9FB1630B84F1}" srcOrd="4" destOrd="0" presId="urn:microsoft.com/office/officeart/2005/8/layout/orgChart1"/>
    <dgm:cxn modelId="{CB8CA5F9-F631-44DE-A967-A068B666FA91}" type="presParOf" srcId="{9011CA9E-7510-44C6-AA47-96468A3DE5C9}" destId="{01E6DCB6-D26F-4679-9216-160CF017E529}" srcOrd="5" destOrd="0" presId="urn:microsoft.com/office/officeart/2005/8/layout/orgChart1"/>
    <dgm:cxn modelId="{9D42282E-C109-4BAF-8B9F-3DF906BF1CA1}" type="presParOf" srcId="{01E6DCB6-D26F-4679-9216-160CF017E529}" destId="{4CCD173F-6342-4DF3-826D-861F416A50A1}" srcOrd="0" destOrd="0" presId="urn:microsoft.com/office/officeart/2005/8/layout/orgChart1"/>
    <dgm:cxn modelId="{732E37E8-E2F7-4BB2-B334-15ECE97104C4}" type="presParOf" srcId="{4CCD173F-6342-4DF3-826D-861F416A50A1}" destId="{9FA4FE8E-8B55-456F-9519-5AA600AB4AA1}" srcOrd="0" destOrd="0" presId="urn:microsoft.com/office/officeart/2005/8/layout/orgChart1"/>
    <dgm:cxn modelId="{AAE7A97A-CF25-4ADD-8AC8-D653D6B0869C}" type="presParOf" srcId="{4CCD173F-6342-4DF3-826D-861F416A50A1}" destId="{34F56497-69F4-448E-8144-722D7CCD1CDD}" srcOrd="1" destOrd="0" presId="urn:microsoft.com/office/officeart/2005/8/layout/orgChart1"/>
    <dgm:cxn modelId="{311058D4-6727-49EB-A788-8BA08B2FC183}" type="presParOf" srcId="{01E6DCB6-D26F-4679-9216-160CF017E529}" destId="{102D6C15-35A9-492F-89D7-0F61ED1C5C42}" srcOrd="1" destOrd="0" presId="urn:microsoft.com/office/officeart/2005/8/layout/orgChart1"/>
    <dgm:cxn modelId="{F9C526D1-C8F3-46B7-AAE1-75B2C0FCAB14}" type="presParOf" srcId="{01E6DCB6-D26F-4679-9216-160CF017E529}" destId="{E67A93C9-EE2C-401F-A644-D4E86976AF67}" srcOrd="2" destOrd="0" presId="urn:microsoft.com/office/officeart/2005/8/layout/orgChart1"/>
    <dgm:cxn modelId="{F36531CD-7A12-4D69-BB37-04B77E80495F}" type="presParOf" srcId="{9011CA9E-7510-44C6-AA47-96468A3DE5C9}" destId="{5B79440C-23F0-4550-9BC6-DBDD1106E4CE}" srcOrd="6" destOrd="0" presId="urn:microsoft.com/office/officeart/2005/8/layout/orgChart1"/>
    <dgm:cxn modelId="{E003031B-EECB-4C77-8EBB-16E9B20694BD}" type="presParOf" srcId="{9011CA9E-7510-44C6-AA47-96468A3DE5C9}" destId="{67150E56-380D-479E-950B-41D3DA08E2C2}" srcOrd="7" destOrd="0" presId="urn:microsoft.com/office/officeart/2005/8/layout/orgChart1"/>
    <dgm:cxn modelId="{B94B9A14-CBF3-4AFF-A9E1-ECB745CAFD0F}" type="presParOf" srcId="{67150E56-380D-479E-950B-41D3DA08E2C2}" destId="{3C1F1AE1-A2D0-40A9-9840-E11E8D18CA77}" srcOrd="0" destOrd="0" presId="urn:microsoft.com/office/officeart/2005/8/layout/orgChart1"/>
    <dgm:cxn modelId="{53564A07-2809-4D2E-8055-CFCEC8F09072}" type="presParOf" srcId="{3C1F1AE1-A2D0-40A9-9840-E11E8D18CA77}" destId="{D195D668-E8ED-4F9A-BB30-E8CB1D9CF53F}" srcOrd="0" destOrd="0" presId="urn:microsoft.com/office/officeart/2005/8/layout/orgChart1"/>
    <dgm:cxn modelId="{0D2A35F9-F99B-4265-B595-1F7F8258E594}" type="presParOf" srcId="{3C1F1AE1-A2D0-40A9-9840-E11E8D18CA77}" destId="{A6E27386-479F-4270-BA22-764B1253D3E5}" srcOrd="1" destOrd="0" presId="urn:microsoft.com/office/officeart/2005/8/layout/orgChart1"/>
    <dgm:cxn modelId="{9BEA24EB-1646-49C1-BAA7-73F435A97173}" type="presParOf" srcId="{67150E56-380D-479E-950B-41D3DA08E2C2}" destId="{F1FB8BDE-61DE-4CF0-8751-279EA1ED9736}" srcOrd="1" destOrd="0" presId="urn:microsoft.com/office/officeart/2005/8/layout/orgChart1"/>
    <dgm:cxn modelId="{FF86F3CC-3545-4E5D-A2C3-98C40687ABDB}" type="presParOf" srcId="{67150E56-380D-479E-950B-41D3DA08E2C2}" destId="{A2C7F1D2-E046-409B-832B-01EBAB89A588}" srcOrd="2" destOrd="0" presId="urn:microsoft.com/office/officeart/2005/8/layout/orgChart1"/>
    <dgm:cxn modelId="{8DD6C228-62B6-457D-ADFC-B5B828915795}" type="presParOf" srcId="{B482EBE2-6679-4E99-AAFA-38E90672F26C}" destId="{B179032E-6D00-49D0-9A5C-38DAA6248BC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65C0B43-0FB0-4B96-A926-96C970388F65}" type="doc">
      <dgm:prSet loTypeId="urn:microsoft.com/office/officeart/2005/8/layout/orgChart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1C13D2A1-434B-46C0-B510-6CE3319F640E}">
      <dgm:prSet custT="1"/>
      <dgm:spPr/>
      <dgm:t>
        <a:bodyPr/>
        <a:lstStyle/>
        <a:p>
          <a:pPr algn="ctr"/>
          <a:r>
            <a:rPr lang="en-US" sz="2000" b="0" i="0" dirty="0">
              <a:effectLst/>
              <a:latin typeface="Bahnschrift" panose="020B0502040204020203" pitchFamily="34" charset="0"/>
            </a:rPr>
            <a:t>Region Server runs on HDFS </a:t>
          </a:r>
          <a:r>
            <a:rPr lang="en-US" sz="2000" b="0" i="0" dirty="0" err="1">
              <a:effectLst/>
              <a:latin typeface="Bahnschrift" panose="020B0502040204020203" pitchFamily="34" charset="0"/>
            </a:rPr>
            <a:t>DataNode</a:t>
          </a:r>
          <a:r>
            <a:rPr lang="en-US" sz="2000" b="0" i="0" dirty="0">
              <a:effectLst/>
              <a:latin typeface="Bahnschrift" panose="020B0502040204020203" pitchFamily="34" charset="0"/>
            </a:rPr>
            <a:t> and consists of the following components </a:t>
          </a:r>
        </a:p>
      </dgm:t>
    </dgm:pt>
    <dgm:pt modelId="{E6412DBA-4167-4F8B-8B2B-98462E1FB084}" type="parTrans" cxnId="{72742B28-0D03-403D-B280-53153227B5C8}">
      <dgm:prSet/>
      <dgm:spPr/>
      <dgm:t>
        <a:bodyPr/>
        <a:lstStyle/>
        <a:p>
          <a:endParaRPr lang="en-IN"/>
        </a:p>
      </dgm:t>
    </dgm:pt>
    <dgm:pt modelId="{FF94C9E4-7AAE-4050-9849-D066B8190261}" type="sibTrans" cxnId="{72742B28-0D03-403D-B280-53153227B5C8}">
      <dgm:prSet/>
      <dgm:spPr/>
      <dgm:t>
        <a:bodyPr/>
        <a:lstStyle/>
        <a:p>
          <a:endParaRPr lang="en-IN"/>
        </a:p>
      </dgm:t>
    </dgm:pt>
    <dgm:pt modelId="{2AD087A1-721C-458D-A3C0-D3E1B2355EC0}">
      <dgm:prSet custT="1"/>
      <dgm:spPr/>
      <dgm:t>
        <a:bodyPr/>
        <a:lstStyle/>
        <a:p>
          <a:r>
            <a:rPr lang="en-IN" sz="2200" b="0" i="0" dirty="0">
              <a:effectLst/>
              <a:latin typeface="Bahnschrift" panose="020B0502040204020203" pitchFamily="34" charset="0"/>
            </a:rPr>
            <a:t>Block Cache</a:t>
          </a:r>
          <a:endParaRPr lang="en-US" sz="2200" dirty="0">
            <a:latin typeface="Bahnschrift" panose="020B0502040204020203" pitchFamily="34" charset="0"/>
          </a:endParaRPr>
        </a:p>
      </dgm:t>
    </dgm:pt>
    <dgm:pt modelId="{B22F54FF-F6FE-4404-9808-13DAB4243B69}" type="parTrans" cxnId="{8FA761E9-04F1-4932-82D0-6413B3D151CF}">
      <dgm:prSet/>
      <dgm:spPr/>
      <dgm:t>
        <a:bodyPr/>
        <a:lstStyle/>
        <a:p>
          <a:endParaRPr lang="en-IN"/>
        </a:p>
      </dgm:t>
    </dgm:pt>
    <dgm:pt modelId="{10699873-AE3A-4B76-9A18-978AF521F745}" type="sibTrans" cxnId="{8FA761E9-04F1-4932-82D0-6413B3D151CF}">
      <dgm:prSet/>
      <dgm:spPr/>
      <dgm:t>
        <a:bodyPr/>
        <a:lstStyle/>
        <a:p>
          <a:endParaRPr lang="en-IN"/>
        </a:p>
      </dgm:t>
    </dgm:pt>
    <dgm:pt modelId="{337D258F-31CF-4D05-A69E-14F48B9CB96E}">
      <dgm:prSet custT="1"/>
      <dgm:spPr/>
      <dgm:t>
        <a:bodyPr/>
        <a:lstStyle/>
        <a:p>
          <a:r>
            <a:rPr lang="en-IN" sz="2200" b="0" i="0" dirty="0" err="1">
              <a:effectLst/>
              <a:latin typeface="Bahnschrift" panose="020B0502040204020203" pitchFamily="34" charset="0"/>
            </a:rPr>
            <a:t>MemStore</a:t>
          </a:r>
          <a:endParaRPr lang="en-IN" sz="2200" b="0" i="0" dirty="0">
            <a:effectLst/>
            <a:latin typeface="Bahnschrift" panose="020B0502040204020203" pitchFamily="34" charset="0"/>
          </a:endParaRPr>
        </a:p>
      </dgm:t>
    </dgm:pt>
    <dgm:pt modelId="{8A45ADBF-AA5C-4B88-BA3A-ECB715AE051B}" type="parTrans" cxnId="{CB980ACB-DF3D-4B55-B8EA-FCD4B79BF1B0}">
      <dgm:prSet/>
      <dgm:spPr/>
      <dgm:t>
        <a:bodyPr/>
        <a:lstStyle/>
        <a:p>
          <a:endParaRPr lang="en-IN"/>
        </a:p>
      </dgm:t>
    </dgm:pt>
    <dgm:pt modelId="{3AA9FF7C-A24A-4AA8-9A6C-9F5C02D237DE}" type="sibTrans" cxnId="{CB980ACB-DF3D-4B55-B8EA-FCD4B79BF1B0}">
      <dgm:prSet/>
      <dgm:spPr/>
      <dgm:t>
        <a:bodyPr/>
        <a:lstStyle/>
        <a:p>
          <a:endParaRPr lang="en-IN"/>
        </a:p>
      </dgm:t>
    </dgm:pt>
    <dgm:pt modelId="{66865E0E-3AC4-4E86-B4B5-628B71AD14EF}">
      <dgm:prSet custT="1"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r>
            <a:rPr lang="en-IN" sz="2200" b="0" i="0" dirty="0">
              <a:solidFill>
                <a:srgbClr val="E4E7E9"/>
              </a:solidFill>
              <a:effectLst/>
              <a:latin typeface="Bahnschrift" panose="020B0502040204020203" pitchFamily="34" charset="0"/>
            </a:rPr>
            <a:t>Write Ahead Log (WAL)</a:t>
          </a:r>
          <a:endParaRPr lang="en-IN" sz="2200" dirty="0">
            <a:solidFill>
              <a:srgbClr val="E4E7E9"/>
            </a:solidFill>
            <a:latin typeface="Bahnschrift" panose="020B0502040204020203" pitchFamily="34" charset="0"/>
          </a:endParaRPr>
        </a:p>
      </dgm:t>
    </dgm:pt>
    <dgm:pt modelId="{08D3CD94-0669-4676-A712-B3EB4BB5E6EA}" type="parTrans" cxnId="{5B7B958E-3DEC-4CEE-9F26-D3ECE519E122}">
      <dgm:prSet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endParaRPr lang="en-IN">
            <a:solidFill>
              <a:srgbClr val="E4E7E9"/>
            </a:solidFill>
          </a:endParaRPr>
        </a:p>
      </dgm:t>
    </dgm:pt>
    <dgm:pt modelId="{E0886B06-0C22-4580-96E8-8C86A13BF8FB}" type="sibTrans" cxnId="{5B7B958E-3DEC-4CEE-9F26-D3ECE519E122}">
      <dgm:prSet/>
      <dgm:spPr/>
      <dgm:t>
        <a:bodyPr/>
        <a:lstStyle/>
        <a:p>
          <a:endParaRPr lang="en-IN"/>
        </a:p>
      </dgm:t>
    </dgm:pt>
    <dgm:pt modelId="{D15440BB-657E-4141-841D-52A7873147C2}">
      <dgm:prSet custT="1"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r>
            <a:rPr lang="en-IN" sz="2200" b="0" i="0">
              <a:solidFill>
                <a:srgbClr val="E4E7E9"/>
              </a:solidFill>
              <a:effectLst/>
              <a:latin typeface="Bahnschrift" panose="020B0502040204020203" pitchFamily="34" charset="0"/>
            </a:rPr>
            <a:t>HFile</a:t>
          </a:r>
          <a:endParaRPr lang="en-US" sz="2200" dirty="0">
            <a:solidFill>
              <a:srgbClr val="E4E7E9"/>
            </a:solidFill>
            <a:latin typeface="Bahnschrift" panose="020B0502040204020203" pitchFamily="34" charset="0"/>
          </a:endParaRPr>
        </a:p>
      </dgm:t>
    </dgm:pt>
    <dgm:pt modelId="{48B0251D-FFFF-4C8C-8BEB-9FABE0BC0C01}" type="parTrans" cxnId="{98101765-C5B9-4744-871E-5A7027757F99}">
      <dgm:prSet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endParaRPr lang="en-IN">
            <a:solidFill>
              <a:srgbClr val="E4E7E9"/>
            </a:solidFill>
          </a:endParaRPr>
        </a:p>
      </dgm:t>
    </dgm:pt>
    <dgm:pt modelId="{14B73B19-D72C-4C0F-868F-A0E93425BAE3}" type="sibTrans" cxnId="{98101765-C5B9-4744-871E-5A7027757F99}">
      <dgm:prSet/>
      <dgm:spPr/>
      <dgm:t>
        <a:bodyPr/>
        <a:lstStyle/>
        <a:p>
          <a:endParaRPr lang="en-IN"/>
        </a:p>
      </dgm:t>
    </dgm:pt>
    <dgm:pt modelId="{B2186B7F-7298-4E07-8E05-EE117CEF8B90}" type="pres">
      <dgm:prSet presAssocID="{E65C0B43-0FB0-4B96-A926-96C970388F6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482EBE2-6679-4E99-AAFA-38E90672F26C}" type="pres">
      <dgm:prSet presAssocID="{1C13D2A1-434B-46C0-B510-6CE3319F640E}" presName="hierRoot1" presStyleCnt="0">
        <dgm:presLayoutVars>
          <dgm:hierBranch val="init"/>
        </dgm:presLayoutVars>
      </dgm:prSet>
      <dgm:spPr/>
    </dgm:pt>
    <dgm:pt modelId="{A90A565A-2D19-4CAC-9200-B5DF9D0CAC27}" type="pres">
      <dgm:prSet presAssocID="{1C13D2A1-434B-46C0-B510-6CE3319F640E}" presName="rootComposite1" presStyleCnt="0"/>
      <dgm:spPr/>
    </dgm:pt>
    <dgm:pt modelId="{BC036537-3530-4EB6-92AF-7350D94C8934}" type="pres">
      <dgm:prSet presAssocID="{1C13D2A1-434B-46C0-B510-6CE3319F640E}" presName="rootText1" presStyleLbl="node0" presStyleIdx="0" presStyleCnt="1" custScaleX="151059" custScaleY="177620" custLinFactY="-12917" custLinFactNeighborX="2851" custLinFactNeighborY="-100000">
        <dgm:presLayoutVars>
          <dgm:chPref val="3"/>
        </dgm:presLayoutVars>
      </dgm:prSet>
      <dgm:spPr/>
    </dgm:pt>
    <dgm:pt modelId="{B2FF4760-4D14-4CBE-9E63-213C21BECE3C}" type="pres">
      <dgm:prSet presAssocID="{1C13D2A1-434B-46C0-B510-6CE3319F640E}" presName="rootConnector1" presStyleLbl="node1" presStyleIdx="0" presStyleCnt="0"/>
      <dgm:spPr/>
    </dgm:pt>
    <dgm:pt modelId="{9011CA9E-7510-44C6-AA47-96468A3DE5C9}" type="pres">
      <dgm:prSet presAssocID="{1C13D2A1-434B-46C0-B510-6CE3319F640E}" presName="hierChild2" presStyleCnt="0"/>
      <dgm:spPr/>
    </dgm:pt>
    <dgm:pt modelId="{1E415892-06F1-406E-BDB1-474BA2FDF185}" type="pres">
      <dgm:prSet presAssocID="{B22F54FF-F6FE-4404-9808-13DAB4243B69}" presName="Name37" presStyleLbl="parChTrans1D2" presStyleIdx="0" presStyleCnt="4"/>
      <dgm:spPr/>
    </dgm:pt>
    <dgm:pt modelId="{FFB680AF-59D0-4905-AF8A-F62CA6972CEE}" type="pres">
      <dgm:prSet presAssocID="{2AD087A1-721C-458D-A3C0-D3E1B2355EC0}" presName="hierRoot2" presStyleCnt="0">
        <dgm:presLayoutVars>
          <dgm:hierBranch val="init"/>
        </dgm:presLayoutVars>
      </dgm:prSet>
      <dgm:spPr/>
    </dgm:pt>
    <dgm:pt modelId="{BA3B95EA-7688-48B2-950E-B591C5B8BC5C}" type="pres">
      <dgm:prSet presAssocID="{2AD087A1-721C-458D-A3C0-D3E1B2355EC0}" presName="rootComposite" presStyleCnt="0"/>
      <dgm:spPr/>
    </dgm:pt>
    <dgm:pt modelId="{3053C6AC-1C73-436F-B7E6-B255AB774E41}" type="pres">
      <dgm:prSet presAssocID="{2AD087A1-721C-458D-A3C0-D3E1B2355EC0}" presName="rootText" presStyleLbl="node2" presStyleIdx="0" presStyleCnt="4" custLinFactY="-11280" custLinFactNeighborX="5461" custLinFactNeighborY="-100000">
        <dgm:presLayoutVars>
          <dgm:chPref val="3"/>
        </dgm:presLayoutVars>
      </dgm:prSet>
      <dgm:spPr/>
    </dgm:pt>
    <dgm:pt modelId="{3A1FC7E4-F8FB-4418-A4E3-B39D146FA7C7}" type="pres">
      <dgm:prSet presAssocID="{2AD087A1-721C-458D-A3C0-D3E1B2355EC0}" presName="rootConnector" presStyleLbl="node2" presStyleIdx="0" presStyleCnt="4"/>
      <dgm:spPr/>
    </dgm:pt>
    <dgm:pt modelId="{4A94AECE-AE08-44E3-A297-7DA56DC9ACC4}" type="pres">
      <dgm:prSet presAssocID="{2AD087A1-721C-458D-A3C0-D3E1B2355EC0}" presName="hierChild4" presStyleCnt="0"/>
      <dgm:spPr/>
    </dgm:pt>
    <dgm:pt modelId="{3577BEEE-FFF0-446F-A3F3-5309E2688C06}" type="pres">
      <dgm:prSet presAssocID="{2AD087A1-721C-458D-A3C0-D3E1B2355EC0}" presName="hierChild5" presStyleCnt="0"/>
      <dgm:spPr/>
    </dgm:pt>
    <dgm:pt modelId="{3E54744F-0A10-475E-A8EF-EBECAA495DFF}" type="pres">
      <dgm:prSet presAssocID="{8A45ADBF-AA5C-4B88-BA3A-ECB715AE051B}" presName="Name37" presStyleLbl="parChTrans1D2" presStyleIdx="1" presStyleCnt="4"/>
      <dgm:spPr/>
    </dgm:pt>
    <dgm:pt modelId="{EB6F73BF-2856-49F0-AF96-88932189EFE3}" type="pres">
      <dgm:prSet presAssocID="{337D258F-31CF-4D05-A69E-14F48B9CB96E}" presName="hierRoot2" presStyleCnt="0">
        <dgm:presLayoutVars>
          <dgm:hierBranch val="init"/>
        </dgm:presLayoutVars>
      </dgm:prSet>
      <dgm:spPr/>
    </dgm:pt>
    <dgm:pt modelId="{837538C9-F10E-4539-9518-5FF8C1FC394A}" type="pres">
      <dgm:prSet presAssocID="{337D258F-31CF-4D05-A69E-14F48B9CB96E}" presName="rootComposite" presStyleCnt="0"/>
      <dgm:spPr/>
    </dgm:pt>
    <dgm:pt modelId="{B4DCD307-70D7-47F8-9E2C-AA9ECB2A86FB}" type="pres">
      <dgm:prSet presAssocID="{337D258F-31CF-4D05-A69E-14F48B9CB96E}" presName="rootText" presStyleLbl="node2" presStyleIdx="1" presStyleCnt="4" custLinFactNeighborX="-34366" custLinFactNeighborY="34366">
        <dgm:presLayoutVars>
          <dgm:chPref val="3"/>
        </dgm:presLayoutVars>
      </dgm:prSet>
      <dgm:spPr/>
    </dgm:pt>
    <dgm:pt modelId="{83718C3B-464C-45BC-8782-5E75554AEBEC}" type="pres">
      <dgm:prSet presAssocID="{337D258F-31CF-4D05-A69E-14F48B9CB96E}" presName="rootConnector" presStyleLbl="node2" presStyleIdx="1" presStyleCnt="4"/>
      <dgm:spPr/>
    </dgm:pt>
    <dgm:pt modelId="{9F973C11-2FEE-4FEB-A0BB-5B95A9321D25}" type="pres">
      <dgm:prSet presAssocID="{337D258F-31CF-4D05-A69E-14F48B9CB96E}" presName="hierChild4" presStyleCnt="0"/>
      <dgm:spPr/>
    </dgm:pt>
    <dgm:pt modelId="{DD255EF2-744C-467C-B2E0-8B73B7883E28}" type="pres">
      <dgm:prSet presAssocID="{337D258F-31CF-4D05-A69E-14F48B9CB96E}" presName="hierChild5" presStyleCnt="0"/>
      <dgm:spPr/>
    </dgm:pt>
    <dgm:pt modelId="{6A1345EF-AF88-4388-8153-9FB1630B84F1}" type="pres">
      <dgm:prSet presAssocID="{08D3CD94-0669-4676-A712-B3EB4BB5E6EA}" presName="Name37" presStyleLbl="parChTrans1D2" presStyleIdx="2" presStyleCnt="4"/>
      <dgm:spPr/>
    </dgm:pt>
    <dgm:pt modelId="{01E6DCB6-D26F-4679-9216-160CF017E529}" type="pres">
      <dgm:prSet presAssocID="{66865E0E-3AC4-4E86-B4B5-628B71AD14EF}" presName="hierRoot2" presStyleCnt="0">
        <dgm:presLayoutVars>
          <dgm:hierBranch val="init"/>
        </dgm:presLayoutVars>
      </dgm:prSet>
      <dgm:spPr/>
    </dgm:pt>
    <dgm:pt modelId="{4CCD173F-6342-4DF3-826D-861F416A50A1}" type="pres">
      <dgm:prSet presAssocID="{66865E0E-3AC4-4E86-B4B5-628B71AD14EF}" presName="rootComposite" presStyleCnt="0"/>
      <dgm:spPr/>
    </dgm:pt>
    <dgm:pt modelId="{9FA4FE8E-8B55-456F-9519-5AA600AB4AA1}" type="pres">
      <dgm:prSet presAssocID="{66865E0E-3AC4-4E86-B4B5-628B71AD14EF}" presName="rootText" presStyleLbl="node2" presStyleIdx="2" presStyleCnt="4" custLinFactNeighborX="34648" custLinFactNeighborY="34364">
        <dgm:presLayoutVars>
          <dgm:chPref val="3"/>
        </dgm:presLayoutVars>
      </dgm:prSet>
      <dgm:spPr/>
    </dgm:pt>
    <dgm:pt modelId="{34F56497-69F4-448E-8144-722D7CCD1CDD}" type="pres">
      <dgm:prSet presAssocID="{66865E0E-3AC4-4E86-B4B5-628B71AD14EF}" presName="rootConnector" presStyleLbl="node2" presStyleIdx="2" presStyleCnt="4"/>
      <dgm:spPr/>
    </dgm:pt>
    <dgm:pt modelId="{102D6C15-35A9-492F-89D7-0F61ED1C5C42}" type="pres">
      <dgm:prSet presAssocID="{66865E0E-3AC4-4E86-B4B5-628B71AD14EF}" presName="hierChild4" presStyleCnt="0"/>
      <dgm:spPr/>
    </dgm:pt>
    <dgm:pt modelId="{E67A93C9-EE2C-401F-A644-D4E86976AF67}" type="pres">
      <dgm:prSet presAssocID="{66865E0E-3AC4-4E86-B4B5-628B71AD14EF}" presName="hierChild5" presStyleCnt="0"/>
      <dgm:spPr/>
    </dgm:pt>
    <dgm:pt modelId="{5B79440C-23F0-4550-9BC6-DBDD1106E4CE}" type="pres">
      <dgm:prSet presAssocID="{48B0251D-FFFF-4C8C-8BEB-9FABE0BC0C01}" presName="Name37" presStyleLbl="parChTrans1D2" presStyleIdx="3" presStyleCnt="4"/>
      <dgm:spPr/>
    </dgm:pt>
    <dgm:pt modelId="{67150E56-380D-479E-950B-41D3DA08E2C2}" type="pres">
      <dgm:prSet presAssocID="{D15440BB-657E-4141-841D-52A7873147C2}" presName="hierRoot2" presStyleCnt="0">
        <dgm:presLayoutVars>
          <dgm:hierBranch val="init"/>
        </dgm:presLayoutVars>
      </dgm:prSet>
      <dgm:spPr/>
    </dgm:pt>
    <dgm:pt modelId="{3C1F1AE1-A2D0-40A9-9840-E11E8D18CA77}" type="pres">
      <dgm:prSet presAssocID="{D15440BB-657E-4141-841D-52A7873147C2}" presName="rootComposite" presStyleCnt="0"/>
      <dgm:spPr/>
    </dgm:pt>
    <dgm:pt modelId="{D195D668-E8ED-4F9A-BB30-E8CB1D9CF53F}" type="pres">
      <dgm:prSet presAssocID="{D15440BB-657E-4141-841D-52A7873147C2}" presName="rootText" presStyleLbl="node2" presStyleIdx="3" presStyleCnt="4" custLinFactY="-11281" custLinFactNeighborX="240" custLinFactNeighborY="-100000">
        <dgm:presLayoutVars>
          <dgm:chPref val="3"/>
        </dgm:presLayoutVars>
      </dgm:prSet>
      <dgm:spPr/>
    </dgm:pt>
    <dgm:pt modelId="{A6E27386-479F-4270-BA22-764B1253D3E5}" type="pres">
      <dgm:prSet presAssocID="{D15440BB-657E-4141-841D-52A7873147C2}" presName="rootConnector" presStyleLbl="node2" presStyleIdx="3" presStyleCnt="4"/>
      <dgm:spPr/>
    </dgm:pt>
    <dgm:pt modelId="{F1FB8BDE-61DE-4CF0-8751-279EA1ED9736}" type="pres">
      <dgm:prSet presAssocID="{D15440BB-657E-4141-841D-52A7873147C2}" presName="hierChild4" presStyleCnt="0"/>
      <dgm:spPr/>
    </dgm:pt>
    <dgm:pt modelId="{A2C7F1D2-E046-409B-832B-01EBAB89A588}" type="pres">
      <dgm:prSet presAssocID="{D15440BB-657E-4141-841D-52A7873147C2}" presName="hierChild5" presStyleCnt="0"/>
      <dgm:spPr/>
    </dgm:pt>
    <dgm:pt modelId="{B179032E-6D00-49D0-9A5C-38DAA6248BCC}" type="pres">
      <dgm:prSet presAssocID="{1C13D2A1-434B-46C0-B510-6CE3319F640E}" presName="hierChild3" presStyleCnt="0"/>
      <dgm:spPr/>
    </dgm:pt>
  </dgm:ptLst>
  <dgm:cxnLst>
    <dgm:cxn modelId="{5BCE7503-7A28-47BA-883C-0DBB6A743C9B}" type="presOf" srcId="{337D258F-31CF-4D05-A69E-14F48B9CB96E}" destId="{83718C3B-464C-45BC-8782-5E75554AEBEC}" srcOrd="1" destOrd="0" presId="urn:microsoft.com/office/officeart/2005/8/layout/orgChart1"/>
    <dgm:cxn modelId="{AF367E0B-9309-470E-B2E0-2297284190CF}" type="presOf" srcId="{2AD087A1-721C-458D-A3C0-D3E1B2355EC0}" destId="{3053C6AC-1C73-436F-B7E6-B255AB774E41}" srcOrd="0" destOrd="0" presId="urn:microsoft.com/office/officeart/2005/8/layout/orgChart1"/>
    <dgm:cxn modelId="{A358ED0E-D51A-47D6-B7AF-9CEBDDB6ABA4}" type="presOf" srcId="{1C13D2A1-434B-46C0-B510-6CE3319F640E}" destId="{BC036537-3530-4EB6-92AF-7350D94C8934}" srcOrd="0" destOrd="0" presId="urn:microsoft.com/office/officeart/2005/8/layout/orgChart1"/>
    <dgm:cxn modelId="{51706712-7FD8-49E8-8E31-1943C7C9CBF5}" type="presOf" srcId="{8A45ADBF-AA5C-4B88-BA3A-ECB715AE051B}" destId="{3E54744F-0A10-475E-A8EF-EBECAA495DFF}" srcOrd="0" destOrd="0" presId="urn:microsoft.com/office/officeart/2005/8/layout/orgChart1"/>
    <dgm:cxn modelId="{7FD85F1B-FD6E-40A1-A59C-C1C5B2A0E9BE}" type="presOf" srcId="{2AD087A1-721C-458D-A3C0-D3E1B2355EC0}" destId="{3A1FC7E4-F8FB-4418-A4E3-B39D146FA7C7}" srcOrd="1" destOrd="0" presId="urn:microsoft.com/office/officeart/2005/8/layout/orgChart1"/>
    <dgm:cxn modelId="{C94AF721-B50B-4075-A423-4BF80B64F045}" type="presOf" srcId="{D15440BB-657E-4141-841D-52A7873147C2}" destId="{A6E27386-479F-4270-BA22-764B1253D3E5}" srcOrd="1" destOrd="0" presId="urn:microsoft.com/office/officeart/2005/8/layout/orgChart1"/>
    <dgm:cxn modelId="{0843F127-CB4F-46D8-B2CB-51F0BBCA52B2}" type="presOf" srcId="{E65C0B43-0FB0-4B96-A926-96C970388F65}" destId="{B2186B7F-7298-4E07-8E05-EE117CEF8B90}" srcOrd="0" destOrd="0" presId="urn:microsoft.com/office/officeart/2005/8/layout/orgChart1"/>
    <dgm:cxn modelId="{72742B28-0D03-403D-B280-53153227B5C8}" srcId="{E65C0B43-0FB0-4B96-A926-96C970388F65}" destId="{1C13D2A1-434B-46C0-B510-6CE3319F640E}" srcOrd="0" destOrd="0" parTransId="{E6412DBA-4167-4F8B-8B2B-98462E1FB084}" sibTransId="{FF94C9E4-7AAE-4050-9849-D066B8190261}"/>
    <dgm:cxn modelId="{8216FF38-ACCC-4112-A06C-23C81BDFD2FF}" type="presOf" srcId="{D15440BB-657E-4141-841D-52A7873147C2}" destId="{D195D668-E8ED-4F9A-BB30-E8CB1D9CF53F}" srcOrd="0" destOrd="0" presId="urn:microsoft.com/office/officeart/2005/8/layout/orgChart1"/>
    <dgm:cxn modelId="{EB1DDC3D-669F-4B7F-9211-3FFDD2906E9B}" type="presOf" srcId="{66865E0E-3AC4-4E86-B4B5-628B71AD14EF}" destId="{34F56497-69F4-448E-8144-722D7CCD1CDD}" srcOrd="1" destOrd="0" presId="urn:microsoft.com/office/officeart/2005/8/layout/orgChart1"/>
    <dgm:cxn modelId="{98101765-C5B9-4744-871E-5A7027757F99}" srcId="{1C13D2A1-434B-46C0-B510-6CE3319F640E}" destId="{D15440BB-657E-4141-841D-52A7873147C2}" srcOrd="3" destOrd="0" parTransId="{48B0251D-FFFF-4C8C-8BEB-9FABE0BC0C01}" sibTransId="{14B73B19-D72C-4C0F-868F-A0E93425BAE3}"/>
    <dgm:cxn modelId="{6805BD6F-7332-468D-B3E5-76EA47510FAD}" type="presOf" srcId="{B22F54FF-F6FE-4404-9808-13DAB4243B69}" destId="{1E415892-06F1-406E-BDB1-474BA2FDF185}" srcOrd="0" destOrd="0" presId="urn:microsoft.com/office/officeart/2005/8/layout/orgChart1"/>
    <dgm:cxn modelId="{F17A3B73-5F49-4B1E-B2C9-1271E6F7ABDB}" type="presOf" srcId="{48B0251D-FFFF-4C8C-8BEB-9FABE0BC0C01}" destId="{5B79440C-23F0-4550-9BC6-DBDD1106E4CE}" srcOrd="0" destOrd="0" presId="urn:microsoft.com/office/officeart/2005/8/layout/orgChart1"/>
    <dgm:cxn modelId="{5B7B958E-3DEC-4CEE-9F26-D3ECE519E122}" srcId="{1C13D2A1-434B-46C0-B510-6CE3319F640E}" destId="{66865E0E-3AC4-4E86-B4B5-628B71AD14EF}" srcOrd="2" destOrd="0" parTransId="{08D3CD94-0669-4676-A712-B3EB4BB5E6EA}" sibTransId="{E0886B06-0C22-4580-96E8-8C86A13BF8FB}"/>
    <dgm:cxn modelId="{F9EBC39C-46A0-4BC7-B666-02C43B86AE50}" type="presOf" srcId="{1C13D2A1-434B-46C0-B510-6CE3319F640E}" destId="{B2FF4760-4D14-4CBE-9E63-213C21BECE3C}" srcOrd="1" destOrd="0" presId="urn:microsoft.com/office/officeart/2005/8/layout/orgChart1"/>
    <dgm:cxn modelId="{C2AE5EBF-5C6C-4A3B-AE30-72EAA82C9E2D}" type="presOf" srcId="{08D3CD94-0669-4676-A712-B3EB4BB5E6EA}" destId="{6A1345EF-AF88-4388-8153-9FB1630B84F1}" srcOrd="0" destOrd="0" presId="urn:microsoft.com/office/officeart/2005/8/layout/orgChart1"/>
    <dgm:cxn modelId="{CB980ACB-DF3D-4B55-B8EA-FCD4B79BF1B0}" srcId="{1C13D2A1-434B-46C0-B510-6CE3319F640E}" destId="{337D258F-31CF-4D05-A69E-14F48B9CB96E}" srcOrd="1" destOrd="0" parTransId="{8A45ADBF-AA5C-4B88-BA3A-ECB715AE051B}" sibTransId="{3AA9FF7C-A24A-4AA8-9A6C-9F5C02D237DE}"/>
    <dgm:cxn modelId="{1A6B46DB-EB57-421A-A78E-49E3DF2034D9}" type="presOf" srcId="{66865E0E-3AC4-4E86-B4B5-628B71AD14EF}" destId="{9FA4FE8E-8B55-456F-9519-5AA600AB4AA1}" srcOrd="0" destOrd="0" presId="urn:microsoft.com/office/officeart/2005/8/layout/orgChart1"/>
    <dgm:cxn modelId="{8FA761E9-04F1-4932-82D0-6413B3D151CF}" srcId="{1C13D2A1-434B-46C0-B510-6CE3319F640E}" destId="{2AD087A1-721C-458D-A3C0-D3E1B2355EC0}" srcOrd="0" destOrd="0" parTransId="{B22F54FF-F6FE-4404-9808-13DAB4243B69}" sibTransId="{10699873-AE3A-4B76-9A18-978AF521F745}"/>
    <dgm:cxn modelId="{1CC678F3-F956-4846-9872-9827950DEB5E}" type="presOf" srcId="{337D258F-31CF-4D05-A69E-14F48B9CB96E}" destId="{B4DCD307-70D7-47F8-9E2C-AA9ECB2A86FB}" srcOrd="0" destOrd="0" presId="urn:microsoft.com/office/officeart/2005/8/layout/orgChart1"/>
    <dgm:cxn modelId="{7D4B0E9D-3460-4D99-9F4C-209BDC83320D}" type="presParOf" srcId="{B2186B7F-7298-4E07-8E05-EE117CEF8B90}" destId="{B482EBE2-6679-4E99-AAFA-38E90672F26C}" srcOrd="0" destOrd="0" presId="urn:microsoft.com/office/officeart/2005/8/layout/orgChart1"/>
    <dgm:cxn modelId="{EA99D056-D6B1-4D74-BE64-A369DE28F0E7}" type="presParOf" srcId="{B482EBE2-6679-4E99-AAFA-38E90672F26C}" destId="{A90A565A-2D19-4CAC-9200-B5DF9D0CAC27}" srcOrd="0" destOrd="0" presId="urn:microsoft.com/office/officeart/2005/8/layout/orgChart1"/>
    <dgm:cxn modelId="{FE2F5726-AFFD-4CFF-8CB0-77D62D742A6E}" type="presParOf" srcId="{A90A565A-2D19-4CAC-9200-B5DF9D0CAC27}" destId="{BC036537-3530-4EB6-92AF-7350D94C8934}" srcOrd="0" destOrd="0" presId="urn:microsoft.com/office/officeart/2005/8/layout/orgChart1"/>
    <dgm:cxn modelId="{9C9FF0DF-9198-4D67-9E14-2BCFE4FDD0F1}" type="presParOf" srcId="{A90A565A-2D19-4CAC-9200-B5DF9D0CAC27}" destId="{B2FF4760-4D14-4CBE-9E63-213C21BECE3C}" srcOrd="1" destOrd="0" presId="urn:microsoft.com/office/officeart/2005/8/layout/orgChart1"/>
    <dgm:cxn modelId="{3E152E3E-8045-4B3E-81CF-3B79872A5BF9}" type="presParOf" srcId="{B482EBE2-6679-4E99-AAFA-38E90672F26C}" destId="{9011CA9E-7510-44C6-AA47-96468A3DE5C9}" srcOrd="1" destOrd="0" presId="urn:microsoft.com/office/officeart/2005/8/layout/orgChart1"/>
    <dgm:cxn modelId="{1640A059-11FE-475E-B9F1-88DFE1ABF15C}" type="presParOf" srcId="{9011CA9E-7510-44C6-AA47-96468A3DE5C9}" destId="{1E415892-06F1-406E-BDB1-474BA2FDF185}" srcOrd="0" destOrd="0" presId="urn:microsoft.com/office/officeart/2005/8/layout/orgChart1"/>
    <dgm:cxn modelId="{2D6DF613-9F5A-414B-8130-F2F4881768B4}" type="presParOf" srcId="{9011CA9E-7510-44C6-AA47-96468A3DE5C9}" destId="{FFB680AF-59D0-4905-AF8A-F62CA6972CEE}" srcOrd="1" destOrd="0" presId="urn:microsoft.com/office/officeart/2005/8/layout/orgChart1"/>
    <dgm:cxn modelId="{7813E563-59C9-4579-B448-C7346BAF89D0}" type="presParOf" srcId="{FFB680AF-59D0-4905-AF8A-F62CA6972CEE}" destId="{BA3B95EA-7688-48B2-950E-B591C5B8BC5C}" srcOrd="0" destOrd="0" presId="urn:microsoft.com/office/officeart/2005/8/layout/orgChart1"/>
    <dgm:cxn modelId="{47F10487-0025-4608-84A9-EC8CC674D0D6}" type="presParOf" srcId="{BA3B95EA-7688-48B2-950E-B591C5B8BC5C}" destId="{3053C6AC-1C73-436F-B7E6-B255AB774E41}" srcOrd="0" destOrd="0" presId="urn:microsoft.com/office/officeart/2005/8/layout/orgChart1"/>
    <dgm:cxn modelId="{E30090BC-02D6-4D85-A81B-998F84782650}" type="presParOf" srcId="{BA3B95EA-7688-48B2-950E-B591C5B8BC5C}" destId="{3A1FC7E4-F8FB-4418-A4E3-B39D146FA7C7}" srcOrd="1" destOrd="0" presId="urn:microsoft.com/office/officeart/2005/8/layout/orgChart1"/>
    <dgm:cxn modelId="{F47EC7C6-03AB-4255-B688-96FAB827C37D}" type="presParOf" srcId="{FFB680AF-59D0-4905-AF8A-F62CA6972CEE}" destId="{4A94AECE-AE08-44E3-A297-7DA56DC9ACC4}" srcOrd="1" destOrd="0" presId="urn:microsoft.com/office/officeart/2005/8/layout/orgChart1"/>
    <dgm:cxn modelId="{5879F4B7-0489-4D92-869C-7F1E96A2B716}" type="presParOf" srcId="{FFB680AF-59D0-4905-AF8A-F62CA6972CEE}" destId="{3577BEEE-FFF0-446F-A3F3-5309E2688C06}" srcOrd="2" destOrd="0" presId="urn:microsoft.com/office/officeart/2005/8/layout/orgChart1"/>
    <dgm:cxn modelId="{B58216F4-40B2-4C44-A1CB-CE29F061278A}" type="presParOf" srcId="{9011CA9E-7510-44C6-AA47-96468A3DE5C9}" destId="{3E54744F-0A10-475E-A8EF-EBECAA495DFF}" srcOrd="2" destOrd="0" presId="urn:microsoft.com/office/officeart/2005/8/layout/orgChart1"/>
    <dgm:cxn modelId="{5E9E6ED5-6248-44D9-BE88-A04DA0A2707C}" type="presParOf" srcId="{9011CA9E-7510-44C6-AA47-96468A3DE5C9}" destId="{EB6F73BF-2856-49F0-AF96-88932189EFE3}" srcOrd="3" destOrd="0" presId="urn:microsoft.com/office/officeart/2005/8/layout/orgChart1"/>
    <dgm:cxn modelId="{DF770DE2-9334-40C1-804C-3334BE208D39}" type="presParOf" srcId="{EB6F73BF-2856-49F0-AF96-88932189EFE3}" destId="{837538C9-F10E-4539-9518-5FF8C1FC394A}" srcOrd="0" destOrd="0" presId="urn:microsoft.com/office/officeart/2005/8/layout/orgChart1"/>
    <dgm:cxn modelId="{2266CC99-8A30-4084-8C58-5051DD464FE9}" type="presParOf" srcId="{837538C9-F10E-4539-9518-5FF8C1FC394A}" destId="{B4DCD307-70D7-47F8-9E2C-AA9ECB2A86FB}" srcOrd="0" destOrd="0" presId="urn:microsoft.com/office/officeart/2005/8/layout/orgChart1"/>
    <dgm:cxn modelId="{1947E6B7-B5BA-4AB7-9262-5AC4E5D01559}" type="presParOf" srcId="{837538C9-F10E-4539-9518-5FF8C1FC394A}" destId="{83718C3B-464C-45BC-8782-5E75554AEBEC}" srcOrd="1" destOrd="0" presId="urn:microsoft.com/office/officeart/2005/8/layout/orgChart1"/>
    <dgm:cxn modelId="{0398D6C3-6D4A-4EF5-82F0-89D208837A00}" type="presParOf" srcId="{EB6F73BF-2856-49F0-AF96-88932189EFE3}" destId="{9F973C11-2FEE-4FEB-A0BB-5B95A9321D25}" srcOrd="1" destOrd="0" presId="urn:microsoft.com/office/officeart/2005/8/layout/orgChart1"/>
    <dgm:cxn modelId="{F8A989F5-55DC-4E36-AD99-F552AE5AB3BB}" type="presParOf" srcId="{EB6F73BF-2856-49F0-AF96-88932189EFE3}" destId="{DD255EF2-744C-467C-B2E0-8B73B7883E28}" srcOrd="2" destOrd="0" presId="urn:microsoft.com/office/officeart/2005/8/layout/orgChart1"/>
    <dgm:cxn modelId="{AE84137F-01B1-4E6E-B7A4-B3C294CA3A2A}" type="presParOf" srcId="{9011CA9E-7510-44C6-AA47-96468A3DE5C9}" destId="{6A1345EF-AF88-4388-8153-9FB1630B84F1}" srcOrd="4" destOrd="0" presId="urn:microsoft.com/office/officeart/2005/8/layout/orgChart1"/>
    <dgm:cxn modelId="{CB8CA5F9-F631-44DE-A967-A068B666FA91}" type="presParOf" srcId="{9011CA9E-7510-44C6-AA47-96468A3DE5C9}" destId="{01E6DCB6-D26F-4679-9216-160CF017E529}" srcOrd="5" destOrd="0" presId="urn:microsoft.com/office/officeart/2005/8/layout/orgChart1"/>
    <dgm:cxn modelId="{9D42282E-C109-4BAF-8B9F-3DF906BF1CA1}" type="presParOf" srcId="{01E6DCB6-D26F-4679-9216-160CF017E529}" destId="{4CCD173F-6342-4DF3-826D-861F416A50A1}" srcOrd="0" destOrd="0" presId="urn:microsoft.com/office/officeart/2005/8/layout/orgChart1"/>
    <dgm:cxn modelId="{732E37E8-E2F7-4BB2-B334-15ECE97104C4}" type="presParOf" srcId="{4CCD173F-6342-4DF3-826D-861F416A50A1}" destId="{9FA4FE8E-8B55-456F-9519-5AA600AB4AA1}" srcOrd="0" destOrd="0" presId="urn:microsoft.com/office/officeart/2005/8/layout/orgChart1"/>
    <dgm:cxn modelId="{AAE7A97A-CF25-4ADD-8AC8-D653D6B0869C}" type="presParOf" srcId="{4CCD173F-6342-4DF3-826D-861F416A50A1}" destId="{34F56497-69F4-448E-8144-722D7CCD1CDD}" srcOrd="1" destOrd="0" presId="urn:microsoft.com/office/officeart/2005/8/layout/orgChart1"/>
    <dgm:cxn modelId="{311058D4-6727-49EB-A788-8BA08B2FC183}" type="presParOf" srcId="{01E6DCB6-D26F-4679-9216-160CF017E529}" destId="{102D6C15-35A9-492F-89D7-0F61ED1C5C42}" srcOrd="1" destOrd="0" presId="urn:microsoft.com/office/officeart/2005/8/layout/orgChart1"/>
    <dgm:cxn modelId="{F9C526D1-C8F3-46B7-AAE1-75B2C0FCAB14}" type="presParOf" srcId="{01E6DCB6-D26F-4679-9216-160CF017E529}" destId="{E67A93C9-EE2C-401F-A644-D4E86976AF67}" srcOrd="2" destOrd="0" presId="urn:microsoft.com/office/officeart/2005/8/layout/orgChart1"/>
    <dgm:cxn modelId="{F36531CD-7A12-4D69-BB37-04B77E80495F}" type="presParOf" srcId="{9011CA9E-7510-44C6-AA47-96468A3DE5C9}" destId="{5B79440C-23F0-4550-9BC6-DBDD1106E4CE}" srcOrd="6" destOrd="0" presId="urn:microsoft.com/office/officeart/2005/8/layout/orgChart1"/>
    <dgm:cxn modelId="{E003031B-EECB-4C77-8EBB-16E9B20694BD}" type="presParOf" srcId="{9011CA9E-7510-44C6-AA47-96468A3DE5C9}" destId="{67150E56-380D-479E-950B-41D3DA08E2C2}" srcOrd="7" destOrd="0" presId="urn:microsoft.com/office/officeart/2005/8/layout/orgChart1"/>
    <dgm:cxn modelId="{B94B9A14-CBF3-4AFF-A9E1-ECB745CAFD0F}" type="presParOf" srcId="{67150E56-380D-479E-950B-41D3DA08E2C2}" destId="{3C1F1AE1-A2D0-40A9-9840-E11E8D18CA77}" srcOrd="0" destOrd="0" presId="urn:microsoft.com/office/officeart/2005/8/layout/orgChart1"/>
    <dgm:cxn modelId="{53564A07-2809-4D2E-8055-CFCEC8F09072}" type="presParOf" srcId="{3C1F1AE1-A2D0-40A9-9840-E11E8D18CA77}" destId="{D195D668-E8ED-4F9A-BB30-E8CB1D9CF53F}" srcOrd="0" destOrd="0" presId="urn:microsoft.com/office/officeart/2005/8/layout/orgChart1"/>
    <dgm:cxn modelId="{0D2A35F9-F99B-4265-B595-1F7F8258E594}" type="presParOf" srcId="{3C1F1AE1-A2D0-40A9-9840-E11E8D18CA77}" destId="{A6E27386-479F-4270-BA22-764B1253D3E5}" srcOrd="1" destOrd="0" presId="urn:microsoft.com/office/officeart/2005/8/layout/orgChart1"/>
    <dgm:cxn modelId="{9BEA24EB-1646-49C1-BAA7-73F435A97173}" type="presParOf" srcId="{67150E56-380D-479E-950B-41D3DA08E2C2}" destId="{F1FB8BDE-61DE-4CF0-8751-279EA1ED9736}" srcOrd="1" destOrd="0" presId="urn:microsoft.com/office/officeart/2005/8/layout/orgChart1"/>
    <dgm:cxn modelId="{FF86F3CC-3545-4E5D-A2C3-98C40687ABDB}" type="presParOf" srcId="{67150E56-380D-479E-950B-41D3DA08E2C2}" destId="{A2C7F1D2-E046-409B-832B-01EBAB89A588}" srcOrd="2" destOrd="0" presId="urn:microsoft.com/office/officeart/2005/8/layout/orgChart1"/>
    <dgm:cxn modelId="{8DD6C228-62B6-457D-ADFC-B5B828915795}" type="presParOf" srcId="{B482EBE2-6679-4E99-AAFA-38E90672F26C}" destId="{B179032E-6D00-49D0-9A5C-38DAA6248BC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65C0B43-0FB0-4B96-A926-96C970388F65}" type="doc">
      <dgm:prSet loTypeId="urn:microsoft.com/office/officeart/2005/8/layout/orgChart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1C13D2A1-434B-46C0-B510-6CE3319F640E}">
      <dgm:prSet custT="1"/>
      <dgm:spPr/>
      <dgm:t>
        <a:bodyPr/>
        <a:lstStyle/>
        <a:p>
          <a:pPr algn="ctr"/>
          <a:r>
            <a:rPr lang="en-US" sz="2000" b="0" i="0" dirty="0">
              <a:effectLst/>
              <a:latin typeface="Bahnschrift" panose="020B0502040204020203" pitchFamily="34" charset="0"/>
            </a:rPr>
            <a:t>Region Server runs on HDFS </a:t>
          </a:r>
          <a:r>
            <a:rPr lang="en-US" sz="2000" b="0" i="0" dirty="0" err="1">
              <a:effectLst/>
              <a:latin typeface="Bahnschrift" panose="020B0502040204020203" pitchFamily="34" charset="0"/>
            </a:rPr>
            <a:t>DataNode</a:t>
          </a:r>
          <a:r>
            <a:rPr lang="en-US" sz="2000" b="0" i="0" dirty="0">
              <a:effectLst/>
              <a:latin typeface="Bahnschrift" panose="020B0502040204020203" pitchFamily="34" charset="0"/>
            </a:rPr>
            <a:t> and consists of the following components </a:t>
          </a:r>
        </a:p>
      </dgm:t>
    </dgm:pt>
    <dgm:pt modelId="{E6412DBA-4167-4F8B-8B2B-98462E1FB084}" type="parTrans" cxnId="{72742B28-0D03-403D-B280-53153227B5C8}">
      <dgm:prSet/>
      <dgm:spPr/>
      <dgm:t>
        <a:bodyPr/>
        <a:lstStyle/>
        <a:p>
          <a:endParaRPr lang="en-IN"/>
        </a:p>
      </dgm:t>
    </dgm:pt>
    <dgm:pt modelId="{FF94C9E4-7AAE-4050-9849-D066B8190261}" type="sibTrans" cxnId="{72742B28-0D03-403D-B280-53153227B5C8}">
      <dgm:prSet/>
      <dgm:spPr/>
      <dgm:t>
        <a:bodyPr/>
        <a:lstStyle/>
        <a:p>
          <a:endParaRPr lang="en-IN"/>
        </a:p>
      </dgm:t>
    </dgm:pt>
    <dgm:pt modelId="{2AD087A1-721C-458D-A3C0-D3E1B2355EC0}">
      <dgm:prSet custT="1"/>
      <dgm:spPr/>
      <dgm:t>
        <a:bodyPr/>
        <a:lstStyle/>
        <a:p>
          <a:r>
            <a:rPr lang="en-IN" sz="2200" b="0" i="0" dirty="0">
              <a:effectLst/>
              <a:latin typeface="Bahnschrift" panose="020B0502040204020203" pitchFamily="34" charset="0"/>
            </a:rPr>
            <a:t>Block Cache</a:t>
          </a:r>
          <a:endParaRPr lang="en-US" sz="2200" dirty="0">
            <a:latin typeface="Bahnschrift" panose="020B0502040204020203" pitchFamily="34" charset="0"/>
          </a:endParaRPr>
        </a:p>
      </dgm:t>
    </dgm:pt>
    <dgm:pt modelId="{B22F54FF-F6FE-4404-9808-13DAB4243B69}" type="parTrans" cxnId="{8FA761E9-04F1-4932-82D0-6413B3D151CF}">
      <dgm:prSet/>
      <dgm:spPr/>
      <dgm:t>
        <a:bodyPr/>
        <a:lstStyle/>
        <a:p>
          <a:endParaRPr lang="en-IN"/>
        </a:p>
      </dgm:t>
    </dgm:pt>
    <dgm:pt modelId="{10699873-AE3A-4B76-9A18-978AF521F745}" type="sibTrans" cxnId="{8FA761E9-04F1-4932-82D0-6413B3D151CF}">
      <dgm:prSet/>
      <dgm:spPr/>
      <dgm:t>
        <a:bodyPr/>
        <a:lstStyle/>
        <a:p>
          <a:endParaRPr lang="en-IN"/>
        </a:p>
      </dgm:t>
    </dgm:pt>
    <dgm:pt modelId="{337D258F-31CF-4D05-A69E-14F48B9CB96E}">
      <dgm:prSet custT="1"/>
      <dgm:spPr/>
      <dgm:t>
        <a:bodyPr/>
        <a:lstStyle/>
        <a:p>
          <a:r>
            <a:rPr lang="en-IN" sz="2200" b="0" i="0" dirty="0" err="1">
              <a:effectLst/>
              <a:latin typeface="Bahnschrift" panose="020B0502040204020203" pitchFamily="34" charset="0"/>
            </a:rPr>
            <a:t>MemStore</a:t>
          </a:r>
          <a:endParaRPr lang="en-IN" sz="2200" b="0" i="0" dirty="0">
            <a:effectLst/>
            <a:latin typeface="Bahnschrift" panose="020B0502040204020203" pitchFamily="34" charset="0"/>
          </a:endParaRPr>
        </a:p>
      </dgm:t>
    </dgm:pt>
    <dgm:pt modelId="{8A45ADBF-AA5C-4B88-BA3A-ECB715AE051B}" type="parTrans" cxnId="{CB980ACB-DF3D-4B55-B8EA-FCD4B79BF1B0}">
      <dgm:prSet/>
      <dgm:spPr/>
      <dgm:t>
        <a:bodyPr/>
        <a:lstStyle/>
        <a:p>
          <a:endParaRPr lang="en-IN"/>
        </a:p>
      </dgm:t>
    </dgm:pt>
    <dgm:pt modelId="{3AA9FF7C-A24A-4AA8-9A6C-9F5C02D237DE}" type="sibTrans" cxnId="{CB980ACB-DF3D-4B55-B8EA-FCD4B79BF1B0}">
      <dgm:prSet/>
      <dgm:spPr/>
      <dgm:t>
        <a:bodyPr/>
        <a:lstStyle/>
        <a:p>
          <a:endParaRPr lang="en-IN"/>
        </a:p>
      </dgm:t>
    </dgm:pt>
    <dgm:pt modelId="{66865E0E-3AC4-4E86-B4B5-628B71AD14EF}">
      <dgm:prSet custT="1"/>
      <dgm:spPr/>
      <dgm:t>
        <a:bodyPr/>
        <a:lstStyle/>
        <a:p>
          <a:r>
            <a:rPr lang="en-IN" sz="2200" b="0" i="0" dirty="0">
              <a:effectLst/>
              <a:latin typeface="Bahnschrift" panose="020B0502040204020203" pitchFamily="34" charset="0"/>
            </a:rPr>
            <a:t>Write Ahead Log (WAL)</a:t>
          </a:r>
          <a:endParaRPr lang="en-IN" sz="2200" dirty="0">
            <a:latin typeface="Bahnschrift" panose="020B0502040204020203" pitchFamily="34" charset="0"/>
          </a:endParaRPr>
        </a:p>
      </dgm:t>
    </dgm:pt>
    <dgm:pt modelId="{08D3CD94-0669-4676-A712-B3EB4BB5E6EA}" type="parTrans" cxnId="{5B7B958E-3DEC-4CEE-9F26-D3ECE519E122}">
      <dgm:prSet/>
      <dgm:spPr/>
      <dgm:t>
        <a:bodyPr/>
        <a:lstStyle/>
        <a:p>
          <a:endParaRPr lang="en-IN"/>
        </a:p>
      </dgm:t>
    </dgm:pt>
    <dgm:pt modelId="{E0886B06-0C22-4580-96E8-8C86A13BF8FB}" type="sibTrans" cxnId="{5B7B958E-3DEC-4CEE-9F26-D3ECE519E122}">
      <dgm:prSet/>
      <dgm:spPr/>
      <dgm:t>
        <a:bodyPr/>
        <a:lstStyle/>
        <a:p>
          <a:endParaRPr lang="en-IN"/>
        </a:p>
      </dgm:t>
    </dgm:pt>
    <dgm:pt modelId="{D15440BB-657E-4141-841D-52A7873147C2}">
      <dgm:prSet custT="1"/>
      <dgm:spPr>
        <a:solidFill>
          <a:srgbClr val="E4E7E9"/>
        </a:solidFill>
        <a:ln>
          <a:solidFill>
            <a:srgbClr val="E4E7E9"/>
          </a:solidFill>
        </a:ln>
      </dgm:spPr>
      <dgm:t>
        <a:bodyPr/>
        <a:lstStyle/>
        <a:p>
          <a:r>
            <a:rPr lang="en-IN" sz="2200" b="0" i="0">
              <a:solidFill>
                <a:srgbClr val="E4E7E9"/>
              </a:solidFill>
              <a:effectLst/>
              <a:latin typeface="Bahnschrift" panose="020B0502040204020203" pitchFamily="34" charset="0"/>
            </a:rPr>
            <a:t>HFile</a:t>
          </a:r>
          <a:endParaRPr lang="en-US" sz="2200" dirty="0">
            <a:solidFill>
              <a:srgbClr val="E4E7E9"/>
            </a:solidFill>
            <a:latin typeface="Bahnschrift" panose="020B0502040204020203" pitchFamily="34" charset="0"/>
          </a:endParaRPr>
        </a:p>
      </dgm:t>
    </dgm:pt>
    <dgm:pt modelId="{48B0251D-FFFF-4C8C-8BEB-9FABE0BC0C01}" type="parTrans" cxnId="{98101765-C5B9-4744-871E-5A7027757F99}">
      <dgm:prSet/>
      <dgm:spPr>
        <a:ln>
          <a:solidFill>
            <a:srgbClr val="E4E7E9"/>
          </a:solidFill>
        </a:ln>
      </dgm:spPr>
      <dgm:t>
        <a:bodyPr/>
        <a:lstStyle/>
        <a:p>
          <a:endParaRPr lang="en-IN"/>
        </a:p>
      </dgm:t>
    </dgm:pt>
    <dgm:pt modelId="{14B73B19-D72C-4C0F-868F-A0E93425BAE3}" type="sibTrans" cxnId="{98101765-C5B9-4744-871E-5A7027757F99}">
      <dgm:prSet/>
      <dgm:spPr/>
      <dgm:t>
        <a:bodyPr/>
        <a:lstStyle/>
        <a:p>
          <a:endParaRPr lang="en-IN"/>
        </a:p>
      </dgm:t>
    </dgm:pt>
    <dgm:pt modelId="{B2186B7F-7298-4E07-8E05-EE117CEF8B90}" type="pres">
      <dgm:prSet presAssocID="{E65C0B43-0FB0-4B96-A926-96C970388F6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482EBE2-6679-4E99-AAFA-38E90672F26C}" type="pres">
      <dgm:prSet presAssocID="{1C13D2A1-434B-46C0-B510-6CE3319F640E}" presName="hierRoot1" presStyleCnt="0">
        <dgm:presLayoutVars>
          <dgm:hierBranch val="init"/>
        </dgm:presLayoutVars>
      </dgm:prSet>
      <dgm:spPr/>
    </dgm:pt>
    <dgm:pt modelId="{A90A565A-2D19-4CAC-9200-B5DF9D0CAC27}" type="pres">
      <dgm:prSet presAssocID="{1C13D2A1-434B-46C0-B510-6CE3319F640E}" presName="rootComposite1" presStyleCnt="0"/>
      <dgm:spPr/>
    </dgm:pt>
    <dgm:pt modelId="{BC036537-3530-4EB6-92AF-7350D94C8934}" type="pres">
      <dgm:prSet presAssocID="{1C13D2A1-434B-46C0-B510-6CE3319F640E}" presName="rootText1" presStyleLbl="node0" presStyleIdx="0" presStyleCnt="1" custScaleX="151059" custScaleY="177620" custLinFactY="-12917" custLinFactNeighborX="2851" custLinFactNeighborY="-100000">
        <dgm:presLayoutVars>
          <dgm:chPref val="3"/>
        </dgm:presLayoutVars>
      </dgm:prSet>
      <dgm:spPr/>
    </dgm:pt>
    <dgm:pt modelId="{B2FF4760-4D14-4CBE-9E63-213C21BECE3C}" type="pres">
      <dgm:prSet presAssocID="{1C13D2A1-434B-46C0-B510-6CE3319F640E}" presName="rootConnector1" presStyleLbl="node1" presStyleIdx="0" presStyleCnt="0"/>
      <dgm:spPr/>
    </dgm:pt>
    <dgm:pt modelId="{9011CA9E-7510-44C6-AA47-96468A3DE5C9}" type="pres">
      <dgm:prSet presAssocID="{1C13D2A1-434B-46C0-B510-6CE3319F640E}" presName="hierChild2" presStyleCnt="0"/>
      <dgm:spPr/>
    </dgm:pt>
    <dgm:pt modelId="{1E415892-06F1-406E-BDB1-474BA2FDF185}" type="pres">
      <dgm:prSet presAssocID="{B22F54FF-F6FE-4404-9808-13DAB4243B69}" presName="Name37" presStyleLbl="parChTrans1D2" presStyleIdx="0" presStyleCnt="4"/>
      <dgm:spPr/>
    </dgm:pt>
    <dgm:pt modelId="{FFB680AF-59D0-4905-AF8A-F62CA6972CEE}" type="pres">
      <dgm:prSet presAssocID="{2AD087A1-721C-458D-A3C0-D3E1B2355EC0}" presName="hierRoot2" presStyleCnt="0">
        <dgm:presLayoutVars>
          <dgm:hierBranch val="init"/>
        </dgm:presLayoutVars>
      </dgm:prSet>
      <dgm:spPr/>
    </dgm:pt>
    <dgm:pt modelId="{BA3B95EA-7688-48B2-950E-B591C5B8BC5C}" type="pres">
      <dgm:prSet presAssocID="{2AD087A1-721C-458D-A3C0-D3E1B2355EC0}" presName="rootComposite" presStyleCnt="0"/>
      <dgm:spPr/>
    </dgm:pt>
    <dgm:pt modelId="{3053C6AC-1C73-436F-B7E6-B255AB774E41}" type="pres">
      <dgm:prSet presAssocID="{2AD087A1-721C-458D-A3C0-D3E1B2355EC0}" presName="rootText" presStyleLbl="node2" presStyleIdx="0" presStyleCnt="4" custLinFactY="-11280" custLinFactNeighborX="5461" custLinFactNeighborY="-100000">
        <dgm:presLayoutVars>
          <dgm:chPref val="3"/>
        </dgm:presLayoutVars>
      </dgm:prSet>
      <dgm:spPr/>
    </dgm:pt>
    <dgm:pt modelId="{3A1FC7E4-F8FB-4418-A4E3-B39D146FA7C7}" type="pres">
      <dgm:prSet presAssocID="{2AD087A1-721C-458D-A3C0-D3E1B2355EC0}" presName="rootConnector" presStyleLbl="node2" presStyleIdx="0" presStyleCnt="4"/>
      <dgm:spPr/>
    </dgm:pt>
    <dgm:pt modelId="{4A94AECE-AE08-44E3-A297-7DA56DC9ACC4}" type="pres">
      <dgm:prSet presAssocID="{2AD087A1-721C-458D-A3C0-D3E1B2355EC0}" presName="hierChild4" presStyleCnt="0"/>
      <dgm:spPr/>
    </dgm:pt>
    <dgm:pt modelId="{3577BEEE-FFF0-446F-A3F3-5309E2688C06}" type="pres">
      <dgm:prSet presAssocID="{2AD087A1-721C-458D-A3C0-D3E1B2355EC0}" presName="hierChild5" presStyleCnt="0"/>
      <dgm:spPr/>
    </dgm:pt>
    <dgm:pt modelId="{3E54744F-0A10-475E-A8EF-EBECAA495DFF}" type="pres">
      <dgm:prSet presAssocID="{8A45ADBF-AA5C-4B88-BA3A-ECB715AE051B}" presName="Name37" presStyleLbl="parChTrans1D2" presStyleIdx="1" presStyleCnt="4"/>
      <dgm:spPr/>
    </dgm:pt>
    <dgm:pt modelId="{EB6F73BF-2856-49F0-AF96-88932189EFE3}" type="pres">
      <dgm:prSet presAssocID="{337D258F-31CF-4D05-A69E-14F48B9CB96E}" presName="hierRoot2" presStyleCnt="0">
        <dgm:presLayoutVars>
          <dgm:hierBranch val="init"/>
        </dgm:presLayoutVars>
      </dgm:prSet>
      <dgm:spPr/>
    </dgm:pt>
    <dgm:pt modelId="{837538C9-F10E-4539-9518-5FF8C1FC394A}" type="pres">
      <dgm:prSet presAssocID="{337D258F-31CF-4D05-A69E-14F48B9CB96E}" presName="rootComposite" presStyleCnt="0"/>
      <dgm:spPr/>
    </dgm:pt>
    <dgm:pt modelId="{B4DCD307-70D7-47F8-9E2C-AA9ECB2A86FB}" type="pres">
      <dgm:prSet presAssocID="{337D258F-31CF-4D05-A69E-14F48B9CB96E}" presName="rootText" presStyleLbl="node2" presStyleIdx="1" presStyleCnt="4" custLinFactNeighborX="-34366" custLinFactNeighborY="34366">
        <dgm:presLayoutVars>
          <dgm:chPref val="3"/>
        </dgm:presLayoutVars>
      </dgm:prSet>
      <dgm:spPr/>
    </dgm:pt>
    <dgm:pt modelId="{83718C3B-464C-45BC-8782-5E75554AEBEC}" type="pres">
      <dgm:prSet presAssocID="{337D258F-31CF-4D05-A69E-14F48B9CB96E}" presName="rootConnector" presStyleLbl="node2" presStyleIdx="1" presStyleCnt="4"/>
      <dgm:spPr/>
    </dgm:pt>
    <dgm:pt modelId="{9F973C11-2FEE-4FEB-A0BB-5B95A9321D25}" type="pres">
      <dgm:prSet presAssocID="{337D258F-31CF-4D05-A69E-14F48B9CB96E}" presName="hierChild4" presStyleCnt="0"/>
      <dgm:spPr/>
    </dgm:pt>
    <dgm:pt modelId="{DD255EF2-744C-467C-B2E0-8B73B7883E28}" type="pres">
      <dgm:prSet presAssocID="{337D258F-31CF-4D05-A69E-14F48B9CB96E}" presName="hierChild5" presStyleCnt="0"/>
      <dgm:spPr/>
    </dgm:pt>
    <dgm:pt modelId="{6A1345EF-AF88-4388-8153-9FB1630B84F1}" type="pres">
      <dgm:prSet presAssocID="{08D3CD94-0669-4676-A712-B3EB4BB5E6EA}" presName="Name37" presStyleLbl="parChTrans1D2" presStyleIdx="2" presStyleCnt="4"/>
      <dgm:spPr/>
    </dgm:pt>
    <dgm:pt modelId="{01E6DCB6-D26F-4679-9216-160CF017E529}" type="pres">
      <dgm:prSet presAssocID="{66865E0E-3AC4-4E86-B4B5-628B71AD14EF}" presName="hierRoot2" presStyleCnt="0">
        <dgm:presLayoutVars>
          <dgm:hierBranch val="init"/>
        </dgm:presLayoutVars>
      </dgm:prSet>
      <dgm:spPr/>
    </dgm:pt>
    <dgm:pt modelId="{4CCD173F-6342-4DF3-826D-861F416A50A1}" type="pres">
      <dgm:prSet presAssocID="{66865E0E-3AC4-4E86-B4B5-628B71AD14EF}" presName="rootComposite" presStyleCnt="0"/>
      <dgm:spPr/>
    </dgm:pt>
    <dgm:pt modelId="{9FA4FE8E-8B55-456F-9519-5AA600AB4AA1}" type="pres">
      <dgm:prSet presAssocID="{66865E0E-3AC4-4E86-B4B5-628B71AD14EF}" presName="rootText" presStyleLbl="node2" presStyleIdx="2" presStyleCnt="4" custLinFactNeighborX="34648" custLinFactNeighborY="34364">
        <dgm:presLayoutVars>
          <dgm:chPref val="3"/>
        </dgm:presLayoutVars>
      </dgm:prSet>
      <dgm:spPr/>
    </dgm:pt>
    <dgm:pt modelId="{34F56497-69F4-448E-8144-722D7CCD1CDD}" type="pres">
      <dgm:prSet presAssocID="{66865E0E-3AC4-4E86-B4B5-628B71AD14EF}" presName="rootConnector" presStyleLbl="node2" presStyleIdx="2" presStyleCnt="4"/>
      <dgm:spPr/>
    </dgm:pt>
    <dgm:pt modelId="{102D6C15-35A9-492F-89D7-0F61ED1C5C42}" type="pres">
      <dgm:prSet presAssocID="{66865E0E-3AC4-4E86-B4B5-628B71AD14EF}" presName="hierChild4" presStyleCnt="0"/>
      <dgm:spPr/>
    </dgm:pt>
    <dgm:pt modelId="{E67A93C9-EE2C-401F-A644-D4E86976AF67}" type="pres">
      <dgm:prSet presAssocID="{66865E0E-3AC4-4E86-B4B5-628B71AD14EF}" presName="hierChild5" presStyleCnt="0"/>
      <dgm:spPr/>
    </dgm:pt>
    <dgm:pt modelId="{5B79440C-23F0-4550-9BC6-DBDD1106E4CE}" type="pres">
      <dgm:prSet presAssocID="{48B0251D-FFFF-4C8C-8BEB-9FABE0BC0C01}" presName="Name37" presStyleLbl="parChTrans1D2" presStyleIdx="3" presStyleCnt="4"/>
      <dgm:spPr/>
    </dgm:pt>
    <dgm:pt modelId="{67150E56-380D-479E-950B-41D3DA08E2C2}" type="pres">
      <dgm:prSet presAssocID="{D15440BB-657E-4141-841D-52A7873147C2}" presName="hierRoot2" presStyleCnt="0">
        <dgm:presLayoutVars>
          <dgm:hierBranch val="init"/>
        </dgm:presLayoutVars>
      </dgm:prSet>
      <dgm:spPr/>
    </dgm:pt>
    <dgm:pt modelId="{3C1F1AE1-A2D0-40A9-9840-E11E8D18CA77}" type="pres">
      <dgm:prSet presAssocID="{D15440BB-657E-4141-841D-52A7873147C2}" presName="rootComposite" presStyleCnt="0"/>
      <dgm:spPr/>
    </dgm:pt>
    <dgm:pt modelId="{D195D668-E8ED-4F9A-BB30-E8CB1D9CF53F}" type="pres">
      <dgm:prSet presAssocID="{D15440BB-657E-4141-841D-52A7873147C2}" presName="rootText" presStyleLbl="node2" presStyleIdx="3" presStyleCnt="4" custLinFactY="-11281" custLinFactNeighborX="240" custLinFactNeighborY="-100000">
        <dgm:presLayoutVars>
          <dgm:chPref val="3"/>
        </dgm:presLayoutVars>
      </dgm:prSet>
      <dgm:spPr/>
    </dgm:pt>
    <dgm:pt modelId="{A6E27386-479F-4270-BA22-764B1253D3E5}" type="pres">
      <dgm:prSet presAssocID="{D15440BB-657E-4141-841D-52A7873147C2}" presName="rootConnector" presStyleLbl="node2" presStyleIdx="3" presStyleCnt="4"/>
      <dgm:spPr/>
    </dgm:pt>
    <dgm:pt modelId="{F1FB8BDE-61DE-4CF0-8751-279EA1ED9736}" type="pres">
      <dgm:prSet presAssocID="{D15440BB-657E-4141-841D-52A7873147C2}" presName="hierChild4" presStyleCnt="0"/>
      <dgm:spPr/>
    </dgm:pt>
    <dgm:pt modelId="{A2C7F1D2-E046-409B-832B-01EBAB89A588}" type="pres">
      <dgm:prSet presAssocID="{D15440BB-657E-4141-841D-52A7873147C2}" presName="hierChild5" presStyleCnt="0"/>
      <dgm:spPr/>
    </dgm:pt>
    <dgm:pt modelId="{B179032E-6D00-49D0-9A5C-38DAA6248BCC}" type="pres">
      <dgm:prSet presAssocID="{1C13D2A1-434B-46C0-B510-6CE3319F640E}" presName="hierChild3" presStyleCnt="0"/>
      <dgm:spPr/>
    </dgm:pt>
  </dgm:ptLst>
  <dgm:cxnLst>
    <dgm:cxn modelId="{5BCE7503-7A28-47BA-883C-0DBB6A743C9B}" type="presOf" srcId="{337D258F-31CF-4D05-A69E-14F48B9CB96E}" destId="{83718C3B-464C-45BC-8782-5E75554AEBEC}" srcOrd="1" destOrd="0" presId="urn:microsoft.com/office/officeart/2005/8/layout/orgChart1"/>
    <dgm:cxn modelId="{AF367E0B-9309-470E-B2E0-2297284190CF}" type="presOf" srcId="{2AD087A1-721C-458D-A3C0-D3E1B2355EC0}" destId="{3053C6AC-1C73-436F-B7E6-B255AB774E41}" srcOrd="0" destOrd="0" presId="urn:microsoft.com/office/officeart/2005/8/layout/orgChart1"/>
    <dgm:cxn modelId="{A358ED0E-D51A-47D6-B7AF-9CEBDDB6ABA4}" type="presOf" srcId="{1C13D2A1-434B-46C0-B510-6CE3319F640E}" destId="{BC036537-3530-4EB6-92AF-7350D94C8934}" srcOrd="0" destOrd="0" presId="urn:microsoft.com/office/officeart/2005/8/layout/orgChart1"/>
    <dgm:cxn modelId="{51706712-7FD8-49E8-8E31-1943C7C9CBF5}" type="presOf" srcId="{8A45ADBF-AA5C-4B88-BA3A-ECB715AE051B}" destId="{3E54744F-0A10-475E-A8EF-EBECAA495DFF}" srcOrd="0" destOrd="0" presId="urn:microsoft.com/office/officeart/2005/8/layout/orgChart1"/>
    <dgm:cxn modelId="{7FD85F1B-FD6E-40A1-A59C-C1C5B2A0E9BE}" type="presOf" srcId="{2AD087A1-721C-458D-A3C0-D3E1B2355EC0}" destId="{3A1FC7E4-F8FB-4418-A4E3-B39D146FA7C7}" srcOrd="1" destOrd="0" presId="urn:microsoft.com/office/officeart/2005/8/layout/orgChart1"/>
    <dgm:cxn modelId="{C94AF721-B50B-4075-A423-4BF80B64F045}" type="presOf" srcId="{D15440BB-657E-4141-841D-52A7873147C2}" destId="{A6E27386-479F-4270-BA22-764B1253D3E5}" srcOrd="1" destOrd="0" presId="urn:microsoft.com/office/officeart/2005/8/layout/orgChart1"/>
    <dgm:cxn modelId="{0843F127-CB4F-46D8-B2CB-51F0BBCA52B2}" type="presOf" srcId="{E65C0B43-0FB0-4B96-A926-96C970388F65}" destId="{B2186B7F-7298-4E07-8E05-EE117CEF8B90}" srcOrd="0" destOrd="0" presId="urn:microsoft.com/office/officeart/2005/8/layout/orgChart1"/>
    <dgm:cxn modelId="{72742B28-0D03-403D-B280-53153227B5C8}" srcId="{E65C0B43-0FB0-4B96-A926-96C970388F65}" destId="{1C13D2A1-434B-46C0-B510-6CE3319F640E}" srcOrd="0" destOrd="0" parTransId="{E6412DBA-4167-4F8B-8B2B-98462E1FB084}" sibTransId="{FF94C9E4-7AAE-4050-9849-D066B8190261}"/>
    <dgm:cxn modelId="{8216FF38-ACCC-4112-A06C-23C81BDFD2FF}" type="presOf" srcId="{D15440BB-657E-4141-841D-52A7873147C2}" destId="{D195D668-E8ED-4F9A-BB30-E8CB1D9CF53F}" srcOrd="0" destOrd="0" presId="urn:microsoft.com/office/officeart/2005/8/layout/orgChart1"/>
    <dgm:cxn modelId="{EB1DDC3D-669F-4B7F-9211-3FFDD2906E9B}" type="presOf" srcId="{66865E0E-3AC4-4E86-B4B5-628B71AD14EF}" destId="{34F56497-69F4-448E-8144-722D7CCD1CDD}" srcOrd="1" destOrd="0" presId="urn:microsoft.com/office/officeart/2005/8/layout/orgChart1"/>
    <dgm:cxn modelId="{98101765-C5B9-4744-871E-5A7027757F99}" srcId="{1C13D2A1-434B-46C0-B510-6CE3319F640E}" destId="{D15440BB-657E-4141-841D-52A7873147C2}" srcOrd="3" destOrd="0" parTransId="{48B0251D-FFFF-4C8C-8BEB-9FABE0BC0C01}" sibTransId="{14B73B19-D72C-4C0F-868F-A0E93425BAE3}"/>
    <dgm:cxn modelId="{6805BD6F-7332-468D-B3E5-76EA47510FAD}" type="presOf" srcId="{B22F54FF-F6FE-4404-9808-13DAB4243B69}" destId="{1E415892-06F1-406E-BDB1-474BA2FDF185}" srcOrd="0" destOrd="0" presId="urn:microsoft.com/office/officeart/2005/8/layout/orgChart1"/>
    <dgm:cxn modelId="{F17A3B73-5F49-4B1E-B2C9-1271E6F7ABDB}" type="presOf" srcId="{48B0251D-FFFF-4C8C-8BEB-9FABE0BC0C01}" destId="{5B79440C-23F0-4550-9BC6-DBDD1106E4CE}" srcOrd="0" destOrd="0" presId="urn:microsoft.com/office/officeart/2005/8/layout/orgChart1"/>
    <dgm:cxn modelId="{5B7B958E-3DEC-4CEE-9F26-D3ECE519E122}" srcId="{1C13D2A1-434B-46C0-B510-6CE3319F640E}" destId="{66865E0E-3AC4-4E86-B4B5-628B71AD14EF}" srcOrd="2" destOrd="0" parTransId="{08D3CD94-0669-4676-A712-B3EB4BB5E6EA}" sibTransId="{E0886B06-0C22-4580-96E8-8C86A13BF8FB}"/>
    <dgm:cxn modelId="{F9EBC39C-46A0-4BC7-B666-02C43B86AE50}" type="presOf" srcId="{1C13D2A1-434B-46C0-B510-6CE3319F640E}" destId="{B2FF4760-4D14-4CBE-9E63-213C21BECE3C}" srcOrd="1" destOrd="0" presId="urn:microsoft.com/office/officeart/2005/8/layout/orgChart1"/>
    <dgm:cxn modelId="{C2AE5EBF-5C6C-4A3B-AE30-72EAA82C9E2D}" type="presOf" srcId="{08D3CD94-0669-4676-A712-B3EB4BB5E6EA}" destId="{6A1345EF-AF88-4388-8153-9FB1630B84F1}" srcOrd="0" destOrd="0" presId="urn:microsoft.com/office/officeart/2005/8/layout/orgChart1"/>
    <dgm:cxn modelId="{CB980ACB-DF3D-4B55-B8EA-FCD4B79BF1B0}" srcId="{1C13D2A1-434B-46C0-B510-6CE3319F640E}" destId="{337D258F-31CF-4D05-A69E-14F48B9CB96E}" srcOrd="1" destOrd="0" parTransId="{8A45ADBF-AA5C-4B88-BA3A-ECB715AE051B}" sibTransId="{3AA9FF7C-A24A-4AA8-9A6C-9F5C02D237DE}"/>
    <dgm:cxn modelId="{1A6B46DB-EB57-421A-A78E-49E3DF2034D9}" type="presOf" srcId="{66865E0E-3AC4-4E86-B4B5-628B71AD14EF}" destId="{9FA4FE8E-8B55-456F-9519-5AA600AB4AA1}" srcOrd="0" destOrd="0" presId="urn:microsoft.com/office/officeart/2005/8/layout/orgChart1"/>
    <dgm:cxn modelId="{8FA761E9-04F1-4932-82D0-6413B3D151CF}" srcId="{1C13D2A1-434B-46C0-B510-6CE3319F640E}" destId="{2AD087A1-721C-458D-A3C0-D3E1B2355EC0}" srcOrd="0" destOrd="0" parTransId="{B22F54FF-F6FE-4404-9808-13DAB4243B69}" sibTransId="{10699873-AE3A-4B76-9A18-978AF521F745}"/>
    <dgm:cxn modelId="{1CC678F3-F956-4846-9872-9827950DEB5E}" type="presOf" srcId="{337D258F-31CF-4D05-A69E-14F48B9CB96E}" destId="{B4DCD307-70D7-47F8-9E2C-AA9ECB2A86FB}" srcOrd="0" destOrd="0" presId="urn:microsoft.com/office/officeart/2005/8/layout/orgChart1"/>
    <dgm:cxn modelId="{7D4B0E9D-3460-4D99-9F4C-209BDC83320D}" type="presParOf" srcId="{B2186B7F-7298-4E07-8E05-EE117CEF8B90}" destId="{B482EBE2-6679-4E99-AAFA-38E90672F26C}" srcOrd="0" destOrd="0" presId="urn:microsoft.com/office/officeart/2005/8/layout/orgChart1"/>
    <dgm:cxn modelId="{EA99D056-D6B1-4D74-BE64-A369DE28F0E7}" type="presParOf" srcId="{B482EBE2-6679-4E99-AAFA-38E90672F26C}" destId="{A90A565A-2D19-4CAC-9200-B5DF9D0CAC27}" srcOrd="0" destOrd="0" presId="urn:microsoft.com/office/officeart/2005/8/layout/orgChart1"/>
    <dgm:cxn modelId="{FE2F5726-AFFD-4CFF-8CB0-77D62D742A6E}" type="presParOf" srcId="{A90A565A-2D19-4CAC-9200-B5DF9D0CAC27}" destId="{BC036537-3530-4EB6-92AF-7350D94C8934}" srcOrd="0" destOrd="0" presId="urn:microsoft.com/office/officeart/2005/8/layout/orgChart1"/>
    <dgm:cxn modelId="{9C9FF0DF-9198-4D67-9E14-2BCFE4FDD0F1}" type="presParOf" srcId="{A90A565A-2D19-4CAC-9200-B5DF9D0CAC27}" destId="{B2FF4760-4D14-4CBE-9E63-213C21BECE3C}" srcOrd="1" destOrd="0" presId="urn:microsoft.com/office/officeart/2005/8/layout/orgChart1"/>
    <dgm:cxn modelId="{3E152E3E-8045-4B3E-81CF-3B79872A5BF9}" type="presParOf" srcId="{B482EBE2-6679-4E99-AAFA-38E90672F26C}" destId="{9011CA9E-7510-44C6-AA47-96468A3DE5C9}" srcOrd="1" destOrd="0" presId="urn:microsoft.com/office/officeart/2005/8/layout/orgChart1"/>
    <dgm:cxn modelId="{1640A059-11FE-475E-B9F1-88DFE1ABF15C}" type="presParOf" srcId="{9011CA9E-7510-44C6-AA47-96468A3DE5C9}" destId="{1E415892-06F1-406E-BDB1-474BA2FDF185}" srcOrd="0" destOrd="0" presId="urn:microsoft.com/office/officeart/2005/8/layout/orgChart1"/>
    <dgm:cxn modelId="{2D6DF613-9F5A-414B-8130-F2F4881768B4}" type="presParOf" srcId="{9011CA9E-7510-44C6-AA47-96468A3DE5C9}" destId="{FFB680AF-59D0-4905-AF8A-F62CA6972CEE}" srcOrd="1" destOrd="0" presId="urn:microsoft.com/office/officeart/2005/8/layout/orgChart1"/>
    <dgm:cxn modelId="{7813E563-59C9-4579-B448-C7346BAF89D0}" type="presParOf" srcId="{FFB680AF-59D0-4905-AF8A-F62CA6972CEE}" destId="{BA3B95EA-7688-48B2-950E-B591C5B8BC5C}" srcOrd="0" destOrd="0" presId="urn:microsoft.com/office/officeart/2005/8/layout/orgChart1"/>
    <dgm:cxn modelId="{47F10487-0025-4608-84A9-EC8CC674D0D6}" type="presParOf" srcId="{BA3B95EA-7688-48B2-950E-B591C5B8BC5C}" destId="{3053C6AC-1C73-436F-B7E6-B255AB774E41}" srcOrd="0" destOrd="0" presId="urn:microsoft.com/office/officeart/2005/8/layout/orgChart1"/>
    <dgm:cxn modelId="{E30090BC-02D6-4D85-A81B-998F84782650}" type="presParOf" srcId="{BA3B95EA-7688-48B2-950E-B591C5B8BC5C}" destId="{3A1FC7E4-F8FB-4418-A4E3-B39D146FA7C7}" srcOrd="1" destOrd="0" presId="urn:microsoft.com/office/officeart/2005/8/layout/orgChart1"/>
    <dgm:cxn modelId="{F47EC7C6-03AB-4255-B688-96FAB827C37D}" type="presParOf" srcId="{FFB680AF-59D0-4905-AF8A-F62CA6972CEE}" destId="{4A94AECE-AE08-44E3-A297-7DA56DC9ACC4}" srcOrd="1" destOrd="0" presId="urn:microsoft.com/office/officeart/2005/8/layout/orgChart1"/>
    <dgm:cxn modelId="{5879F4B7-0489-4D92-869C-7F1E96A2B716}" type="presParOf" srcId="{FFB680AF-59D0-4905-AF8A-F62CA6972CEE}" destId="{3577BEEE-FFF0-446F-A3F3-5309E2688C06}" srcOrd="2" destOrd="0" presId="urn:microsoft.com/office/officeart/2005/8/layout/orgChart1"/>
    <dgm:cxn modelId="{B58216F4-40B2-4C44-A1CB-CE29F061278A}" type="presParOf" srcId="{9011CA9E-7510-44C6-AA47-96468A3DE5C9}" destId="{3E54744F-0A10-475E-A8EF-EBECAA495DFF}" srcOrd="2" destOrd="0" presId="urn:microsoft.com/office/officeart/2005/8/layout/orgChart1"/>
    <dgm:cxn modelId="{5E9E6ED5-6248-44D9-BE88-A04DA0A2707C}" type="presParOf" srcId="{9011CA9E-7510-44C6-AA47-96468A3DE5C9}" destId="{EB6F73BF-2856-49F0-AF96-88932189EFE3}" srcOrd="3" destOrd="0" presId="urn:microsoft.com/office/officeart/2005/8/layout/orgChart1"/>
    <dgm:cxn modelId="{DF770DE2-9334-40C1-804C-3334BE208D39}" type="presParOf" srcId="{EB6F73BF-2856-49F0-AF96-88932189EFE3}" destId="{837538C9-F10E-4539-9518-5FF8C1FC394A}" srcOrd="0" destOrd="0" presId="urn:microsoft.com/office/officeart/2005/8/layout/orgChart1"/>
    <dgm:cxn modelId="{2266CC99-8A30-4084-8C58-5051DD464FE9}" type="presParOf" srcId="{837538C9-F10E-4539-9518-5FF8C1FC394A}" destId="{B4DCD307-70D7-47F8-9E2C-AA9ECB2A86FB}" srcOrd="0" destOrd="0" presId="urn:microsoft.com/office/officeart/2005/8/layout/orgChart1"/>
    <dgm:cxn modelId="{1947E6B7-B5BA-4AB7-9262-5AC4E5D01559}" type="presParOf" srcId="{837538C9-F10E-4539-9518-5FF8C1FC394A}" destId="{83718C3B-464C-45BC-8782-5E75554AEBEC}" srcOrd="1" destOrd="0" presId="urn:microsoft.com/office/officeart/2005/8/layout/orgChart1"/>
    <dgm:cxn modelId="{0398D6C3-6D4A-4EF5-82F0-89D208837A00}" type="presParOf" srcId="{EB6F73BF-2856-49F0-AF96-88932189EFE3}" destId="{9F973C11-2FEE-4FEB-A0BB-5B95A9321D25}" srcOrd="1" destOrd="0" presId="urn:microsoft.com/office/officeart/2005/8/layout/orgChart1"/>
    <dgm:cxn modelId="{F8A989F5-55DC-4E36-AD99-F552AE5AB3BB}" type="presParOf" srcId="{EB6F73BF-2856-49F0-AF96-88932189EFE3}" destId="{DD255EF2-744C-467C-B2E0-8B73B7883E28}" srcOrd="2" destOrd="0" presId="urn:microsoft.com/office/officeart/2005/8/layout/orgChart1"/>
    <dgm:cxn modelId="{AE84137F-01B1-4E6E-B7A4-B3C294CA3A2A}" type="presParOf" srcId="{9011CA9E-7510-44C6-AA47-96468A3DE5C9}" destId="{6A1345EF-AF88-4388-8153-9FB1630B84F1}" srcOrd="4" destOrd="0" presId="urn:microsoft.com/office/officeart/2005/8/layout/orgChart1"/>
    <dgm:cxn modelId="{CB8CA5F9-F631-44DE-A967-A068B666FA91}" type="presParOf" srcId="{9011CA9E-7510-44C6-AA47-96468A3DE5C9}" destId="{01E6DCB6-D26F-4679-9216-160CF017E529}" srcOrd="5" destOrd="0" presId="urn:microsoft.com/office/officeart/2005/8/layout/orgChart1"/>
    <dgm:cxn modelId="{9D42282E-C109-4BAF-8B9F-3DF906BF1CA1}" type="presParOf" srcId="{01E6DCB6-D26F-4679-9216-160CF017E529}" destId="{4CCD173F-6342-4DF3-826D-861F416A50A1}" srcOrd="0" destOrd="0" presId="urn:microsoft.com/office/officeart/2005/8/layout/orgChart1"/>
    <dgm:cxn modelId="{732E37E8-E2F7-4BB2-B334-15ECE97104C4}" type="presParOf" srcId="{4CCD173F-6342-4DF3-826D-861F416A50A1}" destId="{9FA4FE8E-8B55-456F-9519-5AA600AB4AA1}" srcOrd="0" destOrd="0" presId="urn:microsoft.com/office/officeart/2005/8/layout/orgChart1"/>
    <dgm:cxn modelId="{AAE7A97A-CF25-4ADD-8AC8-D653D6B0869C}" type="presParOf" srcId="{4CCD173F-6342-4DF3-826D-861F416A50A1}" destId="{34F56497-69F4-448E-8144-722D7CCD1CDD}" srcOrd="1" destOrd="0" presId="urn:microsoft.com/office/officeart/2005/8/layout/orgChart1"/>
    <dgm:cxn modelId="{311058D4-6727-49EB-A788-8BA08B2FC183}" type="presParOf" srcId="{01E6DCB6-D26F-4679-9216-160CF017E529}" destId="{102D6C15-35A9-492F-89D7-0F61ED1C5C42}" srcOrd="1" destOrd="0" presId="urn:microsoft.com/office/officeart/2005/8/layout/orgChart1"/>
    <dgm:cxn modelId="{F9C526D1-C8F3-46B7-AAE1-75B2C0FCAB14}" type="presParOf" srcId="{01E6DCB6-D26F-4679-9216-160CF017E529}" destId="{E67A93C9-EE2C-401F-A644-D4E86976AF67}" srcOrd="2" destOrd="0" presId="urn:microsoft.com/office/officeart/2005/8/layout/orgChart1"/>
    <dgm:cxn modelId="{F36531CD-7A12-4D69-BB37-04B77E80495F}" type="presParOf" srcId="{9011CA9E-7510-44C6-AA47-96468A3DE5C9}" destId="{5B79440C-23F0-4550-9BC6-DBDD1106E4CE}" srcOrd="6" destOrd="0" presId="urn:microsoft.com/office/officeart/2005/8/layout/orgChart1"/>
    <dgm:cxn modelId="{E003031B-EECB-4C77-8EBB-16E9B20694BD}" type="presParOf" srcId="{9011CA9E-7510-44C6-AA47-96468A3DE5C9}" destId="{67150E56-380D-479E-950B-41D3DA08E2C2}" srcOrd="7" destOrd="0" presId="urn:microsoft.com/office/officeart/2005/8/layout/orgChart1"/>
    <dgm:cxn modelId="{B94B9A14-CBF3-4AFF-A9E1-ECB745CAFD0F}" type="presParOf" srcId="{67150E56-380D-479E-950B-41D3DA08E2C2}" destId="{3C1F1AE1-A2D0-40A9-9840-E11E8D18CA77}" srcOrd="0" destOrd="0" presId="urn:microsoft.com/office/officeart/2005/8/layout/orgChart1"/>
    <dgm:cxn modelId="{53564A07-2809-4D2E-8055-CFCEC8F09072}" type="presParOf" srcId="{3C1F1AE1-A2D0-40A9-9840-E11E8D18CA77}" destId="{D195D668-E8ED-4F9A-BB30-E8CB1D9CF53F}" srcOrd="0" destOrd="0" presId="urn:microsoft.com/office/officeart/2005/8/layout/orgChart1"/>
    <dgm:cxn modelId="{0D2A35F9-F99B-4265-B595-1F7F8258E594}" type="presParOf" srcId="{3C1F1AE1-A2D0-40A9-9840-E11E8D18CA77}" destId="{A6E27386-479F-4270-BA22-764B1253D3E5}" srcOrd="1" destOrd="0" presId="urn:microsoft.com/office/officeart/2005/8/layout/orgChart1"/>
    <dgm:cxn modelId="{9BEA24EB-1646-49C1-BAA7-73F435A97173}" type="presParOf" srcId="{67150E56-380D-479E-950B-41D3DA08E2C2}" destId="{F1FB8BDE-61DE-4CF0-8751-279EA1ED9736}" srcOrd="1" destOrd="0" presId="urn:microsoft.com/office/officeart/2005/8/layout/orgChart1"/>
    <dgm:cxn modelId="{FF86F3CC-3545-4E5D-A2C3-98C40687ABDB}" type="presParOf" srcId="{67150E56-380D-479E-950B-41D3DA08E2C2}" destId="{A2C7F1D2-E046-409B-832B-01EBAB89A588}" srcOrd="2" destOrd="0" presId="urn:microsoft.com/office/officeart/2005/8/layout/orgChart1"/>
    <dgm:cxn modelId="{8DD6C228-62B6-457D-ADFC-B5B828915795}" type="presParOf" srcId="{B482EBE2-6679-4E99-AAFA-38E90672F26C}" destId="{B179032E-6D00-49D0-9A5C-38DAA6248BC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65C0B43-0FB0-4B96-A926-96C970388F65}" type="doc">
      <dgm:prSet loTypeId="urn:microsoft.com/office/officeart/2005/8/layout/orgChart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1C13D2A1-434B-46C0-B510-6CE3319F640E}">
      <dgm:prSet custT="1"/>
      <dgm:spPr/>
      <dgm:t>
        <a:bodyPr/>
        <a:lstStyle/>
        <a:p>
          <a:pPr algn="ctr"/>
          <a:r>
            <a:rPr lang="en-US" sz="2000" b="0" i="0" dirty="0">
              <a:effectLst/>
              <a:latin typeface="Bahnschrift" panose="020B0502040204020203" pitchFamily="34" charset="0"/>
            </a:rPr>
            <a:t>Region Server runs on HDFS </a:t>
          </a:r>
          <a:r>
            <a:rPr lang="en-US" sz="2000" b="0" i="0" dirty="0" err="1">
              <a:effectLst/>
              <a:latin typeface="Bahnschrift" panose="020B0502040204020203" pitchFamily="34" charset="0"/>
            </a:rPr>
            <a:t>DataNode</a:t>
          </a:r>
          <a:r>
            <a:rPr lang="en-US" sz="2000" b="0" i="0" dirty="0">
              <a:effectLst/>
              <a:latin typeface="Bahnschrift" panose="020B0502040204020203" pitchFamily="34" charset="0"/>
            </a:rPr>
            <a:t> and consists of the following components </a:t>
          </a:r>
        </a:p>
      </dgm:t>
    </dgm:pt>
    <dgm:pt modelId="{E6412DBA-4167-4F8B-8B2B-98462E1FB084}" type="parTrans" cxnId="{72742B28-0D03-403D-B280-53153227B5C8}">
      <dgm:prSet/>
      <dgm:spPr/>
      <dgm:t>
        <a:bodyPr/>
        <a:lstStyle/>
        <a:p>
          <a:endParaRPr lang="en-IN"/>
        </a:p>
      </dgm:t>
    </dgm:pt>
    <dgm:pt modelId="{FF94C9E4-7AAE-4050-9849-D066B8190261}" type="sibTrans" cxnId="{72742B28-0D03-403D-B280-53153227B5C8}">
      <dgm:prSet/>
      <dgm:spPr/>
      <dgm:t>
        <a:bodyPr/>
        <a:lstStyle/>
        <a:p>
          <a:endParaRPr lang="en-IN"/>
        </a:p>
      </dgm:t>
    </dgm:pt>
    <dgm:pt modelId="{2AD087A1-721C-458D-A3C0-D3E1B2355EC0}">
      <dgm:prSet custT="1"/>
      <dgm:spPr/>
      <dgm:t>
        <a:bodyPr/>
        <a:lstStyle/>
        <a:p>
          <a:r>
            <a:rPr lang="en-IN" sz="2200" b="0" i="0" dirty="0">
              <a:effectLst/>
              <a:latin typeface="Bahnschrift" panose="020B0502040204020203" pitchFamily="34" charset="0"/>
            </a:rPr>
            <a:t>Block Cache</a:t>
          </a:r>
          <a:endParaRPr lang="en-US" sz="2200" dirty="0">
            <a:latin typeface="Bahnschrift" panose="020B0502040204020203" pitchFamily="34" charset="0"/>
          </a:endParaRPr>
        </a:p>
      </dgm:t>
    </dgm:pt>
    <dgm:pt modelId="{B22F54FF-F6FE-4404-9808-13DAB4243B69}" type="parTrans" cxnId="{8FA761E9-04F1-4932-82D0-6413B3D151CF}">
      <dgm:prSet/>
      <dgm:spPr/>
      <dgm:t>
        <a:bodyPr/>
        <a:lstStyle/>
        <a:p>
          <a:endParaRPr lang="en-IN"/>
        </a:p>
      </dgm:t>
    </dgm:pt>
    <dgm:pt modelId="{10699873-AE3A-4B76-9A18-978AF521F745}" type="sibTrans" cxnId="{8FA761E9-04F1-4932-82D0-6413B3D151CF}">
      <dgm:prSet/>
      <dgm:spPr/>
      <dgm:t>
        <a:bodyPr/>
        <a:lstStyle/>
        <a:p>
          <a:endParaRPr lang="en-IN"/>
        </a:p>
      </dgm:t>
    </dgm:pt>
    <dgm:pt modelId="{337D258F-31CF-4D05-A69E-14F48B9CB96E}">
      <dgm:prSet custT="1"/>
      <dgm:spPr/>
      <dgm:t>
        <a:bodyPr/>
        <a:lstStyle/>
        <a:p>
          <a:r>
            <a:rPr lang="en-IN" sz="2200" b="0" i="0" dirty="0" err="1">
              <a:effectLst/>
              <a:latin typeface="Bahnschrift" panose="020B0502040204020203" pitchFamily="34" charset="0"/>
            </a:rPr>
            <a:t>MemStore</a:t>
          </a:r>
          <a:endParaRPr lang="en-IN" sz="2200" b="0" i="0" dirty="0">
            <a:effectLst/>
            <a:latin typeface="Bahnschrift" panose="020B0502040204020203" pitchFamily="34" charset="0"/>
          </a:endParaRPr>
        </a:p>
      </dgm:t>
    </dgm:pt>
    <dgm:pt modelId="{8A45ADBF-AA5C-4B88-BA3A-ECB715AE051B}" type="parTrans" cxnId="{CB980ACB-DF3D-4B55-B8EA-FCD4B79BF1B0}">
      <dgm:prSet/>
      <dgm:spPr/>
      <dgm:t>
        <a:bodyPr/>
        <a:lstStyle/>
        <a:p>
          <a:endParaRPr lang="en-IN"/>
        </a:p>
      </dgm:t>
    </dgm:pt>
    <dgm:pt modelId="{3AA9FF7C-A24A-4AA8-9A6C-9F5C02D237DE}" type="sibTrans" cxnId="{CB980ACB-DF3D-4B55-B8EA-FCD4B79BF1B0}">
      <dgm:prSet/>
      <dgm:spPr/>
      <dgm:t>
        <a:bodyPr/>
        <a:lstStyle/>
        <a:p>
          <a:endParaRPr lang="en-IN"/>
        </a:p>
      </dgm:t>
    </dgm:pt>
    <dgm:pt modelId="{66865E0E-3AC4-4E86-B4B5-628B71AD14EF}">
      <dgm:prSet custT="1"/>
      <dgm:spPr/>
      <dgm:t>
        <a:bodyPr/>
        <a:lstStyle/>
        <a:p>
          <a:r>
            <a:rPr lang="en-IN" sz="2200" b="0" i="0" dirty="0">
              <a:effectLst/>
              <a:latin typeface="Bahnschrift" panose="020B0502040204020203" pitchFamily="34" charset="0"/>
            </a:rPr>
            <a:t>Write Ahead Log (WAL)</a:t>
          </a:r>
          <a:endParaRPr lang="en-IN" sz="2200" dirty="0">
            <a:latin typeface="Bahnschrift" panose="020B0502040204020203" pitchFamily="34" charset="0"/>
          </a:endParaRPr>
        </a:p>
      </dgm:t>
    </dgm:pt>
    <dgm:pt modelId="{08D3CD94-0669-4676-A712-B3EB4BB5E6EA}" type="parTrans" cxnId="{5B7B958E-3DEC-4CEE-9F26-D3ECE519E122}">
      <dgm:prSet/>
      <dgm:spPr/>
      <dgm:t>
        <a:bodyPr/>
        <a:lstStyle/>
        <a:p>
          <a:endParaRPr lang="en-IN"/>
        </a:p>
      </dgm:t>
    </dgm:pt>
    <dgm:pt modelId="{E0886B06-0C22-4580-96E8-8C86A13BF8FB}" type="sibTrans" cxnId="{5B7B958E-3DEC-4CEE-9F26-D3ECE519E122}">
      <dgm:prSet/>
      <dgm:spPr/>
      <dgm:t>
        <a:bodyPr/>
        <a:lstStyle/>
        <a:p>
          <a:endParaRPr lang="en-IN"/>
        </a:p>
      </dgm:t>
    </dgm:pt>
    <dgm:pt modelId="{D15440BB-657E-4141-841D-52A7873147C2}">
      <dgm:prSet custT="1"/>
      <dgm:spPr/>
      <dgm:t>
        <a:bodyPr/>
        <a:lstStyle/>
        <a:p>
          <a:r>
            <a:rPr lang="en-IN" sz="2200" b="0" i="0">
              <a:effectLst/>
              <a:latin typeface="Bahnschrift" panose="020B0502040204020203" pitchFamily="34" charset="0"/>
            </a:rPr>
            <a:t>HFile</a:t>
          </a:r>
          <a:endParaRPr lang="en-US" sz="2200" dirty="0">
            <a:latin typeface="Bahnschrift" panose="020B0502040204020203" pitchFamily="34" charset="0"/>
          </a:endParaRPr>
        </a:p>
      </dgm:t>
    </dgm:pt>
    <dgm:pt modelId="{48B0251D-FFFF-4C8C-8BEB-9FABE0BC0C01}" type="parTrans" cxnId="{98101765-C5B9-4744-871E-5A7027757F99}">
      <dgm:prSet/>
      <dgm:spPr/>
      <dgm:t>
        <a:bodyPr/>
        <a:lstStyle/>
        <a:p>
          <a:endParaRPr lang="en-IN"/>
        </a:p>
      </dgm:t>
    </dgm:pt>
    <dgm:pt modelId="{14B73B19-D72C-4C0F-868F-A0E93425BAE3}" type="sibTrans" cxnId="{98101765-C5B9-4744-871E-5A7027757F99}">
      <dgm:prSet/>
      <dgm:spPr/>
      <dgm:t>
        <a:bodyPr/>
        <a:lstStyle/>
        <a:p>
          <a:endParaRPr lang="en-IN"/>
        </a:p>
      </dgm:t>
    </dgm:pt>
    <dgm:pt modelId="{B2186B7F-7298-4E07-8E05-EE117CEF8B90}" type="pres">
      <dgm:prSet presAssocID="{E65C0B43-0FB0-4B96-A926-96C970388F6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482EBE2-6679-4E99-AAFA-38E90672F26C}" type="pres">
      <dgm:prSet presAssocID="{1C13D2A1-434B-46C0-B510-6CE3319F640E}" presName="hierRoot1" presStyleCnt="0">
        <dgm:presLayoutVars>
          <dgm:hierBranch val="init"/>
        </dgm:presLayoutVars>
      </dgm:prSet>
      <dgm:spPr/>
    </dgm:pt>
    <dgm:pt modelId="{A90A565A-2D19-4CAC-9200-B5DF9D0CAC27}" type="pres">
      <dgm:prSet presAssocID="{1C13D2A1-434B-46C0-B510-6CE3319F640E}" presName="rootComposite1" presStyleCnt="0"/>
      <dgm:spPr/>
    </dgm:pt>
    <dgm:pt modelId="{BC036537-3530-4EB6-92AF-7350D94C8934}" type="pres">
      <dgm:prSet presAssocID="{1C13D2A1-434B-46C0-B510-6CE3319F640E}" presName="rootText1" presStyleLbl="node0" presStyleIdx="0" presStyleCnt="1" custScaleX="151059" custScaleY="177620" custLinFactY="-12917" custLinFactNeighborX="2851" custLinFactNeighborY="-100000">
        <dgm:presLayoutVars>
          <dgm:chPref val="3"/>
        </dgm:presLayoutVars>
      </dgm:prSet>
      <dgm:spPr/>
    </dgm:pt>
    <dgm:pt modelId="{B2FF4760-4D14-4CBE-9E63-213C21BECE3C}" type="pres">
      <dgm:prSet presAssocID="{1C13D2A1-434B-46C0-B510-6CE3319F640E}" presName="rootConnector1" presStyleLbl="node1" presStyleIdx="0" presStyleCnt="0"/>
      <dgm:spPr/>
    </dgm:pt>
    <dgm:pt modelId="{9011CA9E-7510-44C6-AA47-96468A3DE5C9}" type="pres">
      <dgm:prSet presAssocID="{1C13D2A1-434B-46C0-B510-6CE3319F640E}" presName="hierChild2" presStyleCnt="0"/>
      <dgm:spPr/>
    </dgm:pt>
    <dgm:pt modelId="{1E415892-06F1-406E-BDB1-474BA2FDF185}" type="pres">
      <dgm:prSet presAssocID="{B22F54FF-F6FE-4404-9808-13DAB4243B69}" presName="Name37" presStyleLbl="parChTrans1D2" presStyleIdx="0" presStyleCnt="4"/>
      <dgm:spPr/>
    </dgm:pt>
    <dgm:pt modelId="{FFB680AF-59D0-4905-AF8A-F62CA6972CEE}" type="pres">
      <dgm:prSet presAssocID="{2AD087A1-721C-458D-A3C0-D3E1B2355EC0}" presName="hierRoot2" presStyleCnt="0">
        <dgm:presLayoutVars>
          <dgm:hierBranch val="init"/>
        </dgm:presLayoutVars>
      </dgm:prSet>
      <dgm:spPr/>
    </dgm:pt>
    <dgm:pt modelId="{BA3B95EA-7688-48B2-950E-B591C5B8BC5C}" type="pres">
      <dgm:prSet presAssocID="{2AD087A1-721C-458D-A3C0-D3E1B2355EC0}" presName="rootComposite" presStyleCnt="0"/>
      <dgm:spPr/>
    </dgm:pt>
    <dgm:pt modelId="{3053C6AC-1C73-436F-B7E6-B255AB774E41}" type="pres">
      <dgm:prSet presAssocID="{2AD087A1-721C-458D-A3C0-D3E1B2355EC0}" presName="rootText" presStyleLbl="node2" presStyleIdx="0" presStyleCnt="4" custLinFactY="-11280" custLinFactNeighborX="5461" custLinFactNeighborY="-100000">
        <dgm:presLayoutVars>
          <dgm:chPref val="3"/>
        </dgm:presLayoutVars>
      </dgm:prSet>
      <dgm:spPr/>
    </dgm:pt>
    <dgm:pt modelId="{3A1FC7E4-F8FB-4418-A4E3-B39D146FA7C7}" type="pres">
      <dgm:prSet presAssocID="{2AD087A1-721C-458D-A3C0-D3E1B2355EC0}" presName="rootConnector" presStyleLbl="node2" presStyleIdx="0" presStyleCnt="4"/>
      <dgm:spPr/>
    </dgm:pt>
    <dgm:pt modelId="{4A94AECE-AE08-44E3-A297-7DA56DC9ACC4}" type="pres">
      <dgm:prSet presAssocID="{2AD087A1-721C-458D-A3C0-D3E1B2355EC0}" presName="hierChild4" presStyleCnt="0"/>
      <dgm:spPr/>
    </dgm:pt>
    <dgm:pt modelId="{3577BEEE-FFF0-446F-A3F3-5309E2688C06}" type="pres">
      <dgm:prSet presAssocID="{2AD087A1-721C-458D-A3C0-D3E1B2355EC0}" presName="hierChild5" presStyleCnt="0"/>
      <dgm:spPr/>
    </dgm:pt>
    <dgm:pt modelId="{3E54744F-0A10-475E-A8EF-EBECAA495DFF}" type="pres">
      <dgm:prSet presAssocID="{8A45ADBF-AA5C-4B88-BA3A-ECB715AE051B}" presName="Name37" presStyleLbl="parChTrans1D2" presStyleIdx="1" presStyleCnt="4"/>
      <dgm:spPr/>
    </dgm:pt>
    <dgm:pt modelId="{EB6F73BF-2856-49F0-AF96-88932189EFE3}" type="pres">
      <dgm:prSet presAssocID="{337D258F-31CF-4D05-A69E-14F48B9CB96E}" presName="hierRoot2" presStyleCnt="0">
        <dgm:presLayoutVars>
          <dgm:hierBranch val="init"/>
        </dgm:presLayoutVars>
      </dgm:prSet>
      <dgm:spPr/>
    </dgm:pt>
    <dgm:pt modelId="{837538C9-F10E-4539-9518-5FF8C1FC394A}" type="pres">
      <dgm:prSet presAssocID="{337D258F-31CF-4D05-A69E-14F48B9CB96E}" presName="rootComposite" presStyleCnt="0"/>
      <dgm:spPr/>
    </dgm:pt>
    <dgm:pt modelId="{B4DCD307-70D7-47F8-9E2C-AA9ECB2A86FB}" type="pres">
      <dgm:prSet presAssocID="{337D258F-31CF-4D05-A69E-14F48B9CB96E}" presName="rootText" presStyleLbl="node2" presStyleIdx="1" presStyleCnt="4" custLinFactNeighborX="-34366" custLinFactNeighborY="34366">
        <dgm:presLayoutVars>
          <dgm:chPref val="3"/>
        </dgm:presLayoutVars>
      </dgm:prSet>
      <dgm:spPr/>
    </dgm:pt>
    <dgm:pt modelId="{83718C3B-464C-45BC-8782-5E75554AEBEC}" type="pres">
      <dgm:prSet presAssocID="{337D258F-31CF-4D05-A69E-14F48B9CB96E}" presName="rootConnector" presStyleLbl="node2" presStyleIdx="1" presStyleCnt="4"/>
      <dgm:spPr/>
    </dgm:pt>
    <dgm:pt modelId="{9F973C11-2FEE-4FEB-A0BB-5B95A9321D25}" type="pres">
      <dgm:prSet presAssocID="{337D258F-31CF-4D05-A69E-14F48B9CB96E}" presName="hierChild4" presStyleCnt="0"/>
      <dgm:spPr/>
    </dgm:pt>
    <dgm:pt modelId="{DD255EF2-744C-467C-B2E0-8B73B7883E28}" type="pres">
      <dgm:prSet presAssocID="{337D258F-31CF-4D05-A69E-14F48B9CB96E}" presName="hierChild5" presStyleCnt="0"/>
      <dgm:spPr/>
    </dgm:pt>
    <dgm:pt modelId="{6A1345EF-AF88-4388-8153-9FB1630B84F1}" type="pres">
      <dgm:prSet presAssocID="{08D3CD94-0669-4676-A712-B3EB4BB5E6EA}" presName="Name37" presStyleLbl="parChTrans1D2" presStyleIdx="2" presStyleCnt="4"/>
      <dgm:spPr/>
    </dgm:pt>
    <dgm:pt modelId="{01E6DCB6-D26F-4679-9216-160CF017E529}" type="pres">
      <dgm:prSet presAssocID="{66865E0E-3AC4-4E86-B4B5-628B71AD14EF}" presName="hierRoot2" presStyleCnt="0">
        <dgm:presLayoutVars>
          <dgm:hierBranch val="init"/>
        </dgm:presLayoutVars>
      </dgm:prSet>
      <dgm:spPr/>
    </dgm:pt>
    <dgm:pt modelId="{4CCD173F-6342-4DF3-826D-861F416A50A1}" type="pres">
      <dgm:prSet presAssocID="{66865E0E-3AC4-4E86-B4B5-628B71AD14EF}" presName="rootComposite" presStyleCnt="0"/>
      <dgm:spPr/>
    </dgm:pt>
    <dgm:pt modelId="{9FA4FE8E-8B55-456F-9519-5AA600AB4AA1}" type="pres">
      <dgm:prSet presAssocID="{66865E0E-3AC4-4E86-B4B5-628B71AD14EF}" presName="rootText" presStyleLbl="node2" presStyleIdx="2" presStyleCnt="4" custLinFactNeighborX="34648" custLinFactNeighborY="34364">
        <dgm:presLayoutVars>
          <dgm:chPref val="3"/>
        </dgm:presLayoutVars>
      </dgm:prSet>
      <dgm:spPr/>
    </dgm:pt>
    <dgm:pt modelId="{34F56497-69F4-448E-8144-722D7CCD1CDD}" type="pres">
      <dgm:prSet presAssocID="{66865E0E-3AC4-4E86-B4B5-628B71AD14EF}" presName="rootConnector" presStyleLbl="node2" presStyleIdx="2" presStyleCnt="4"/>
      <dgm:spPr/>
    </dgm:pt>
    <dgm:pt modelId="{102D6C15-35A9-492F-89D7-0F61ED1C5C42}" type="pres">
      <dgm:prSet presAssocID="{66865E0E-3AC4-4E86-B4B5-628B71AD14EF}" presName="hierChild4" presStyleCnt="0"/>
      <dgm:spPr/>
    </dgm:pt>
    <dgm:pt modelId="{E67A93C9-EE2C-401F-A644-D4E86976AF67}" type="pres">
      <dgm:prSet presAssocID="{66865E0E-3AC4-4E86-B4B5-628B71AD14EF}" presName="hierChild5" presStyleCnt="0"/>
      <dgm:spPr/>
    </dgm:pt>
    <dgm:pt modelId="{5B79440C-23F0-4550-9BC6-DBDD1106E4CE}" type="pres">
      <dgm:prSet presAssocID="{48B0251D-FFFF-4C8C-8BEB-9FABE0BC0C01}" presName="Name37" presStyleLbl="parChTrans1D2" presStyleIdx="3" presStyleCnt="4"/>
      <dgm:spPr/>
    </dgm:pt>
    <dgm:pt modelId="{67150E56-380D-479E-950B-41D3DA08E2C2}" type="pres">
      <dgm:prSet presAssocID="{D15440BB-657E-4141-841D-52A7873147C2}" presName="hierRoot2" presStyleCnt="0">
        <dgm:presLayoutVars>
          <dgm:hierBranch val="init"/>
        </dgm:presLayoutVars>
      </dgm:prSet>
      <dgm:spPr/>
    </dgm:pt>
    <dgm:pt modelId="{3C1F1AE1-A2D0-40A9-9840-E11E8D18CA77}" type="pres">
      <dgm:prSet presAssocID="{D15440BB-657E-4141-841D-52A7873147C2}" presName="rootComposite" presStyleCnt="0"/>
      <dgm:spPr/>
    </dgm:pt>
    <dgm:pt modelId="{D195D668-E8ED-4F9A-BB30-E8CB1D9CF53F}" type="pres">
      <dgm:prSet presAssocID="{D15440BB-657E-4141-841D-52A7873147C2}" presName="rootText" presStyleLbl="node2" presStyleIdx="3" presStyleCnt="4" custLinFactY="-11281" custLinFactNeighborX="240" custLinFactNeighborY="-100000">
        <dgm:presLayoutVars>
          <dgm:chPref val="3"/>
        </dgm:presLayoutVars>
      </dgm:prSet>
      <dgm:spPr/>
    </dgm:pt>
    <dgm:pt modelId="{A6E27386-479F-4270-BA22-764B1253D3E5}" type="pres">
      <dgm:prSet presAssocID="{D15440BB-657E-4141-841D-52A7873147C2}" presName="rootConnector" presStyleLbl="node2" presStyleIdx="3" presStyleCnt="4"/>
      <dgm:spPr/>
    </dgm:pt>
    <dgm:pt modelId="{F1FB8BDE-61DE-4CF0-8751-279EA1ED9736}" type="pres">
      <dgm:prSet presAssocID="{D15440BB-657E-4141-841D-52A7873147C2}" presName="hierChild4" presStyleCnt="0"/>
      <dgm:spPr/>
    </dgm:pt>
    <dgm:pt modelId="{A2C7F1D2-E046-409B-832B-01EBAB89A588}" type="pres">
      <dgm:prSet presAssocID="{D15440BB-657E-4141-841D-52A7873147C2}" presName="hierChild5" presStyleCnt="0"/>
      <dgm:spPr/>
    </dgm:pt>
    <dgm:pt modelId="{B179032E-6D00-49D0-9A5C-38DAA6248BCC}" type="pres">
      <dgm:prSet presAssocID="{1C13D2A1-434B-46C0-B510-6CE3319F640E}" presName="hierChild3" presStyleCnt="0"/>
      <dgm:spPr/>
    </dgm:pt>
  </dgm:ptLst>
  <dgm:cxnLst>
    <dgm:cxn modelId="{5BCE7503-7A28-47BA-883C-0DBB6A743C9B}" type="presOf" srcId="{337D258F-31CF-4D05-A69E-14F48B9CB96E}" destId="{83718C3B-464C-45BC-8782-5E75554AEBEC}" srcOrd="1" destOrd="0" presId="urn:microsoft.com/office/officeart/2005/8/layout/orgChart1"/>
    <dgm:cxn modelId="{AF367E0B-9309-470E-B2E0-2297284190CF}" type="presOf" srcId="{2AD087A1-721C-458D-A3C0-D3E1B2355EC0}" destId="{3053C6AC-1C73-436F-B7E6-B255AB774E41}" srcOrd="0" destOrd="0" presId="urn:microsoft.com/office/officeart/2005/8/layout/orgChart1"/>
    <dgm:cxn modelId="{A358ED0E-D51A-47D6-B7AF-9CEBDDB6ABA4}" type="presOf" srcId="{1C13D2A1-434B-46C0-B510-6CE3319F640E}" destId="{BC036537-3530-4EB6-92AF-7350D94C8934}" srcOrd="0" destOrd="0" presId="urn:microsoft.com/office/officeart/2005/8/layout/orgChart1"/>
    <dgm:cxn modelId="{51706712-7FD8-49E8-8E31-1943C7C9CBF5}" type="presOf" srcId="{8A45ADBF-AA5C-4B88-BA3A-ECB715AE051B}" destId="{3E54744F-0A10-475E-A8EF-EBECAA495DFF}" srcOrd="0" destOrd="0" presId="urn:microsoft.com/office/officeart/2005/8/layout/orgChart1"/>
    <dgm:cxn modelId="{7FD85F1B-FD6E-40A1-A59C-C1C5B2A0E9BE}" type="presOf" srcId="{2AD087A1-721C-458D-A3C0-D3E1B2355EC0}" destId="{3A1FC7E4-F8FB-4418-A4E3-B39D146FA7C7}" srcOrd="1" destOrd="0" presId="urn:microsoft.com/office/officeart/2005/8/layout/orgChart1"/>
    <dgm:cxn modelId="{C94AF721-B50B-4075-A423-4BF80B64F045}" type="presOf" srcId="{D15440BB-657E-4141-841D-52A7873147C2}" destId="{A6E27386-479F-4270-BA22-764B1253D3E5}" srcOrd="1" destOrd="0" presId="urn:microsoft.com/office/officeart/2005/8/layout/orgChart1"/>
    <dgm:cxn modelId="{0843F127-CB4F-46D8-B2CB-51F0BBCA52B2}" type="presOf" srcId="{E65C0B43-0FB0-4B96-A926-96C970388F65}" destId="{B2186B7F-7298-4E07-8E05-EE117CEF8B90}" srcOrd="0" destOrd="0" presId="urn:microsoft.com/office/officeart/2005/8/layout/orgChart1"/>
    <dgm:cxn modelId="{72742B28-0D03-403D-B280-53153227B5C8}" srcId="{E65C0B43-0FB0-4B96-A926-96C970388F65}" destId="{1C13D2A1-434B-46C0-B510-6CE3319F640E}" srcOrd="0" destOrd="0" parTransId="{E6412DBA-4167-4F8B-8B2B-98462E1FB084}" sibTransId="{FF94C9E4-7AAE-4050-9849-D066B8190261}"/>
    <dgm:cxn modelId="{8216FF38-ACCC-4112-A06C-23C81BDFD2FF}" type="presOf" srcId="{D15440BB-657E-4141-841D-52A7873147C2}" destId="{D195D668-E8ED-4F9A-BB30-E8CB1D9CF53F}" srcOrd="0" destOrd="0" presId="urn:microsoft.com/office/officeart/2005/8/layout/orgChart1"/>
    <dgm:cxn modelId="{EB1DDC3D-669F-4B7F-9211-3FFDD2906E9B}" type="presOf" srcId="{66865E0E-3AC4-4E86-B4B5-628B71AD14EF}" destId="{34F56497-69F4-448E-8144-722D7CCD1CDD}" srcOrd="1" destOrd="0" presId="urn:microsoft.com/office/officeart/2005/8/layout/orgChart1"/>
    <dgm:cxn modelId="{98101765-C5B9-4744-871E-5A7027757F99}" srcId="{1C13D2A1-434B-46C0-B510-6CE3319F640E}" destId="{D15440BB-657E-4141-841D-52A7873147C2}" srcOrd="3" destOrd="0" parTransId="{48B0251D-FFFF-4C8C-8BEB-9FABE0BC0C01}" sibTransId="{14B73B19-D72C-4C0F-868F-A0E93425BAE3}"/>
    <dgm:cxn modelId="{6805BD6F-7332-468D-B3E5-76EA47510FAD}" type="presOf" srcId="{B22F54FF-F6FE-4404-9808-13DAB4243B69}" destId="{1E415892-06F1-406E-BDB1-474BA2FDF185}" srcOrd="0" destOrd="0" presId="urn:microsoft.com/office/officeart/2005/8/layout/orgChart1"/>
    <dgm:cxn modelId="{F17A3B73-5F49-4B1E-B2C9-1271E6F7ABDB}" type="presOf" srcId="{48B0251D-FFFF-4C8C-8BEB-9FABE0BC0C01}" destId="{5B79440C-23F0-4550-9BC6-DBDD1106E4CE}" srcOrd="0" destOrd="0" presId="urn:microsoft.com/office/officeart/2005/8/layout/orgChart1"/>
    <dgm:cxn modelId="{5B7B958E-3DEC-4CEE-9F26-D3ECE519E122}" srcId="{1C13D2A1-434B-46C0-B510-6CE3319F640E}" destId="{66865E0E-3AC4-4E86-B4B5-628B71AD14EF}" srcOrd="2" destOrd="0" parTransId="{08D3CD94-0669-4676-A712-B3EB4BB5E6EA}" sibTransId="{E0886B06-0C22-4580-96E8-8C86A13BF8FB}"/>
    <dgm:cxn modelId="{F9EBC39C-46A0-4BC7-B666-02C43B86AE50}" type="presOf" srcId="{1C13D2A1-434B-46C0-B510-6CE3319F640E}" destId="{B2FF4760-4D14-4CBE-9E63-213C21BECE3C}" srcOrd="1" destOrd="0" presId="urn:microsoft.com/office/officeart/2005/8/layout/orgChart1"/>
    <dgm:cxn modelId="{C2AE5EBF-5C6C-4A3B-AE30-72EAA82C9E2D}" type="presOf" srcId="{08D3CD94-0669-4676-A712-B3EB4BB5E6EA}" destId="{6A1345EF-AF88-4388-8153-9FB1630B84F1}" srcOrd="0" destOrd="0" presId="urn:microsoft.com/office/officeart/2005/8/layout/orgChart1"/>
    <dgm:cxn modelId="{CB980ACB-DF3D-4B55-B8EA-FCD4B79BF1B0}" srcId="{1C13D2A1-434B-46C0-B510-6CE3319F640E}" destId="{337D258F-31CF-4D05-A69E-14F48B9CB96E}" srcOrd="1" destOrd="0" parTransId="{8A45ADBF-AA5C-4B88-BA3A-ECB715AE051B}" sibTransId="{3AA9FF7C-A24A-4AA8-9A6C-9F5C02D237DE}"/>
    <dgm:cxn modelId="{1A6B46DB-EB57-421A-A78E-49E3DF2034D9}" type="presOf" srcId="{66865E0E-3AC4-4E86-B4B5-628B71AD14EF}" destId="{9FA4FE8E-8B55-456F-9519-5AA600AB4AA1}" srcOrd="0" destOrd="0" presId="urn:microsoft.com/office/officeart/2005/8/layout/orgChart1"/>
    <dgm:cxn modelId="{8FA761E9-04F1-4932-82D0-6413B3D151CF}" srcId="{1C13D2A1-434B-46C0-B510-6CE3319F640E}" destId="{2AD087A1-721C-458D-A3C0-D3E1B2355EC0}" srcOrd="0" destOrd="0" parTransId="{B22F54FF-F6FE-4404-9808-13DAB4243B69}" sibTransId="{10699873-AE3A-4B76-9A18-978AF521F745}"/>
    <dgm:cxn modelId="{1CC678F3-F956-4846-9872-9827950DEB5E}" type="presOf" srcId="{337D258F-31CF-4D05-A69E-14F48B9CB96E}" destId="{B4DCD307-70D7-47F8-9E2C-AA9ECB2A86FB}" srcOrd="0" destOrd="0" presId="urn:microsoft.com/office/officeart/2005/8/layout/orgChart1"/>
    <dgm:cxn modelId="{7D4B0E9D-3460-4D99-9F4C-209BDC83320D}" type="presParOf" srcId="{B2186B7F-7298-4E07-8E05-EE117CEF8B90}" destId="{B482EBE2-6679-4E99-AAFA-38E90672F26C}" srcOrd="0" destOrd="0" presId="urn:microsoft.com/office/officeart/2005/8/layout/orgChart1"/>
    <dgm:cxn modelId="{EA99D056-D6B1-4D74-BE64-A369DE28F0E7}" type="presParOf" srcId="{B482EBE2-6679-4E99-AAFA-38E90672F26C}" destId="{A90A565A-2D19-4CAC-9200-B5DF9D0CAC27}" srcOrd="0" destOrd="0" presId="urn:microsoft.com/office/officeart/2005/8/layout/orgChart1"/>
    <dgm:cxn modelId="{FE2F5726-AFFD-4CFF-8CB0-77D62D742A6E}" type="presParOf" srcId="{A90A565A-2D19-4CAC-9200-B5DF9D0CAC27}" destId="{BC036537-3530-4EB6-92AF-7350D94C8934}" srcOrd="0" destOrd="0" presId="urn:microsoft.com/office/officeart/2005/8/layout/orgChart1"/>
    <dgm:cxn modelId="{9C9FF0DF-9198-4D67-9E14-2BCFE4FDD0F1}" type="presParOf" srcId="{A90A565A-2D19-4CAC-9200-B5DF9D0CAC27}" destId="{B2FF4760-4D14-4CBE-9E63-213C21BECE3C}" srcOrd="1" destOrd="0" presId="urn:microsoft.com/office/officeart/2005/8/layout/orgChart1"/>
    <dgm:cxn modelId="{3E152E3E-8045-4B3E-81CF-3B79872A5BF9}" type="presParOf" srcId="{B482EBE2-6679-4E99-AAFA-38E90672F26C}" destId="{9011CA9E-7510-44C6-AA47-96468A3DE5C9}" srcOrd="1" destOrd="0" presId="urn:microsoft.com/office/officeart/2005/8/layout/orgChart1"/>
    <dgm:cxn modelId="{1640A059-11FE-475E-B9F1-88DFE1ABF15C}" type="presParOf" srcId="{9011CA9E-7510-44C6-AA47-96468A3DE5C9}" destId="{1E415892-06F1-406E-BDB1-474BA2FDF185}" srcOrd="0" destOrd="0" presId="urn:microsoft.com/office/officeart/2005/8/layout/orgChart1"/>
    <dgm:cxn modelId="{2D6DF613-9F5A-414B-8130-F2F4881768B4}" type="presParOf" srcId="{9011CA9E-7510-44C6-AA47-96468A3DE5C9}" destId="{FFB680AF-59D0-4905-AF8A-F62CA6972CEE}" srcOrd="1" destOrd="0" presId="urn:microsoft.com/office/officeart/2005/8/layout/orgChart1"/>
    <dgm:cxn modelId="{7813E563-59C9-4579-B448-C7346BAF89D0}" type="presParOf" srcId="{FFB680AF-59D0-4905-AF8A-F62CA6972CEE}" destId="{BA3B95EA-7688-48B2-950E-B591C5B8BC5C}" srcOrd="0" destOrd="0" presId="urn:microsoft.com/office/officeart/2005/8/layout/orgChart1"/>
    <dgm:cxn modelId="{47F10487-0025-4608-84A9-EC8CC674D0D6}" type="presParOf" srcId="{BA3B95EA-7688-48B2-950E-B591C5B8BC5C}" destId="{3053C6AC-1C73-436F-B7E6-B255AB774E41}" srcOrd="0" destOrd="0" presId="urn:microsoft.com/office/officeart/2005/8/layout/orgChart1"/>
    <dgm:cxn modelId="{E30090BC-02D6-4D85-A81B-998F84782650}" type="presParOf" srcId="{BA3B95EA-7688-48B2-950E-B591C5B8BC5C}" destId="{3A1FC7E4-F8FB-4418-A4E3-B39D146FA7C7}" srcOrd="1" destOrd="0" presId="urn:microsoft.com/office/officeart/2005/8/layout/orgChart1"/>
    <dgm:cxn modelId="{F47EC7C6-03AB-4255-B688-96FAB827C37D}" type="presParOf" srcId="{FFB680AF-59D0-4905-AF8A-F62CA6972CEE}" destId="{4A94AECE-AE08-44E3-A297-7DA56DC9ACC4}" srcOrd="1" destOrd="0" presId="urn:microsoft.com/office/officeart/2005/8/layout/orgChart1"/>
    <dgm:cxn modelId="{5879F4B7-0489-4D92-869C-7F1E96A2B716}" type="presParOf" srcId="{FFB680AF-59D0-4905-AF8A-F62CA6972CEE}" destId="{3577BEEE-FFF0-446F-A3F3-5309E2688C06}" srcOrd="2" destOrd="0" presId="urn:microsoft.com/office/officeart/2005/8/layout/orgChart1"/>
    <dgm:cxn modelId="{B58216F4-40B2-4C44-A1CB-CE29F061278A}" type="presParOf" srcId="{9011CA9E-7510-44C6-AA47-96468A3DE5C9}" destId="{3E54744F-0A10-475E-A8EF-EBECAA495DFF}" srcOrd="2" destOrd="0" presId="urn:microsoft.com/office/officeart/2005/8/layout/orgChart1"/>
    <dgm:cxn modelId="{5E9E6ED5-6248-44D9-BE88-A04DA0A2707C}" type="presParOf" srcId="{9011CA9E-7510-44C6-AA47-96468A3DE5C9}" destId="{EB6F73BF-2856-49F0-AF96-88932189EFE3}" srcOrd="3" destOrd="0" presId="urn:microsoft.com/office/officeart/2005/8/layout/orgChart1"/>
    <dgm:cxn modelId="{DF770DE2-9334-40C1-804C-3334BE208D39}" type="presParOf" srcId="{EB6F73BF-2856-49F0-AF96-88932189EFE3}" destId="{837538C9-F10E-4539-9518-5FF8C1FC394A}" srcOrd="0" destOrd="0" presId="urn:microsoft.com/office/officeart/2005/8/layout/orgChart1"/>
    <dgm:cxn modelId="{2266CC99-8A30-4084-8C58-5051DD464FE9}" type="presParOf" srcId="{837538C9-F10E-4539-9518-5FF8C1FC394A}" destId="{B4DCD307-70D7-47F8-9E2C-AA9ECB2A86FB}" srcOrd="0" destOrd="0" presId="urn:microsoft.com/office/officeart/2005/8/layout/orgChart1"/>
    <dgm:cxn modelId="{1947E6B7-B5BA-4AB7-9262-5AC4E5D01559}" type="presParOf" srcId="{837538C9-F10E-4539-9518-5FF8C1FC394A}" destId="{83718C3B-464C-45BC-8782-5E75554AEBEC}" srcOrd="1" destOrd="0" presId="urn:microsoft.com/office/officeart/2005/8/layout/orgChart1"/>
    <dgm:cxn modelId="{0398D6C3-6D4A-4EF5-82F0-89D208837A00}" type="presParOf" srcId="{EB6F73BF-2856-49F0-AF96-88932189EFE3}" destId="{9F973C11-2FEE-4FEB-A0BB-5B95A9321D25}" srcOrd="1" destOrd="0" presId="urn:microsoft.com/office/officeart/2005/8/layout/orgChart1"/>
    <dgm:cxn modelId="{F8A989F5-55DC-4E36-AD99-F552AE5AB3BB}" type="presParOf" srcId="{EB6F73BF-2856-49F0-AF96-88932189EFE3}" destId="{DD255EF2-744C-467C-B2E0-8B73B7883E28}" srcOrd="2" destOrd="0" presId="urn:microsoft.com/office/officeart/2005/8/layout/orgChart1"/>
    <dgm:cxn modelId="{AE84137F-01B1-4E6E-B7A4-B3C294CA3A2A}" type="presParOf" srcId="{9011CA9E-7510-44C6-AA47-96468A3DE5C9}" destId="{6A1345EF-AF88-4388-8153-9FB1630B84F1}" srcOrd="4" destOrd="0" presId="urn:microsoft.com/office/officeart/2005/8/layout/orgChart1"/>
    <dgm:cxn modelId="{CB8CA5F9-F631-44DE-A967-A068B666FA91}" type="presParOf" srcId="{9011CA9E-7510-44C6-AA47-96468A3DE5C9}" destId="{01E6DCB6-D26F-4679-9216-160CF017E529}" srcOrd="5" destOrd="0" presId="urn:microsoft.com/office/officeart/2005/8/layout/orgChart1"/>
    <dgm:cxn modelId="{9D42282E-C109-4BAF-8B9F-3DF906BF1CA1}" type="presParOf" srcId="{01E6DCB6-D26F-4679-9216-160CF017E529}" destId="{4CCD173F-6342-4DF3-826D-861F416A50A1}" srcOrd="0" destOrd="0" presId="urn:microsoft.com/office/officeart/2005/8/layout/orgChart1"/>
    <dgm:cxn modelId="{732E37E8-E2F7-4BB2-B334-15ECE97104C4}" type="presParOf" srcId="{4CCD173F-6342-4DF3-826D-861F416A50A1}" destId="{9FA4FE8E-8B55-456F-9519-5AA600AB4AA1}" srcOrd="0" destOrd="0" presId="urn:microsoft.com/office/officeart/2005/8/layout/orgChart1"/>
    <dgm:cxn modelId="{AAE7A97A-CF25-4ADD-8AC8-D653D6B0869C}" type="presParOf" srcId="{4CCD173F-6342-4DF3-826D-861F416A50A1}" destId="{34F56497-69F4-448E-8144-722D7CCD1CDD}" srcOrd="1" destOrd="0" presId="urn:microsoft.com/office/officeart/2005/8/layout/orgChart1"/>
    <dgm:cxn modelId="{311058D4-6727-49EB-A788-8BA08B2FC183}" type="presParOf" srcId="{01E6DCB6-D26F-4679-9216-160CF017E529}" destId="{102D6C15-35A9-492F-89D7-0F61ED1C5C42}" srcOrd="1" destOrd="0" presId="urn:microsoft.com/office/officeart/2005/8/layout/orgChart1"/>
    <dgm:cxn modelId="{F9C526D1-C8F3-46B7-AAE1-75B2C0FCAB14}" type="presParOf" srcId="{01E6DCB6-D26F-4679-9216-160CF017E529}" destId="{E67A93C9-EE2C-401F-A644-D4E86976AF67}" srcOrd="2" destOrd="0" presId="urn:microsoft.com/office/officeart/2005/8/layout/orgChart1"/>
    <dgm:cxn modelId="{F36531CD-7A12-4D69-BB37-04B77E80495F}" type="presParOf" srcId="{9011CA9E-7510-44C6-AA47-96468A3DE5C9}" destId="{5B79440C-23F0-4550-9BC6-DBDD1106E4CE}" srcOrd="6" destOrd="0" presId="urn:microsoft.com/office/officeart/2005/8/layout/orgChart1"/>
    <dgm:cxn modelId="{E003031B-EECB-4C77-8EBB-16E9B20694BD}" type="presParOf" srcId="{9011CA9E-7510-44C6-AA47-96468A3DE5C9}" destId="{67150E56-380D-479E-950B-41D3DA08E2C2}" srcOrd="7" destOrd="0" presId="urn:microsoft.com/office/officeart/2005/8/layout/orgChart1"/>
    <dgm:cxn modelId="{B94B9A14-CBF3-4AFF-A9E1-ECB745CAFD0F}" type="presParOf" srcId="{67150E56-380D-479E-950B-41D3DA08E2C2}" destId="{3C1F1AE1-A2D0-40A9-9840-E11E8D18CA77}" srcOrd="0" destOrd="0" presId="urn:microsoft.com/office/officeart/2005/8/layout/orgChart1"/>
    <dgm:cxn modelId="{53564A07-2809-4D2E-8055-CFCEC8F09072}" type="presParOf" srcId="{3C1F1AE1-A2D0-40A9-9840-E11E8D18CA77}" destId="{D195D668-E8ED-4F9A-BB30-E8CB1D9CF53F}" srcOrd="0" destOrd="0" presId="urn:microsoft.com/office/officeart/2005/8/layout/orgChart1"/>
    <dgm:cxn modelId="{0D2A35F9-F99B-4265-B595-1F7F8258E594}" type="presParOf" srcId="{3C1F1AE1-A2D0-40A9-9840-E11E8D18CA77}" destId="{A6E27386-479F-4270-BA22-764B1253D3E5}" srcOrd="1" destOrd="0" presId="urn:microsoft.com/office/officeart/2005/8/layout/orgChart1"/>
    <dgm:cxn modelId="{9BEA24EB-1646-49C1-BAA7-73F435A97173}" type="presParOf" srcId="{67150E56-380D-479E-950B-41D3DA08E2C2}" destId="{F1FB8BDE-61DE-4CF0-8751-279EA1ED9736}" srcOrd="1" destOrd="0" presId="urn:microsoft.com/office/officeart/2005/8/layout/orgChart1"/>
    <dgm:cxn modelId="{FF86F3CC-3545-4E5D-A2C3-98C40687ABDB}" type="presParOf" srcId="{67150E56-380D-479E-950B-41D3DA08E2C2}" destId="{A2C7F1D2-E046-409B-832B-01EBAB89A588}" srcOrd="2" destOrd="0" presId="urn:microsoft.com/office/officeart/2005/8/layout/orgChart1"/>
    <dgm:cxn modelId="{8DD6C228-62B6-457D-ADFC-B5B828915795}" type="presParOf" srcId="{B482EBE2-6679-4E99-AAFA-38E90672F26C}" destId="{B179032E-6D00-49D0-9A5C-38DAA6248BC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1A85D2B-8A44-4E72-BF0D-81BA4D1D00C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BD3F0CD9-BA7F-4C53-8A9D-D60594DEBED9}">
      <dgm:prSet custT="1"/>
      <dgm:spPr/>
      <dgm:t>
        <a:bodyPr/>
        <a:lstStyle/>
        <a:p>
          <a:r>
            <a:rPr lang="en-US" sz="2800">
              <a:latin typeface="Bahnschrift" panose="020B0502040204020203" pitchFamily="34" charset="0"/>
            </a:rPr>
            <a:t>Can store large data sets </a:t>
          </a:r>
          <a:endParaRPr lang="en-IN" sz="2800">
            <a:latin typeface="Bahnschrift" panose="020B0502040204020203" pitchFamily="34" charset="0"/>
          </a:endParaRPr>
        </a:p>
      </dgm:t>
    </dgm:pt>
    <dgm:pt modelId="{549FB10F-CEE8-4B7D-B630-4B63094FCF25}" type="parTrans" cxnId="{E780B00D-6DA4-496C-BBB2-089A7158F344}">
      <dgm:prSet/>
      <dgm:spPr/>
      <dgm:t>
        <a:bodyPr/>
        <a:lstStyle/>
        <a:p>
          <a:endParaRPr lang="en-IN"/>
        </a:p>
      </dgm:t>
    </dgm:pt>
    <dgm:pt modelId="{37752D15-4340-404A-84A9-5C984652E09D}" type="sibTrans" cxnId="{E780B00D-6DA4-496C-BBB2-089A7158F344}">
      <dgm:prSet/>
      <dgm:spPr/>
      <dgm:t>
        <a:bodyPr/>
        <a:lstStyle/>
        <a:p>
          <a:endParaRPr lang="en-IN"/>
        </a:p>
      </dgm:t>
    </dgm:pt>
    <dgm:pt modelId="{2FC15A65-5B25-42A9-A1C2-270232241B39}">
      <dgm:prSet custT="1"/>
      <dgm:spPr/>
      <dgm:t>
        <a:bodyPr/>
        <a:lstStyle/>
        <a:p>
          <a:r>
            <a:rPr lang="en-US" sz="2800">
              <a:latin typeface="Bahnschrift" panose="020B0502040204020203" pitchFamily="34" charset="0"/>
            </a:rPr>
            <a:t>Database can be shared </a:t>
          </a:r>
          <a:endParaRPr lang="en-IN" sz="2800">
            <a:latin typeface="Bahnschrift" panose="020B0502040204020203" pitchFamily="34" charset="0"/>
          </a:endParaRPr>
        </a:p>
      </dgm:t>
    </dgm:pt>
    <dgm:pt modelId="{3BA9335F-8458-479F-B4E1-CD4D46A67B30}" type="parTrans" cxnId="{6A2FD211-6391-4B77-9157-2C98DF5BBECA}">
      <dgm:prSet/>
      <dgm:spPr/>
      <dgm:t>
        <a:bodyPr/>
        <a:lstStyle/>
        <a:p>
          <a:endParaRPr lang="en-IN"/>
        </a:p>
      </dgm:t>
    </dgm:pt>
    <dgm:pt modelId="{24F0F517-55A4-4CB9-B05B-BD73B9DB7A09}" type="sibTrans" cxnId="{6A2FD211-6391-4B77-9157-2C98DF5BBECA}">
      <dgm:prSet/>
      <dgm:spPr/>
      <dgm:t>
        <a:bodyPr/>
        <a:lstStyle/>
        <a:p>
          <a:endParaRPr lang="en-IN"/>
        </a:p>
      </dgm:t>
    </dgm:pt>
    <dgm:pt modelId="{52F0D4EF-C00D-40CF-8BC7-23A24665B2B1}">
      <dgm:prSet custT="1"/>
      <dgm:spPr/>
      <dgm:t>
        <a:bodyPr/>
        <a:lstStyle/>
        <a:p>
          <a:r>
            <a:rPr lang="en-US" sz="2800">
              <a:latin typeface="Bahnschrift" panose="020B0502040204020203" pitchFamily="34" charset="0"/>
            </a:rPr>
            <a:t>Cost-effective from gigabytes to petabytes </a:t>
          </a:r>
          <a:endParaRPr lang="en-IN" sz="2800">
            <a:latin typeface="Bahnschrift" panose="020B0502040204020203" pitchFamily="34" charset="0"/>
          </a:endParaRPr>
        </a:p>
      </dgm:t>
    </dgm:pt>
    <dgm:pt modelId="{CC177575-21D7-4003-97A0-2ADDB79FFC21}" type="parTrans" cxnId="{5F9C15C8-E97B-4463-A1D9-AEDE0386B027}">
      <dgm:prSet/>
      <dgm:spPr/>
      <dgm:t>
        <a:bodyPr/>
        <a:lstStyle/>
        <a:p>
          <a:endParaRPr lang="en-IN"/>
        </a:p>
      </dgm:t>
    </dgm:pt>
    <dgm:pt modelId="{4FC8C17D-8098-4EBA-A183-2C0A973C661D}" type="sibTrans" cxnId="{5F9C15C8-E97B-4463-A1D9-AEDE0386B027}">
      <dgm:prSet/>
      <dgm:spPr/>
      <dgm:t>
        <a:bodyPr/>
        <a:lstStyle/>
        <a:p>
          <a:endParaRPr lang="en-IN"/>
        </a:p>
      </dgm:t>
    </dgm:pt>
    <dgm:pt modelId="{5C349736-1AFA-4476-91CE-E66520154C33}">
      <dgm:prSet custT="1"/>
      <dgm:spPr/>
      <dgm:t>
        <a:bodyPr/>
        <a:lstStyle/>
        <a:p>
          <a:r>
            <a:rPr lang="en-US" sz="2800">
              <a:latin typeface="Bahnschrift" panose="020B0502040204020203" pitchFamily="34" charset="0"/>
            </a:rPr>
            <a:t>High availability through failover and replication</a:t>
          </a:r>
          <a:endParaRPr lang="en-IN" sz="2800">
            <a:latin typeface="Bahnschrift" panose="020B0502040204020203" pitchFamily="34" charset="0"/>
          </a:endParaRPr>
        </a:p>
      </dgm:t>
    </dgm:pt>
    <dgm:pt modelId="{1C41C1A1-DDD3-49FB-AB93-EC1242D79231}" type="parTrans" cxnId="{1D672222-8BC9-42ED-B429-3A6D658B1E10}">
      <dgm:prSet/>
      <dgm:spPr/>
      <dgm:t>
        <a:bodyPr/>
        <a:lstStyle/>
        <a:p>
          <a:endParaRPr lang="en-IN"/>
        </a:p>
      </dgm:t>
    </dgm:pt>
    <dgm:pt modelId="{7D9A2414-5793-4032-8144-A55DD924DA2E}" type="sibTrans" cxnId="{1D672222-8BC9-42ED-B429-3A6D658B1E10}">
      <dgm:prSet/>
      <dgm:spPr/>
      <dgm:t>
        <a:bodyPr/>
        <a:lstStyle/>
        <a:p>
          <a:endParaRPr lang="en-IN"/>
        </a:p>
      </dgm:t>
    </dgm:pt>
    <dgm:pt modelId="{1FA4848E-3E2B-480A-BFB5-5E409E18C125}" type="pres">
      <dgm:prSet presAssocID="{C1A85D2B-8A44-4E72-BF0D-81BA4D1D00CA}" presName="vert0" presStyleCnt="0">
        <dgm:presLayoutVars>
          <dgm:dir/>
          <dgm:animOne val="branch"/>
          <dgm:animLvl val="lvl"/>
        </dgm:presLayoutVars>
      </dgm:prSet>
      <dgm:spPr/>
    </dgm:pt>
    <dgm:pt modelId="{7B78E5AD-0FFA-4291-9E81-7D0756141705}" type="pres">
      <dgm:prSet presAssocID="{BD3F0CD9-BA7F-4C53-8A9D-D60594DEBED9}" presName="thickLine" presStyleLbl="alignNode1" presStyleIdx="0" presStyleCnt="4"/>
      <dgm:spPr/>
    </dgm:pt>
    <dgm:pt modelId="{156252A5-06C8-46E1-A357-E3ADEAC5DFC5}" type="pres">
      <dgm:prSet presAssocID="{BD3F0CD9-BA7F-4C53-8A9D-D60594DEBED9}" presName="horz1" presStyleCnt="0"/>
      <dgm:spPr/>
    </dgm:pt>
    <dgm:pt modelId="{55D37D6C-C965-4450-99C2-4BFB0E31700D}" type="pres">
      <dgm:prSet presAssocID="{BD3F0CD9-BA7F-4C53-8A9D-D60594DEBED9}" presName="tx1" presStyleLbl="revTx" presStyleIdx="0" presStyleCnt="4"/>
      <dgm:spPr/>
    </dgm:pt>
    <dgm:pt modelId="{658B5F92-8D7D-45C0-BD43-12B52C8373A9}" type="pres">
      <dgm:prSet presAssocID="{BD3F0CD9-BA7F-4C53-8A9D-D60594DEBED9}" presName="vert1" presStyleCnt="0"/>
      <dgm:spPr/>
    </dgm:pt>
    <dgm:pt modelId="{B2AFE856-7953-4E7B-8C9A-CE3DBEA570F3}" type="pres">
      <dgm:prSet presAssocID="{2FC15A65-5B25-42A9-A1C2-270232241B39}" presName="thickLine" presStyleLbl="alignNode1" presStyleIdx="1" presStyleCnt="4"/>
      <dgm:spPr/>
    </dgm:pt>
    <dgm:pt modelId="{0FE22D15-581D-495D-93F9-271BBD5127B9}" type="pres">
      <dgm:prSet presAssocID="{2FC15A65-5B25-42A9-A1C2-270232241B39}" presName="horz1" presStyleCnt="0"/>
      <dgm:spPr/>
    </dgm:pt>
    <dgm:pt modelId="{A7C29238-8740-4EDA-8F98-C7B8CFDDCA90}" type="pres">
      <dgm:prSet presAssocID="{2FC15A65-5B25-42A9-A1C2-270232241B39}" presName="tx1" presStyleLbl="revTx" presStyleIdx="1" presStyleCnt="4"/>
      <dgm:spPr/>
    </dgm:pt>
    <dgm:pt modelId="{67CA024C-A216-4778-8078-352B291143DF}" type="pres">
      <dgm:prSet presAssocID="{2FC15A65-5B25-42A9-A1C2-270232241B39}" presName="vert1" presStyleCnt="0"/>
      <dgm:spPr/>
    </dgm:pt>
    <dgm:pt modelId="{A3C447F0-23E7-4F31-99DD-C3BDCEA88574}" type="pres">
      <dgm:prSet presAssocID="{52F0D4EF-C00D-40CF-8BC7-23A24665B2B1}" presName="thickLine" presStyleLbl="alignNode1" presStyleIdx="2" presStyleCnt="4"/>
      <dgm:spPr/>
    </dgm:pt>
    <dgm:pt modelId="{60B44650-9932-452F-B340-9203CA547602}" type="pres">
      <dgm:prSet presAssocID="{52F0D4EF-C00D-40CF-8BC7-23A24665B2B1}" presName="horz1" presStyleCnt="0"/>
      <dgm:spPr/>
    </dgm:pt>
    <dgm:pt modelId="{E445FBB1-4369-4B0D-B9F7-40E180C9411E}" type="pres">
      <dgm:prSet presAssocID="{52F0D4EF-C00D-40CF-8BC7-23A24665B2B1}" presName="tx1" presStyleLbl="revTx" presStyleIdx="2" presStyleCnt="4"/>
      <dgm:spPr/>
    </dgm:pt>
    <dgm:pt modelId="{F9712AC3-6EE1-45F0-B4DF-D7C8489A61A4}" type="pres">
      <dgm:prSet presAssocID="{52F0D4EF-C00D-40CF-8BC7-23A24665B2B1}" presName="vert1" presStyleCnt="0"/>
      <dgm:spPr/>
    </dgm:pt>
    <dgm:pt modelId="{A0660DA7-A615-450F-90C2-32C38E0D7F81}" type="pres">
      <dgm:prSet presAssocID="{5C349736-1AFA-4476-91CE-E66520154C33}" presName="thickLine" presStyleLbl="alignNode1" presStyleIdx="3" presStyleCnt="4"/>
      <dgm:spPr/>
    </dgm:pt>
    <dgm:pt modelId="{B280C91D-09B1-4A56-86A7-CCE577D5653F}" type="pres">
      <dgm:prSet presAssocID="{5C349736-1AFA-4476-91CE-E66520154C33}" presName="horz1" presStyleCnt="0"/>
      <dgm:spPr/>
    </dgm:pt>
    <dgm:pt modelId="{E30AC94C-F775-41AB-8F32-D8C02EB82DB9}" type="pres">
      <dgm:prSet presAssocID="{5C349736-1AFA-4476-91CE-E66520154C33}" presName="tx1" presStyleLbl="revTx" presStyleIdx="3" presStyleCnt="4"/>
      <dgm:spPr/>
    </dgm:pt>
    <dgm:pt modelId="{4E5E1240-3BF6-4339-B76F-29BFF3FF924A}" type="pres">
      <dgm:prSet presAssocID="{5C349736-1AFA-4476-91CE-E66520154C33}" presName="vert1" presStyleCnt="0"/>
      <dgm:spPr/>
    </dgm:pt>
  </dgm:ptLst>
  <dgm:cxnLst>
    <dgm:cxn modelId="{E780B00D-6DA4-496C-BBB2-089A7158F344}" srcId="{C1A85D2B-8A44-4E72-BF0D-81BA4D1D00CA}" destId="{BD3F0CD9-BA7F-4C53-8A9D-D60594DEBED9}" srcOrd="0" destOrd="0" parTransId="{549FB10F-CEE8-4B7D-B630-4B63094FCF25}" sibTransId="{37752D15-4340-404A-84A9-5C984652E09D}"/>
    <dgm:cxn modelId="{21A0570F-C9EC-4857-86CA-B8EE70212364}" type="presOf" srcId="{C1A85D2B-8A44-4E72-BF0D-81BA4D1D00CA}" destId="{1FA4848E-3E2B-480A-BFB5-5E409E18C125}" srcOrd="0" destOrd="0" presId="urn:microsoft.com/office/officeart/2008/layout/LinedList"/>
    <dgm:cxn modelId="{6A2FD211-6391-4B77-9157-2C98DF5BBECA}" srcId="{C1A85D2B-8A44-4E72-BF0D-81BA4D1D00CA}" destId="{2FC15A65-5B25-42A9-A1C2-270232241B39}" srcOrd="1" destOrd="0" parTransId="{3BA9335F-8458-479F-B4E1-CD4D46A67B30}" sibTransId="{24F0F517-55A4-4CB9-B05B-BD73B9DB7A09}"/>
    <dgm:cxn modelId="{1D672222-8BC9-42ED-B429-3A6D658B1E10}" srcId="{C1A85D2B-8A44-4E72-BF0D-81BA4D1D00CA}" destId="{5C349736-1AFA-4476-91CE-E66520154C33}" srcOrd="3" destOrd="0" parTransId="{1C41C1A1-DDD3-49FB-AB93-EC1242D79231}" sibTransId="{7D9A2414-5793-4032-8144-A55DD924DA2E}"/>
    <dgm:cxn modelId="{8CEFD23A-90CC-4916-858D-71F56DEEE6E1}" type="presOf" srcId="{5C349736-1AFA-4476-91CE-E66520154C33}" destId="{E30AC94C-F775-41AB-8F32-D8C02EB82DB9}" srcOrd="0" destOrd="0" presId="urn:microsoft.com/office/officeart/2008/layout/LinedList"/>
    <dgm:cxn modelId="{EC311A88-4562-4415-9474-DD335C6B13F2}" type="presOf" srcId="{2FC15A65-5B25-42A9-A1C2-270232241B39}" destId="{A7C29238-8740-4EDA-8F98-C7B8CFDDCA90}" srcOrd="0" destOrd="0" presId="urn:microsoft.com/office/officeart/2008/layout/LinedList"/>
    <dgm:cxn modelId="{B3A14599-681E-4C25-9943-A516B73C4746}" type="presOf" srcId="{52F0D4EF-C00D-40CF-8BC7-23A24665B2B1}" destId="{E445FBB1-4369-4B0D-B9F7-40E180C9411E}" srcOrd="0" destOrd="0" presId="urn:microsoft.com/office/officeart/2008/layout/LinedList"/>
    <dgm:cxn modelId="{5F9C15C8-E97B-4463-A1D9-AEDE0386B027}" srcId="{C1A85D2B-8A44-4E72-BF0D-81BA4D1D00CA}" destId="{52F0D4EF-C00D-40CF-8BC7-23A24665B2B1}" srcOrd="2" destOrd="0" parTransId="{CC177575-21D7-4003-97A0-2ADDB79FFC21}" sibTransId="{4FC8C17D-8098-4EBA-A183-2C0A973C661D}"/>
    <dgm:cxn modelId="{319B2FF6-FC34-4653-9824-9E4BFD621080}" type="presOf" srcId="{BD3F0CD9-BA7F-4C53-8A9D-D60594DEBED9}" destId="{55D37D6C-C965-4450-99C2-4BFB0E31700D}" srcOrd="0" destOrd="0" presId="urn:microsoft.com/office/officeart/2008/layout/LinedList"/>
    <dgm:cxn modelId="{D4D287EF-F7B0-4BB8-8737-D436D6F68B52}" type="presParOf" srcId="{1FA4848E-3E2B-480A-BFB5-5E409E18C125}" destId="{7B78E5AD-0FFA-4291-9E81-7D0756141705}" srcOrd="0" destOrd="0" presId="urn:microsoft.com/office/officeart/2008/layout/LinedList"/>
    <dgm:cxn modelId="{E061C67D-336B-478A-B673-C4A4C3F33FBE}" type="presParOf" srcId="{1FA4848E-3E2B-480A-BFB5-5E409E18C125}" destId="{156252A5-06C8-46E1-A357-E3ADEAC5DFC5}" srcOrd="1" destOrd="0" presId="urn:microsoft.com/office/officeart/2008/layout/LinedList"/>
    <dgm:cxn modelId="{D605849E-FCD1-4FE2-A2C8-2E81135EF8A7}" type="presParOf" srcId="{156252A5-06C8-46E1-A357-E3ADEAC5DFC5}" destId="{55D37D6C-C965-4450-99C2-4BFB0E31700D}" srcOrd="0" destOrd="0" presId="urn:microsoft.com/office/officeart/2008/layout/LinedList"/>
    <dgm:cxn modelId="{116DAC36-35A6-4459-8F8F-D0E53F944B27}" type="presParOf" srcId="{156252A5-06C8-46E1-A357-E3ADEAC5DFC5}" destId="{658B5F92-8D7D-45C0-BD43-12B52C8373A9}" srcOrd="1" destOrd="0" presId="urn:microsoft.com/office/officeart/2008/layout/LinedList"/>
    <dgm:cxn modelId="{A480CBE0-F809-4C17-AAFA-37F4B0D525C8}" type="presParOf" srcId="{1FA4848E-3E2B-480A-BFB5-5E409E18C125}" destId="{B2AFE856-7953-4E7B-8C9A-CE3DBEA570F3}" srcOrd="2" destOrd="0" presId="urn:microsoft.com/office/officeart/2008/layout/LinedList"/>
    <dgm:cxn modelId="{868F3C94-BEBF-43D6-84E0-CBADE4F3C8CE}" type="presParOf" srcId="{1FA4848E-3E2B-480A-BFB5-5E409E18C125}" destId="{0FE22D15-581D-495D-93F9-271BBD5127B9}" srcOrd="3" destOrd="0" presId="urn:microsoft.com/office/officeart/2008/layout/LinedList"/>
    <dgm:cxn modelId="{F235C706-2707-44F8-98A2-81D3DE5BC32C}" type="presParOf" srcId="{0FE22D15-581D-495D-93F9-271BBD5127B9}" destId="{A7C29238-8740-4EDA-8F98-C7B8CFDDCA90}" srcOrd="0" destOrd="0" presId="urn:microsoft.com/office/officeart/2008/layout/LinedList"/>
    <dgm:cxn modelId="{4EFB789A-55AA-4D0E-B45F-77A1CA97E672}" type="presParOf" srcId="{0FE22D15-581D-495D-93F9-271BBD5127B9}" destId="{67CA024C-A216-4778-8078-352B291143DF}" srcOrd="1" destOrd="0" presId="urn:microsoft.com/office/officeart/2008/layout/LinedList"/>
    <dgm:cxn modelId="{7C7E9251-EC32-416D-8919-4D1DF546E04C}" type="presParOf" srcId="{1FA4848E-3E2B-480A-BFB5-5E409E18C125}" destId="{A3C447F0-23E7-4F31-99DD-C3BDCEA88574}" srcOrd="4" destOrd="0" presId="urn:microsoft.com/office/officeart/2008/layout/LinedList"/>
    <dgm:cxn modelId="{A430A609-E78F-4701-9FAB-E9289FB9CD84}" type="presParOf" srcId="{1FA4848E-3E2B-480A-BFB5-5E409E18C125}" destId="{60B44650-9932-452F-B340-9203CA547602}" srcOrd="5" destOrd="0" presId="urn:microsoft.com/office/officeart/2008/layout/LinedList"/>
    <dgm:cxn modelId="{E067A9F3-0D11-428C-98F1-624FF0EE9D26}" type="presParOf" srcId="{60B44650-9932-452F-B340-9203CA547602}" destId="{E445FBB1-4369-4B0D-B9F7-40E180C9411E}" srcOrd="0" destOrd="0" presId="urn:microsoft.com/office/officeart/2008/layout/LinedList"/>
    <dgm:cxn modelId="{74C0868A-AA01-488D-9F0D-D7E09CA8A53C}" type="presParOf" srcId="{60B44650-9932-452F-B340-9203CA547602}" destId="{F9712AC3-6EE1-45F0-B4DF-D7C8489A61A4}" srcOrd="1" destOrd="0" presId="urn:microsoft.com/office/officeart/2008/layout/LinedList"/>
    <dgm:cxn modelId="{03DDE261-6AB7-41D1-A72C-242D92244199}" type="presParOf" srcId="{1FA4848E-3E2B-480A-BFB5-5E409E18C125}" destId="{A0660DA7-A615-450F-90C2-32C38E0D7F81}" srcOrd="6" destOrd="0" presId="urn:microsoft.com/office/officeart/2008/layout/LinedList"/>
    <dgm:cxn modelId="{BF8A1C29-7B7F-4214-94BA-9E66B633434D}" type="presParOf" srcId="{1FA4848E-3E2B-480A-BFB5-5E409E18C125}" destId="{B280C91D-09B1-4A56-86A7-CCE577D5653F}" srcOrd="7" destOrd="0" presId="urn:microsoft.com/office/officeart/2008/layout/LinedList"/>
    <dgm:cxn modelId="{20D9E182-0024-4DC6-BBE4-B667990F2F66}" type="presParOf" srcId="{B280C91D-09B1-4A56-86A7-CCE577D5653F}" destId="{E30AC94C-F775-41AB-8F32-D8C02EB82DB9}" srcOrd="0" destOrd="0" presId="urn:microsoft.com/office/officeart/2008/layout/LinedList"/>
    <dgm:cxn modelId="{DD690058-7A61-4FE2-BD15-5C5C2D99DECA}" type="presParOf" srcId="{B280C91D-09B1-4A56-86A7-CCE577D5653F}" destId="{4E5E1240-3BF6-4339-B76F-29BFF3FF924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EDFCFA9-2E5F-4E47-A277-8BF593AC69A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47E07DD-9F76-4C60-B635-60ACDBE7E8B6}">
      <dgm:prSet custT="1"/>
      <dgm:spPr/>
      <dgm:t>
        <a:bodyPr/>
        <a:lstStyle/>
        <a:p>
          <a:r>
            <a:rPr lang="en-US" sz="2800">
              <a:latin typeface="Bahnschrift" panose="020B0502040204020203" pitchFamily="34" charset="0"/>
            </a:rPr>
            <a:t>No support SQL structure </a:t>
          </a:r>
          <a:endParaRPr lang="en-IN" sz="2800">
            <a:latin typeface="Bahnschrift" panose="020B0502040204020203" pitchFamily="34" charset="0"/>
          </a:endParaRPr>
        </a:p>
      </dgm:t>
    </dgm:pt>
    <dgm:pt modelId="{DDEDEDC2-3C4D-4745-8AA6-E0DD9F272022}" type="parTrans" cxnId="{22FE01DD-A7EB-48AA-8B5C-0A84C8A87654}">
      <dgm:prSet/>
      <dgm:spPr/>
      <dgm:t>
        <a:bodyPr/>
        <a:lstStyle/>
        <a:p>
          <a:endParaRPr lang="en-IN"/>
        </a:p>
      </dgm:t>
    </dgm:pt>
    <dgm:pt modelId="{7EF714D2-A8FE-4186-A942-F3DA80331AE0}" type="sibTrans" cxnId="{22FE01DD-A7EB-48AA-8B5C-0A84C8A87654}">
      <dgm:prSet/>
      <dgm:spPr/>
      <dgm:t>
        <a:bodyPr/>
        <a:lstStyle/>
        <a:p>
          <a:endParaRPr lang="en-IN"/>
        </a:p>
      </dgm:t>
    </dgm:pt>
    <dgm:pt modelId="{8CA46ACF-5A02-4981-9AA3-F24174561E2D}">
      <dgm:prSet custT="1"/>
      <dgm:spPr/>
      <dgm:t>
        <a:bodyPr/>
        <a:lstStyle/>
        <a:p>
          <a:r>
            <a:rPr lang="en-US" sz="2800">
              <a:latin typeface="Bahnschrift" panose="020B0502040204020203" pitchFamily="34" charset="0"/>
            </a:rPr>
            <a:t>No transaction support </a:t>
          </a:r>
          <a:endParaRPr lang="en-IN" sz="2800">
            <a:latin typeface="Bahnschrift" panose="020B0502040204020203" pitchFamily="34" charset="0"/>
          </a:endParaRPr>
        </a:p>
      </dgm:t>
    </dgm:pt>
    <dgm:pt modelId="{EBB466E0-0339-4427-9DD3-E655ACEDE960}" type="parTrans" cxnId="{C8217B2B-4B2B-4E33-987F-B8430E09E0E4}">
      <dgm:prSet/>
      <dgm:spPr/>
      <dgm:t>
        <a:bodyPr/>
        <a:lstStyle/>
        <a:p>
          <a:endParaRPr lang="en-IN"/>
        </a:p>
      </dgm:t>
    </dgm:pt>
    <dgm:pt modelId="{180D693C-6B56-4D6B-A6B4-61051D51EF9C}" type="sibTrans" cxnId="{C8217B2B-4B2B-4E33-987F-B8430E09E0E4}">
      <dgm:prSet/>
      <dgm:spPr/>
      <dgm:t>
        <a:bodyPr/>
        <a:lstStyle/>
        <a:p>
          <a:endParaRPr lang="en-IN"/>
        </a:p>
      </dgm:t>
    </dgm:pt>
    <dgm:pt modelId="{4D2B958B-0EE0-4359-9E02-86E59349D021}">
      <dgm:prSet custT="1"/>
      <dgm:spPr/>
      <dgm:t>
        <a:bodyPr/>
        <a:lstStyle/>
        <a:p>
          <a:r>
            <a:rPr lang="en-US" sz="2800">
              <a:latin typeface="Bahnschrift" panose="020B0502040204020203" pitchFamily="34" charset="0"/>
            </a:rPr>
            <a:t>Sorted only on key </a:t>
          </a:r>
          <a:endParaRPr lang="en-IN" sz="2800">
            <a:latin typeface="Bahnschrift" panose="020B0502040204020203" pitchFamily="34" charset="0"/>
          </a:endParaRPr>
        </a:p>
      </dgm:t>
    </dgm:pt>
    <dgm:pt modelId="{71564032-32E3-430C-A3EF-537C96980D4D}" type="parTrans" cxnId="{BBB1690B-E69B-4FB1-9D81-65AA667B5AEB}">
      <dgm:prSet/>
      <dgm:spPr/>
      <dgm:t>
        <a:bodyPr/>
        <a:lstStyle/>
        <a:p>
          <a:endParaRPr lang="en-IN"/>
        </a:p>
      </dgm:t>
    </dgm:pt>
    <dgm:pt modelId="{AB384F7E-7681-4991-80B6-54430B9739D9}" type="sibTrans" cxnId="{BBB1690B-E69B-4FB1-9D81-65AA667B5AEB}">
      <dgm:prSet/>
      <dgm:spPr/>
      <dgm:t>
        <a:bodyPr/>
        <a:lstStyle/>
        <a:p>
          <a:endParaRPr lang="en-IN"/>
        </a:p>
      </dgm:t>
    </dgm:pt>
    <dgm:pt modelId="{8BF05563-10F4-4F04-B124-0121A593E328}">
      <dgm:prSet custT="1"/>
      <dgm:spPr/>
      <dgm:t>
        <a:bodyPr/>
        <a:lstStyle/>
        <a:p>
          <a:r>
            <a:rPr lang="en-US" sz="2800">
              <a:latin typeface="Bahnschrift" panose="020B0502040204020203" pitchFamily="34" charset="0"/>
            </a:rPr>
            <a:t>Memory issues on the cluster </a:t>
          </a:r>
          <a:endParaRPr lang="en-IN" sz="2800">
            <a:latin typeface="Bahnschrift" panose="020B0502040204020203" pitchFamily="34" charset="0"/>
          </a:endParaRPr>
        </a:p>
      </dgm:t>
    </dgm:pt>
    <dgm:pt modelId="{9C86B0A6-1656-4161-A003-BD211B6E96C0}" type="parTrans" cxnId="{30698F0E-FFEB-427B-9FD3-F23496BC5914}">
      <dgm:prSet/>
      <dgm:spPr/>
      <dgm:t>
        <a:bodyPr/>
        <a:lstStyle/>
        <a:p>
          <a:endParaRPr lang="en-IN"/>
        </a:p>
      </dgm:t>
    </dgm:pt>
    <dgm:pt modelId="{673404D7-6404-48E4-BD9D-C2B40F05B3FF}" type="sibTrans" cxnId="{30698F0E-FFEB-427B-9FD3-F23496BC5914}">
      <dgm:prSet/>
      <dgm:spPr/>
      <dgm:t>
        <a:bodyPr/>
        <a:lstStyle/>
        <a:p>
          <a:endParaRPr lang="en-IN"/>
        </a:p>
      </dgm:t>
    </dgm:pt>
    <dgm:pt modelId="{FBB3A2D6-9222-4630-8B95-1B659AA74436}" type="pres">
      <dgm:prSet presAssocID="{DEDFCFA9-2E5F-4E47-A277-8BF593AC69A2}" presName="vert0" presStyleCnt="0">
        <dgm:presLayoutVars>
          <dgm:dir/>
          <dgm:animOne val="branch"/>
          <dgm:animLvl val="lvl"/>
        </dgm:presLayoutVars>
      </dgm:prSet>
      <dgm:spPr/>
    </dgm:pt>
    <dgm:pt modelId="{3DDED1BD-A6B9-4BB4-81DF-5218FCD2C9F3}" type="pres">
      <dgm:prSet presAssocID="{247E07DD-9F76-4C60-B635-60ACDBE7E8B6}" presName="thickLine" presStyleLbl="alignNode1" presStyleIdx="0" presStyleCnt="4"/>
      <dgm:spPr/>
    </dgm:pt>
    <dgm:pt modelId="{FF4CF726-56D8-4AB9-BC54-846D25733D46}" type="pres">
      <dgm:prSet presAssocID="{247E07DD-9F76-4C60-B635-60ACDBE7E8B6}" presName="horz1" presStyleCnt="0"/>
      <dgm:spPr/>
    </dgm:pt>
    <dgm:pt modelId="{432F7FF1-10DB-413A-9B11-7F76B606091E}" type="pres">
      <dgm:prSet presAssocID="{247E07DD-9F76-4C60-B635-60ACDBE7E8B6}" presName="tx1" presStyleLbl="revTx" presStyleIdx="0" presStyleCnt="4"/>
      <dgm:spPr/>
    </dgm:pt>
    <dgm:pt modelId="{F25F8949-8C0D-4553-993A-E3668CE28559}" type="pres">
      <dgm:prSet presAssocID="{247E07DD-9F76-4C60-B635-60ACDBE7E8B6}" presName="vert1" presStyleCnt="0"/>
      <dgm:spPr/>
    </dgm:pt>
    <dgm:pt modelId="{4C95B691-2930-4EC3-8FFD-4584C82A78AD}" type="pres">
      <dgm:prSet presAssocID="{8CA46ACF-5A02-4981-9AA3-F24174561E2D}" presName="thickLine" presStyleLbl="alignNode1" presStyleIdx="1" presStyleCnt="4"/>
      <dgm:spPr/>
    </dgm:pt>
    <dgm:pt modelId="{4E15606B-1E0A-461F-B813-C1BF73E58A9B}" type="pres">
      <dgm:prSet presAssocID="{8CA46ACF-5A02-4981-9AA3-F24174561E2D}" presName="horz1" presStyleCnt="0"/>
      <dgm:spPr/>
    </dgm:pt>
    <dgm:pt modelId="{1BE541F5-A5F7-4FC0-B9DE-B15741D52026}" type="pres">
      <dgm:prSet presAssocID="{8CA46ACF-5A02-4981-9AA3-F24174561E2D}" presName="tx1" presStyleLbl="revTx" presStyleIdx="1" presStyleCnt="4"/>
      <dgm:spPr/>
    </dgm:pt>
    <dgm:pt modelId="{B493516B-793A-4546-B2EE-B8BB963F2B1D}" type="pres">
      <dgm:prSet presAssocID="{8CA46ACF-5A02-4981-9AA3-F24174561E2D}" presName="vert1" presStyleCnt="0"/>
      <dgm:spPr/>
    </dgm:pt>
    <dgm:pt modelId="{F022DD56-6201-4BF4-8882-45B8E9092F7B}" type="pres">
      <dgm:prSet presAssocID="{4D2B958B-0EE0-4359-9E02-86E59349D021}" presName="thickLine" presStyleLbl="alignNode1" presStyleIdx="2" presStyleCnt="4"/>
      <dgm:spPr/>
    </dgm:pt>
    <dgm:pt modelId="{4BB2D20E-64EF-425D-8355-BDC388301514}" type="pres">
      <dgm:prSet presAssocID="{4D2B958B-0EE0-4359-9E02-86E59349D021}" presName="horz1" presStyleCnt="0"/>
      <dgm:spPr/>
    </dgm:pt>
    <dgm:pt modelId="{AB4D629F-9DBB-46CF-9A85-3911922D38F8}" type="pres">
      <dgm:prSet presAssocID="{4D2B958B-0EE0-4359-9E02-86E59349D021}" presName="tx1" presStyleLbl="revTx" presStyleIdx="2" presStyleCnt="4"/>
      <dgm:spPr/>
    </dgm:pt>
    <dgm:pt modelId="{AF7C4991-3E15-4F53-B823-5C168DE0F8A8}" type="pres">
      <dgm:prSet presAssocID="{4D2B958B-0EE0-4359-9E02-86E59349D021}" presName="vert1" presStyleCnt="0"/>
      <dgm:spPr/>
    </dgm:pt>
    <dgm:pt modelId="{3420D12B-5794-4313-B03E-1E173E8CF459}" type="pres">
      <dgm:prSet presAssocID="{8BF05563-10F4-4F04-B124-0121A593E328}" presName="thickLine" presStyleLbl="alignNode1" presStyleIdx="3" presStyleCnt="4"/>
      <dgm:spPr/>
    </dgm:pt>
    <dgm:pt modelId="{2D860FD9-B8E8-4349-8FA9-5E837A4272BB}" type="pres">
      <dgm:prSet presAssocID="{8BF05563-10F4-4F04-B124-0121A593E328}" presName="horz1" presStyleCnt="0"/>
      <dgm:spPr/>
    </dgm:pt>
    <dgm:pt modelId="{28A494A4-24C4-4333-B019-F4F398C6A9F2}" type="pres">
      <dgm:prSet presAssocID="{8BF05563-10F4-4F04-B124-0121A593E328}" presName="tx1" presStyleLbl="revTx" presStyleIdx="3" presStyleCnt="4"/>
      <dgm:spPr/>
    </dgm:pt>
    <dgm:pt modelId="{2E7209B1-436C-464E-B609-94BB44EBEF18}" type="pres">
      <dgm:prSet presAssocID="{8BF05563-10F4-4F04-B124-0121A593E328}" presName="vert1" presStyleCnt="0"/>
      <dgm:spPr/>
    </dgm:pt>
  </dgm:ptLst>
  <dgm:cxnLst>
    <dgm:cxn modelId="{ADBEF105-BE30-4ADB-B23D-B42974F8050D}" type="presOf" srcId="{247E07DD-9F76-4C60-B635-60ACDBE7E8B6}" destId="{432F7FF1-10DB-413A-9B11-7F76B606091E}" srcOrd="0" destOrd="0" presId="urn:microsoft.com/office/officeart/2008/layout/LinedList"/>
    <dgm:cxn modelId="{BBB1690B-E69B-4FB1-9D81-65AA667B5AEB}" srcId="{DEDFCFA9-2E5F-4E47-A277-8BF593AC69A2}" destId="{4D2B958B-0EE0-4359-9E02-86E59349D021}" srcOrd="2" destOrd="0" parTransId="{71564032-32E3-430C-A3EF-537C96980D4D}" sibTransId="{AB384F7E-7681-4991-80B6-54430B9739D9}"/>
    <dgm:cxn modelId="{30698F0E-FFEB-427B-9FD3-F23496BC5914}" srcId="{DEDFCFA9-2E5F-4E47-A277-8BF593AC69A2}" destId="{8BF05563-10F4-4F04-B124-0121A593E328}" srcOrd="3" destOrd="0" parTransId="{9C86B0A6-1656-4161-A003-BD211B6E96C0}" sibTransId="{673404D7-6404-48E4-BD9D-C2B40F05B3FF}"/>
    <dgm:cxn modelId="{D246E70E-86F5-4722-8DE5-EB9D3E184224}" type="presOf" srcId="{4D2B958B-0EE0-4359-9E02-86E59349D021}" destId="{AB4D629F-9DBB-46CF-9A85-3911922D38F8}" srcOrd="0" destOrd="0" presId="urn:microsoft.com/office/officeart/2008/layout/LinedList"/>
    <dgm:cxn modelId="{C8217B2B-4B2B-4E33-987F-B8430E09E0E4}" srcId="{DEDFCFA9-2E5F-4E47-A277-8BF593AC69A2}" destId="{8CA46ACF-5A02-4981-9AA3-F24174561E2D}" srcOrd="1" destOrd="0" parTransId="{EBB466E0-0339-4427-9DD3-E655ACEDE960}" sibTransId="{180D693C-6B56-4D6B-A6B4-61051D51EF9C}"/>
    <dgm:cxn modelId="{85AED353-BD4D-47E4-BBD1-E537D0358DEE}" type="presOf" srcId="{DEDFCFA9-2E5F-4E47-A277-8BF593AC69A2}" destId="{FBB3A2D6-9222-4630-8B95-1B659AA74436}" srcOrd="0" destOrd="0" presId="urn:microsoft.com/office/officeart/2008/layout/LinedList"/>
    <dgm:cxn modelId="{2B32DA99-6CF8-4839-90CF-6B9EF3522494}" type="presOf" srcId="{8CA46ACF-5A02-4981-9AA3-F24174561E2D}" destId="{1BE541F5-A5F7-4FC0-B9DE-B15741D52026}" srcOrd="0" destOrd="0" presId="urn:microsoft.com/office/officeart/2008/layout/LinedList"/>
    <dgm:cxn modelId="{E25FE5C6-7619-4F1D-B3DC-61826CCF3ABA}" type="presOf" srcId="{8BF05563-10F4-4F04-B124-0121A593E328}" destId="{28A494A4-24C4-4333-B019-F4F398C6A9F2}" srcOrd="0" destOrd="0" presId="urn:microsoft.com/office/officeart/2008/layout/LinedList"/>
    <dgm:cxn modelId="{22FE01DD-A7EB-48AA-8B5C-0A84C8A87654}" srcId="{DEDFCFA9-2E5F-4E47-A277-8BF593AC69A2}" destId="{247E07DD-9F76-4C60-B635-60ACDBE7E8B6}" srcOrd="0" destOrd="0" parTransId="{DDEDEDC2-3C4D-4745-8AA6-E0DD9F272022}" sibTransId="{7EF714D2-A8FE-4186-A942-F3DA80331AE0}"/>
    <dgm:cxn modelId="{B687E0EF-CBAA-43FA-9AAC-45E92488853F}" type="presParOf" srcId="{FBB3A2D6-9222-4630-8B95-1B659AA74436}" destId="{3DDED1BD-A6B9-4BB4-81DF-5218FCD2C9F3}" srcOrd="0" destOrd="0" presId="urn:microsoft.com/office/officeart/2008/layout/LinedList"/>
    <dgm:cxn modelId="{416FB47F-C513-4E3F-8926-3EEA8C1830F0}" type="presParOf" srcId="{FBB3A2D6-9222-4630-8B95-1B659AA74436}" destId="{FF4CF726-56D8-4AB9-BC54-846D25733D46}" srcOrd="1" destOrd="0" presId="urn:microsoft.com/office/officeart/2008/layout/LinedList"/>
    <dgm:cxn modelId="{7DF1412C-0E9C-4B36-A984-82FCC96F9DEF}" type="presParOf" srcId="{FF4CF726-56D8-4AB9-BC54-846D25733D46}" destId="{432F7FF1-10DB-413A-9B11-7F76B606091E}" srcOrd="0" destOrd="0" presId="urn:microsoft.com/office/officeart/2008/layout/LinedList"/>
    <dgm:cxn modelId="{D67A95F8-1127-4D07-9BF1-0B6E641A16B3}" type="presParOf" srcId="{FF4CF726-56D8-4AB9-BC54-846D25733D46}" destId="{F25F8949-8C0D-4553-993A-E3668CE28559}" srcOrd="1" destOrd="0" presId="urn:microsoft.com/office/officeart/2008/layout/LinedList"/>
    <dgm:cxn modelId="{BCE1D09B-81A8-4E40-B386-9ADCF8A77FC9}" type="presParOf" srcId="{FBB3A2D6-9222-4630-8B95-1B659AA74436}" destId="{4C95B691-2930-4EC3-8FFD-4584C82A78AD}" srcOrd="2" destOrd="0" presId="urn:microsoft.com/office/officeart/2008/layout/LinedList"/>
    <dgm:cxn modelId="{8C169472-9264-4953-9354-A030F5F40D83}" type="presParOf" srcId="{FBB3A2D6-9222-4630-8B95-1B659AA74436}" destId="{4E15606B-1E0A-461F-B813-C1BF73E58A9B}" srcOrd="3" destOrd="0" presId="urn:microsoft.com/office/officeart/2008/layout/LinedList"/>
    <dgm:cxn modelId="{F4BA0922-2173-43FB-B887-31EC9553AB53}" type="presParOf" srcId="{4E15606B-1E0A-461F-B813-C1BF73E58A9B}" destId="{1BE541F5-A5F7-4FC0-B9DE-B15741D52026}" srcOrd="0" destOrd="0" presId="urn:microsoft.com/office/officeart/2008/layout/LinedList"/>
    <dgm:cxn modelId="{7191FB4A-8CEF-4CE7-AD38-B41241CAA562}" type="presParOf" srcId="{4E15606B-1E0A-461F-B813-C1BF73E58A9B}" destId="{B493516B-793A-4546-B2EE-B8BB963F2B1D}" srcOrd="1" destOrd="0" presId="urn:microsoft.com/office/officeart/2008/layout/LinedList"/>
    <dgm:cxn modelId="{64577AC2-0238-4E03-A1F9-2F7C92467FFA}" type="presParOf" srcId="{FBB3A2D6-9222-4630-8B95-1B659AA74436}" destId="{F022DD56-6201-4BF4-8882-45B8E9092F7B}" srcOrd="4" destOrd="0" presId="urn:microsoft.com/office/officeart/2008/layout/LinedList"/>
    <dgm:cxn modelId="{D48D74BD-C84A-4132-B969-8EFC263F2D84}" type="presParOf" srcId="{FBB3A2D6-9222-4630-8B95-1B659AA74436}" destId="{4BB2D20E-64EF-425D-8355-BDC388301514}" srcOrd="5" destOrd="0" presId="urn:microsoft.com/office/officeart/2008/layout/LinedList"/>
    <dgm:cxn modelId="{C1436799-099A-45C6-8240-91C43EF6E16F}" type="presParOf" srcId="{4BB2D20E-64EF-425D-8355-BDC388301514}" destId="{AB4D629F-9DBB-46CF-9A85-3911922D38F8}" srcOrd="0" destOrd="0" presId="urn:microsoft.com/office/officeart/2008/layout/LinedList"/>
    <dgm:cxn modelId="{FFF2651E-DA87-4BE5-88FA-2A882A2AAF22}" type="presParOf" srcId="{4BB2D20E-64EF-425D-8355-BDC388301514}" destId="{AF7C4991-3E15-4F53-B823-5C168DE0F8A8}" srcOrd="1" destOrd="0" presId="urn:microsoft.com/office/officeart/2008/layout/LinedList"/>
    <dgm:cxn modelId="{BDCB7279-3FC4-4BC6-88E5-06CB7A15E65A}" type="presParOf" srcId="{FBB3A2D6-9222-4630-8B95-1B659AA74436}" destId="{3420D12B-5794-4313-B03E-1E173E8CF459}" srcOrd="6" destOrd="0" presId="urn:microsoft.com/office/officeart/2008/layout/LinedList"/>
    <dgm:cxn modelId="{F582DA6F-529E-4901-871B-518E387091D7}" type="presParOf" srcId="{FBB3A2D6-9222-4630-8B95-1B659AA74436}" destId="{2D860FD9-B8E8-4349-8FA9-5E837A4272BB}" srcOrd="7" destOrd="0" presId="urn:microsoft.com/office/officeart/2008/layout/LinedList"/>
    <dgm:cxn modelId="{27B57AC3-C310-4F76-93B1-BE8CCEAC1706}" type="presParOf" srcId="{2D860FD9-B8E8-4349-8FA9-5E837A4272BB}" destId="{28A494A4-24C4-4333-B019-F4F398C6A9F2}" srcOrd="0" destOrd="0" presId="urn:microsoft.com/office/officeart/2008/layout/LinedList"/>
    <dgm:cxn modelId="{D8D26A92-3C4D-4FD9-89A9-6D48BEE104AF}" type="presParOf" srcId="{2D860FD9-B8E8-4349-8FA9-5E837A4272BB}" destId="{2E7209B1-436C-464E-B609-94BB44EBEF1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16B424-AE27-4ED1-B7A3-ABF86E40B136}">
      <dsp:nvSpPr>
        <dsp:cNvPr id="0" name=""/>
        <dsp:cNvSpPr/>
      </dsp:nvSpPr>
      <dsp:spPr>
        <a:xfrm>
          <a:off x="2300" y="1506270"/>
          <a:ext cx="3982516" cy="19912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>
              <a:effectLst/>
              <a:latin typeface="Bahnschrift" panose="020B0502040204020203" pitchFamily="34" charset="0"/>
            </a:rPr>
            <a:t>Base architecture has 3 important components</a:t>
          </a:r>
        </a:p>
      </dsp:txBody>
      <dsp:txXfrm>
        <a:off x="60622" y="1564592"/>
        <a:ext cx="3865872" cy="1874614"/>
      </dsp:txXfrm>
    </dsp:sp>
    <dsp:sp modelId="{69920CD3-2D27-4C28-84C2-3B67A6703C97}">
      <dsp:nvSpPr>
        <dsp:cNvPr id="0" name=""/>
        <dsp:cNvSpPr/>
      </dsp:nvSpPr>
      <dsp:spPr>
        <a:xfrm rot="18806652">
          <a:off x="3623018" y="1625106"/>
          <a:ext cx="2316602" cy="71630"/>
        </a:xfrm>
        <a:custGeom>
          <a:avLst/>
          <a:gdLst/>
          <a:ahLst/>
          <a:cxnLst/>
          <a:rect l="0" t="0" r="0" b="0"/>
          <a:pathLst>
            <a:path>
              <a:moveTo>
                <a:pt x="0" y="35815"/>
              </a:moveTo>
              <a:lnTo>
                <a:pt x="2316602" y="3581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/>
        </a:p>
      </dsp:txBody>
      <dsp:txXfrm>
        <a:off x="4723404" y="1603006"/>
        <a:ext cx="115830" cy="115830"/>
      </dsp:txXfrm>
    </dsp:sp>
    <dsp:sp modelId="{32C585D6-A265-4D44-B867-45C85D64D30C}">
      <dsp:nvSpPr>
        <dsp:cNvPr id="0" name=""/>
        <dsp:cNvSpPr/>
      </dsp:nvSpPr>
      <dsp:spPr>
        <a:xfrm>
          <a:off x="5577823" y="105420"/>
          <a:ext cx="2774579" cy="142904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 err="1">
              <a:effectLst/>
              <a:latin typeface="Bahnschrift" panose="020B0502040204020203" pitchFamily="34" charset="0"/>
            </a:rPr>
            <a:t>HMaster</a:t>
          </a:r>
          <a:r>
            <a:rPr lang="en-US" sz="2600" b="0" i="0" kern="1200" dirty="0">
              <a:effectLst/>
              <a:latin typeface="Bahnschrift" panose="020B0502040204020203" pitchFamily="34" charset="0"/>
            </a:rPr>
            <a:t> </a:t>
          </a:r>
        </a:p>
      </dsp:txBody>
      <dsp:txXfrm>
        <a:off x="5619678" y="147275"/>
        <a:ext cx="2690869" cy="1345336"/>
      </dsp:txXfrm>
    </dsp:sp>
    <dsp:sp modelId="{96393AD7-C3DA-405A-9C72-600B022722DF}">
      <dsp:nvSpPr>
        <dsp:cNvPr id="0" name=""/>
        <dsp:cNvSpPr/>
      </dsp:nvSpPr>
      <dsp:spPr>
        <a:xfrm rot="21590954">
          <a:off x="3984813" y="2463988"/>
          <a:ext cx="1593012" cy="71630"/>
        </a:xfrm>
        <a:custGeom>
          <a:avLst/>
          <a:gdLst/>
          <a:ahLst/>
          <a:cxnLst/>
          <a:rect l="0" t="0" r="0" b="0"/>
          <a:pathLst>
            <a:path>
              <a:moveTo>
                <a:pt x="0" y="35815"/>
              </a:moveTo>
              <a:lnTo>
                <a:pt x="1593012" y="35815"/>
              </a:lnTo>
            </a:path>
          </a:pathLst>
        </a:custGeom>
        <a:noFill/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4741494" y="2459978"/>
        <a:ext cx="79650" cy="79650"/>
      </dsp:txXfrm>
    </dsp:sp>
    <dsp:sp modelId="{BB797C79-32B0-4560-95FE-2ADE736C0738}">
      <dsp:nvSpPr>
        <dsp:cNvPr id="0" name=""/>
        <dsp:cNvSpPr/>
      </dsp:nvSpPr>
      <dsp:spPr>
        <a:xfrm>
          <a:off x="5577823" y="1833155"/>
          <a:ext cx="2757215" cy="1329105"/>
        </a:xfrm>
        <a:prstGeom prst="roundRect">
          <a:avLst>
            <a:gd name="adj" fmla="val 10000"/>
          </a:avLst>
        </a:prstGeom>
        <a:solidFill>
          <a:srgbClr val="E4E7E9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>
              <a:solidFill>
                <a:srgbClr val="E4E7E9"/>
              </a:solidFill>
              <a:effectLst/>
              <a:latin typeface="Bahnschrift" panose="020B0502040204020203" pitchFamily="34" charset="0"/>
            </a:rPr>
            <a:t>Region Server </a:t>
          </a:r>
        </a:p>
      </dsp:txBody>
      <dsp:txXfrm>
        <a:off x="5616751" y="1872083"/>
        <a:ext cx="2679359" cy="1251249"/>
      </dsp:txXfrm>
    </dsp:sp>
    <dsp:sp modelId="{4865E7FF-CC92-49DC-AF88-8F05C49AD792}">
      <dsp:nvSpPr>
        <dsp:cNvPr id="0" name=""/>
        <dsp:cNvSpPr/>
      </dsp:nvSpPr>
      <dsp:spPr>
        <a:xfrm rot="2789065">
          <a:off x="3624539" y="3304966"/>
          <a:ext cx="2313560" cy="71630"/>
        </a:xfrm>
        <a:custGeom>
          <a:avLst/>
          <a:gdLst/>
          <a:ahLst/>
          <a:cxnLst/>
          <a:rect l="0" t="0" r="0" b="0"/>
          <a:pathLst>
            <a:path>
              <a:moveTo>
                <a:pt x="0" y="35815"/>
              </a:moveTo>
              <a:lnTo>
                <a:pt x="2313560" y="35815"/>
              </a:lnTo>
            </a:path>
          </a:pathLst>
        </a:custGeom>
        <a:noFill/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/>
        </a:p>
      </dsp:txBody>
      <dsp:txXfrm>
        <a:off x="4723480" y="3282943"/>
        <a:ext cx="115678" cy="115678"/>
      </dsp:txXfrm>
    </dsp:sp>
    <dsp:sp modelId="{29E07099-EC2A-4AAB-8E2B-CB267B073D6C}">
      <dsp:nvSpPr>
        <dsp:cNvPr id="0" name=""/>
        <dsp:cNvSpPr/>
      </dsp:nvSpPr>
      <dsp:spPr>
        <a:xfrm>
          <a:off x="5577823" y="3460949"/>
          <a:ext cx="2806638" cy="1437429"/>
        </a:xfrm>
        <a:prstGeom prst="roundRect">
          <a:avLst>
            <a:gd name="adj" fmla="val 10000"/>
          </a:avLst>
        </a:prstGeom>
        <a:solidFill>
          <a:srgbClr val="E4E7E9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 err="1">
              <a:solidFill>
                <a:srgbClr val="E4E7E9"/>
              </a:solidFill>
              <a:effectLst/>
              <a:latin typeface="Bahnschrift" panose="020B0502040204020203" pitchFamily="34" charset="0"/>
            </a:rPr>
            <a:t>ZooKeeper</a:t>
          </a:r>
          <a:endParaRPr lang="en-IN" sz="2600" kern="1200" dirty="0">
            <a:solidFill>
              <a:srgbClr val="E4E7E9"/>
            </a:solidFill>
            <a:latin typeface="Bahnschrift" panose="020B0502040204020203" pitchFamily="34" charset="0"/>
          </a:endParaRPr>
        </a:p>
      </dsp:txBody>
      <dsp:txXfrm>
        <a:off x="5619924" y="3503050"/>
        <a:ext cx="2722436" cy="13532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16B424-AE27-4ED1-B7A3-ABF86E40B136}">
      <dsp:nvSpPr>
        <dsp:cNvPr id="0" name=""/>
        <dsp:cNvSpPr/>
      </dsp:nvSpPr>
      <dsp:spPr>
        <a:xfrm>
          <a:off x="2300" y="1506270"/>
          <a:ext cx="3982516" cy="19912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>
              <a:effectLst/>
              <a:latin typeface="Bahnschrift" panose="020B0502040204020203" pitchFamily="34" charset="0"/>
            </a:rPr>
            <a:t>Base architecture has 3 important components</a:t>
          </a:r>
        </a:p>
      </dsp:txBody>
      <dsp:txXfrm>
        <a:off x="60622" y="1564592"/>
        <a:ext cx="3865872" cy="1874614"/>
      </dsp:txXfrm>
    </dsp:sp>
    <dsp:sp modelId="{69920CD3-2D27-4C28-84C2-3B67A6703C97}">
      <dsp:nvSpPr>
        <dsp:cNvPr id="0" name=""/>
        <dsp:cNvSpPr/>
      </dsp:nvSpPr>
      <dsp:spPr>
        <a:xfrm rot="18806652">
          <a:off x="3623018" y="1625106"/>
          <a:ext cx="2316602" cy="71630"/>
        </a:xfrm>
        <a:custGeom>
          <a:avLst/>
          <a:gdLst/>
          <a:ahLst/>
          <a:cxnLst/>
          <a:rect l="0" t="0" r="0" b="0"/>
          <a:pathLst>
            <a:path>
              <a:moveTo>
                <a:pt x="0" y="35815"/>
              </a:moveTo>
              <a:lnTo>
                <a:pt x="2316602" y="3581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/>
        </a:p>
      </dsp:txBody>
      <dsp:txXfrm>
        <a:off x="4723404" y="1603006"/>
        <a:ext cx="115830" cy="115830"/>
      </dsp:txXfrm>
    </dsp:sp>
    <dsp:sp modelId="{32C585D6-A265-4D44-B867-45C85D64D30C}">
      <dsp:nvSpPr>
        <dsp:cNvPr id="0" name=""/>
        <dsp:cNvSpPr/>
      </dsp:nvSpPr>
      <dsp:spPr>
        <a:xfrm>
          <a:off x="5577823" y="105420"/>
          <a:ext cx="2774579" cy="142904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 err="1">
              <a:effectLst/>
              <a:latin typeface="Bahnschrift" panose="020B0502040204020203" pitchFamily="34" charset="0"/>
            </a:rPr>
            <a:t>HMaster</a:t>
          </a:r>
          <a:r>
            <a:rPr lang="en-US" sz="2600" b="0" i="0" kern="1200" dirty="0">
              <a:effectLst/>
              <a:latin typeface="Bahnschrift" panose="020B0502040204020203" pitchFamily="34" charset="0"/>
            </a:rPr>
            <a:t> </a:t>
          </a:r>
        </a:p>
      </dsp:txBody>
      <dsp:txXfrm>
        <a:off x="5619678" y="147275"/>
        <a:ext cx="2690869" cy="1345336"/>
      </dsp:txXfrm>
    </dsp:sp>
    <dsp:sp modelId="{96393AD7-C3DA-405A-9C72-600B022722DF}">
      <dsp:nvSpPr>
        <dsp:cNvPr id="0" name=""/>
        <dsp:cNvSpPr/>
      </dsp:nvSpPr>
      <dsp:spPr>
        <a:xfrm rot="21590954">
          <a:off x="3984813" y="2463988"/>
          <a:ext cx="1593012" cy="71630"/>
        </a:xfrm>
        <a:custGeom>
          <a:avLst/>
          <a:gdLst/>
          <a:ahLst/>
          <a:cxnLst/>
          <a:rect l="0" t="0" r="0" b="0"/>
          <a:pathLst>
            <a:path>
              <a:moveTo>
                <a:pt x="0" y="35815"/>
              </a:moveTo>
              <a:lnTo>
                <a:pt x="1593012" y="3581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4741494" y="2459978"/>
        <a:ext cx="79650" cy="79650"/>
      </dsp:txXfrm>
    </dsp:sp>
    <dsp:sp modelId="{BB797C79-32B0-4560-95FE-2ADE736C0738}">
      <dsp:nvSpPr>
        <dsp:cNvPr id="0" name=""/>
        <dsp:cNvSpPr/>
      </dsp:nvSpPr>
      <dsp:spPr>
        <a:xfrm>
          <a:off x="5577823" y="1833155"/>
          <a:ext cx="2757215" cy="132910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>
              <a:effectLst/>
              <a:latin typeface="Bahnschrift" panose="020B0502040204020203" pitchFamily="34" charset="0"/>
            </a:rPr>
            <a:t>Region Server </a:t>
          </a:r>
        </a:p>
      </dsp:txBody>
      <dsp:txXfrm>
        <a:off x="5616751" y="1872083"/>
        <a:ext cx="2679359" cy="1251249"/>
      </dsp:txXfrm>
    </dsp:sp>
    <dsp:sp modelId="{4865E7FF-CC92-49DC-AF88-8F05C49AD792}">
      <dsp:nvSpPr>
        <dsp:cNvPr id="0" name=""/>
        <dsp:cNvSpPr/>
      </dsp:nvSpPr>
      <dsp:spPr>
        <a:xfrm rot="2789065">
          <a:off x="3624539" y="3304966"/>
          <a:ext cx="2313560" cy="71630"/>
        </a:xfrm>
        <a:custGeom>
          <a:avLst/>
          <a:gdLst/>
          <a:ahLst/>
          <a:cxnLst/>
          <a:rect l="0" t="0" r="0" b="0"/>
          <a:pathLst>
            <a:path>
              <a:moveTo>
                <a:pt x="0" y="35815"/>
              </a:moveTo>
              <a:lnTo>
                <a:pt x="2313560" y="35815"/>
              </a:lnTo>
            </a:path>
          </a:pathLst>
        </a:custGeom>
        <a:noFill/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/>
        </a:p>
      </dsp:txBody>
      <dsp:txXfrm>
        <a:off x="4723480" y="3282943"/>
        <a:ext cx="115678" cy="115678"/>
      </dsp:txXfrm>
    </dsp:sp>
    <dsp:sp modelId="{29E07099-EC2A-4AAB-8E2B-CB267B073D6C}">
      <dsp:nvSpPr>
        <dsp:cNvPr id="0" name=""/>
        <dsp:cNvSpPr/>
      </dsp:nvSpPr>
      <dsp:spPr>
        <a:xfrm>
          <a:off x="5577823" y="3460949"/>
          <a:ext cx="2806638" cy="1437429"/>
        </a:xfrm>
        <a:prstGeom prst="roundRect">
          <a:avLst>
            <a:gd name="adj" fmla="val 10000"/>
          </a:avLst>
        </a:prstGeom>
        <a:solidFill>
          <a:srgbClr val="E4E7E9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 err="1">
              <a:solidFill>
                <a:srgbClr val="E4E7E9"/>
              </a:solidFill>
              <a:effectLst/>
              <a:latin typeface="Bahnschrift" panose="020B0502040204020203" pitchFamily="34" charset="0"/>
            </a:rPr>
            <a:t>ZooKeeper</a:t>
          </a:r>
          <a:endParaRPr lang="en-IN" sz="2600" kern="1200" dirty="0">
            <a:solidFill>
              <a:srgbClr val="E4E7E9"/>
            </a:solidFill>
            <a:latin typeface="Bahnschrift" panose="020B0502040204020203" pitchFamily="34" charset="0"/>
          </a:endParaRPr>
        </a:p>
      </dsp:txBody>
      <dsp:txXfrm>
        <a:off x="5619924" y="3503050"/>
        <a:ext cx="2722436" cy="13532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16B424-AE27-4ED1-B7A3-ABF86E40B136}">
      <dsp:nvSpPr>
        <dsp:cNvPr id="0" name=""/>
        <dsp:cNvSpPr/>
      </dsp:nvSpPr>
      <dsp:spPr>
        <a:xfrm>
          <a:off x="2300" y="1506270"/>
          <a:ext cx="3982516" cy="19912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>
              <a:effectLst/>
              <a:latin typeface="Bahnschrift" panose="020B0502040204020203" pitchFamily="34" charset="0"/>
            </a:rPr>
            <a:t>Base architecture has 3 important components</a:t>
          </a:r>
        </a:p>
      </dsp:txBody>
      <dsp:txXfrm>
        <a:off x="60622" y="1564592"/>
        <a:ext cx="3865872" cy="1874614"/>
      </dsp:txXfrm>
    </dsp:sp>
    <dsp:sp modelId="{69920CD3-2D27-4C28-84C2-3B67A6703C97}">
      <dsp:nvSpPr>
        <dsp:cNvPr id="0" name=""/>
        <dsp:cNvSpPr/>
      </dsp:nvSpPr>
      <dsp:spPr>
        <a:xfrm rot="18806652">
          <a:off x="3623018" y="1625106"/>
          <a:ext cx="2316602" cy="71630"/>
        </a:xfrm>
        <a:custGeom>
          <a:avLst/>
          <a:gdLst/>
          <a:ahLst/>
          <a:cxnLst/>
          <a:rect l="0" t="0" r="0" b="0"/>
          <a:pathLst>
            <a:path>
              <a:moveTo>
                <a:pt x="0" y="35815"/>
              </a:moveTo>
              <a:lnTo>
                <a:pt x="2316602" y="3581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/>
        </a:p>
      </dsp:txBody>
      <dsp:txXfrm>
        <a:off x="4723404" y="1603006"/>
        <a:ext cx="115830" cy="115830"/>
      </dsp:txXfrm>
    </dsp:sp>
    <dsp:sp modelId="{32C585D6-A265-4D44-B867-45C85D64D30C}">
      <dsp:nvSpPr>
        <dsp:cNvPr id="0" name=""/>
        <dsp:cNvSpPr/>
      </dsp:nvSpPr>
      <dsp:spPr>
        <a:xfrm>
          <a:off x="5577823" y="105420"/>
          <a:ext cx="2774579" cy="142904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 err="1">
              <a:effectLst/>
              <a:latin typeface="Bahnschrift" panose="020B0502040204020203" pitchFamily="34" charset="0"/>
            </a:rPr>
            <a:t>HMaster</a:t>
          </a:r>
          <a:r>
            <a:rPr lang="en-US" sz="2600" b="0" i="0" kern="1200" dirty="0">
              <a:effectLst/>
              <a:latin typeface="Bahnschrift" panose="020B0502040204020203" pitchFamily="34" charset="0"/>
            </a:rPr>
            <a:t> </a:t>
          </a:r>
        </a:p>
      </dsp:txBody>
      <dsp:txXfrm>
        <a:off x="5619678" y="147275"/>
        <a:ext cx="2690869" cy="1345336"/>
      </dsp:txXfrm>
    </dsp:sp>
    <dsp:sp modelId="{96393AD7-C3DA-405A-9C72-600B022722DF}">
      <dsp:nvSpPr>
        <dsp:cNvPr id="0" name=""/>
        <dsp:cNvSpPr/>
      </dsp:nvSpPr>
      <dsp:spPr>
        <a:xfrm rot="21590954">
          <a:off x="3984813" y="2463988"/>
          <a:ext cx="1593012" cy="71630"/>
        </a:xfrm>
        <a:custGeom>
          <a:avLst/>
          <a:gdLst/>
          <a:ahLst/>
          <a:cxnLst/>
          <a:rect l="0" t="0" r="0" b="0"/>
          <a:pathLst>
            <a:path>
              <a:moveTo>
                <a:pt x="0" y="35815"/>
              </a:moveTo>
              <a:lnTo>
                <a:pt x="1593012" y="3581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4741494" y="2459978"/>
        <a:ext cx="79650" cy="79650"/>
      </dsp:txXfrm>
    </dsp:sp>
    <dsp:sp modelId="{BB797C79-32B0-4560-95FE-2ADE736C0738}">
      <dsp:nvSpPr>
        <dsp:cNvPr id="0" name=""/>
        <dsp:cNvSpPr/>
      </dsp:nvSpPr>
      <dsp:spPr>
        <a:xfrm>
          <a:off x="5577823" y="1833155"/>
          <a:ext cx="2757215" cy="132910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>
              <a:effectLst/>
              <a:latin typeface="Bahnschrift" panose="020B0502040204020203" pitchFamily="34" charset="0"/>
            </a:rPr>
            <a:t>Region Server </a:t>
          </a:r>
        </a:p>
      </dsp:txBody>
      <dsp:txXfrm>
        <a:off x="5616751" y="1872083"/>
        <a:ext cx="2679359" cy="1251249"/>
      </dsp:txXfrm>
    </dsp:sp>
    <dsp:sp modelId="{4865E7FF-CC92-49DC-AF88-8F05C49AD792}">
      <dsp:nvSpPr>
        <dsp:cNvPr id="0" name=""/>
        <dsp:cNvSpPr/>
      </dsp:nvSpPr>
      <dsp:spPr>
        <a:xfrm rot="2789065">
          <a:off x="3624539" y="3304966"/>
          <a:ext cx="2313560" cy="71630"/>
        </a:xfrm>
        <a:custGeom>
          <a:avLst/>
          <a:gdLst/>
          <a:ahLst/>
          <a:cxnLst/>
          <a:rect l="0" t="0" r="0" b="0"/>
          <a:pathLst>
            <a:path>
              <a:moveTo>
                <a:pt x="0" y="35815"/>
              </a:moveTo>
              <a:lnTo>
                <a:pt x="2313560" y="3581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/>
        </a:p>
      </dsp:txBody>
      <dsp:txXfrm>
        <a:off x="4723480" y="3282943"/>
        <a:ext cx="115678" cy="115678"/>
      </dsp:txXfrm>
    </dsp:sp>
    <dsp:sp modelId="{29E07099-EC2A-4AAB-8E2B-CB267B073D6C}">
      <dsp:nvSpPr>
        <dsp:cNvPr id="0" name=""/>
        <dsp:cNvSpPr/>
      </dsp:nvSpPr>
      <dsp:spPr>
        <a:xfrm>
          <a:off x="5577823" y="3460949"/>
          <a:ext cx="2806638" cy="143742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 err="1">
              <a:effectLst/>
              <a:latin typeface="Bahnschrift" panose="020B0502040204020203" pitchFamily="34" charset="0"/>
            </a:rPr>
            <a:t>ZooKeeper</a:t>
          </a:r>
          <a:endParaRPr lang="en-IN" sz="2600" kern="1200" dirty="0">
            <a:latin typeface="Bahnschrift" panose="020B0502040204020203" pitchFamily="34" charset="0"/>
          </a:endParaRPr>
        </a:p>
      </dsp:txBody>
      <dsp:txXfrm>
        <a:off x="5619924" y="3503050"/>
        <a:ext cx="2722436" cy="13532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79440C-23F0-4550-9BC6-DBDD1106E4CE}">
      <dsp:nvSpPr>
        <dsp:cNvPr id="0" name=""/>
        <dsp:cNvSpPr/>
      </dsp:nvSpPr>
      <dsp:spPr>
        <a:xfrm>
          <a:off x="4297722" y="1674242"/>
          <a:ext cx="3277257" cy="399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346"/>
              </a:lnTo>
              <a:lnTo>
                <a:pt x="3277257" y="207346"/>
              </a:lnTo>
              <a:lnTo>
                <a:pt x="3277257" y="399707"/>
              </a:lnTo>
            </a:path>
          </a:pathLst>
        </a:custGeom>
        <a:noFill/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1345EF-AF88-4388-8153-9FB1630B84F1}">
      <dsp:nvSpPr>
        <dsp:cNvPr id="0" name=""/>
        <dsp:cNvSpPr/>
      </dsp:nvSpPr>
      <dsp:spPr>
        <a:xfrm>
          <a:off x="4297722" y="1674242"/>
          <a:ext cx="1690888" cy="17338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1461"/>
              </a:lnTo>
              <a:lnTo>
                <a:pt x="1690888" y="1541461"/>
              </a:lnTo>
              <a:lnTo>
                <a:pt x="1690888" y="1733822"/>
              </a:lnTo>
            </a:path>
          </a:pathLst>
        </a:custGeom>
        <a:noFill/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54744F-0A10-475E-A8EF-EBECAA495DFF}">
      <dsp:nvSpPr>
        <dsp:cNvPr id="0" name=""/>
        <dsp:cNvSpPr/>
      </dsp:nvSpPr>
      <dsp:spPr>
        <a:xfrm>
          <a:off x="2507538" y="1674242"/>
          <a:ext cx="1790183" cy="1733840"/>
        </a:xfrm>
        <a:custGeom>
          <a:avLst/>
          <a:gdLst/>
          <a:ahLst/>
          <a:cxnLst/>
          <a:rect l="0" t="0" r="0" b="0"/>
          <a:pathLst>
            <a:path>
              <a:moveTo>
                <a:pt x="1790183" y="0"/>
              </a:moveTo>
              <a:lnTo>
                <a:pt x="1790183" y="1541479"/>
              </a:lnTo>
              <a:lnTo>
                <a:pt x="0" y="1541479"/>
              </a:lnTo>
              <a:lnTo>
                <a:pt x="0" y="1733840"/>
              </a:lnTo>
            </a:path>
          </a:pathLst>
        </a:custGeom>
        <a:noFill/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415892-06F1-406E-BDB1-474BA2FDF185}">
      <dsp:nvSpPr>
        <dsp:cNvPr id="0" name=""/>
        <dsp:cNvSpPr/>
      </dsp:nvSpPr>
      <dsp:spPr>
        <a:xfrm>
          <a:off x="1020442" y="1674242"/>
          <a:ext cx="3277280" cy="399716"/>
        </a:xfrm>
        <a:custGeom>
          <a:avLst/>
          <a:gdLst/>
          <a:ahLst/>
          <a:cxnLst/>
          <a:rect l="0" t="0" r="0" b="0"/>
          <a:pathLst>
            <a:path>
              <a:moveTo>
                <a:pt x="3277280" y="0"/>
              </a:moveTo>
              <a:lnTo>
                <a:pt x="3277280" y="207355"/>
              </a:lnTo>
              <a:lnTo>
                <a:pt x="0" y="207355"/>
              </a:lnTo>
              <a:lnTo>
                <a:pt x="0" y="39971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036537-3530-4EB6-92AF-7350D94C8934}">
      <dsp:nvSpPr>
        <dsp:cNvPr id="0" name=""/>
        <dsp:cNvSpPr/>
      </dsp:nvSpPr>
      <dsp:spPr>
        <a:xfrm>
          <a:off x="2914015" y="47235"/>
          <a:ext cx="2767413" cy="162700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effectLst/>
              <a:latin typeface="Bahnschrift" panose="020B0502040204020203" pitchFamily="34" charset="0"/>
            </a:rPr>
            <a:t>Region Server runs on HDFS </a:t>
          </a:r>
          <a:r>
            <a:rPr lang="en-US" sz="2000" b="0" i="0" kern="1200" dirty="0" err="1">
              <a:effectLst/>
              <a:latin typeface="Bahnschrift" panose="020B0502040204020203" pitchFamily="34" charset="0"/>
            </a:rPr>
            <a:t>DataNode</a:t>
          </a:r>
          <a:r>
            <a:rPr lang="en-US" sz="2000" b="0" i="0" kern="1200" dirty="0">
              <a:effectLst/>
              <a:latin typeface="Bahnschrift" panose="020B0502040204020203" pitchFamily="34" charset="0"/>
            </a:rPr>
            <a:t> and consists of the following components </a:t>
          </a:r>
        </a:p>
      </dsp:txBody>
      <dsp:txXfrm>
        <a:off x="2914015" y="47235"/>
        <a:ext cx="2767413" cy="1627006"/>
      </dsp:txXfrm>
    </dsp:sp>
    <dsp:sp modelId="{3053C6AC-1C73-436F-B7E6-B255AB774E41}">
      <dsp:nvSpPr>
        <dsp:cNvPr id="0" name=""/>
        <dsp:cNvSpPr/>
      </dsp:nvSpPr>
      <dsp:spPr>
        <a:xfrm>
          <a:off x="104438" y="2073959"/>
          <a:ext cx="1832008" cy="91600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 dirty="0">
              <a:effectLst/>
              <a:latin typeface="Bahnschrift" panose="020B0502040204020203" pitchFamily="34" charset="0"/>
            </a:rPr>
            <a:t>Block Cache</a:t>
          </a:r>
          <a:endParaRPr lang="en-US" sz="2200" kern="1200" dirty="0">
            <a:latin typeface="Bahnschrift" panose="020B0502040204020203" pitchFamily="34" charset="0"/>
          </a:endParaRPr>
        </a:p>
      </dsp:txBody>
      <dsp:txXfrm>
        <a:off x="104438" y="2073959"/>
        <a:ext cx="1832008" cy="916004"/>
      </dsp:txXfrm>
    </dsp:sp>
    <dsp:sp modelId="{B4DCD307-70D7-47F8-9E2C-AA9ECB2A86FB}">
      <dsp:nvSpPr>
        <dsp:cNvPr id="0" name=""/>
        <dsp:cNvSpPr/>
      </dsp:nvSpPr>
      <dsp:spPr>
        <a:xfrm>
          <a:off x="1591534" y="3408082"/>
          <a:ext cx="1832008" cy="916004"/>
        </a:xfrm>
        <a:prstGeom prst="rect">
          <a:avLst/>
        </a:prstGeom>
        <a:solidFill>
          <a:srgbClr val="E4E7E9"/>
        </a:solidFill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 dirty="0" err="1">
              <a:solidFill>
                <a:srgbClr val="E4E7E9"/>
              </a:solidFill>
              <a:effectLst/>
              <a:latin typeface="Bahnschrift" panose="020B0502040204020203" pitchFamily="34" charset="0"/>
            </a:rPr>
            <a:t>MemStore</a:t>
          </a:r>
          <a:endParaRPr lang="en-IN" sz="2200" b="0" i="0" kern="1200" dirty="0">
            <a:solidFill>
              <a:srgbClr val="E4E7E9"/>
            </a:solidFill>
            <a:effectLst/>
            <a:latin typeface="Bahnschrift" panose="020B0502040204020203" pitchFamily="34" charset="0"/>
          </a:endParaRPr>
        </a:p>
      </dsp:txBody>
      <dsp:txXfrm>
        <a:off x="1591534" y="3408082"/>
        <a:ext cx="1832008" cy="916004"/>
      </dsp:txXfrm>
    </dsp:sp>
    <dsp:sp modelId="{9FA4FE8E-8B55-456F-9519-5AA600AB4AA1}">
      <dsp:nvSpPr>
        <dsp:cNvPr id="0" name=""/>
        <dsp:cNvSpPr/>
      </dsp:nvSpPr>
      <dsp:spPr>
        <a:xfrm>
          <a:off x="5072607" y="3408064"/>
          <a:ext cx="1832008" cy="916004"/>
        </a:xfrm>
        <a:prstGeom prst="rect">
          <a:avLst/>
        </a:prstGeom>
        <a:solidFill>
          <a:srgbClr val="E4E7E9"/>
        </a:solidFill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 dirty="0">
              <a:solidFill>
                <a:srgbClr val="E4E7E9"/>
              </a:solidFill>
              <a:effectLst/>
              <a:latin typeface="Bahnschrift" panose="020B0502040204020203" pitchFamily="34" charset="0"/>
            </a:rPr>
            <a:t>Write Ahead Log (WAL)</a:t>
          </a:r>
          <a:endParaRPr lang="en-IN" sz="2200" kern="1200" dirty="0">
            <a:solidFill>
              <a:srgbClr val="E4E7E9"/>
            </a:solidFill>
            <a:latin typeface="Bahnschrift" panose="020B0502040204020203" pitchFamily="34" charset="0"/>
          </a:endParaRPr>
        </a:p>
      </dsp:txBody>
      <dsp:txXfrm>
        <a:off x="5072607" y="3408064"/>
        <a:ext cx="1832008" cy="916004"/>
      </dsp:txXfrm>
    </dsp:sp>
    <dsp:sp modelId="{D195D668-E8ED-4F9A-BB30-E8CB1D9CF53F}">
      <dsp:nvSpPr>
        <dsp:cNvPr id="0" name=""/>
        <dsp:cNvSpPr/>
      </dsp:nvSpPr>
      <dsp:spPr>
        <a:xfrm>
          <a:off x="6658975" y="2073949"/>
          <a:ext cx="1832008" cy="916004"/>
        </a:xfrm>
        <a:prstGeom prst="rect">
          <a:avLst/>
        </a:prstGeom>
        <a:solidFill>
          <a:srgbClr val="E4E7E9"/>
        </a:solidFill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>
              <a:solidFill>
                <a:srgbClr val="E4E7E9"/>
              </a:solidFill>
              <a:effectLst/>
              <a:latin typeface="Bahnschrift" panose="020B0502040204020203" pitchFamily="34" charset="0"/>
            </a:rPr>
            <a:t>HFile</a:t>
          </a:r>
          <a:endParaRPr lang="en-US" sz="2200" kern="1200" dirty="0">
            <a:solidFill>
              <a:srgbClr val="E4E7E9"/>
            </a:solidFill>
            <a:latin typeface="Bahnschrift" panose="020B0502040204020203" pitchFamily="34" charset="0"/>
          </a:endParaRPr>
        </a:p>
      </dsp:txBody>
      <dsp:txXfrm>
        <a:off x="6658975" y="2073949"/>
        <a:ext cx="1832008" cy="91600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79440C-23F0-4550-9BC6-DBDD1106E4CE}">
      <dsp:nvSpPr>
        <dsp:cNvPr id="0" name=""/>
        <dsp:cNvSpPr/>
      </dsp:nvSpPr>
      <dsp:spPr>
        <a:xfrm>
          <a:off x="4297722" y="1674242"/>
          <a:ext cx="3277257" cy="399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346"/>
              </a:lnTo>
              <a:lnTo>
                <a:pt x="3277257" y="207346"/>
              </a:lnTo>
              <a:lnTo>
                <a:pt x="3277257" y="399707"/>
              </a:lnTo>
            </a:path>
          </a:pathLst>
        </a:custGeom>
        <a:noFill/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1345EF-AF88-4388-8153-9FB1630B84F1}">
      <dsp:nvSpPr>
        <dsp:cNvPr id="0" name=""/>
        <dsp:cNvSpPr/>
      </dsp:nvSpPr>
      <dsp:spPr>
        <a:xfrm>
          <a:off x="4297722" y="1674242"/>
          <a:ext cx="1690888" cy="17338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1461"/>
              </a:lnTo>
              <a:lnTo>
                <a:pt x="1690888" y="1541461"/>
              </a:lnTo>
              <a:lnTo>
                <a:pt x="1690888" y="1733822"/>
              </a:lnTo>
            </a:path>
          </a:pathLst>
        </a:custGeom>
        <a:noFill/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54744F-0A10-475E-A8EF-EBECAA495DFF}">
      <dsp:nvSpPr>
        <dsp:cNvPr id="0" name=""/>
        <dsp:cNvSpPr/>
      </dsp:nvSpPr>
      <dsp:spPr>
        <a:xfrm>
          <a:off x="2507538" y="1674242"/>
          <a:ext cx="1790183" cy="1733840"/>
        </a:xfrm>
        <a:custGeom>
          <a:avLst/>
          <a:gdLst/>
          <a:ahLst/>
          <a:cxnLst/>
          <a:rect l="0" t="0" r="0" b="0"/>
          <a:pathLst>
            <a:path>
              <a:moveTo>
                <a:pt x="1790183" y="0"/>
              </a:moveTo>
              <a:lnTo>
                <a:pt x="1790183" y="1541479"/>
              </a:lnTo>
              <a:lnTo>
                <a:pt x="0" y="1541479"/>
              </a:lnTo>
              <a:lnTo>
                <a:pt x="0" y="173384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415892-06F1-406E-BDB1-474BA2FDF185}">
      <dsp:nvSpPr>
        <dsp:cNvPr id="0" name=""/>
        <dsp:cNvSpPr/>
      </dsp:nvSpPr>
      <dsp:spPr>
        <a:xfrm>
          <a:off x="1020442" y="1674242"/>
          <a:ext cx="3277280" cy="399716"/>
        </a:xfrm>
        <a:custGeom>
          <a:avLst/>
          <a:gdLst/>
          <a:ahLst/>
          <a:cxnLst/>
          <a:rect l="0" t="0" r="0" b="0"/>
          <a:pathLst>
            <a:path>
              <a:moveTo>
                <a:pt x="3277280" y="0"/>
              </a:moveTo>
              <a:lnTo>
                <a:pt x="3277280" y="207355"/>
              </a:lnTo>
              <a:lnTo>
                <a:pt x="0" y="207355"/>
              </a:lnTo>
              <a:lnTo>
                <a:pt x="0" y="39971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036537-3530-4EB6-92AF-7350D94C8934}">
      <dsp:nvSpPr>
        <dsp:cNvPr id="0" name=""/>
        <dsp:cNvSpPr/>
      </dsp:nvSpPr>
      <dsp:spPr>
        <a:xfrm>
          <a:off x="2914015" y="47235"/>
          <a:ext cx="2767413" cy="162700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effectLst/>
              <a:latin typeface="Bahnschrift" panose="020B0502040204020203" pitchFamily="34" charset="0"/>
            </a:rPr>
            <a:t>Region Server runs on HDFS </a:t>
          </a:r>
          <a:r>
            <a:rPr lang="en-US" sz="2000" b="0" i="0" kern="1200" dirty="0" err="1">
              <a:effectLst/>
              <a:latin typeface="Bahnschrift" panose="020B0502040204020203" pitchFamily="34" charset="0"/>
            </a:rPr>
            <a:t>DataNode</a:t>
          </a:r>
          <a:r>
            <a:rPr lang="en-US" sz="2000" b="0" i="0" kern="1200" dirty="0">
              <a:effectLst/>
              <a:latin typeface="Bahnschrift" panose="020B0502040204020203" pitchFamily="34" charset="0"/>
            </a:rPr>
            <a:t> and consists of the following components </a:t>
          </a:r>
        </a:p>
      </dsp:txBody>
      <dsp:txXfrm>
        <a:off x="2914015" y="47235"/>
        <a:ext cx="2767413" cy="1627006"/>
      </dsp:txXfrm>
    </dsp:sp>
    <dsp:sp modelId="{3053C6AC-1C73-436F-B7E6-B255AB774E41}">
      <dsp:nvSpPr>
        <dsp:cNvPr id="0" name=""/>
        <dsp:cNvSpPr/>
      </dsp:nvSpPr>
      <dsp:spPr>
        <a:xfrm>
          <a:off x="104438" y="2073959"/>
          <a:ext cx="1832008" cy="91600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 dirty="0">
              <a:effectLst/>
              <a:latin typeface="Bahnschrift" panose="020B0502040204020203" pitchFamily="34" charset="0"/>
            </a:rPr>
            <a:t>Block Cache</a:t>
          </a:r>
          <a:endParaRPr lang="en-US" sz="2200" kern="1200" dirty="0">
            <a:latin typeface="Bahnschrift" panose="020B0502040204020203" pitchFamily="34" charset="0"/>
          </a:endParaRPr>
        </a:p>
      </dsp:txBody>
      <dsp:txXfrm>
        <a:off x="104438" y="2073959"/>
        <a:ext cx="1832008" cy="916004"/>
      </dsp:txXfrm>
    </dsp:sp>
    <dsp:sp modelId="{B4DCD307-70D7-47F8-9E2C-AA9ECB2A86FB}">
      <dsp:nvSpPr>
        <dsp:cNvPr id="0" name=""/>
        <dsp:cNvSpPr/>
      </dsp:nvSpPr>
      <dsp:spPr>
        <a:xfrm>
          <a:off x="1591534" y="3408082"/>
          <a:ext cx="1832008" cy="91600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 dirty="0" err="1">
              <a:effectLst/>
              <a:latin typeface="Bahnschrift" panose="020B0502040204020203" pitchFamily="34" charset="0"/>
            </a:rPr>
            <a:t>MemStore</a:t>
          </a:r>
          <a:endParaRPr lang="en-IN" sz="2200" b="0" i="0" kern="1200" dirty="0">
            <a:effectLst/>
            <a:latin typeface="Bahnschrift" panose="020B0502040204020203" pitchFamily="34" charset="0"/>
          </a:endParaRPr>
        </a:p>
      </dsp:txBody>
      <dsp:txXfrm>
        <a:off x="1591534" y="3408082"/>
        <a:ext cx="1832008" cy="916004"/>
      </dsp:txXfrm>
    </dsp:sp>
    <dsp:sp modelId="{9FA4FE8E-8B55-456F-9519-5AA600AB4AA1}">
      <dsp:nvSpPr>
        <dsp:cNvPr id="0" name=""/>
        <dsp:cNvSpPr/>
      </dsp:nvSpPr>
      <dsp:spPr>
        <a:xfrm>
          <a:off x="5072607" y="3408064"/>
          <a:ext cx="1832008" cy="916004"/>
        </a:xfrm>
        <a:prstGeom prst="rect">
          <a:avLst/>
        </a:prstGeom>
        <a:solidFill>
          <a:srgbClr val="E4E7E9"/>
        </a:solidFill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 dirty="0">
              <a:solidFill>
                <a:srgbClr val="E4E7E9"/>
              </a:solidFill>
              <a:effectLst/>
              <a:latin typeface="Bahnschrift" panose="020B0502040204020203" pitchFamily="34" charset="0"/>
            </a:rPr>
            <a:t>Write Ahead Log (WAL)</a:t>
          </a:r>
          <a:endParaRPr lang="en-IN" sz="2200" kern="1200" dirty="0">
            <a:solidFill>
              <a:srgbClr val="E4E7E9"/>
            </a:solidFill>
            <a:latin typeface="Bahnschrift" panose="020B0502040204020203" pitchFamily="34" charset="0"/>
          </a:endParaRPr>
        </a:p>
      </dsp:txBody>
      <dsp:txXfrm>
        <a:off x="5072607" y="3408064"/>
        <a:ext cx="1832008" cy="916004"/>
      </dsp:txXfrm>
    </dsp:sp>
    <dsp:sp modelId="{D195D668-E8ED-4F9A-BB30-E8CB1D9CF53F}">
      <dsp:nvSpPr>
        <dsp:cNvPr id="0" name=""/>
        <dsp:cNvSpPr/>
      </dsp:nvSpPr>
      <dsp:spPr>
        <a:xfrm>
          <a:off x="6658975" y="2073949"/>
          <a:ext cx="1832008" cy="916004"/>
        </a:xfrm>
        <a:prstGeom prst="rect">
          <a:avLst/>
        </a:prstGeom>
        <a:solidFill>
          <a:srgbClr val="E4E7E9"/>
        </a:solidFill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>
              <a:solidFill>
                <a:srgbClr val="E4E7E9"/>
              </a:solidFill>
              <a:effectLst/>
              <a:latin typeface="Bahnschrift" panose="020B0502040204020203" pitchFamily="34" charset="0"/>
            </a:rPr>
            <a:t>HFile</a:t>
          </a:r>
          <a:endParaRPr lang="en-US" sz="2200" kern="1200" dirty="0">
            <a:solidFill>
              <a:srgbClr val="E4E7E9"/>
            </a:solidFill>
            <a:latin typeface="Bahnschrift" panose="020B0502040204020203" pitchFamily="34" charset="0"/>
          </a:endParaRPr>
        </a:p>
      </dsp:txBody>
      <dsp:txXfrm>
        <a:off x="6658975" y="2073949"/>
        <a:ext cx="1832008" cy="91600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79440C-23F0-4550-9BC6-DBDD1106E4CE}">
      <dsp:nvSpPr>
        <dsp:cNvPr id="0" name=""/>
        <dsp:cNvSpPr/>
      </dsp:nvSpPr>
      <dsp:spPr>
        <a:xfrm>
          <a:off x="4297722" y="1674242"/>
          <a:ext cx="3277257" cy="399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346"/>
              </a:lnTo>
              <a:lnTo>
                <a:pt x="3277257" y="207346"/>
              </a:lnTo>
              <a:lnTo>
                <a:pt x="3277257" y="399707"/>
              </a:lnTo>
            </a:path>
          </a:pathLst>
        </a:custGeom>
        <a:noFill/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1345EF-AF88-4388-8153-9FB1630B84F1}">
      <dsp:nvSpPr>
        <dsp:cNvPr id="0" name=""/>
        <dsp:cNvSpPr/>
      </dsp:nvSpPr>
      <dsp:spPr>
        <a:xfrm>
          <a:off x="4297722" y="1674242"/>
          <a:ext cx="1690888" cy="17338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1461"/>
              </a:lnTo>
              <a:lnTo>
                <a:pt x="1690888" y="1541461"/>
              </a:lnTo>
              <a:lnTo>
                <a:pt x="1690888" y="1733822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54744F-0A10-475E-A8EF-EBECAA495DFF}">
      <dsp:nvSpPr>
        <dsp:cNvPr id="0" name=""/>
        <dsp:cNvSpPr/>
      </dsp:nvSpPr>
      <dsp:spPr>
        <a:xfrm>
          <a:off x="2507538" y="1674242"/>
          <a:ext cx="1790183" cy="1733840"/>
        </a:xfrm>
        <a:custGeom>
          <a:avLst/>
          <a:gdLst/>
          <a:ahLst/>
          <a:cxnLst/>
          <a:rect l="0" t="0" r="0" b="0"/>
          <a:pathLst>
            <a:path>
              <a:moveTo>
                <a:pt x="1790183" y="0"/>
              </a:moveTo>
              <a:lnTo>
                <a:pt x="1790183" y="1541479"/>
              </a:lnTo>
              <a:lnTo>
                <a:pt x="0" y="1541479"/>
              </a:lnTo>
              <a:lnTo>
                <a:pt x="0" y="173384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415892-06F1-406E-BDB1-474BA2FDF185}">
      <dsp:nvSpPr>
        <dsp:cNvPr id="0" name=""/>
        <dsp:cNvSpPr/>
      </dsp:nvSpPr>
      <dsp:spPr>
        <a:xfrm>
          <a:off x="1020442" y="1674242"/>
          <a:ext cx="3277280" cy="399716"/>
        </a:xfrm>
        <a:custGeom>
          <a:avLst/>
          <a:gdLst/>
          <a:ahLst/>
          <a:cxnLst/>
          <a:rect l="0" t="0" r="0" b="0"/>
          <a:pathLst>
            <a:path>
              <a:moveTo>
                <a:pt x="3277280" y="0"/>
              </a:moveTo>
              <a:lnTo>
                <a:pt x="3277280" y="207355"/>
              </a:lnTo>
              <a:lnTo>
                <a:pt x="0" y="207355"/>
              </a:lnTo>
              <a:lnTo>
                <a:pt x="0" y="39971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036537-3530-4EB6-92AF-7350D94C8934}">
      <dsp:nvSpPr>
        <dsp:cNvPr id="0" name=""/>
        <dsp:cNvSpPr/>
      </dsp:nvSpPr>
      <dsp:spPr>
        <a:xfrm>
          <a:off x="2914015" y="47235"/>
          <a:ext cx="2767413" cy="162700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effectLst/>
              <a:latin typeface="Bahnschrift" panose="020B0502040204020203" pitchFamily="34" charset="0"/>
            </a:rPr>
            <a:t>Region Server runs on HDFS </a:t>
          </a:r>
          <a:r>
            <a:rPr lang="en-US" sz="2000" b="0" i="0" kern="1200" dirty="0" err="1">
              <a:effectLst/>
              <a:latin typeface="Bahnschrift" panose="020B0502040204020203" pitchFamily="34" charset="0"/>
            </a:rPr>
            <a:t>DataNode</a:t>
          </a:r>
          <a:r>
            <a:rPr lang="en-US" sz="2000" b="0" i="0" kern="1200" dirty="0">
              <a:effectLst/>
              <a:latin typeface="Bahnschrift" panose="020B0502040204020203" pitchFamily="34" charset="0"/>
            </a:rPr>
            <a:t> and consists of the following components </a:t>
          </a:r>
        </a:p>
      </dsp:txBody>
      <dsp:txXfrm>
        <a:off x="2914015" y="47235"/>
        <a:ext cx="2767413" cy="1627006"/>
      </dsp:txXfrm>
    </dsp:sp>
    <dsp:sp modelId="{3053C6AC-1C73-436F-B7E6-B255AB774E41}">
      <dsp:nvSpPr>
        <dsp:cNvPr id="0" name=""/>
        <dsp:cNvSpPr/>
      </dsp:nvSpPr>
      <dsp:spPr>
        <a:xfrm>
          <a:off x="104438" y="2073959"/>
          <a:ext cx="1832008" cy="91600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 dirty="0">
              <a:effectLst/>
              <a:latin typeface="Bahnschrift" panose="020B0502040204020203" pitchFamily="34" charset="0"/>
            </a:rPr>
            <a:t>Block Cache</a:t>
          </a:r>
          <a:endParaRPr lang="en-US" sz="2200" kern="1200" dirty="0">
            <a:latin typeface="Bahnschrift" panose="020B0502040204020203" pitchFamily="34" charset="0"/>
          </a:endParaRPr>
        </a:p>
      </dsp:txBody>
      <dsp:txXfrm>
        <a:off x="104438" y="2073959"/>
        <a:ext cx="1832008" cy="916004"/>
      </dsp:txXfrm>
    </dsp:sp>
    <dsp:sp modelId="{B4DCD307-70D7-47F8-9E2C-AA9ECB2A86FB}">
      <dsp:nvSpPr>
        <dsp:cNvPr id="0" name=""/>
        <dsp:cNvSpPr/>
      </dsp:nvSpPr>
      <dsp:spPr>
        <a:xfrm>
          <a:off x="1591534" y="3408082"/>
          <a:ext cx="1832008" cy="91600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 dirty="0" err="1">
              <a:effectLst/>
              <a:latin typeface="Bahnschrift" panose="020B0502040204020203" pitchFamily="34" charset="0"/>
            </a:rPr>
            <a:t>MemStore</a:t>
          </a:r>
          <a:endParaRPr lang="en-IN" sz="2200" b="0" i="0" kern="1200" dirty="0">
            <a:effectLst/>
            <a:latin typeface="Bahnschrift" panose="020B0502040204020203" pitchFamily="34" charset="0"/>
          </a:endParaRPr>
        </a:p>
      </dsp:txBody>
      <dsp:txXfrm>
        <a:off x="1591534" y="3408082"/>
        <a:ext cx="1832008" cy="916004"/>
      </dsp:txXfrm>
    </dsp:sp>
    <dsp:sp modelId="{9FA4FE8E-8B55-456F-9519-5AA600AB4AA1}">
      <dsp:nvSpPr>
        <dsp:cNvPr id="0" name=""/>
        <dsp:cNvSpPr/>
      </dsp:nvSpPr>
      <dsp:spPr>
        <a:xfrm>
          <a:off x="5072607" y="3408064"/>
          <a:ext cx="1832008" cy="91600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 dirty="0">
              <a:effectLst/>
              <a:latin typeface="Bahnschrift" panose="020B0502040204020203" pitchFamily="34" charset="0"/>
            </a:rPr>
            <a:t>Write Ahead Log (WAL)</a:t>
          </a:r>
          <a:endParaRPr lang="en-IN" sz="2200" kern="1200" dirty="0">
            <a:latin typeface="Bahnschrift" panose="020B0502040204020203" pitchFamily="34" charset="0"/>
          </a:endParaRPr>
        </a:p>
      </dsp:txBody>
      <dsp:txXfrm>
        <a:off x="5072607" y="3408064"/>
        <a:ext cx="1832008" cy="916004"/>
      </dsp:txXfrm>
    </dsp:sp>
    <dsp:sp modelId="{D195D668-E8ED-4F9A-BB30-E8CB1D9CF53F}">
      <dsp:nvSpPr>
        <dsp:cNvPr id="0" name=""/>
        <dsp:cNvSpPr/>
      </dsp:nvSpPr>
      <dsp:spPr>
        <a:xfrm>
          <a:off x="6658975" y="2073949"/>
          <a:ext cx="1832008" cy="916004"/>
        </a:xfrm>
        <a:prstGeom prst="rect">
          <a:avLst/>
        </a:prstGeom>
        <a:solidFill>
          <a:srgbClr val="E4E7E9"/>
        </a:solidFill>
        <a:ln w="12700" cap="flat" cmpd="sng" algn="ctr">
          <a:solidFill>
            <a:srgbClr val="E4E7E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>
              <a:solidFill>
                <a:srgbClr val="E4E7E9"/>
              </a:solidFill>
              <a:effectLst/>
              <a:latin typeface="Bahnschrift" panose="020B0502040204020203" pitchFamily="34" charset="0"/>
            </a:rPr>
            <a:t>HFile</a:t>
          </a:r>
          <a:endParaRPr lang="en-US" sz="2200" kern="1200" dirty="0">
            <a:solidFill>
              <a:srgbClr val="E4E7E9"/>
            </a:solidFill>
            <a:latin typeface="Bahnschrift" panose="020B0502040204020203" pitchFamily="34" charset="0"/>
          </a:endParaRPr>
        </a:p>
      </dsp:txBody>
      <dsp:txXfrm>
        <a:off x="6658975" y="2073949"/>
        <a:ext cx="1832008" cy="91600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79440C-23F0-4550-9BC6-DBDD1106E4CE}">
      <dsp:nvSpPr>
        <dsp:cNvPr id="0" name=""/>
        <dsp:cNvSpPr/>
      </dsp:nvSpPr>
      <dsp:spPr>
        <a:xfrm>
          <a:off x="4297722" y="1674242"/>
          <a:ext cx="3277257" cy="399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346"/>
              </a:lnTo>
              <a:lnTo>
                <a:pt x="3277257" y="207346"/>
              </a:lnTo>
              <a:lnTo>
                <a:pt x="3277257" y="399707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1345EF-AF88-4388-8153-9FB1630B84F1}">
      <dsp:nvSpPr>
        <dsp:cNvPr id="0" name=""/>
        <dsp:cNvSpPr/>
      </dsp:nvSpPr>
      <dsp:spPr>
        <a:xfrm>
          <a:off x="4297722" y="1674242"/>
          <a:ext cx="1690888" cy="17338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1461"/>
              </a:lnTo>
              <a:lnTo>
                <a:pt x="1690888" y="1541461"/>
              </a:lnTo>
              <a:lnTo>
                <a:pt x="1690888" y="1733822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54744F-0A10-475E-A8EF-EBECAA495DFF}">
      <dsp:nvSpPr>
        <dsp:cNvPr id="0" name=""/>
        <dsp:cNvSpPr/>
      </dsp:nvSpPr>
      <dsp:spPr>
        <a:xfrm>
          <a:off x="2507538" y="1674242"/>
          <a:ext cx="1790183" cy="1733840"/>
        </a:xfrm>
        <a:custGeom>
          <a:avLst/>
          <a:gdLst/>
          <a:ahLst/>
          <a:cxnLst/>
          <a:rect l="0" t="0" r="0" b="0"/>
          <a:pathLst>
            <a:path>
              <a:moveTo>
                <a:pt x="1790183" y="0"/>
              </a:moveTo>
              <a:lnTo>
                <a:pt x="1790183" y="1541479"/>
              </a:lnTo>
              <a:lnTo>
                <a:pt x="0" y="1541479"/>
              </a:lnTo>
              <a:lnTo>
                <a:pt x="0" y="173384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415892-06F1-406E-BDB1-474BA2FDF185}">
      <dsp:nvSpPr>
        <dsp:cNvPr id="0" name=""/>
        <dsp:cNvSpPr/>
      </dsp:nvSpPr>
      <dsp:spPr>
        <a:xfrm>
          <a:off x="1020442" y="1674242"/>
          <a:ext cx="3277280" cy="399716"/>
        </a:xfrm>
        <a:custGeom>
          <a:avLst/>
          <a:gdLst/>
          <a:ahLst/>
          <a:cxnLst/>
          <a:rect l="0" t="0" r="0" b="0"/>
          <a:pathLst>
            <a:path>
              <a:moveTo>
                <a:pt x="3277280" y="0"/>
              </a:moveTo>
              <a:lnTo>
                <a:pt x="3277280" y="207355"/>
              </a:lnTo>
              <a:lnTo>
                <a:pt x="0" y="207355"/>
              </a:lnTo>
              <a:lnTo>
                <a:pt x="0" y="39971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036537-3530-4EB6-92AF-7350D94C8934}">
      <dsp:nvSpPr>
        <dsp:cNvPr id="0" name=""/>
        <dsp:cNvSpPr/>
      </dsp:nvSpPr>
      <dsp:spPr>
        <a:xfrm>
          <a:off x="2914015" y="47235"/>
          <a:ext cx="2767413" cy="162700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effectLst/>
              <a:latin typeface="Bahnschrift" panose="020B0502040204020203" pitchFamily="34" charset="0"/>
            </a:rPr>
            <a:t>Region Server runs on HDFS </a:t>
          </a:r>
          <a:r>
            <a:rPr lang="en-US" sz="2000" b="0" i="0" kern="1200" dirty="0" err="1">
              <a:effectLst/>
              <a:latin typeface="Bahnschrift" panose="020B0502040204020203" pitchFamily="34" charset="0"/>
            </a:rPr>
            <a:t>DataNode</a:t>
          </a:r>
          <a:r>
            <a:rPr lang="en-US" sz="2000" b="0" i="0" kern="1200" dirty="0">
              <a:effectLst/>
              <a:latin typeface="Bahnschrift" panose="020B0502040204020203" pitchFamily="34" charset="0"/>
            </a:rPr>
            <a:t> and consists of the following components </a:t>
          </a:r>
        </a:p>
      </dsp:txBody>
      <dsp:txXfrm>
        <a:off x="2914015" y="47235"/>
        <a:ext cx="2767413" cy="1627006"/>
      </dsp:txXfrm>
    </dsp:sp>
    <dsp:sp modelId="{3053C6AC-1C73-436F-B7E6-B255AB774E41}">
      <dsp:nvSpPr>
        <dsp:cNvPr id="0" name=""/>
        <dsp:cNvSpPr/>
      </dsp:nvSpPr>
      <dsp:spPr>
        <a:xfrm>
          <a:off x="104438" y="2073959"/>
          <a:ext cx="1832008" cy="91600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 dirty="0">
              <a:effectLst/>
              <a:latin typeface="Bahnschrift" panose="020B0502040204020203" pitchFamily="34" charset="0"/>
            </a:rPr>
            <a:t>Block Cache</a:t>
          </a:r>
          <a:endParaRPr lang="en-US" sz="2200" kern="1200" dirty="0">
            <a:latin typeface="Bahnschrift" panose="020B0502040204020203" pitchFamily="34" charset="0"/>
          </a:endParaRPr>
        </a:p>
      </dsp:txBody>
      <dsp:txXfrm>
        <a:off x="104438" y="2073959"/>
        <a:ext cx="1832008" cy="916004"/>
      </dsp:txXfrm>
    </dsp:sp>
    <dsp:sp modelId="{B4DCD307-70D7-47F8-9E2C-AA9ECB2A86FB}">
      <dsp:nvSpPr>
        <dsp:cNvPr id="0" name=""/>
        <dsp:cNvSpPr/>
      </dsp:nvSpPr>
      <dsp:spPr>
        <a:xfrm>
          <a:off x="1591534" y="3408082"/>
          <a:ext cx="1832008" cy="91600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 dirty="0" err="1">
              <a:effectLst/>
              <a:latin typeface="Bahnschrift" panose="020B0502040204020203" pitchFamily="34" charset="0"/>
            </a:rPr>
            <a:t>MemStore</a:t>
          </a:r>
          <a:endParaRPr lang="en-IN" sz="2200" b="0" i="0" kern="1200" dirty="0">
            <a:effectLst/>
            <a:latin typeface="Bahnschrift" panose="020B0502040204020203" pitchFamily="34" charset="0"/>
          </a:endParaRPr>
        </a:p>
      </dsp:txBody>
      <dsp:txXfrm>
        <a:off x="1591534" y="3408082"/>
        <a:ext cx="1832008" cy="916004"/>
      </dsp:txXfrm>
    </dsp:sp>
    <dsp:sp modelId="{9FA4FE8E-8B55-456F-9519-5AA600AB4AA1}">
      <dsp:nvSpPr>
        <dsp:cNvPr id="0" name=""/>
        <dsp:cNvSpPr/>
      </dsp:nvSpPr>
      <dsp:spPr>
        <a:xfrm>
          <a:off x="5072607" y="3408064"/>
          <a:ext cx="1832008" cy="91600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 dirty="0">
              <a:effectLst/>
              <a:latin typeface="Bahnschrift" panose="020B0502040204020203" pitchFamily="34" charset="0"/>
            </a:rPr>
            <a:t>Write Ahead Log (WAL)</a:t>
          </a:r>
          <a:endParaRPr lang="en-IN" sz="2200" kern="1200" dirty="0">
            <a:latin typeface="Bahnschrift" panose="020B0502040204020203" pitchFamily="34" charset="0"/>
          </a:endParaRPr>
        </a:p>
      </dsp:txBody>
      <dsp:txXfrm>
        <a:off x="5072607" y="3408064"/>
        <a:ext cx="1832008" cy="916004"/>
      </dsp:txXfrm>
    </dsp:sp>
    <dsp:sp modelId="{D195D668-E8ED-4F9A-BB30-E8CB1D9CF53F}">
      <dsp:nvSpPr>
        <dsp:cNvPr id="0" name=""/>
        <dsp:cNvSpPr/>
      </dsp:nvSpPr>
      <dsp:spPr>
        <a:xfrm>
          <a:off x="6658975" y="2073949"/>
          <a:ext cx="1832008" cy="91600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>
              <a:effectLst/>
              <a:latin typeface="Bahnschrift" panose="020B0502040204020203" pitchFamily="34" charset="0"/>
            </a:rPr>
            <a:t>HFile</a:t>
          </a:r>
          <a:endParaRPr lang="en-US" sz="2200" kern="1200" dirty="0">
            <a:latin typeface="Bahnschrift" panose="020B0502040204020203" pitchFamily="34" charset="0"/>
          </a:endParaRPr>
        </a:p>
      </dsp:txBody>
      <dsp:txXfrm>
        <a:off x="6658975" y="2073949"/>
        <a:ext cx="1832008" cy="91600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78E5AD-0FFA-4291-9E81-7D0756141705}">
      <dsp:nvSpPr>
        <dsp:cNvPr id="0" name=""/>
        <dsp:cNvSpPr/>
      </dsp:nvSpPr>
      <dsp:spPr>
        <a:xfrm>
          <a:off x="0" y="0"/>
          <a:ext cx="83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D37D6C-C965-4450-99C2-4BFB0E31700D}">
      <dsp:nvSpPr>
        <dsp:cNvPr id="0" name=""/>
        <dsp:cNvSpPr/>
      </dsp:nvSpPr>
      <dsp:spPr>
        <a:xfrm>
          <a:off x="0" y="0"/>
          <a:ext cx="8386537" cy="1251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Bahnschrift" panose="020B0502040204020203" pitchFamily="34" charset="0"/>
            </a:rPr>
            <a:t>Can store large data sets </a:t>
          </a:r>
          <a:endParaRPr lang="en-IN" sz="2800" kern="1200">
            <a:latin typeface="Bahnschrift" panose="020B0502040204020203" pitchFamily="34" charset="0"/>
          </a:endParaRPr>
        </a:p>
      </dsp:txBody>
      <dsp:txXfrm>
        <a:off x="0" y="0"/>
        <a:ext cx="8386537" cy="1251220"/>
      </dsp:txXfrm>
    </dsp:sp>
    <dsp:sp modelId="{B2AFE856-7953-4E7B-8C9A-CE3DBEA570F3}">
      <dsp:nvSpPr>
        <dsp:cNvPr id="0" name=""/>
        <dsp:cNvSpPr/>
      </dsp:nvSpPr>
      <dsp:spPr>
        <a:xfrm>
          <a:off x="0" y="1251220"/>
          <a:ext cx="83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C29238-8740-4EDA-8F98-C7B8CFDDCA90}">
      <dsp:nvSpPr>
        <dsp:cNvPr id="0" name=""/>
        <dsp:cNvSpPr/>
      </dsp:nvSpPr>
      <dsp:spPr>
        <a:xfrm>
          <a:off x="0" y="1251220"/>
          <a:ext cx="8386537" cy="1251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Bahnschrift" panose="020B0502040204020203" pitchFamily="34" charset="0"/>
            </a:rPr>
            <a:t>Database can be shared </a:t>
          </a:r>
          <a:endParaRPr lang="en-IN" sz="2800" kern="1200">
            <a:latin typeface="Bahnschrift" panose="020B0502040204020203" pitchFamily="34" charset="0"/>
          </a:endParaRPr>
        </a:p>
      </dsp:txBody>
      <dsp:txXfrm>
        <a:off x="0" y="1251220"/>
        <a:ext cx="8386537" cy="1251220"/>
      </dsp:txXfrm>
    </dsp:sp>
    <dsp:sp modelId="{A3C447F0-23E7-4F31-99DD-C3BDCEA88574}">
      <dsp:nvSpPr>
        <dsp:cNvPr id="0" name=""/>
        <dsp:cNvSpPr/>
      </dsp:nvSpPr>
      <dsp:spPr>
        <a:xfrm>
          <a:off x="0" y="2502441"/>
          <a:ext cx="83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45FBB1-4369-4B0D-B9F7-40E180C9411E}">
      <dsp:nvSpPr>
        <dsp:cNvPr id="0" name=""/>
        <dsp:cNvSpPr/>
      </dsp:nvSpPr>
      <dsp:spPr>
        <a:xfrm>
          <a:off x="0" y="2502441"/>
          <a:ext cx="8386537" cy="1251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Bahnschrift" panose="020B0502040204020203" pitchFamily="34" charset="0"/>
            </a:rPr>
            <a:t>Cost-effective from gigabytes to petabytes </a:t>
          </a:r>
          <a:endParaRPr lang="en-IN" sz="2800" kern="1200">
            <a:latin typeface="Bahnschrift" panose="020B0502040204020203" pitchFamily="34" charset="0"/>
          </a:endParaRPr>
        </a:p>
      </dsp:txBody>
      <dsp:txXfrm>
        <a:off x="0" y="2502441"/>
        <a:ext cx="8386537" cy="1251220"/>
      </dsp:txXfrm>
    </dsp:sp>
    <dsp:sp modelId="{A0660DA7-A615-450F-90C2-32C38E0D7F81}">
      <dsp:nvSpPr>
        <dsp:cNvPr id="0" name=""/>
        <dsp:cNvSpPr/>
      </dsp:nvSpPr>
      <dsp:spPr>
        <a:xfrm>
          <a:off x="0" y="3753663"/>
          <a:ext cx="83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0AC94C-F775-41AB-8F32-D8C02EB82DB9}">
      <dsp:nvSpPr>
        <dsp:cNvPr id="0" name=""/>
        <dsp:cNvSpPr/>
      </dsp:nvSpPr>
      <dsp:spPr>
        <a:xfrm>
          <a:off x="0" y="3753662"/>
          <a:ext cx="8386537" cy="1251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Bahnschrift" panose="020B0502040204020203" pitchFamily="34" charset="0"/>
            </a:rPr>
            <a:t>High availability through failover and replication</a:t>
          </a:r>
          <a:endParaRPr lang="en-IN" sz="2800" kern="1200">
            <a:latin typeface="Bahnschrift" panose="020B0502040204020203" pitchFamily="34" charset="0"/>
          </a:endParaRPr>
        </a:p>
      </dsp:txBody>
      <dsp:txXfrm>
        <a:off x="0" y="3753662"/>
        <a:ext cx="8386537" cy="125122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DED1BD-A6B9-4BB4-81DF-5218FCD2C9F3}">
      <dsp:nvSpPr>
        <dsp:cNvPr id="0" name=""/>
        <dsp:cNvSpPr/>
      </dsp:nvSpPr>
      <dsp:spPr>
        <a:xfrm>
          <a:off x="0" y="0"/>
          <a:ext cx="83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2F7FF1-10DB-413A-9B11-7F76B606091E}">
      <dsp:nvSpPr>
        <dsp:cNvPr id="0" name=""/>
        <dsp:cNvSpPr/>
      </dsp:nvSpPr>
      <dsp:spPr>
        <a:xfrm>
          <a:off x="0" y="0"/>
          <a:ext cx="8386537" cy="1251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Bahnschrift" panose="020B0502040204020203" pitchFamily="34" charset="0"/>
            </a:rPr>
            <a:t>No support SQL structure </a:t>
          </a:r>
          <a:endParaRPr lang="en-IN" sz="2800" kern="1200">
            <a:latin typeface="Bahnschrift" panose="020B0502040204020203" pitchFamily="34" charset="0"/>
          </a:endParaRPr>
        </a:p>
      </dsp:txBody>
      <dsp:txXfrm>
        <a:off x="0" y="0"/>
        <a:ext cx="8386537" cy="1251220"/>
      </dsp:txXfrm>
    </dsp:sp>
    <dsp:sp modelId="{4C95B691-2930-4EC3-8FFD-4584C82A78AD}">
      <dsp:nvSpPr>
        <dsp:cNvPr id="0" name=""/>
        <dsp:cNvSpPr/>
      </dsp:nvSpPr>
      <dsp:spPr>
        <a:xfrm>
          <a:off x="0" y="1251220"/>
          <a:ext cx="83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E541F5-A5F7-4FC0-B9DE-B15741D52026}">
      <dsp:nvSpPr>
        <dsp:cNvPr id="0" name=""/>
        <dsp:cNvSpPr/>
      </dsp:nvSpPr>
      <dsp:spPr>
        <a:xfrm>
          <a:off x="0" y="1251220"/>
          <a:ext cx="8386537" cy="1251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Bahnschrift" panose="020B0502040204020203" pitchFamily="34" charset="0"/>
            </a:rPr>
            <a:t>No transaction support </a:t>
          </a:r>
          <a:endParaRPr lang="en-IN" sz="2800" kern="1200">
            <a:latin typeface="Bahnschrift" panose="020B0502040204020203" pitchFamily="34" charset="0"/>
          </a:endParaRPr>
        </a:p>
      </dsp:txBody>
      <dsp:txXfrm>
        <a:off x="0" y="1251220"/>
        <a:ext cx="8386537" cy="1251220"/>
      </dsp:txXfrm>
    </dsp:sp>
    <dsp:sp modelId="{F022DD56-6201-4BF4-8882-45B8E9092F7B}">
      <dsp:nvSpPr>
        <dsp:cNvPr id="0" name=""/>
        <dsp:cNvSpPr/>
      </dsp:nvSpPr>
      <dsp:spPr>
        <a:xfrm>
          <a:off x="0" y="2502441"/>
          <a:ext cx="83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4D629F-9DBB-46CF-9A85-3911922D38F8}">
      <dsp:nvSpPr>
        <dsp:cNvPr id="0" name=""/>
        <dsp:cNvSpPr/>
      </dsp:nvSpPr>
      <dsp:spPr>
        <a:xfrm>
          <a:off x="0" y="2502441"/>
          <a:ext cx="8386537" cy="1251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Bahnschrift" panose="020B0502040204020203" pitchFamily="34" charset="0"/>
            </a:rPr>
            <a:t>Sorted only on key </a:t>
          </a:r>
          <a:endParaRPr lang="en-IN" sz="2800" kern="1200">
            <a:latin typeface="Bahnschrift" panose="020B0502040204020203" pitchFamily="34" charset="0"/>
          </a:endParaRPr>
        </a:p>
      </dsp:txBody>
      <dsp:txXfrm>
        <a:off x="0" y="2502441"/>
        <a:ext cx="8386537" cy="1251220"/>
      </dsp:txXfrm>
    </dsp:sp>
    <dsp:sp modelId="{3420D12B-5794-4313-B03E-1E173E8CF459}">
      <dsp:nvSpPr>
        <dsp:cNvPr id="0" name=""/>
        <dsp:cNvSpPr/>
      </dsp:nvSpPr>
      <dsp:spPr>
        <a:xfrm>
          <a:off x="0" y="3753663"/>
          <a:ext cx="83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A494A4-24C4-4333-B019-F4F398C6A9F2}">
      <dsp:nvSpPr>
        <dsp:cNvPr id="0" name=""/>
        <dsp:cNvSpPr/>
      </dsp:nvSpPr>
      <dsp:spPr>
        <a:xfrm>
          <a:off x="0" y="3753662"/>
          <a:ext cx="8386537" cy="1251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Bahnschrift" panose="020B0502040204020203" pitchFamily="34" charset="0"/>
            </a:rPr>
            <a:t>Memory issues on the cluster </a:t>
          </a:r>
          <a:endParaRPr lang="en-IN" sz="2800" kern="1200">
            <a:latin typeface="Bahnschrift" panose="020B0502040204020203" pitchFamily="34" charset="0"/>
          </a:endParaRPr>
        </a:p>
      </dsp:txBody>
      <dsp:txXfrm>
        <a:off x="0" y="3753662"/>
        <a:ext cx="8386537" cy="12512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 ?><Relationships xmlns="http://schemas.openxmlformats.org/package/2006/relationships"><Relationship Id="rId2" Target="../media/image6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 ?><Relationships xmlns="http://schemas.openxmlformats.org/package/2006/relationships"><Relationship Id="rId2" Target="../media/image7.pn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818150"/>
            <a:ext cx="7830800" cy="3773150"/>
          </a:xfrm>
        </p:spPr>
        <p:txBody>
          <a:bodyPr/>
          <a:lstStyle/>
          <a:p>
            <a:pPr algn="just"/>
            <a:r>
              <a:rPr lang="en-US" dirty="0"/>
              <a:t>learn fundamentals of </a:t>
            </a:r>
            <a:r>
              <a:rPr lang="en-US" dirty="0" err="1"/>
              <a:t>Hbase</a:t>
            </a:r>
            <a:r>
              <a:rPr lang="en-US" dirty="0"/>
              <a:t>,</a:t>
            </a:r>
          </a:p>
          <a:p>
            <a:pPr algn="just"/>
            <a:r>
              <a:rPr lang="en-US" dirty="0"/>
              <a:t>explore concepts of </a:t>
            </a:r>
            <a:r>
              <a:rPr lang="en-US" dirty="0" err="1"/>
              <a:t>ZooKeeper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AD80626-4C1E-4C4E-90FE-E15CEAD740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7695" y="1740310"/>
            <a:ext cx="6099600" cy="443418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D563122-B5D9-4F88-B2DD-CA94F93F5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396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>
            <a:normAutofit fontScale="90000"/>
          </a:bodyPr>
          <a:lstStyle/>
          <a:p>
            <a:br>
              <a:rPr lang="en-IN" b="0" i="0" dirty="0">
                <a:effectLst/>
                <a:latin typeface="Bahnschrift" panose="020B0502040204020203" pitchFamily="34" charset="0"/>
              </a:rPr>
            </a:br>
            <a:r>
              <a:rPr lang="en-IN" sz="4000" b="0" i="0" dirty="0">
                <a:effectLst/>
                <a:latin typeface="Bahnschrift" panose="020B0502040204020203" pitchFamily="34" charset="0"/>
              </a:rPr>
              <a:t>HBase - Architecture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US" dirty="0">
              <a:latin typeface="Bahnschrift" panose="020B0502040204020203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D10BB76-B801-4B34-BB19-583FFB823B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560" y="1396271"/>
            <a:ext cx="8874440" cy="533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012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>
            <a:normAutofit/>
          </a:bodyPr>
          <a:lstStyle/>
          <a:p>
            <a:pPr algn="l"/>
            <a:r>
              <a:rPr lang="en-IN" b="0" i="0" dirty="0">
                <a:effectLst/>
                <a:latin typeface="Bahnschrift" panose="020B0502040204020203" pitchFamily="34" charset="0"/>
              </a:rPr>
              <a:t>Master Server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212A71-499E-49C6-A81C-9AA9EF613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731" y="1497590"/>
            <a:ext cx="8386537" cy="5004884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Assigns regions to the region servers.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Handles load balancing of the regions across region servers</a:t>
            </a:r>
            <a:r>
              <a:rPr lang="en-US" dirty="0">
                <a:solidFill>
                  <a:srgbClr val="000000"/>
                </a:solidFill>
              </a:rPr>
              <a:t>.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Maintains the state of the cluster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Is responsible for schema changes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IN" b="0" i="0" dirty="0">
                <a:solidFill>
                  <a:srgbClr val="000000"/>
                </a:solidFill>
                <a:effectLst/>
              </a:rPr>
              <a:t>and other metadata operations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638597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1FFF000-FB26-4A56-886A-28ECE3FC0705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150" r="-38"/>
          <a:stretch/>
        </p:blipFill>
        <p:spPr>
          <a:xfrm>
            <a:off x="2078750" y="1869706"/>
            <a:ext cx="4905760" cy="448612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1B8B00A-17D5-4D44-8DFD-F50EDB5B1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i="0" lang="en-IN">
                <a:effectLst/>
                <a:latin charset="0" panose="020B0502040204020203" pitchFamily="34" typeface="Bahnschrift"/>
              </a:rPr>
              <a:t>Regions</a:t>
            </a:r>
            <a:endParaRPr b="1" dirty="0" lang="en-IN"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3648267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0B3A204-001F-44D1-8A35-A7641557810C}"/>
              </a:ext>
            </a:extLst>
          </p:cNvPr>
          <p:cNvGrpSpPr/>
          <p:nvPr/>
        </p:nvGrpSpPr>
        <p:grpSpPr>
          <a:xfrm>
            <a:off x="2542222" y="1722212"/>
            <a:ext cx="3978809" cy="4747087"/>
            <a:chOff x="2542222" y="1722212"/>
            <a:chExt cx="3978809" cy="4747087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2833C7F-48BE-4305-9608-744A07AFAA15}"/>
                </a:ext>
              </a:extLst>
            </p:cNvPr>
            <p:cNvSpPr/>
            <p:nvPr/>
          </p:nvSpPr>
          <p:spPr>
            <a:xfrm>
              <a:off x="2542222" y="1722212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>
                  <a:latin typeface="Bahnschrift" panose="020B0502040204020203" pitchFamily="34" charset="0"/>
                </a:rPr>
                <a:t>HBase Tables</a:t>
              </a:r>
              <a:endParaRPr lang="en-IN" sz="2800" kern="1200">
                <a:latin typeface="Bahnschrift" panose="020B0502040204020203" pitchFamily="34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8BDD904-D951-4D27-9A47-BD0831111977}"/>
                </a:ext>
              </a:extLst>
            </p:cNvPr>
            <p:cNvSpPr/>
            <p:nvPr/>
          </p:nvSpPr>
          <p:spPr>
            <a:xfrm>
              <a:off x="2542223" y="2738076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E4E7E9"/>
            </a:solidFill>
            <a:ln>
              <a:solidFill>
                <a:srgbClr val="E4E7E9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 dirty="0">
                  <a:solidFill>
                    <a:srgbClr val="E4E7E9"/>
                  </a:solidFill>
                  <a:latin typeface="Bahnschrift" panose="020B0502040204020203" pitchFamily="34" charset="0"/>
                </a:rPr>
                <a:t>HBase Row </a:t>
              </a:r>
              <a:endParaRPr lang="en-IN" sz="2800" kern="1200" dirty="0">
                <a:solidFill>
                  <a:srgbClr val="E4E7E9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5F3947B-7CC9-49DD-BE6D-313316970E29}"/>
                </a:ext>
              </a:extLst>
            </p:cNvPr>
            <p:cNvSpPr/>
            <p:nvPr/>
          </p:nvSpPr>
          <p:spPr>
            <a:xfrm>
              <a:off x="2542224" y="3777865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E4E7E9"/>
            </a:solidFill>
            <a:ln>
              <a:solidFill>
                <a:srgbClr val="E4E7E9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>
                  <a:solidFill>
                    <a:srgbClr val="E4E7E9"/>
                  </a:solidFill>
                  <a:latin typeface="Bahnschrift" panose="020B0502040204020203" pitchFamily="34" charset="0"/>
                </a:rPr>
                <a:t>RowKey</a:t>
              </a:r>
              <a:endParaRPr lang="en-IN" sz="2800" kern="1200" dirty="0">
                <a:solidFill>
                  <a:srgbClr val="E4E7E9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FCA2A10-44C3-4988-82BB-18E846C6FCA0}"/>
                </a:ext>
              </a:extLst>
            </p:cNvPr>
            <p:cNvSpPr/>
            <p:nvPr/>
          </p:nvSpPr>
          <p:spPr>
            <a:xfrm>
              <a:off x="2542224" y="4793729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E4E7E9"/>
            </a:solidFill>
            <a:ln>
              <a:solidFill>
                <a:srgbClr val="E4E7E9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>
                  <a:solidFill>
                    <a:srgbClr val="E4E7E9"/>
                  </a:solidFill>
                  <a:latin typeface="Bahnschrift" panose="020B0502040204020203" pitchFamily="34" charset="0"/>
                </a:rPr>
                <a:t>Columns</a:t>
              </a:r>
              <a:endParaRPr lang="en-IN" sz="2800" kern="1200">
                <a:solidFill>
                  <a:srgbClr val="E4E7E9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9F94504-6C90-43FB-8B3D-97C50DC45446}"/>
                </a:ext>
              </a:extLst>
            </p:cNvPr>
            <p:cNvSpPr/>
            <p:nvPr/>
          </p:nvSpPr>
          <p:spPr>
            <a:xfrm>
              <a:off x="2542226" y="5797719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E4E7E9"/>
            </a:solidFill>
            <a:ln>
              <a:solidFill>
                <a:srgbClr val="E4E7E9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>
                  <a:solidFill>
                    <a:srgbClr val="E4E7E9"/>
                  </a:solidFill>
                  <a:latin typeface="Bahnschrift" panose="020B0502040204020203" pitchFamily="34" charset="0"/>
                </a:rPr>
                <a:t>Column Family </a:t>
              </a:r>
              <a:endParaRPr lang="en-IN" sz="2800" kern="1200">
                <a:solidFill>
                  <a:srgbClr val="E4E7E9"/>
                </a:solidFill>
                <a:latin typeface="Bahnschrift" panose="020B0502040204020203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CC1E18A3-C727-4ECC-A2DE-009D022B5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i="0" dirty="0">
                <a:effectLst/>
                <a:latin typeface="Bahnschrift" panose="020B0502040204020203" pitchFamily="34" charset="0"/>
              </a:rPr>
            </a:br>
            <a:r>
              <a:rPr lang="en-IN" b="1" i="0" dirty="0">
                <a:effectLst/>
                <a:latin typeface="Bahnschrift" panose="020B0502040204020203" pitchFamily="34" charset="0"/>
              </a:rPr>
              <a:t>HBase Data Model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117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0B3A204-001F-44D1-8A35-A7641557810C}"/>
              </a:ext>
            </a:extLst>
          </p:cNvPr>
          <p:cNvGrpSpPr/>
          <p:nvPr/>
        </p:nvGrpSpPr>
        <p:grpSpPr>
          <a:xfrm>
            <a:off x="2542222" y="1722212"/>
            <a:ext cx="3978809" cy="4761851"/>
            <a:chOff x="2542222" y="1722212"/>
            <a:chExt cx="3978809" cy="4761851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2833C7F-48BE-4305-9608-744A07AFAA15}"/>
                </a:ext>
              </a:extLst>
            </p:cNvPr>
            <p:cNvSpPr/>
            <p:nvPr/>
          </p:nvSpPr>
          <p:spPr>
            <a:xfrm>
              <a:off x="2542222" y="1722212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>
                  <a:latin typeface="Bahnschrift" panose="020B0502040204020203" pitchFamily="34" charset="0"/>
                </a:rPr>
                <a:t>HBase Tables</a:t>
              </a:r>
              <a:endParaRPr lang="en-IN" sz="2800" kern="1200">
                <a:latin typeface="Bahnschrift" panose="020B0502040204020203" pitchFamily="34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8BDD904-D951-4D27-9A47-BD0831111977}"/>
                </a:ext>
              </a:extLst>
            </p:cNvPr>
            <p:cNvSpPr/>
            <p:nvPr/>
          </p:nvSpPr>
          <p:spPr>
            <a:xfrm>
              <a:off x="2542223" y="2738076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 dirty="0">
                  <a:latin typeface="Bahnschrift" panose="020B0502040204020203" pitchFamily="34" charset="0"/>
                </a:rPr>
                <a:t>HBase Row </a:t>
              </a:r>
              <a:endParaRPr lang="en-IN" sz="2800" kern="1200" dirty="0">
                <a:latin typeface="Bahnschrift" panose="020B0502040204020203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5F3947B-7CC9-49DD-BE6D-313316970E29}"/>
                </a:ext>
              </a:extLst>
            </p:cNvPr>
            <p:cNvSpPr/>
            <p:nvPr/>
          </p:nvSpPr>
          <p:spPr>
            <a:xfrm>
              <a:off x="2542224" y="3777865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>
                  <a:latin typeface="Bahnschrift" panose="020B0502040204020203" pitchFamily="34" charset="0"/>
                </a:rPr>
                <a:t>RowKey</a:t>
              </a:r>
              <a:endParaRPr lang="en-IN" sz="2800" kern="1200" dirty="0">
                <a:latin typeface="Bahnschrift" panose="020B0502040204020203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FCA2A10-44C3-4988-82BB-18E846C6FCA0}"/>
                </a:ext>
              </a:extLst>
            </p:cNvPr>
            <p:cNvSpPr/>
            <p:nvPr/>
          </p:nvSpPr>
          <p:spPr>
            <a:xfrm>
              <a:off x="2542224" y="4793729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>
                  <a:latin typeface="Bahnschrift" panose="020B0502040204020203" pitchFamily="34" charset="0"/>
                </a:rPr>
                <a:t>Columns</a:t>
              </a:r>
              <a:endParaRPr lang="en-IN" sz="2800" kern="1200">
                <a:latin typeface="Bahnschrift" panose="020B0502040204020203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9F94504-6C90-43FB-8B3D-97C50DC45446}"/>
                </a:ext>
              </a:extLst>
            </p:cNvPr>
            <p:cNvSpPr/>
            <p:nvPr/>
          </p:nvSpPr>
          <p:spPr>
            <a:xfrm>
              <a:off x="2542226" y="5797719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>
                  <a:latin typeface="Bahnschrift" panose="020B0502040204020203" pitchFamily="34" charset="0"/>
                </a:rPr>
                <a:t>Column Family </a:t>
              </a:r>
              <a:endParaRPr lang="en-IN" sz="2800" kern="1200">
                <a:latin typeface="Bahnschrift" panose="020B0502040204020203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497BB2C-5777-432E-BE1E-CBA3CE8E3174}"/>
                </a:ext>
              </a:extLst>
            </p:cNvPr>
            <p:cNvSpPr/>
            <p:nvPr/>
          </p:nvSpPr>
          <p:spPr>
            <a:xfrm>
              <a:off x="2542222" y="3792629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E4E7E9"/>
            </a:solidFill>
            <a:ln>
              <a:solidFill>
                <a:srgbClr val="E4E7E9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>
                  <a:solidFill>
                    <a:srgbClr val="E4E7E9"/>
                  </a:solidFill>
                  <a:latin typeface="Bahnschrift" panose="020B0502040204020203" pitchFamily="34" charset="0"/>
                </a:rPr>
                <a:t>RowKey</a:t>
              </a:r>
              <a:endParaRPr lang="en-IN" sz="2800" kern="1200" dirty="0">
                <a:solidFill>
                  <a:srgbClr val="E4E7E9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F0DF772-4230-4FFC-81F0-04B86AFBA7EC}"/>
                </a:ext>
              </a:extLst>
            </p:cNvPr>
            <p:cNvSpPr/>
            <p:nvPr/>
          </p:nvSpPr>
          <p:spPr>
            <a:xfrm>
              <a:off x="2542222" y="4808493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E4E7E9"/>
            </a:solidFill>
            <a:ln>
              <a:solidFill>
                <a:srgbClr val="E4E7E9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>
                  <a:solidFill>
                    <a:srgbClr val="E4E7E9"/>
                  </a:solidFill>
                  <a:latin typeface="Bahnschrift" panose="020B0502040204020203" pitchFamily="34" charset="0"/>
                </a:rPr>
                <a:t>Columns</a:t>
              </a:r>
              <a:endParaRPr lang="en-IN" sz="2800" kern="1200">
                <a:solidFill>
                  <a:srgbClr val="E4E7E9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682F22B-BD3D-4FC8-AEAA-F5A65434313E}"/>
                </a:ext>
              </a:extLst>
            </p:cNvPr>
            <p:cNvSpPr/>
            <p:nvPr/>
          </p:nvSpPr>
          <p:spPr>
            <a:xfrm>
              <a:off x="2542224" y="5812483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E4E7E9"/>
            </a:solidFill>
            <a:ln>
              <a:solidFill>
                <a:srgbClr val="E4E7E9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>
                  <a:solidFill>
                    <a:srgbClr val="E4E7E9"/>
                  </a:solidFill>
                  <a:latin typeface="Bahnschrift" panose="020B0502040204020203" pitchFamily="34" charset="0"/>
                </a:rPr>
                <a:t>Column Family </a:t>
              </a:r>
              <a:endParaRPr lang="en-IN" sz="2800" kern="1200">
                <a:solidFill>
                  <a:srgbClr val="E4E7E9"/>
                </a:solidFill>
                <a:latin typeface="Bahnschrift" panose="020B0502040204020203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CC1E18A3-C727-4ECC-A2DE-009D022B5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i="0" dirty="0">
                <a:effectLst/>
                <a:latin typeface="Bahnschrift" panose="020B0502040204020203" pitchFamily="34" charset="0"/>
              </a:rPr>
            </a:br>
            <a:r>
              <a:rPr lang="en-IN" b="1" i="0" dirty="0">
                <a:effectLst/>
                <a:latin typeface="Bahnschrift" panose="020B0502040204020203" pitchFamily="34" charset="0"/>
              </a:rPr>
              <a:t>HBase Data Model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240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0B3A204-001F-44D1-8A35-A7641557810C}"/>
              </a:ext>
            </a:extLst>
          </p:cNvPr>
          <p:cNvGrpSpPr/>
          <p:nvPr/>
        </p:nvGrpSpPr>
        <p:grpSpPr>
          <a:xfrm>
            <a:off x="2542222" y="1722212"/>
            <a:ext cx="3978809" cy="4747087"/>
            <a:chOff x="2542222" y="1722212"/>
            <a:chExt cx="3978809" cy="4747087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2833C7F-48BE-4305-9608-744A07AFAA15}"/>
                </a:ext>
              </a:extLst>
            </p:cNvPr>
            <p:cNvSpPr/>
            <p:nvPr/>
          </p:nvSpPr>
          <p:spPr>
            <a:xfrm>
              <a:off x="2542222" y="1722212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>
                  <a:latin typeface="Bahnschrift" panose="020B0502040204020203" pitchFamily="34" charset="0"/>
                </a:rPr>
                <a:t>HBase Tables</a:t>
              </a:r>
              <a:endParaRPr lang="en-IN" sz="2800" kern="1200">
                <a:latin typeface="Bahnschrift" panose="020B0502040204020203" pitchFamily="34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8BDD904-D951-4D27-9A47-BD0831111977}"/>
                </a:ext>
              </a:extLst>
            </p:cNvPr>
            <p:cNvSpPr/>
            <p:nvPr/>
          </p:nvSpPr>
          <p:spPr>
            <a:xfrm>
              <a:off x="2542223" y="2738076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 dirty="0">
                  <a:latin typeface="Bahnschrift" panose="020B0502040204020203" pitchFamily="34" charset="0"/>
                </a:rPr>
                <a:t>HBase Row </a:t>
              </a:r>
              <a:endParaRPr lang="en-IN" sz="2800" kern="1200" dirty="0">
                <a:latin typeface="Bahnschrift" panose="020B0502040204020203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5F3947B-7CC9-49DD-BE6D-313316970E29}"/>
                </a:ext>
              </a:extLst>
            </p:cNvPr>
            <p:cNvSpPr/>
            <p:nvPr/>
          </p:nvSpPr>
          <p:spPr>
            <a:xfrm>
              <a:off x="2542224" y="3777865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>
                  <a:latin typeface="Bahnschrift" panose="020B0502040204020203" pitchFamily="34" charset="0"/>
                </a:rPr>
                <a:t>RowKey</a:t>
              </a:r>
              <a:endParaRPr lang="en-IN" sz="2800" kern="1200" dirty="0">
                <a:latin typeface="Bahnschrift" panose="020B0502040204020203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FCA2A10-44C3-4988-82BB-18E846C6FCA0}"/>
                </a:ext>
              </a:extLst>
            </p:cNvPr>
            <p:cNvSpPr/>
            <p:nvPr/>
          </p:nvSpPr>
          <p:spPr>
            <a:xfrm>
              <a:off x="2542224" y="4793729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E4E7E9"/>
            </a:solidFill>
            <a:ln>
              <a:solidFill>
                <a:srgbClr val="E4E7E9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>
                  <a:solidFill>
                    <a:srgbClr val="E4E7E9"/>
                  </a:solidFill>
                  <a:latin typeface="Bahnschrift" panose="020B0502040204020203" pitchFamily="34" charset="0"/>
                </a:rPr>
                <a:t>Columns</a:t>
              </a:r>
              <a:endParaRPr lang="en-IN" sz="2800" kern="1200">
                <a:solidFill>
                  <a:srgbClr val="E4E7E9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9F94504-6C90-43FB-8B3D-97C50DC45446}"/>
                </a:ext>
              </a:extLst>
            </p:cNvPr>
            <p:cNvSpPr/>
            <p:nvPr/>
          </p:nvSpPr>
          <p:spPr>
            <a:xfrm>
              <a:off x="2542226" y="5797719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E4E7E9"/>
            </a:solidFill>
            <a:ln>
              <a:solidFill>
                <a:srgbClr val="E4E7E9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>
                  <a:solidFill>
                    <a:srgbClr val="E4E7E9"/>
                  </a:solidFill>
                  <a:latin typeface="Bahnschrift" panose="020B0502040204020203" pitchFamily="34" charset="0"/>
                </a:rPr>
                <a:t>Column Family </a:t>
              </a:r>
              <a:endParaRPr lang="en-IN" sz="2800" kern="1200">
                <a:solidFill>
                  <a:srgbClr val="E4E7E9"/>
                </a:solidFill>
                <a:latin typeface="Bahnschrift" panose="020B0502040204020203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CC1E18A3-C727-4ECC-A2DE-009D022B5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i="0" dirty="0">
                <a:effectLst/>
                <a:latin typeface="Bahnschrift" panose="020B0502040204020203" pitchFamily="34" charset="0"/>
              </a:rPr>
            </a:br>
            <a:r>
              <a:rPr lang="en-IN" b="1" i="0" dirty="0">
                <a:effectLst/>
                <a:latin typeface="Bahnschrift" panose="020B0502040204020203" pitchFamily="34" charset="0"/>
              </a:rPr>
              <a:t>HBase Data Model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737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0B3A204-001F-44D1-8A35-A7641557810C}"/>
              </a:ext>
            </a:extLst>
          </p:cNvPr>
          <p:cNvGrpSpPr/>
          <p:nvPr/>
        </p:nvGrpSpPr>
        <p:grpSpPr>
          <a:xfrm>
            <a:off x="2542222" y="1722212"/>
            <a:ext cx="3978809" cy="4747087"/>
            <a:chOff x="2542222" y="1722212"/>
            <a:chExt cx="3978809" cy="4747087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2833C7F-48BE-4305-9608-744A07AFAA15}"/>
                </a:ext>
              </a:extLst>
            </p:cNvPr>
            <p:cNvSpPr/>
            <p:nvPr/>
          </p:nvSpPr>
          <p:spPr>
            <a:xfrm>
              <a:off x="2542222" y="1722212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>
                  <a:latin typeface="Bahnschrift" panose="020B0502040204020203" pitchFamily="34" charset="0"/>
                </a:rPr>
                <a:t>HBase Tables</a:t>
              </a:r>
              <a:endParaRPr lang="en-IN" sz="2800" kern="1200">
                <a:latin typeface="Bahnschrift" panose="020B0502040204020203" pitchFamily="34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8BDD904-D951-4D27-9A47-BD0831111977}"/>
                </a:ext>
              </a:extLst>
            </p:cNvPr>
            <p:cNvSpPr/>
            <p:nvPr/>
          </p:nvSpPr>
          <p:spPr>
            <a:xfrm>
              <a:off x="2542223" y="2738076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 dirty="0">
                  <a:latin typeface="Bahnschrift" panose="020B0502040204020203" pitchFamily="34" charset="0"/>
                </a:rPr>
                <a:t>HBase Row </a:t>
              </a:r>
              <a:endParaRPr lang="en-IN" sz="2800" kern="1200" dirty="0">
                <a:latin typeface="Bahnschrift" panose="020B0502040204020203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5F3947B-7CC9-49DD-BE6D-313316970E29}"/>
                </a:ext>
              </a:extLst>
            </p:cNvPr>
            <p:cNvSpPr/>
            <p:nvPr/>
          </p:nvSpPr>
          <p:spPr>
            <a:xfrm>
              <a:off x="2542224" y="3777865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>
                  <a:latin typeface="Bahnschrift" panose="020B0502040204020203" pitchFamily="34" charset="0"/>
                </a:rPr>
                <a:t>RowKey</a:t>
              </a:r>
              <a:endParaRPr lang="en-IN" sz="2800" kern="1200" dirty="0">
                <a:latin typeface="Bahnschrift" panose="020B0502040204020203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FCA2A10-44C3-4988-82BB-18E846C6FCA0}"/>
                </a:ext>
              </a:extLst>
            </p:cNvPr>
            <p:cNvSpPr/>
            <p:nvPr/>
          </p:nvSpPr>
          <p:spPr>
            <a:xfrm>
              <a:off x="2542224" y="4793729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>
                  <a:latin typeface="Bahnschrift" panose="020B0502040204020203" pitchFamily="34" charset="0"/>
                </a:rPr>
                <a:t>Columns</a:t>
              </a:r>
              <a:endParaRPr lang="en-IN" sz="2800" kern="1200">
                <a:latin typeface="Bahnschrift" panose="020B0502040204020203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9F94504-6C90-43FB-8B3D-97C50DC45446}"/>
                </a:ext>
              </a:extLst>
            </p:cNvPr>
            <p:cNvSpPr/>
            <p:nvPr/>
          </p:nvSpPr>
          <p:spPr>
            <a:xfrm>
              <a:off x="2542226" y="5797719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E4E7E9"/>
            </a:solidFill>
            <a:ln>
              <a:solidFill>
                <a:srgbClr val="E4E7E9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>
                  <a:solidFill>
                    <a:srgbClr val="E4E7E9"/>
                  </a:solidFill>
                  <a:latin typeface="Bahnschrift" panose="020B0502040204020203" pitchFamily="34" charset="0"/>
                </a:rPr>
                <a:t>Column Family </a:t>
              </a:r>
              <a:endParaRPr lang="en-IN" sz="2800" kern="1200">
                <a:solidFill>
                  <a:srgbClr val="E4E7E9"/>
                </a:solidFill>
                <a:latin typeface="Bahnschrift" panose="020B0502040204020203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CC1E18A3-C727-4ECC-A2DE-009D022B5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i="0" dirty="0">
                <a:effectLst/>
                <a:latin typeface="Bahnschrift" panose="020B0502040204020203" pitchFamily="34" charset="0"/>
              </a:rPr>
            </a:br>
            <a:r>
              <a:rPr lang="en-IN" b="1" i="0" dirty="0">
                <a:effectLst/>
                <a:latin typeface="Bahnschrift" panose="020B0502040204020203" pitchFamily="34" charset="0"/>
              </a:rPr>
              <a:t>HBase Data Model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461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0B3A204-001F-44D1-8A35-A7641557810C}"/>
              </a:ext>
            </a:extLst>
          </p:cNvPr>
          <p:cNvGrpSpPr/>
          <p:nvPr/>
        </p:nvGrpSpPr>
        <p:grpSpPr>
          <a:xfrm>
            <a:off x="2542222" y="1722212"/>
            <a:ext cx="3978809" cy="4747087"/>
            <a:chOff x="2542222" y="1722212"/>
            <a:chExt cx="3978809" cy="4747087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2833C7F-48BE-4305-9608-744A07AFAA15}"/>
                </a:ext>
              </a:extLst>
            </p:cNvPr>
            <p:cNvSpPr/>
            <p:nvPr/>
          </p:nvSpPr>
          <p:spPr>
            <a:xfrm>
              <a:off x="2542222" y="1722212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>
                  <a:latin typeface="Bahnschrift" panose="020B0502040204020203" pitchFamily="34" charset="0"/>
                </a:rPr>
                <a:t>HBase Tables</a:t>
              </a:r>
              <a:endParaRPr lang="en-IN" sz="2800" kern="1200">
                <a:latin typeface="Bahnschrift" panose="020B0502040204020203" pitchFamily="34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8BDD904-D951-4D27-9A47-BD0831111977}"/>
                </a:ext>
              </a:extLst>
            </p:cNvPr>
            <p:cNvSpPr/>
            <p:nvPr/>
          </p:nvSpPr>
          <p:spPr>
            <a:xfrm>
              <a:off x="2542223" y="2738076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 dirty="0">
                  <a:latin typeface="Bahnschrift" panose="020B0502040204020203" pitchFamily="34" charset="0"/>
                </a:rPr>
                <a:t>HBase Row </a:t>
              </a:r>
              <a:endParaRPr lang="en-IN" sz="2800" kern="1200" dirty="0">
                <a:latin typeface="Bahnschrift" panose="020B0502040204020203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5F3947B-7CC9-49DD-BE6D-313316970E29}"/>
                </a:ext>
              </a:extLst>
            </p:cNvPr>
            <p:cNvSpPr/>
            <p:nvPr/>
          </p:nvSpPr>
          <p:spPr>
            <a:xfrm>
              <a:off x="2542224" y="3777865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>
                  <a:latin typeface="Bahnschrift" panose="020B0502040204020203" pitchFamily="34" charset="0"/>
                </a:rPr>
                <a:t>RowKey</a:t>
              </a:r>
              <a:endParaRPr lang="en-IN" sz="2800" kern="1200" dirty="0">
                <a:latin typeface="Bahnschrift" panose="020B0502040204020203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FCA2A10-44C3-4988-82BB-18E846C6FCA0}"/>
                </a:ext>
              </a:extLst>
            </p:cNvPr>
            <p:cNvSpPr/>
            <p:nvPr/>
          </p:nvSpPr>
          <p:spPr>
            <a:xfrm>
              <a:off x="2542224" y="4793729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>
                  <a:latin typeface="Bahnschrift" panose="020B0502040204020203" pitchFamily="34" charset="0"/>
                </a:rPr>
                <a:t>Columns</a:t>
              </a:r>
              <a:endParaRPr lang="en-IN" sz="2800" kern="1200">
                <a:latin typeface="Bahnschrift" panose="020B0502040204020203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9F94504-6C90-43FB-8B3D-97C50DC45446}"/>
                </a:ext>
              </a:extLst>
            </p:cNvPr>
            <p:cNvSpPr/>
            <p:nvPr/>
          </p:nvSpPr>
          <p:spPr>
            <a:xfrm>
              <a:off x="2542226" y="5797719"/>
              <a:ext cx="3978805" cy="671580"/>
            </a:xfrm>
            <a:custGeom>
              <a:avLst/>
              <a:gdLst>
                <a:gd name="connsiteX0" fmla="*/ 0 w 3978805"/>
                <a:gd name="connsiteY0" fmla="*/ 111932 h 671580"/>
                <a:gd name="connsiteX1" fmla="*/ 111932 w 3978805"/>
                <a:gd name="connsiteY1" fmla="*/ 0 h 671580"/>
                <a:gd name="connsiteX2" fmla="*/ 3866873 w 3978805"/>
                <a:gd name="connsiteY2" fmla="*/ 0 h 671580"/>
                <a:gd name="connsiteX3" fmla="*/ 3978805 w 3978805"/>
                <a:gd name="connsiteY3" fmla="*/ 111932 h 671580"/>
                <a:gd name="connsiteX4" fmla="*/ 3978805 w 3978805"/>
                <a:gd name="connsiteY4" fmla="*/ 559648 h 671580"/>
                <a:gd name="connsiteX5" fmla="*/ 3866873 w 3978805"/>
                <a:gd name="connsiteY5" fmla="*/ 671580 h 671580"/>
                <a:gd name="connsiteX6" fmla="*/ 111932 w 3978805"/>
                <a:gd name="connsiteY6" fmla="*/ 671580 h 671580"/>
                <a:gd name="connsiteX7" fmla="*/ 0 w 3978805"/>
                <a:gd name="connsiteY7" fmla="*/ 559648 h 671580"/>
                <a:gd name="connsiteX8" fmla="*/ 0 w 3978805"/>
                <a:gd name="connsiteY8" fmla="*/ 111932 h 67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78805" h="671580">
                  <a:moveTo>
                    <a:pt x="0" y="111932"/>
                  </a:moveTo>
                  <a:cubicBezTo>
                    <a:pt x="0" y="50114"/>
                    <a:pt x="50114" y="0"/>
                    <a:pt x="111932" y="0"/>
                  </a:cubicBezTo>
                  <a:lnTo>
                    <a:pt x="3866873" y="0"/>
                  </a:lnTo>
                  <a:cubicBezTo>
                    <a:pt x="3928691" y="0"/>
                    <a:pt x="3978805" y="50114"/>
                    <a:pt x="3978805" y="111932"/>
                  </a:cubicBezTo>
                  <a:lnTo>
                    <a:pt x="3978805" y="559648"/>
                  </a:lnTo>
                  <a:cubicBezTo>
                    <a:pt x="3978805" y="621466"/>
                    <a:pt x="3928691" y="671580"/>
                    <a:pt x="3866873" y="671580"/>
                  </a:cubicBezTo>
                  <a:lnTo>
                    <a:pt x="111932" y="671580"/>
                  </a:lnTo>
                  <a:cubicBezTo>
                    <a:pt x="50114" y="671580"/>
                    <a:pt x="0" y="621466"/>
                    <a:pt x="0" y="559648"/>
                  </a:cubicBezTo>
                  <a:lnTo>
                    <a:pt x="0" y="111932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464" tIns="139464" rIns="139464" bIns="1394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800" i="0" kern="1200">
                  <a:latin typeface="Bahnschrift" panose="020B0502040204020203" pitchFamily="34" charset="0"/>
                </a:rPr>
                <a:t>Column Family </a:t>
              </a:r>
              <a:endParaRPr lang="en-IN" sz="2800" kern="1200">
                <a:latin typeface="Bahnschrift" panose="020B0502040204020203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CC1E18A3-C727-4ECC-A2DE-009D022B5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i="0" dirty="0">
                <a:effectLst/>
                <a:latin typeface="Bahnschrift" panose="020B0502040204020203" pitchFamily="34" charset="0"/>
              </a:rPr>
            </a:br>
            <a:r>
              <a:rPr lang="en-IN" b="1" i="0" dirty="0">
                <a:effectLst/>
                <a:latin typeface="Bahnschrift" panose="020B0502040204020203" pitchFamily="34" charset="0"/>
              </a:rPr>
              <a:t>HBase Data Model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35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B604C6-87B5-40A6-9391-6619A5E952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8453112"/>
              </p:ext>
            </p:extLst>
          </p:nvPr>
        </p:nvGraphicFramePr>
        <p:xfrm>
          <a:off x="338138" y="1628775"/>
          <a:ext cx="8386762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4223353-809E-42A1-9985-0E962A07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effectLst/>
                <a:latin typeface="Bahnschrift" panose="020B0502040204020203" pitchFamily="34" charset="0"/>
              </a:rPr>
              <a:t>Components of Apache HBase Architecture</a:t>
            </a:r>
            <a:br>
              <a:rPr lang="en-US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768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B604C6-87B5-40A6-9391-6619A5E952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7928220"/>
              </p:ext>
            </p:extLst>
          </p:nvPr>
        </p:nvGraphicFramePr>
        <p:xfrm>
          <a:off x="338138" y="1628775"/>
          <a:ext cx="8386762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4223353-809E-42A1-9985-0E962A07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effectLst/>
                <a:latin typeface="Bahnschrift" panose="020B0502040204020203" pitchFamily="34" charset="0"/>
              </a:rPr>
              <a:t>Components of Apache HBase Architecture</a:t>
            </a:r>
            <a:br>
              <a:rPr lang="en-US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647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B604C6-87B5-40A6-9391-6619A5E952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38138" y="1628775"/>
          <a:ext cx="8386762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4223353-809E-42A1-9985-0E962A07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effectLst/>
                <a:latin typeface="Bahnschrift" panose="020B0502040204020203" pitchFamily="34" charset="0"/>
              </a:rPr>
              <a:t>Components of Apache HBase Architecture</a:t>
            </a:r>
            <a:br>
              <a:rPr lang="en-US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667087"/>
      </p:ext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7B9F0A-2F2D-4747-930D-4519805AA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b="1" dirty="0" i="0" lang="en-IN">
                <a:effectLst/>
                <a:latin charset="0" panose="020B0502040204020203" pitchFamily="34" typeface="Bahnschrift"/>
              </a:rPr>
            </a:br>
            <a:r>
              <a:rPr b="1" dirty="0" err="1" i="0" lang="en-IN">
                <a:effectLst/>
                <a:latin charset="0" panose="020B0502040204020203" pitchFamily="34" typeface="Bahnschrift"/>
              </a:rPr>
              <a:t>HMaster</a:t>
            </a:r>
            <a:br>
              <a:rPr b="0" dirty="0" i="0" lang="en-IN">
                <a:effectLst/>
                <a:latin charset="0" panose="020B0502040204020203" pitchFamily="34" typeface="Bahnschrift"/>
              </a:rPr>
            </a:br>
            <a:endParaRPr dirty="0" lang="en-IN">
              <a:latin charset="0" panose="020B0502040204020203" pitchFamily="34" typeface="Bahnschrift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5A60492-381E-4E02-B3D6-45AD86CCD28E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79" r="30"/>
          <a:stretch/>
        </p:blipFill>
        <p:spPr>
          <a:xfrm>
            <a:off x="494676" y="1783829"/>
            <a:ext cx="8154648" cy="3957403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6CBF09-0B04-4C44-849C-5C273950DDFB}"/>
              </a:ext>
            </a:extLst>
          </p:cNvPr>
          <p:cNvSpPr txBox="1"/>
          <p:nvPr/>
        </p:nvSpPr>
        <p:spPr>
          <a:xfrm>
            <a:off x="2867552" y="5879524"/>
            <a:ext cx="3328155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"/>
              </a:rPr>
              <a:t>Apache </a:t>
            </a:r>
            <a:r>
              <a:rPr dirty="0" err="1" lang="en-US" sz="2000">
                <a:latin charset="0" panose="020B0502040204020203" pitchFamily="34" typeface="Bahnschrift"/>
              </a:rPr>
              <a:t>Hbase</a:t>
            </a:r>
            <a:r>
              <a:rPr dirty="0" lang="en-US" sz="2000">
                <a:latin charset="0" panose="020B0502040204020203" pitchFamily="34" typeface="Bahnschrift"/>
              </a:rPr>
              <a:t> Architecture</a:t>
            </a:r>
            <a:endParaRPr dirty="0" lang="en-IN" sz="2000"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3241544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7B9F0A-2F2D-4747-930D-4519805AA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effectLst/>
                <a:latin typeface="Bahnschrift" panose="020B0502040204020203" pitchFamily="34" charset="0"/>
              </a:rPr>
              <a:t>Region Server</a:t>
            </a:r>
            <a:endParaRPr lang="en-IN" dirty="0">
              <a:latin typeface="Bahnschrift" panose="020B0502040204020203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DE582B1-1438-4AA5-B00F-3E59451B47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1112960"/>
              </p:ext>
            </p:extLst>
          </p:nvPr>
        </p:nvGraphicFramePr>
        <p:xfrm>
          <a:off x="233916" y="1541721"/>
          <a:ext cx="8490984" cy="5090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4929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7B9F0A-2F2D-4747-930D-4519805AA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effectLst/>
                <a:latin typeface="Bahnschrift" panose="020B0502040204020203" pitchFamily="34" charset="0"/>
              </a:rPr>
              <a:t>Region Server</a:t>
            </a:r>
            <a:endParaRPr lang="en-IN" dirty="0">
              <a:latin typeface="Bahnschrift" panose="020B0502040204020203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DE582B1-1438-4AA5-B00F-3E59451B47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2794107"/>
              </p:ext>
            </p:extLst>
          </p:nvPr>
        </p:nvGraphicFramePr>
        <p:xfrm>
          <a:off x="233916" y="1541721"/>
          <a:ext cx="8490984" cy="5090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9555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7B9F0A-2F2D-4747-930D-4519805AA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effectLst/>
                <a:latin typeface="Bahnschrift" panose="020B0502040204020203" pitchFamily="34" charset="0"/>
              </a:rPr>
              <a:t>Region Server</a:t>
            </a:r>
            <a:endParaRPr lang="en-IN" dirty="0">
              <a:latin typeface="Bahnschrift" panose="020B0502040204020203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DE582B1-1438-4AA5-B00F-3E59451B47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0493723"/>
              </p:ext>
            </p:extLst>
          </p:nvPr>
        </p:nvGraphicFramePr>
        <p:xfrm>
          <a:off x="233916" y="1541721"/>
          <a:ext cx="8490984" cy="5090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6594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7B9F0A-2F2D-4747-930D-4519805AA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effectLst/>
                <a:latin typeface="Bahnschrift" panose="020B0502040204020203" pitchFamily="34" charset="0"/>
              </a:rPr>
              <a:t>Region Server</a:t>
            </a:r>
            <a:endParaRPr lang="en-IN" dirty="0">
              <a:latin typeface="Bahnschrift" panose="020B0502040204020203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DE582B1-1438-4AA5-B00F-3E59451B47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0909491"/>
              </p:ext>
            </p:extLst>
          </p:nvPr>
        </p:nvGraphicFramePr>
        <p:xfrm>
          <a:off x="233916" y="1541721"/>
          <a:ext cx="8490984" cy="5090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0185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BB8B5B-2B21-40E9-8E05-4AB0B71694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8399359"/>
              </p:ext>
            </p:extLst>
          </p:nvPr>
        </p:nvGraphicFramePr>
        <p:xfrm>
          <a:off x="338362" y="1628145"/>
          <a:ext cx="8386537" cy="5004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108F484A-27D1-45CD-84B5-AF1EDA81C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HBase </a:t>
            </a:r>
          </a:p>
        </p:txBody>
      </p:sp>
    </p:spTree>
    <p:extLst>
      <p:ext uri="{BB962C8B-B14F-4D97-AF65-F5344CB8AC3E}">
        <p14:creationId xmlns:p14="http://schemas.microsoft.com/office/powerpoint/2010/main" val="1225107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91FDAC-C700-4EC8-A920-59F23FC1D5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3736568"/>
              </p:ext>
            </p:extLst>
          </p:nvPr>
        </p:nvGraphicFramePr>
        <p:xfrm>
          <a:off x="338362" y="1628145"/>
          <a:ext cx="8386537" cy="5004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3CA1F271-F0CE-40F8-9F52-F2D39EB3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Disadvantages of HBase – </a:t>
            </a:r>
          </a:p>
        </p:txBody>
      </p:sp>
    </p:spTree>
    <p:extLst>
      <p:ext uri="{BB962C8B-B14F-4D97-AF65-F5344CB8AC3E}">
        <p14:creationId xmlns:p14="http://schemas.microsoft.com/office/powerpoint/2010/main" val="697903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A1174-AB92-4B34-9846-3756DB58E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24293"/>
            <a:ext cx="9144000" cy="1609414"/>
          </a:xfrm>
          <a:solidFill>
            <a:srgbClr val="273239"/>
          </a:solidFill>
        </p:spPr>
        <p:txBody>
          <a:bodyPr anchor="ctr">
            <a:normAutofit/>
          </a:bodyPr>
          <a:lstStyle/>
          <a:p>
            <a:pPr algn="ctr"/>
            <a:r>
              <a:rPr lang="en-US" sz="4400" i="0" dirty="0">
                <a:solidFill>
                  <a:schemeClr val="bg1">
                    <a:lumMod val="85000"/>
                  </a:schemeClr>
                </a:solidFill>
                <a:effectLst/>
                <a:latin typeface="Bahnschrift" panose="020B0502040204020203" pitchFamily="34" charset="0"/>
              </a:rPr>
              <a:t>Comparison between HBase and HDFS</a:t>
            </a:r>
            <a:endParaRPr lang="en-IN" sz="4400" dirty="0">
              <a:solidFill>
                <a:schemeClr val="bg1">
                  <a:lumMod val="85000"/>
                </a:schemeClr>
              </a:solidFill>
              <a:latin typeface="Bahnschrift" panose="020B050204020402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2828FCE-3222-4F05-8C30-736B5A153B90}"/>
              </a:ext>
            </a:extLst>
          </p:cNvPr>
          <p:cNvCxnSpPr>
            <a:cxnSpLocks/>
          </p:cNvCxnSpPr>
          <p:nvPr/>
        </p:nvCxnSpPr>
        <p:spPr>
          <a:xfrm>
            <a:off x="0" y="2473377"/>
            <a:ext cx="9144000" cy="0"/>
          </a:xfrm>
          <a:prstGeom prst="line">
            <a:avLst/>
          </a:prstGeom>
          <a:ln w="57150">
            <a:solidFill>
              <a:srgbClr val="2732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A37E11-2149-4E98-A023-AD895E4C8FBF}"/>
              </a:ext>
            </a:extLst>
          </p:cNvPr>
          <p:cNvCxnSpPr>
            <a:cxnSpLocks/>
          </p:cNvCxnSpPr>
          <p:nvPr/>
        </p:nvCxnSpPr>
        <p:spPr>
          <a:xfrm>
            <a:off x="0" y="4409607"/>
            <a:ext cx="9144000" cy="0"/>
          </a:xfrm>
          <a:prstGeom prst="line">
            <a:avLst/>
          </a:prstGeom>
          <a:ln w="57150">
            <a:solidFill>
              <a:srgbClr val="2732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0216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6384F8-0555-4E64-BABD-2264E377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  <a:latin typeface="Bahnschrift" panose="020B0502040204020203" pitchFamily="34" charset="0"/>
              </a:rPr>
              <a:t>Comparison between HBase and HDFS: 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AB951B-FD07-4CE1-82FD-31B4CD6C32D8}"/>
              </a:ext>
            </a:extLst>
          </p:cNvPr>
          <p:cNvSpPr/>
          <p:nvPr/>
        </p:nvSpPr>
        <p:spPr>
          <a:xfrm>
            <a:off x="2838893" y="1690577"/>
            <a:ext cx="3466214" cy="147792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latency access</a:t>
            </a:r>
            <a:endParaRPr lang="en-IN" sz="36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9587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6384F8-0555-4E64-BABD-2264E377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  <a:latin typeface="Bahnschrift" panose="020B0502040204020203" pitchFamily="34" charset="0"/>
              </a:rPr>
              <a:t>Comparison between HBase and HDFS: 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AB951B-FD07-4CE1-82FD-31B4CD6C32D8}"/>
              </a:ext>
            </a:extLst>
          </p:cNvPr>
          <p:cNvSpPr/>
          <p:nvPr/>
        </p:nvSpPr>
        <p:spPr>
          <a:xfrm>
            <a:off x="2838893" y="1690577"/>
            <a:ext cx="3466214" cy="147792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latency access</a:t>
            </a:r>
            <a:endParaRPr lang="en-IN" sz="36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EFDD7B-46B9-4728-9699-15C3C3525667}"/>
              </a:ext>
            </a:extLst>
          </p:cNvPr>
          <p:cNvSpPr/>
          <p:nvPr/>
        </p:nvSpPr>
        <p:spPr>
          <a:xfrm>
            <a:off x="2798523" y="3429000"/>
            <a:ext cx="3466214" cy="147792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Random reads and writes</a:t>
            </a:r>
            <a:endParaRPr lang="en-IN" sz="36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9150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6384F8-0555-4E64-BABD-2264E377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  <a:latin typeface="Bahnschrift" panose="020B0502040204020203" pitchFamily="34" charset="0"/>
              </a:rPr>
              <a:t>Comparison between HBase and HDFS: 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AB951B-FD07-4CE1-82FD-31B4CD6C32D8}"/>
              </a:ext>
            </a:extLst>
          </p:cNvPr>
          <p:cNvSpPr/>
          <p:nvPr/>
        </p:nvSpPr>
        <p:spPr>
          <a:xfrm>
            <a:off x="2838893" y="1690577"/>
            <a:ext cx="3466214" cy="147792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latency access</a:t>
            </a:r>
            <a:endParaRPr lang="en-IN" sz="36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EFDD7B-46B9-4728-9699-15C3C3525667}"/>
              </a:ext>
            </a:extLst>
          </p:cNvPr>
          <p:cNvSpPr/>
          <p:nvPr/>
        </p:nvSpPr>
        <p:spPr>
          <a:xfrm>
            <a:off x="2798523" y="3429000"/>
            <a:ext cx="3466214" cy="147792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Random reads and writes</a:t>
            </a:r>
            <a:endParaRPr lang="en-IN" sz="36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888FB7-CA16-431A-AA3F-E44B858E96BA}"/>
              </a:ext>
            </a:extLst>
          </p:cNvPr>
          <p:cNvSpPr/>
          <p:nvPr/>
        </p:nvSpPr>
        <p:spPr>
          <a:xfrm>
            <a:off x="2838893" y="5232915"/>
            <a:ext cx="3466214" cy="147792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shell commands</a:t>
            </a:r>
            <a:endParaRPr lang="en-IN" sz="36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7990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2C7FE85-D8F5-468A-8D86-88810D56D6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3030" y="1772814"/>
            <a:ext cx="8386762" cy="453584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678A1C-4AF3-4EBC-83C6-2B47A9F44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0154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78A1C-4AF3-4EBC-83C6-2B47A9F44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909ED6-9C5F-4057-8929-1668CCD2A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98165"/>
            <a:ext cx="8280982" cy="5004884"/>
          </a:xfrm>
        </p:spPr>
        <p:txBody>
          <a:bodyPr>
            <a:normAutofit/>
          </a:bodyPr>
          <a:lstStyle/>
          <a:p>
            <a:pPr algn="just"/>
            <a:r>
              <a:rPr lang="en-US" sz="2600" b="0" i="0" dirty="0">
                <a:solidFill>
                  <a:srgbClr val="000000"/>
                </a:solidFill>
                <a:effectLst/>
              </a:rPr>
              <a:t>Zookeeper is an open-source project</a:t>
            </a:r>
          </a:p>
          <a:p>
            <a:pPr algn="just"/>
            <a:r>
              <a:rPr lang="en-US" sz="2600" b="0" i="0" dirty="0">
                <a:solidFill>
                  <a:srgbClr val="000000"/>
                </a:solidFill>
                <a:effectLst/>
              </a:rPr>
              <a:t>Zookeeper has ephemeral nodes representing different region servers</a:t>
            </a:r>
            <a:endParaRPr lang="en-US" sz="2600" b="1" dirty="0">
              <a:solidFill>
                <a:srgbClr val="000000"/>
              </a:solidFill>
            </a:endParaRPr>
          </a:p>
          <a:p>
            <a:pPr algn="just"/>
            <a:r>
              <a:rPr lang="en-US" sz="2600" b="0" i="0" dirty="0">
                <a:solidFill>
                  <a:srgbClr val="000000"/>
                </a:solidFill>
                <a:effectLst/>
              </a:rPr>
              <a:t>the nodes are also used to track server failures or network partitions.</a:t>
            </a:r>
            <a:endParaRPr lang="en-US" sz="2600" b="1" i="0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en-US" sz="2600" b="0" i="0" dirty="0">
                <a:solidFill>
                  <a:srgbClr val="000000"/>
                </a:solidFill>
                <a:effectLst/>
              </a:rPr>
              <a:t>Clients communicate with region servers</a:t>
            </a:r>
            <a:r>
              <a:rPr lang="en-US" sz="2600" b="1" dirty="0">
                <a:solidFill>
                  <a:srgbClr val="000000"/>
                </a:solidFill>
              </a:rPr>
              <a:t>.</a:t>
            </a:r>
          </a:p>
          <a:p>
            <a:pPr algn="just"/>
            <a:r>
              <a:rPr lang="en-US" sz="2600" b="0" i="0" dirty="0">
                <a:solidFill>
                  <a:srgbClr val="000000"/>
                </a:solidFill>
                <a:effectLst/>
              </a:rPr>
              <a:t>HBase itself will take care of zookeeper.</a:t>
            </a:r>
            <a:endParaRPr lang="en-IN" sz="2600" b="1" dirty="0"/>
          </a:p>
        </p:txBody>
      </p:sp>
    </p:spTree>
    <p:extLst>
      <p:ext uri="{BB962C8B-B14F-4D97-AF65-F5344CB8AC3E}">
        <p14:creationId xmlns:p14="http://schemas.microsoft.com/office/powerpoint/2010/main" val="29478069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996</TotalTime>
  <Words>394</Words>
  <Application>Microsoft Office PowerPoint</Application>
  <PresentationFormat>On-screen Show (4:3)</PresentationFormat>
  <Paragraphs>111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Introduction</vt:lpstr>
      <vt:lpstr> HBase - Architecture </vt:lpstr>
      <vt:lpstr>Master Server</vt:lpstr>
      <vt:lpstr>Regions</vt:lpstr>
      <vt:lpstr> HBase Data Model </vt:lpstr>
      <vt:lpstr> HBase Data Model </vt:lpstr>
      <vt:lpstr> HBase Data Model </vt:lpstr>
      <vt:lpstr> HBase Data Model </vt:lpstr>
      <vt:lpstr> HBase Data Model </vt:lpstr>
      <vt:lpstr>Components of Apache HBase Architecture </vt:lpstr>
      <vt:lpstr>Components of Apache HBase Architecture </vt:lpstr>
      <vt:lpstr>Components of Apache HBase Architecture </vt:lpstr>
      <vt:lpstr> HMaster </vt:lpstr>
      <vt:lpstr>Region Server</vt:lpstr>
      <vt:lpstr>Region Server</vt:lpstr>
      <vt:lpstr>Region Server</vt:lpstr>
      <vt:lpstr>Region Server</vt:lpstr>
      <vt:lpstr>Advantages of HBase </vt:lpstr>
      <vt:lpstr>Disadvantages of HBase – </vt:lpstr>
      <vt:lpstr>Comparison between HBase and HDFS</vt:lpstr>
      <vt:lpstr>Comparison between HBase and HDFS: </vt:lpstr>
      <vt:lpstr>Comparison between HBase and HDFS: </vt:lpstr>
      <vt:lpstr>Comparison between HBase and HDFS: </vt:lpstr>
      <vt:lpstr>Introduction</vt:lpstr>
      <vt:lpstr>Introduction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recording2</cp:lastModifiedBy>
  <cp:revision>49</cp:revision>
  <dcterms:created xsi:type="dcterms:W3CDTF">2021-05-13T17:45:44Z</dcterms:created>
  <dcterms:modified xsi:type="dcterms:W3CDTF">2021-09-16T07:59:59Z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476148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