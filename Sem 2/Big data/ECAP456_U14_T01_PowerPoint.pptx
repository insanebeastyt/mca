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266" r:id="rId2"/>
    <p:sldId id="261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8" r:id="rId14"/>
    <p:sldId id="279" r:id="rId15"/>
    <p:sldId id="280" r:id="rId16"/>
    <p:sldId id="281" r:id="rId17"/>
    <p:sldId id="282" r:id="rId18"/>
    <p:sldId id="287" r:id="rId19"/>
    <p:sldId id="286" r:id="rId20"/>
    <p:sldId id="285" r:id="rId21"/>
    <p:sldId id="288" r:id="rId22"/>
    <p:sldId id="284" r:id="rId23"/>
    <p:sldId id="26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FCFCFC"/>
    <a:srgbClr val="D0D8DE"/>
    <a:srgbClr val="D5DCE1"/>
    <a:srgbClr val="E2E7EA"/>
    <a:srgbClr val="B8B192"/>
    <a:srgbClr val="F8FAFC"/>
    <a:srgbClr val="EEF2F7"/>
    <a:srgbClr val="618495"/>
    <a:srgbClr val="4452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4CF678-2EA1-4FA1-BCFA-631AFF7464A4}" type="doc">
      <dgm:prSet loTypeId="urn:microsoft.com/office/officeart/2005/8/layout/hierarchy2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AF5EA31-742E-44BE-BBF7-6ADD148C74B2}">
      <dgm:prSet custT="1"/>
      <dgm:spPr/>
      <dgm:t>
        <a:bodyPr/>
        <a:lstStyle/>
        <a:p>
          <a:r>
            <a:rPr lang="en-US" sz="2400" b="0" i="0" dirty="0">
              <a:effectLst/>
              <a:latin typeface="Bahnschrift" panose="020B0502040204020203" pitchFamily="34" charset="0"/>
            </a:rPr>
            <a:t>Splunk is available in three different product categories</a:t>
          </a:r>
        </a:p>
      </dgm:t>
    </dgm:pt>
    <dgm:pt modelId="{D12A997A-4EB7-4ED6-9269-920BE550BAC5}" type="parTrans" cxnId="{06CC3873-F1BD-43CB-BD41-40EE83C5CBDC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9BEAA3B6-AA7E-42F2-84D6-23147CA8FB66}" type="sibTrans" cxnId="{06CC3873-F1BD-43CB-BD41-40EE83C5CBDC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CB3B9312-38CE-4573-B78C-F8A89DF34EBF}">
      <dgm:prSet custT="1"/>
      <dgm:spPr/>
      <dgm:t>
        <a:bodyPr/>
        <a:lstStyle/>
        <a:p>
          <a:r>
            <a:rPr lang="en-IN" sz="2400" b="0" i="0" dirty="0">
              <a:effectLst/>
              <a:latin typeface="Bahnschrift" panose="020B0502040204020203" pitchFamily="34" charset="0"/>
            </a:rPr>
            <a:t>Splunk Enterprise </a:t>
          </a:r>
          <a:endParaRPr lang="en-US" sz="2400" b="0" dirty="0">
            <a:latin typeface="Bahnschrift" panose="020B0502040204020203" pitchFamily="34" charset="0"/>
          </a:endParaRPr>
        </a:p>
      </dgm:t>
    </dgm:pt>
    <dgm:pt modelId="{3A0BE41E-07AF-4E22-9793-83086FC98B3B}" type="parTrans" cxnId="{AD8D43FE-6270-4020-8D25-4EF224567CDA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F0EC19C9-CC48-4D88-8317-B4BE522106BD}" type="sibTrans" cxnId="{AD8D43FE-6270-4020-8D25-4EF224567CDA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95E618BD-3217-43C6-84F6-08C4D7B4B440}">
      <dgm:prSet custT="1"/>
      <dgm:spPr/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Splunk Cloud</a:t>
          </a:r>
          <a:endParaRPr lang="en-US" sz="2400" b="0" i="0" dirty="0">
            <a:effectLst/>
            <a:latin typeface="Bahnschrift" panose="020B0502040204020203" pitchFamily="34" charset="0"/>
          </a:endParaRPr>
        </a:p>
      </dgm:t>
    </dgm:pt>
    <dgm:pt modelId="{C0B7BF2E-874A-4AED-B271-11B3F5B23A88}" type="parTrans" cxnId="{3BA87E04-3FA7-4B07-B2DF-7B2890AF17C3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64FA3EB8-72A9-4C4F-9F33-E29DB78C1E6A}" type="sibTrans" cxnId="{3BA87E04-3FA7-4B07-B2DF-7B2890AF17C3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86F52881-34A0-4F38-8731-7B0EE812CC42}">
      <dgm:prSet custT="1"/>
      <dgm:spPr/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Splunk Light </a:t>
          </a:r>
          <a:endParaRPr lang="en-IN" sz="2400" b="0" dirty="0">
            <a:latin typeface="Bahnschrift" panose="020B0502040204020203" pitchFamily="34" charset="0"/>
          </a:endParaRPr>
        </a:p>
      </dgm:t>
    </dgm:pt>
    <dgm:pt modelId="{BCB1BD73-1047-4DDA-A5F2-671534C6662B}" type="parTrans" cxnId="{858CDA5C-AC34-45B7-AFE8-347E93E7FDE9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1EBC2FC1-AF0E-445B-A8CA-D613ABC22E7A}" type="sibTrans" cxnId="{858CDA5C-AC34-45B7-AFE8-347E93E7FDE9}">
      <dgm:prSet/>
      <dgm:spPr/>
      <dgm:t>
        <a:bodyPr/>
        <a:lstStyle/>
        <a:p>
          <a:endParaRPr lang="en-IN" b="0">
            <a:latin typeface="Bahnschrift" panose="020B0502040204020203" pitchFamily="34" charset="0"/>
          </a:endParaRPr>
        </a:p>
      </dgm:t>
    </dgm:pt>
    <dgm:pt modelId="{5F33D01F-9B40-4F88-9107-59EFF21BFA09}" type="pres">
      <dgm:prSet presAssocID="{8B4CF678-2EA1-4FA1-BCFA-631AFF7464A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816BBF0-7788-45F0-9063-3D8B6EDD889B}" type="pres">
      <dgm:prSet presAssocID="{9AF5EA31-742E-44BE-BBF7-6ADD148C74B2}" presName="root1" presStyleCnt="0"/>
      <dgm:spPr/>
    </dgm:pt>
    <dgm:pt modelId="{F43DFE09-63F6-42FC-873B-114D9E9AC4DD}" type="pres">
      <dgm:prSet presAssocID="{9AF5EA31-742E-44BE-BBF7-6ADD148C74B2}" presName="LevelOneTextNode" presStyleLbl="node0" presStyleIdx="0" presStyleCnt="1">
        <dgm:presLayoutVars>
          <dgm:chPref val="3"/>
        </dgm:presLayoutVars>
      </dgm:prSet>
      <dgm:spPr/>
    </dgm:pt>
    <dgm:pt modelId="{6899F046-C1F8-4AFB-BB38-30C35C76F0AC}" type="pres">
      <dgm:prSet presAssocID="{9AF5EA31-742E-44BE-BBF7-6ADD148C74B2}" presName="level2hierChild" presStyleCnt="0"/>
      <dgm:spPr/>
    </dgm:pt>
    <dgm:pt modelId="{BF93A798-778E-41BE-9B63-D7F9E4A8804B}" type="pres">
      <dgm:prSet presAssocID="{3A0BE41E-07AF-4E22-9793-83086FC98B3B}" presName="conn2-1" presStyleLbl="parChTrans1D2" presStyleIdx="0" presStyleCnt="3"/>
      <dgm:spPr/>
    </dgm:pt>
    <dgm:pt modelId="{969F5733-C45F-4FBF-826E-A3CDB56D86A7}" type="pres">
      <dgm:prSet presAssocID="{3A0BE41E-07AF-4E22-9793-83086FC98B3B}" presName="connTx" presStyleLbl="parChTrans1D2" presStyleIdx="0" presStyleCnt="3"/>
      <dgm:spPr/>
    </dgm:pt>
    <dgm:pt modelId="{17235FD5-D707-4162-8696-860080B87E08}" type="pres">
      <dgm:prSet presAssocID="{CB3B9312-38CE-4573-B78C-F8A89DF34EBF}" presName="root2" presStyleCnt="0"/>
      <dgm:spPr/>
    </dgm:pt>
    <dgm:pt modelId="{1C13F1A0-1AA7-4F31-8848-3E63F959B20F}" type="pres">
      <dgm:prSet presAssocID="{CB3B9312-38CE-4573-B78C-F8A89DF34EBF}" presName="LevelTwoTextNode" presStyleLbl="node2" presStyleIdx="0" presStyleCnt="3">
        <dgm:presLayoutVars>
          <dgm:chPref val="3"/>
        </dgm:presLayoutVars>
      </dgm:prSet>
      <dgm:spPr/>
    </dgm:pt>
    <dgm:pt modelId="{CE31C2F3-A3AD-4927-8596-C432E29B39DA}" type="pres">
      <dgm:prSet presAssocID="{CB3B9312-38CE-4573-B78C-F8A89DF34EBF}" presName="level3hierChild" presStyleCnt="0"/>
      <dgm:spPr/>
    </dgm:pt>
    <dgm:pt modelId="{B3C0BECB-E66B-4E55-BBC6-81FC3BEC679A}" type="pres">
      <dgm:prSet presAssocID="{C0B7BF2E-874A-4AED-B271-11B3F5B23A88}" presName="conn2-1" presStyleLbl="parChTrans1D2" presStyleIdx="1" presStyleCnt="3"/>
      <dgm:spPr/>
    </dgm:pt>
    <dgm:pt modelId="{303B5BEE-F56C-4337-81C3-EF2997AAD88A}" type="pres">
      <dgm:prSet presAssocID="{C0B7BF2E-874A-4AED-B271-11B3F5B23A88}" presName="connTx" presStyleLbl="parChTrans1D2" presStyleIdx="1" presStyleCnt="3"/>
      <dgm:spPr/>
    </dgm:pt>
    <dgm:pt modelId="{EC46518E-483C-4C65-B190-DAA26F99C691}" type="pres">
      <dgm:prSet presAssocID="{95E618BD-3217-43C6-84F6-08C4D7B4B440}" presName="root2" presStyleCnt="0"/>
      <dgm:spPr/>
    </dgm:pt>
    <dgm:pt modelId="{31F7289D-83D5-40E6-9BC0-D399133C98D2}" type="pres">
      <dgm:prSet presAssocID="{95E618BD-3217-43C6-84F6-08C4D7B4B440}" presName="LevelTwoTextNode" presStyleLbl="node2" presStyleIdx="1" presStyleCnt="3">
        <dgm:presLayoutVars>
          <dgm:chPref val="3"/>
        </dgm:presLayoutVars>
      </dgm:prSet>
      <dgm:spPr/>
    </dgm:pt>
    <dgm:pt modelId="{A96F12C5-2923-4D8B-9C14-34ADBAE4217F}" type="pres">
      <dgm:prSet presAssocID="{95E618BD-3217-43C6-84F6-08C4D7B4B440}" presName="level3hierChild" presStyleCnt="0"/>
      <dgm:spPr/>
    </dgm:pt>
    <dgm:pt modelId="{A115BE43-15E6-468B-9805-ECC8A201221E}" type="pres">
      <dgm:prSet presAssocID="{BCB1BD73-1047-4DDA-A5F2-671534C6662B}" presName="conn2-1" presStyleLbl="parChTrans1D2" presStyleIdx="2" presStyleCnt="3"/>
      <dgm:spPr/>
    </dgm:pt>
    <dgm:pt modelId="{BC472073-D8F2-43BF-99E7-0C1380BA35AB}" type="pres">
      <dgm:prSet presAssocID="{BCB1BD73-1047-4DDA-A5F2-671534C6662B}" presName="connTx" presStyleLbl="parChTrans1D2" presStyleIdx="2" presStyleCnt="3"/>
      <dgm:spPr/>
    </dgm:pt>
    <dgm:pt modelId="{093F58C0-6C8C-4B73-93F2-677E88B1FFA1}" type="pres">
      <dgm:prSet presAssocID="{86F52881-34A0-4F38-8731-7B0EE812CC42}" presName="root2" presStyleCnt="0"/>
      <dgm:spPr/>
    </dgm:pt>
    <dgm:pt modelId="{A8FA3A59-6FF5-4BAB-8929-FDDD55FF94E1}" type="pres">
      <dgm:prSet presAssocID="{86F52881-34A0-4F38-8731-7B0EE812CC42}" presName="LevelTwoTextNode" presStyleLbl="node2" presStyleIdx="2" presStyleCnt="3">
        <dgm:presLayoutVars>
          <dgm:chPref val="3"/>
        </dgm:presLayoutVars>
      </dgm:prSet>
      <dgm:spPr/>
    </dgm:pt>
    <dgm:pt modelId="{0EF12310-AC34-4324-A255-4BEA27239521}" type="pres">
      <dgm:prSet presAssocID="{86F52881-34A0-4F38-8731-7B0EE812CC42}" presName="level3hierChild" presStyleCnt="0"/>
      <dgm:spPr/>
    </dgm:pt>
  </dgm:ptLst>
  <dgm:cxnLst>
    <dgm:cxn modelId="{D959AD01-7EB3-46D2-BEC9-E2F385557C10}" type="presOf" srcId="{86F52881-34A0-4F38-8731-7B0EE812CC42}" destId="{A8FA3A59-6FF5-4BAB-8929-FDDD55FF94E1}" srcOrd="0" destOrd="0" presId="urn:microsoft.com/office/officeart/2005/8/layout/hierarchy2"/>
    <dgm:cxn modelId="{3BA87E04-3FA7-4B07-B2DF-7B2890AF17C3}" srcId="{9AF5EA31-742E-44BE-BBF7-6ADD148C74B2}" destId="{95E618BD-3217-43C6-84F6-08C4D7B4B440}" srcOrd="1" destOrd="0" parTransId="{C0B7BF2E-874A-4AED-B271-11B3F5B23A88}" sibTransId="{64FA3EB8-72A9-4C4F-9F33-E29DB78C1E6A}"/>
    <dgm:cxn modelId="{54E01E14-5C50-4BD2-B1D8-0E0619592046}" type="presOf" srcId="{3A0BE41E-07AF-4E22-9793-83086FC98B3B}" destId="{BF93A798-778E-41BE-9B63-D7F9E4A8804B}" srcOrd="0" destOrd="0" presId="urn:microsoft.com/office/officeart/2005/8/layout/hierarchy2"/>
    <dgm:cxn modelId="{0C347B3D-988E-4498-AD2F-294D13581EFD}" type="presOf" srcId="{BCB1BD73-1047-4DDA-A5F2-671534C6662B}" destId="{BC472073-D8F2-43BF-99E7-0C1380BA35AB}" srcOrd="1" destOrd="0" presId="urn:microsoft.com/office/officeart/2005/8/layout/hierarchy2"/>
    <dgm:cxn modelId="{858CDA5C-AC34-45B7-AFE8-347E93E7FDE9}" srcId="{9AF5EA31-742E-44BE-BBF7-6ADD148C74B2}" destId="{86F52881-34A0-4F38-8731-7B0EE812CC42}" srcOrd="2" destOrd="0" parTransId="{BCB1BD73-1047-4DDA-A5F2-671534C6662B}" sibTransId="{1EBC2FC1-AF0E-445B-A8CA-D613ABC22E7A}"/>
    <dgm:cxn modelId="{89C77143-0CA1-4608-A229-5D989BD561B7}" type="presOf" srcId="{CB3B9312-38CE-4573-B78C-F8A89DF34EBF}" destId="{1C13F1A0-1AA7-4F31-8848-3E63F959B20F}" srcOrd="0" destOrd="0" presId="urn:microsoft.com/office/officeart/2005/8/layout/hierarchy2"/>
    <dgm:cxn modelId="{1EE9E843-0750-4A7A-9DAD-52621C9BBD56}" type="presOf" srcId="{95E618BD-3217-43C6-84F6-08C4D7B4B440}" destId="{31F7289D-83D5-40E6-9BC0-D399133C98D2}" srcOrd="0" destOrd="0" presId="urn:microsoft.com/office/officeart/2005/8/layout/hierarchy2"/>
    <dgm:cxn modelId="{06CC3873-F1BD-43CB-BD41-40EE83C5CBDC}" srcId="{8B4CF678-2EA1-4FA1-BCFA-631AFF7464A4}" destId="{9AF5EA31-742E-44BE-BBF7-6ADD148C74B2}" srcOrd="0" destOrd="0" parTransId="{D12A997A-4EB7-4ED6-9269-920BE550BAC5}" sibTransId="{9BEAA3B6-AA7E-42F2-84D6-23147CA8FB66}"/>
    <dgm:cxn modelId="{22A06894-5F8D-454C-BF74-9252AC462ABD}" type="presOf" srcId="{9AF5EA31-742E-44BE-BBF7-6ADD148C74B2}" destId="{F43DFE09-63F6-42FC-873B-114D9E9AC4DD}" srcOrd="0" destOrd="0" presId="urn:microsoft.com/office/officeart/2005/8/layout/hierarchy2"/>
    <dgm:cxn modelId="{5F030B96-1EED-49A0-9140-71A0467FD8C0}" type="presOf" srcId="{BCB1BD73-1047-4DDA-A5F2-671534C6662B}" destId="{A115BE43-15E6-468B-9805-ECC8A201221E}" srcOrd="0" destOrd="0" presId="urn:microsoft.com/office/officeart/2005/8/layout/hierarchy2"/>
    <dgm:cxn modelId="{7CE6CAA5-1485-4940-A18A-63F1D23710C5}" type="presOf" srcId="{3A0BE41E-07AF-4E22-9793-83086FC98B3B}" destId="{969F5733-C45F-4FBF-826E-A3CDB56D86A7}" srcOrd="1" destOrd="0" presId="urn:microsoft.com/office/officeart/2005/8/layout/hierarchy2"/>
    <dgm:cxn modelId="{FA0985B5-AF5D-44FF-ABD0-6B7A30DC436D}" type="presOf" srcId="{C0B7BF2E-874A-4AED-B271-11B3F5B23A88}" destId="{303B5BEE-F56C-4337-81C3-EF2997AAD88A}" srcOrd="1" destOrd="0" presId="urn:microsoft.com/office/officeart/2005/8/layout/hierarchy2"/>
    <dgm:cxn modelId="{3491C0E3-E210-4A35-A7DB-BF9F696486A5}" type="presOf" srcId="{8B4CF678-2EA1-4FA1-BCFA-631AFF7464A4}" destId="{5F33D01F-9B40-4F88-9107-59EFF21BFA09}" srcOrd="0" destOrd="0" presId="urn:microsoft.com/office/officeart/2005/8/layout/hierarchy2"/>
    <dgm:cxn modelId="{9B385DFB-C529-43AD-A935-5D01AAB4BABF}" type="presOf" srcId="{C0B7BF2E-874A-4AED-B271-11B3F5B23A88}" destId="{B3C0BECB-E66B-4E55-BBC6-81FC3BEC679A}" srcOrd="0" destOrd="0" presId="urn:microsoft.com/office/officeart/2005/8/layout/hierarchy2"/>
    <dgm:cxn modelId="{AD8D43FE-6270-4020-8D25-4EF224567CDA}" srcId="{9AF5EA31-742E-44BE-BBF7-6ADD148C74B2}" destId="{CB3B9312-38CE-4573-B78C-F8A89DF34EBF}" srcOrd="0" destOrd="0" parTransId="{3A0BE41E-07AF-4E22-9793-83086FC98B3B}" sibTransId="{F0EC19C9-CC48-4D88-8317-B4BE522106BD}"/>
    <dgm:cxn modelId="{92E26911-3CE7-4A97-9882-68E6276E685F}" type="presParOf" srcId="{5F33D01F-9B40-4F88-9107-59EFF21BFA09}" destId="{1816BBF0-7788-45F0-9063-3D8B6EDD889B}" srcOrd="0" destOrd="0" presId="urn:microsoft.com/office/officeart/2005/8/layout/hierarchy2"/>
    <dgm:cxn modelId="{421D2FBA-C6F1-495F-962F-8F073410E557}" type="presParOf" srcId="{1816BBF0-7788-45F0-9063-3D8B6EDD889B}" destId="{F43DFE09-63F6-42FC-873B-114D9E9AC4DD}" srcOrd="0" destOrd="0" presId="urn:microsoft.com/office/officeart/2005/8/layout/hierarchy2"/>
    <dgm:cxn modelId="{15F23F56-87E4-4A55-8F89-537AEB1DD8C9}" type="presParOf" srcId="{1816BBF0-7788-45F0-9063-3D8B6EDD889B}" destId="{6899F046-C1F8-4AFB-BB38-30C35C76F0AC}" srcOrd="1" destOrd="0" presId="urn:microsoft.com/office/officeart/2005/8/layout/hierarchy2"/>
    <dgm:cxn modelId="{D32D1AF3-6B3A-4037-8B8C-85BC33B156AB}" type="presParOf" srcId="{6899F046-C1F8-4AFB-BB38-30C35C76F0AC}" destId="{BF93A798-778E-41BE-9B63-D7F9E4A8804B}" srcOrd="0" destOrd="0" presId="urn:microsoft.com/office/officeart/2005/8/layout/hierarchy2"/>
    <dgm:cxn modelId="{217F4292-0EA8-451A-8D2D-86807496162F}" type="presParOf" srcId="{BF93A798-778E-41BE-9B63-D7F9E4A8804B}" destId="{969F5733-C45F-4FBF-826E-A3CDB56D86A7}" srcOrd="0" destOrd="0" presId="urn:microsoft.com/office/officeart/2005/8/layout/hierarchy2"/>
    <dgm:cxn modelId="{D74286C9-9EB0-4B5E-A5AC-3A5FE50C4E73}" type="presParOf" srcId="{6899F046-C1F8-4AFB-BB38-30C35C76F0AC}" destId="{17235FD5-D707-4162-8696-860080B87E08}" srcOrd="1" destOrd="0" presId="urn:microsoft.com/office/officeart/2005/8/layout/hierarchy2"/>
    <dgm:cxn modelId="{28869D4F-C088-4E4F-B129-648828C51354}" type="presParOf" srcId="{17235FD5-D707-4162-8696-860080B87E08}" destId="{1C13F1A0-1AA7-4F31-8848-3E63F959B20F}" srcOrd="0" destOrd="0" presId="urn:microsoft.com/office/officeart/2005/8/layout/hierarchy2"/>
    <dgm:cxn modelId="{21DFE7AE-9F2D-4A88-8A24-2305A98B537B}" type="presParOf" srcId="{17235FD5-D707-4162-8696-860080B87E08}" destId="{CE31C2F3-A3AD-4927-8596-C432E29B39DA}" srcOrd="1" destOrd="0" presId="urn:microsoft.com/office/officeart/2005/8/layout/hierarchy2"/>
    <dgm:cxn modelId="{731C4A91-04F9-4CD3-BC89-E4B13FE6AF79}" type="presParOf" srcId="{6899F046-C1F8-4AFB-BB38-30C35C76F0AC}" destId="{B3C0BECB-E66B-4E55-BBC6-81FC3BEC679A}" srcOrd="2" destOrd="0" presId="urn:microsoft.com/office/officeart/2005/8/layout/hierarchy2"/>
    <dgm:cxn modelId="{CBE81C9A-5928-475B-A3B8-19A562C38324}" type="presParOf" srcId="{B3C0BECB-E66B-4E55-BBC6-81FC3BEC679A}" destId="{303B5BEE-F56C-4337-81C3-EF2997AAD88A}" srcOrd="0" destOrd="0" presId="urn:microsoft.com/office/officeart/2005/8/layout/hierarchy2"/>
    <dgm:cxn modelId="{A62E5BB6-FA46-454A-9C77-21FBDC28B691}" type="presParOf" srcId="{6899F046-C1F8-4AFB-BB38-30C35C76F0AC}" destId="{EC46518E-483C-4C65-B190-DAA26F99C691}" srcOrd="3" destOrd="0" presId="urn:microsoft.com/office/officeart/2005/8/layout/hierarchy2"/>
    <dgm:cxn modelId="{AE9D586C-F3B3-4B12-A575-ADCDE1C0FBEA}" type="presParOf" srcId="{EC46518E-483C-4C65-B190-DAA26F99C691}" destId="{31F7289D-83D5-40E6-9BC0-D399133C98D2}" srcOrd="0" destOrd="0" presId="urn:microsoft.com/office/officeart/2005/8/layout/hierarchy2"/>
    <dgm:cxn modelId="{41B96121-675C-480E-BC15-E33AEA7AFD11}" type="presParOf" srcId="{EC46518E-483C-4C65-B190-DAA26F99C691}" destId="{A96F12C5-2923-4D8B-9C14-34ADBAE4217F}" srcOrd="1" destOrd="0" presId="urn:microsoft.com/office/officeart/2005/8/layout/hierarchy2"/>
    <dgm:cxn modelId="{DC4919F8-CC9E-4DE4-8EF8-FF4ACB8672FD}" type="presParOf" srcId="{6899F046-C1F8-4AFB-BB38-30C35C76F0AC}" destId="{A115BE43-15E6-468B-9805-ECC8A201221E}" srcOrd="4" destOrd="0" presId="urn:microsoft.com/office/officeart/2005/8/layout/hierarchy2"/>
    <dgm:cxn modelId="{79102118-40B8-4384-8E75-76797483080A}" type="presParOf" srcId="{A115BE43-15E6-468B-9805-ECC8A201221E}" destId="{BC472073-D8F2-43BF-99E7-0C1380BA35AB}" srcOrd="0" destOrd="0" presId="urn:microsoft.com/office/officeart/2005/8/layout/hierarchy2"/>
    <dgm:cxn modelId="{3DA69EA2-0CF1-4C1F-B484-81FF673C202B}" type="presParOf" srcId="{6899F046-C1F8-4AFB-BB38-30C35C76F0AC}" destId="{093F58C0-6C8C-4B73-93F2-677E88B1FFA1}" srcOrd="5" destOrd="0" presId="urn:microsoft.com/office/officeart/2005/8/layout/hierarchy2"/>
    <dgm:cxn modelId="{98EE826B-FF96-468C-8E27-16628C602C75}" type="presParOf" srcId="{093F58C0-6C8C-4B73-93F2-677E88B1FFA1}" destId="{A8FA3A59-6FF5-4BAB-8929-FDDD55FF94E1}" srcOrd="0" destOrd="0" presId="urn:microsoft.com/office/officeart/2005/8/layout/hierarchy2"/>
    <dgm:cxn modelId="{1C18A1FD-4355-443A-8F39-DA39A61ABCFD}" type="presParOf" srcId="{093F58C0-6C8C-4B73-93F2-677E88B1FFA1}" destId="{0EF12310-AC34-4324-A255-4BEA2723952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641C81-1126-421F-BF68-BC1ECA8BCE0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IN"/>
        </a:p>
      </dgm:t>
    </dgm:pt>
    <dgm:pt modelId="{EBE08F78-D35D-4601-9BF4-CD0F69CE03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b="0" i="0" dirty="0">
              <a:effectLst/>
              <a:latin typeface="Bahnschrift" panose="020B0502040204020203" pitchFamily="34" charset="0"/>
            </a:rPr>
            <a:t>Data Ingestion</a:t>
          </a:r>
        </a:p>
      </dgm:t>
    </dgm:pt>
    <dgm:pt modelId="{A779F3D4-384E-4429-9AC9-29BEF79F1400}" type="parTrans" cxnId="{A6126333-6F44-4242-80F3-A974B93CECFE}">
      <dgm:prSet/>
      <dgm:spPr/>
      <dgm:t>
        <a:bodyPr/>
        <a:lstStyle/>
        <a:p>
          <a:endParaRPr lang="en-IN"/>
        </a:p>
      </dgm:t>
    </dgm:pt>
    <dgm:pt modelId="{558BFF4B-FE27-4383-967B-17C2782AD9D6}" type="sibTrans" cxnId="{A6126333-6F44-4242-80F3-A974B93CECFE}">
      <dgm:prSet/>
      <dgm:spPr/>
      <dgm:t>
        <a:bodyPr/>
        <a:lstStyle/>
        <a:p>
          <a:endParaRPr lang="en-IN"/>
        </a:p>
      </dgm:t>
    </dgm:pt>
    <dgm:pt modelId="{5575236C-B6A3-4FE0-9C25-CA5CA63EC09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b="0" i="0" dirty="0">
              <a:effectLst/>
              <a:latin typeface="Bahnschrift" panose="020B0502040204020203" pitchFamily="34" charset="0"/>
            </a:rPr>
            <a:t>Data Indexing</a:t>
          </a:r>
        </a:p>
      </dgm:t>
    </dgm:pt>
    <dgm:pt modelId="{7D208729-420B-4408-A8A9-01037CFD2C75}" type="parTrans" cxnId="{7CBA01B9-FC49-4783-978C-E5FA0238AFF6}">
      <dgm:prSet/>
      <dgm:spPr/>
      <dgm:t>
        <a:bodyPr/>
        <a:lstStyle/>
        <a:p>
          <a:endParaRPr lang="en-IN"/>
        </a:p>
      </dgm:t>
    </dgm:pt>
    <dgm:pt modelId="{44B649A8-8641-4A57-B5B8-69F01ABA1938}" type="sibTrans" cxnId="{7CBA01B9-FC49-4783-978C-E5FA0238AFF6}">
      <dgm:prSet/>
      <dgm:spPr/>
      <dgm:t>
        <a:bodyPr/>
        <a:lstStyle/>
        <a:p>
          <a:endParaRPr lang="en-IN"/>
        </a:p>
      </dgm:t>
    </dgm:pt>
    <dgm:pt modelId="{32EC0903-B3AE-4561-B808-F2C2BFF5507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b="0" i="0" dirty="0">
              <a:effectLst/>
              <a:latin typeface="Bahnschrift" panose="020B0502040204020203" pitchFamily="34" charset="0"/>
            </a:rPr>
            <a:t>Data Searching</a:t>
          </a:r>
        </a:p>
      </dgm:t>
    </dgm:pt>
    <dgm:pt modelId="{5B7DBA03-81CF-41D4-85BC-16F2FA678838}" type="parTrans" cxnId="{CD9EA171-B643-4271-892D-0900817C0A3B}">
      <dgm:prSet/>
      <dgm:spPr/>
      <dgm:t>
        <a:bodyPr/>
        <a:lstStyle/>
        <a:p>
          <a:endParaRPr lang="en-IN"/>
        </a:p>
      </dgm:t>
    </dgm:pt>
    <dgm:pt modelId="{6A4960D0-CE29-452A-AA07-3CEDE5B7EE35}" type="sibTrans" cxnId="{CD9EA171-B643-4271-892D-0900817C0A3B}">
      <dgm:prSet/>
      <dgm:spPr/>
      <dgm:t>
        <a:bodyPr/>
        <a:lstStyle/>
        <a:p>
          <a:endParaRPr lang="en-IN"/>
        </a:p>
      </dgm:t>
    </dgm:pt>
    <dgm:pt modelId="{85D76452-1FF1-4758-82D5-16DADA94DF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b="0" i="0" dirty="0">
              <a:effectLst/>
              <a:latin typeface="Bahnschrift" panose="020B0502040204020203" pitchFamily="34" charset="0"/>
            </a:rPr>
            <a:t>Using Alerts</a:t>
          </a:r>
        </a:p>
      </dgm:t>
    </dgm:pt>
    <dgm:pt modelId="{D89A87A0-E045-44EC-B289-5A2B4664F061}" type="parTrans" cxnId="{8319E814-4AEF-46B5-ABC5-82AEB6CB8C33}">
      <dgm:prSet/>
      <dgm:spPr/>
      <dgm:t>
        <a:bodyPr/>
        <a:lstStyle/>
        <a:p>
          <a:endParaRPr lang="en-IN"/>
        </a:p>
      </dgm:t>
    </dgm:pt>
    <dgm:pt modelId="{62AC236F-69D3-46E8-A542-2C79870D7959}" type="sibTrans" cxnId="{8319E814-4AEF-46B5-ABC5-82AEB6CB8C33}">
      <dgm:prSet/>
      <dgm:spPr/>
      <dgm:t>
        <a:bodyPr/>
        <a:lstStyle/>
        <a:p>
          <a:endParaRPr lang="en-IN"/>
        </a:p>
      </dgm:t>
    </dgm:pt>
    <dgm:pt modelId="{0698B695-1BD8-4343-9352-3153865648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b="0" i="0" dirty="0">
              <a:effectLst/>
              <a:latin typeface="Bahnschrift" panose="020B0502040204020203" pitchFamily="34" charset="0"/>
            </a:rPr>
            <a:t>Dashboards</a:t>
          </a:r>
        </a:p>
      </dgm:t>
    </dgm:pt>
    <dgm:pt modelId="{4F2F45C5-6B97-4496-86DD-8FF8B530D3BD}" type="parTrans" cxnId="{12435D2D-EDCC-4174-8C82-BD2904C67379}">
      <dgm:prSet/>
      <dgm:spPr/>
      <dgm:t>
        <a:bodyPr/>
        <a:lstStyle/>
        <a:p>
          <a:endParaRPr lang="en-IN"/>
        </a:p>
      </dgm:t>
    </dgm:pt>
    <dgm:pt modelId="{C31F6A68-0F02-4D8F-8F5F-9997564EA503}" type="sibTrans" cxnId="{12435D2D-EDCC-4174-8C82-BD2904C67379}">
      <dgm:prSet/>
      <dgm:spPr/>
      <dgm:t>
        <a:bodyPr/>
        <a:lstStyle/>
        <a:p>
          <a:endParaRPr lang="en-IN"/>
        </a:p>
      </dgm:t>
    </dgm:pt>
    <dgm:pt modelId="{486226A1-05AB-41A6-B8A3-C8117E96E7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2400" b="0" i="0" dirty="0">
              <a:effectLst/>
              <a:latin typeface="Bahnschrift" panose="020B0502040204020203" pitchFamily="34" charset="0"/>
            </a:rPr>
            <a:t>Data Model</a:t>
          </a:r>
        </a:p>
      </dgm:t>
    </dgm:pt>
    <dgm:pt modelId="{27888F12-9081-4280-B893-7BAE33723B1C}" type="parTrans" cxnId="{6F8C2F91-6672-479E-932E-3506D6D4E57C}">
      <dgm:prSet/>
      <dgm:spPr/>
      <dgm:t>
        <a:bodyPr/>
        <a:lstStyle/>
        <a:p>
          <a:endParaRPr lang="en-IN"/>
        </a:p>
      </dgm:t>
    </dgm:pt>
    <dgm:pt modelId="{C78F61FE-89B7-4CC5-AC52-2D8C91A2746D}" type="sibTrans" cxnId="{6F8C2F91-6672-479E-932E-3506D6D4E57C}">
      <dgm:prSet/>
      <dgm:spPr/>
      <dgm:t>
        <a:bodyPr/>
        <a:lstStyle/>
        <a:p>
          <a:endParaRPr lang="en-IN"/>
        </a:p>
      </dgm:t>
    </dgm:pt>
    <dgm:pt modelId="{CBB4854B-2AA4-41D7-8169-B2EED6981767}" type="pres">
      <dgm:prSet presAssocID="{5A641C81-1126-421F-BF68-BC1ECA8BCE0A}" presName="root" presStyleCnt="0">
        <dgm:presLayoutVars>
          <dgm:dir/>
          <dgm:resizeHandles val="exact"/>
        </dgm:presLayoutVars>
      </dgm:prSet>
      <dgm:spPr/>
    </dgm:pt>
    <dgm:pt modelId="{7FB2B15C-A851-4828-9CD9-91019750777F}" type="pres">
      <dgm:prSet presAssocID="{EBE08F78-D35D-4601-9BF4-CD0F69CE0348}" presName="compNode" presStyleCnt="0"/>
      <dgm:spPr/>
    </dgm:pt>
    <dgm:pt modelId="{77A0849B-72E5-4E70-84E5-2E6D875B4DFA}" type="pres">
      <dgm:prSet presAssocID="{EBE08F78-D35D-4601-9BF4-CD0F69CE034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4B0DB17-277D-4E78-8524-305CBAF4DCD2}" type="pres">
      <dgm:prSet presAssocID="{EBE08F78-D35D-4601-9BF4-CD0F69CE0348}" presName="spaceRect" presStyleCnt="0"/>
      <dgm:spPr/>
    </dgm:pt>
    <dgm:pt modelId="{27532842-F0CD-4669-BD7C-3F2D1B3E1607}" type="pres">
      <dgm:prSet presAssocID="{EBE08F78-D35D-4601-9BF4-CD0F69CE0348}" presName="textRect" presStyleLbl="revTx" presStyleIdx="0" presStyleCnt="6">
        <dgm:presLayoutVars>
          <dgm:chMax val="1"/>
          <dgm:chPref val="1"/>
        </dgm:presLayoutVars>
      </dgm:prSet>
      <dgm:spPr/>
    </dgm:pt>
    <dgm:pt modelId="{39C83D38-14CB-453A-B912-E872A049378D}" type="pres">
      <dgm:prSet presAssocID="{558BFF4B-FE27-4383-967B-17C2782AD9D6}" presName="sibTrans" presStyleCnt="0"/>
      <dgm:spPr/>
    </dgm:pt>
    <dgm:pt modelId="{12F5C645-127C-4B6C-A8AD-F7BF3A081372}" type="pres">
      <dgm:prSet presAssocID="{5575236C-B6A3-4FE0-9C25-CA5CA63EC091}" presName="compNode" presStyleCnt="0"/>
      <dgm:spPr/>
    </dgm:pt>
    <dgm:pt modelId="{D5F2BE0D-1EDD-4075-B118-D9A68DBD352A}" type="pres">
      <dgm:prSet presAssocID="{5575236C-B6A3-4FE0-9C25-CA5CA63EC09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E1FE234-A9FD-46F6-AAFD-5A3846482648}" type="pres">
      <dgm:prSet presAssocID="{5575236C-B6A3-4FE0-9C25-CA5CA63EC091}" presName="spaceRect" presStyleCnt="0"/>
      <dgm:spPr/>
    </dgm:pt>
    <dgm:pt modelId="{A221F191-7049-4ABC-B8CF-37A3B0819B14}" type="pres">
      <dgm:prSet presAssocID="{5575236C-B6A3-4FE0-9C25-CA5CA63EC091}" presName="textRect" presStyleLbl="revTx" presStyleIdx="1" presStyleCnt="6">
        <dgm:presLayoutVars>
          <dgm:chMax val="1"/>
          <dgm:chPref val="1"/>
        </dgm:presLayoutVars>
      </dgm:prSet>
      <dgm:spPr/>
    </dgm:pt>
    <dgm:pt modelId="{ECB3195B-889D-444B-8D0F-85CF9FA07828}" type="pres">
      <dgm:prSet presAssocID="{44B649A8-8641-4A57-B5B8-69F01ABA1938}" presName="sibTrans" presStyleCnt="0"/>
      <dgm:spPr/>
    </dgm:pt>
    <dgm:pt modelId="{52772A02-8AB4-4263-A5AD-75B44F931399}" type="pres">
      <dgm:prSet presAssocID="{32EC0903-B3AE-4561-B808-F2C2BFF55076}" presName="compNode" presStyleCnt="0"/>
      <dgm:spPr/>
    </dgm:pt>
    <dgm:pt modelId="{7CA77BEA-5D3C-4795-A97F-7B52712C2901}" type="pres">
      <dgm:prSet presAssocID="{32EC0903-B3AE-4561-B808-F2C2BFF5507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DF41C88-3BE9-4E6D-8E4A-52005F27DEC2}" type="pres">
      <dgm:prSet presAssocID="{32EC0903-B3AE-4561-B808-F2C2BFF55076}" presName="spaceRect" presStyleCnt="0"/>
      <dgm:spPr/>
    </dgm:pt>
    <dgm:pt modelId="{A42A73BD-DC24-4D47-8A4C-2A44EC4AFA21}" type="pres">
      <dgm:prSet presAssocID="{32EC0903-B3AE-4561-B808-F2C2BFF55076}" presName="textRect" presStyleLbl="revTx" presStyleIdx="2" presStyleCnt="6">
        <dgm:presLayoutVars>
          <dgm:chMax val="1"/>
          <dgm:chPref val="1"/>
        </dgm:presLayoutVars>
      </dgm:prSet>
      <dgm:spPr/>
    </dgm:pt>
    <dgm:pt modelId="{F57D17F1-377B-4727-B4EE-9297E0AA3657}" type="pres">
      <dgm:prSet presAssocID="{6A4960D0-CE29-452A-AA07-3CEDE5B7EE35}" presName="sibTrans" presStyleCnt="0"/>
      <dgm:spPr/>
    </dgm:pt>
    <dgm:pt modelId="{4AE7E2CC-D9CF-4C38-9B56-CEEB77276AD7}" type="pres">
      <dgm:prSet presAssocID="{85D76452-1FF1-4758-82D5-16DADA94DFB0}" presName="compNode" presStyleCnt="0"/>
      <dgm:spPr/>
    </dgm:pt>
    <dgm:pt modelId="{638C79D5-CA2A-45D0-BA48-3C5650D5ABBC}" type="pres">
      <dgm:prSet presAssocID="{85D76452-1FF1-4758-82D5-16DADA94DFB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C340598-8704-4E82-96F5-70B35B8ECBDE}" type="pres">
      <dgm:prSet presAssocID="{85D76452-1FF1-4758-82D5-16DADA94DFB0}" presName="spaceRect" presStyleCnt="0"/>
      <dgm:spPr/>
    </dgm:pt>
    <dgm:pt modelId="{E76A54A3-A4F5-4408-9E2F-84B09551307B}" type="pres">
      <dgm:prSet presAssocID="{85D76452-1FF1-4758-82D5-16DADA94DFB0}" presName="textRect" presStyleLbl="revTx" presStyleIdx="3" presStyleCnt="6">
        <dgm:presLayoutVars>
          <dgm:chMax val="1"/>
          <dgm:chPref val="1"/>
        </dgm:presLayoutVars>
      </dgm:prSet>
      <dgm:spPr/>
    </dgm:pt>
    <dgm:pt modelId="{AB7D287C-D74D-4586-881B-61DB81E779CF}" type="pres">
      <dgm:prSet presAssocID="{62AC236F-69D3-46E8-A542-2C79870D7959}" presName="sibTrans" presStyleCnt="0"/>
      <dgm:spPr/>
    </dgm:pt>
    <dgm:pt modelId="{FE602C0F-F10E-4355-9277-95C4DE4E44E1}" type="pres">
      <dgm:prSet presAssocID="{0698B695-1BD8-4343-9352-31538656480E}" presName="compNode" presStyleCnt="0"/>
      <dgm:spPr/>
    </dgm:pt>
    <dgm:pt modelId="{27A2C93F-89B6-4604-87F6-E6B4211ACC7C}" type="pres">
      <dgm:prSet presAssocID="{0698B695-1BD8-4343-9352-31538656480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2E6D7E9-F34A-4EDA-AEEE-62F655CA483E}" type="pres">
      <dgm:prSet presAssocID="{0698B695-1BD8-4343-9352-31538656480E}" presName="spaceRect" presStyleCnt="0"/>
      <dgm:spPr/>
    </dgm:pt>
    <dgm:pt modelId="{9695F85F-3AC6-427A-A9CE-D0387ED97DA6}" type="pres">
      <dgm:prSet presAssocID="{0698B695-1BD8-4343-9352-31538656480E}" presName="textRect" presStyleLbl="revTx" presStyleIdx="4" presStyleCnt="6" custScaleX="106362">
        <dgm:presLayoutVars>
          <dgm:chMax val="1"/>
          <dgm:chPref val="1"/>
        </dgm:presLayoutVars>
      </dgm:prSet>
      <dgm:spPr/>
    </dgm:pt>
    <dgm:pt modelId="{F7AB9876-2DBC-403E-A9A4-6DCB36503879}" type="pres">
      <dgm:prSet presAssocID="{C31F6A68-0F02-4D8F-8F5F-9997564EA503}" presName="sibTrans" presStyleCnt="0"/>
      <dgm:spPr/>
    </dgm:pt>
    <dgm:pt modelId="{3FC8FFC9-A45A-477A-B989-7653BE78F597}" type="pres">
      <dgm:prSet presAssocID="{486226A1-05AB-41A6-B8A3-C8117E96E710}" presName="compNode" presStyleCnt="0"/>
      <dgm:spPr/>
    </dgm:pt>
    <dgm:pt modelId="{718CD594-E760-4FEF-9145-F7E38C71C464}" type="pres">
      <dgm:prSet presAssocID="{486226A1-05AB-41A6-B8A3-C8117E96E71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72E0C58-5AC5-4C88-B3C7-21448C168E88}" type="pres">
      <dgm:prSet presAssocID="{486226A1-05AB-41A6-B8A3-C8117E96E710}" presName="spaceRect" presStyleCnt="0"/>
      <dgm:spPr/>
    </dgm:pt>
    <dgm:pt modelId="{2C324B7B-4A74-4F04-B514-81AF0528E300}" type="pres">
      <dgm:prSet presAssocID="{486226A1-05AB-41A6-B8A3-C8117E96E71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6457E07-4144-4F64-8F83-77AA76FB7226}" type="presOf" srcId="{0698B695-1BD8-4343-9352-31538656480E}" destId="{9695F85F-3AC6-427A-A9CE-D0387ED97DA6}" srcOrd="0" destOrd="0" presId="urn:microsoft.com/office/officeart/2018/2/layout/IconLabelList"/>
    <dgm:cxn modelId="{D7FE4908-A00E-4B20-B5E9-4680F6C506E3}" type="presOf" srcId="{EBE08F78-D35D-4601-9BF4-CD0F69CE0348}" destId="{27532842-F0CD-4669-BD7C-3F2D1B3E1607}" srcOrd="0" destOrd="0" presId="urn:microsoft.com/office/officeart/2018/2/layout/IconLabelList"/>
    <dgm:cxn modelId="{8319E814-4AEF-46B5-ABC5-82AEB6CB8C33}" srcId="{5A641C81-1126-421F-BF68-BC1ECA8BCE0A}" destId="{85D76452-1FF1-4758-82D5-16DADA94DFB0}" srcOrd="3" destOrd="0" parTransId="{D89A87A0-E045-44EC-B289-5A2B4664F061}" sibTransId="{62AC236F-69D3-46E8-A542-2C79870D7959}"/>
    <dgm:cxn modelId="{FC35F118-B3D6-4F85-B78D-0A736EBA7FCE}" type="presOf" srcId="{486226A1-05AB-41A6-B8A3-C8117E96E710}" destId="{2C324B7B-4A74-4F04-B514-81AF0528E300}" srcOrd="0" destOrd="0" presId="urn:microsoft.com/office/officeart/2018/2/layout/IconLabelList"/>
    <dgm:cxn modelId="{12435D2D-EDCC-4174-8C82-BD2904C67379}" srcId="{5A641C81-1126-421F-BF68-BC1ECA8BCE0A}" destId="{0698B695-1BD8-4343-9352-31538656480E}" srcOrd="4" destOrd="0" parTransId="{4F2F45C5-6B97-4496-86DD-8FF8B530D3BD}" sibTransId="{C31F6A68-0F02-4D8F-8F5F-9997564EA503}"/>
    <dgm:cxn modelId="{A6126333-6F44-4242-80F3-A974B93CECFE}" srcId="{5A641C81-1126-421F-BF68-BC1ECA8BCE0A}" destId="{EBE08F78-D35D-4601-9BF4-CD0F69CE0348}" srcOrd="0" destOrd="0" parTransId="{A779F3D4-384E-4429-9AC9-29BEF79F1400}" sibTransId="{558BFF4B-FE27-4383-967B-17C2782AD9D6}"/>
    <dgm:cxn modelId="{E562B333-807C-4780-A790-65F4C05D8AB3}" type="presOf" srcId="{5575236C-B6A3-4FE0-9C25-CA5CA63EC091}" destId="{A221F191-7049-4ABC-B8CF-37A3B0819B14}" srcOrd="0" destOrd="0" presId="urn:microsoft.com/office/officeart/2018/2/layout/IconLabelList"/>
    <dgm:cxn modelId="{CD9EA171-B643-4271-892D-0900817C0A3B}" srcId="{5A641C81-1126-421F-BF68-BC1ECA8BCE0A}" destId="{32EC0903-B3AE-4561-B808-F2C2BFF55076}" srcOrd="2" destOrd="0" parTransId="{5B7DBA03-81CF-41D4-85BC-16F2FA678838}" sibTransId="{6A4960D0-CE29-452A-AA07-3CEDE5B7EE35}"/>
    <dgm:cxn modelId="{B860CA8C-BFAC-4680-A567-CA03E172E58A}" type="presOf" srcId="{85D76452-1FF1-4758-82D5-16DADA94DFB0}" destId="{E76A54A3-A4F5-4408-9E2F-84B09551307B}" srcOrd="0" destOrd="0" presId="urn:microsoft.com/office/officeart/2018/2/layout/IconLabelList"/>
    <dgm:cxn modelId="{6F8C2F91-6672-479E-932E-3506D6D4E57C}" srcId="{5A641C81-1126-421F-BF68-BC1ECA8BCE0A}" destId="{486226A1-05AB-41A6-B8A3-C8117E96E710}" srcOrd="5" destOrd="0" parTransId="{27888F12-9081-4280-B893-7BAE33723B1C}" sibTransId="{C78F61FE-89B7-4CC5-AC52-2D8C91A2746D}"/>
    <dgm:cxn modelId="{7CBA01B9-FC49-4783-978C-E5FA0238AFF6}" srcId="{5A641C81-1126-421F-BF68-BC1ECA8BCE0A}" destId="{5575236C-B6A3-4FE0-9C25-CA5CA63EC091}" srcOrd="1" destOrd="0" parTransId="{7D208729-420B-4408-A8A9-01037CFD2C75}" sibTransId="{44B649A8-8641-4A57-B5B8-69F01ABA1938}"/>
    <dgm:cxn modelId="{D17EA1D2-7371-43A4-9DE8-D356CB7E3F95}" type="presOf" srcId="{5A641C81-1126-421F-BF68-BC1ECA8BCE0A}" destId="{CBB4854B-2AA4-41D7-8169-B2EED6981767}" srcOrd="0" destOrd="0" presId="urn:microsoft.com/office/officeart/2018/2/layout/IconLabelList"/>
    <dgm:cxn modelId="{9254DFE3-E5E1-4474-8CAD-FBBAD547C366}" type="presOf" srcId="{32EC0903-B3AE-4561-B808-F2C2BFF55076}" destId="{A42A73BD-DC24-4D47-8A4C-2A44EC4AFA21}" srcOrd="0" destOrd="0" presId="urn:microsoft.com/office/officeart/2018/2/layout/IconLabelList"/>
    <dgm:cxn modelId="{E2F3905F-19F1-44DC-9261-1C539FD742E7}" type="presParOf" srcId="{CBB4854B-2AA4-41D7-8169-B2EED6981767}" destId="{7FB2B15C-A851-4828-9CD9-91019750777F}" srcOrd="0" destOrd="0" presId="urn:microsoft.com/office/officeart/2018/2/layout/IconLabelList"/>
    <dgm:cxn modelId="{39CE371E-2465-4C9D-9D5D-8EFB8EFC0689}" type="presParOf" srcId="{7FB2B15C-A851-4828-9CD9-91019750777F}" destId="{77A0849B-72E5-4E70-84E5-2E6D875B4DFA}" srcOrd="0" destOrd="0" presId="urn:microsoft.com/office/officeart/2018/2/layout/IconLabelList"/>
    <dgm:cxn modelId="{66240370-F6F6-4DDE-8910-06153E8CDE52}" type="presParOf" srcId="{7FB2B15C-A851-4828-9CD9-91019750777F}" destId="{94B0DB17-277D-4E78-8524-305CBAF4DCD2}" srcOrd="1" destOrd="0" presId="urn:microsoft.com/office/officeart/2018/2/layout/IconLabelList"/>
    <dgm:cxn modelId="{4C173615-CB8C-4CBD-A96D-108C3CCDD34B}" type="presParOf" srcId="{7FB2B15C-A851-4828-9CD9-91019750777F}" destId="{27532842-F0CD-4669-BD7C-3F2D1B3E1607}" srcOrd="2" destOrd="0" presId="urn:microsoft.com/office/officeart/2018/2/layout/IconLabelList"/>
    <dgm:cxn modelId="{3A18890F-6483-401E-81E8-673BA247AEBE}" type="presParOf" srcId="{CBB4854B-2AA4-41D7-8169-B2EED6981767}" destId="{39C83D38-14CB-453A-B912-E872A049378D}" srcOrd="1" destOrd="0" presId="urn:microsoft.com/office/officeart/2018/2/layout/IconLabelList"/>
    <dgm:cxn modelId="{5A7B3116-82C4-4C6D-AC39-EEE17B2C48B2}" type="presParOf" srcId="{CBB4854B-2AA4-41D7-8169-B2EED6981767}" destId="{12F5C645-127C-4B6C-A8AD-F7BF3A081372}" srcOrd="2" destOrd="0" presId="urn:microsoft.com/office/officeart/2018/2/layout/IconLabelList"/>
    <dgm:cxn modelId="{D46C36D7-FED1-432A-ADE5-6FFAD0569387}" type="presParOf" srcId="{12F5C645-127C-4B6C-A8AD-F7BF3A081372}" destId="{D5F2BE0D-1EDD-4075-B118-D9A68DBD352A}" srcOrd="0" destOrd="0" presId="urn:microsoft.com/office/officeart/2018/2/layout/IconLabelList"/>
    <dgm:cxn modelId="{38EE3814-2896-4D02-A274-9C48634938F9}" type="presParOf" srcId="{12F5C645-127C-4B6C-A8AD-F7BF3A081372}" destId="{7E1FE234-A9FD-46F6-AAFD-5A3846482648}" srcOrd="1" destOrd="0" presId="urn:microsoft.com/office/officeart/2018/2/layout/IconLabelList"/>
    <dgm:cxn modelId="{AE586994-4E89-4431-8DBF-C26556E7A5D4}" type="presParOf" srcId="{12F5C645-127C-4B6C-A8AD-F7BF3A081372}" destId="{A221F191-7049-4ABC-B8CF-37A3B0819B14}" srcOrd="2" destOrd="0" presId="urn:microsoft.com/office/officeart/2018/2/layout/IconLabelList"/>
    <dgm:cxn modelId="{EEDFBEFB-1763-4F88-A244-C22684BFF81B}" type="presParOf" srcId="{CBB4854B-2AA4-41D7-8169-B2EED6981767}" destId="{ECB3195B-889D-444B-8D0F-85CF9FA07828}" srcOrd="3" destOrd="0" presId="urn:microsoft.com/office/officeart/2018/2/layout/IconLabelList"/>
    <dgm:cxn modelId="{462015B3-ABDA-4FEC-A37C-407C7C542831}" type="presParOf" srcId="{CBB4854B-2AA4-41D7-8169-B2EED6981767}" destId="{52772A02-8AB4-4263-A5AD-75B44F931399}" srcOrd="4" destOrd="0" presId="urn:microsoft.com/office/officeart/2018/2/layout/IconLabelList"/>
    <dgm:cxn modelId="{6493FFEF-377A-4EFB-BBCE-3AC6A60E43B4}" type="presParOf" srcId="{52772A02-8AB4-4263-A5AD-75B44F931399}" destId="{7CA77BEA-5D3C-4795-A97F-7B52712C2901}" srcOrd="0" destOrd="0" presId="urn:microsoft.com/office/officeart/2018/2/layout/IconLabelList"/>
    <dgm:cxn modelId="{A01F2D70-F5BA-4333-8039-4D6F863419D9}" type="presParOf" srcId="{52772A02-8AB4-4263-A5AD-75B44F931399}" destId="{8DF41C88-3BE9-4E6D-8E4A-52005F27DEC2}" srcOrd="1" destOrd="0" presId="urn:microsoft.com/office/officeart/2018/2/layout/IconLabelList"/>
    <dgm:cxn modelId="{3456B1C3-4740-41D4-8654-5492ED097297}" type="presParOf" srcId="{52772A02-8AB4-4263-A5AD-75B44F931399}" destId="{A42A73BD-DC24-4D47-8A4C-2A44EC4AFA21}" srcOrd="2" destOrd="0" presId="urn:microsoft.com/office/officeart/2018/2/layout/IconLabelList"/>
    <dgm:cxn modelId="{0347D4E9-AA6F-4414-AA89-DFC728278DF9}" type="presParOf" srcId="{CBB4854B-2AA4-41D7-8169-B2EED6981767}" destId="{F57D17F1-377B-4727-B4EE-9297E0AA3657}" srcOrd="5" destOrd="0" presId="urn:microsoft.com/office/officeart/2018/2/layout/IconLabelList"/>
    <dgm:cxn modelId="{63E2C935-0B17-4051-801B-9C52B37F193E}" type="presParOf" srcId="{CBB4854B-2AA4-41D7-8169-B2EED6981767}" destId="{4AE7E2CC-D9CF-4C38-9B56-CEEB77276AD7}" srcOrd="6" destOrd="0" presId="urn:microsoft.com/office/officeart/2018/2/layout/IconLabelList"/>
    <dgm:cxn modelId="{4D37FEE0-5294-4049-BACD-311BBE08A772}" type="presParOf" srcId="{4AE7E2CC-D9CF-4C38-9B56-CEEB77276AD7}" destId="{638C79D5-CA2A-45D0-BA48-3C5650D5ABBC}" srcOrd="0" destOrd="0" presId="urn:microsoft.com/office/officeart/2018/2/layout/IconLabelList"/>
    <dgm:cxn modelId="{CAE6DDEA-F1B3-44EC-97BC-3F409F4F88E5}" type="presParOf" srcId="{4AE7E2CC-D9CF-4C38-9B56-CEEB77276AD7}" destId="{5C340598-8704-4E82-96F5-70B35B8ECBDE}" srcOrd="1" destOrd="0" presId="urn:microsoft.com/office/officeart/2018/2/layout/IconLabelList"/>
    <dgm:cxn modelId="{C74D3D17-8324-4A7B-A857-E362DAB09E82}" type="presParOf" srcId="{4AE7E2CC-D9CF-4C38-9B56-CEEB77276AD7}" destId="{E76A54A3-A4F5-4408-9E2F-84B09551307B}" srcOrd="2" destOrd="0" presId="urn:microsoft.com/office/officeart/2018/2/layout/IconLabelList"/>
    <dgm:cxn modelId="{DBC9EFA2-170C-4CB1-973F-02AAB99E4FA5}" type="presParOf" srcId="{CBB4854B-2AA4-41D7-8169-B2EED6981767}" destId="{AB7D287C-D74D-4586-881B-61DB81E779CF}" srcOrd="7" destOrd="0" presId="urn:microsoft.com/office/officeart/2018/2/layout/IconLabelList"/>
    <dgm:cxn modelId="{A880C95D-0A4A-4394-A175-F8AB9B1C8CFD}" type="presParOf" srcId="{CBB4854B-2AA4-41D7-8169-B2EED6981767}" destId="{FE602C0F-F10E-4355-9277-95C4DE4E44E1}" srcOrd="8" destOrd="0" presId="urn:microsoft.com/office/officeart/2018/2/layout/IconLabelList"/>
    <dgm:cxn modelId="{48358CA5-BE90-402C-ABF3-66BBFB727FE5}" type="presParOf" srcId="{FE602C0F-F10E-4355-9277-95C4DE4E44E1}" destId="{27A2C93F-89B6-4604-87F6-E6B4211ACC7C}" srcOrd="0" destOrd="0" presId="urn:microsoft.com/office/officeart/2018/2/layout/IconLabelList"/>
    <dgm:cxn modelId="{611478EE-56CD-452A-94FD-F135C39F4588}" type="presParOf" srcId="{FE602C0F-F10E-4355-9277-95C4DE4E44E1}" destId="{72E6D7E9-F34A-4EDA-AEEE-62F655CA483E}" srcOrd="1" destOrd="0" presId="urn:microsoft.com/office/officeart/2018/2/layout/IconLabelList"/>
    <dgm:cxn modelId="{A99ABA57-DAEB-4E71-96DB-5D75FE5D2AE2}" type="presParOf" srcId="{FE602C0F-F10E-4355-9277-95C4DE4E44E1}" destId="{9695F85F-3AC6-427A-A9CE-D0387ED97DA6}" srcOrd="2" destOrd="0" presId="urn:microsoft.com/office/officeart/2018/2/layout/IconLabelList"/>
    <dgm:cxn modelId="{14CC7D25-3057-464E-9D03-1BA14B1077C0}" type="presParOf" srcId="{CBB4854B-2AA4-41D7-8169-B2EED6981767}" destId="{F7AB9876-2DBC-403E-A9A4-6DCB36503879}" srcOrd="9" destOrd="0" presId="urn:microsoft.com/office/officeart/2018/2/layout/IconLabelList"/>
    <dgm:cxn modelId="{2F7E93DC-A21A-4BAA-B7CA-EAFF410140A3}" type="presParOf" srcId="{CBB4854B-2AA4-41D7-8169-B2EED6981767}" destId="{3FC8FFC9-A45A-477A-B989-7653BE78F597}" srcOrd="10" destOrd="0" presId="urn:microsoft.com/office/officeart/2018/2/layout/IconLabelList"/>
    <dgm:cxn modelId="{059A52AC-D035-4F95-8A40-3B015D868E68}" type="presParOf" srcId="{3FC8FFC9-A45A-477A-B989-7653BE78F597}" destId="{718CD594-E760-4FEF-9145-F7E38C71C464}" srcOrd="0" destOrd="0" presId="urn:microsoft.com/office/officeart/2018/2/layout/IconLabelList"/>
    <dgm:cxn modelId="{63476117-18D4-4323-BC5F-945933D10253}" type="presParOf" srcId="{3FC8FFC9-A45A-477A-B989-7653BE78F597}" destId="{472E0C58-5AC5-4C88-B3C7-21448C168E88}" srcOrd="1" destOrd="0" presId="urn:microsoft.com/office/officeart/2018/2/layout/IconLabelList"/>
    <dgm:cxn modelId="{BFB6538B-CC3A-4764-96FF-503F2856EF51}" type="presParOf" srcId="{3FC8FFC9-A45A-477A-B989-7653BE78F597}" destId="{2C324B7B-4A74-4F04-B514-81AF0528E30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DFE09-63F6-42FC-873B-114D9E9AC4DD}">
      <dsp:nvSpPr>
        <dsp:cNvPr id="0" name=""/>
        <dsp:cNvSpPr/>
      </dsp:nvSpPr>
      <dsp:spPr>
        <a:xfrm>
          <a:off x="557807" y="1744488"/>
          <a:ext cx="3029644" cy="1514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effectLst/>
              <a:latin typeface="Bahnschrift" panose="020B0502040204020203" pitchFamily="34" charset="0"/>
            </a:rPr>
            <a:t>Splunk is available in three different product categories</a:t>
          </a:r>
        </a:p>
      </dsp:txBody>
      <dsp:txXfrm>
        <a:off x="602175" y="1788856"/>
        <a:ext cx="2940908" cy="1426086"/>
      </dsp:txXfrm>
    </dsp:sp>
    <dsp:sp modelId="{BF93A798-778E-41BE-9B63-D7F9E4A8804B}">
      <dsp:nvSpPr>
        <dsp:cNvPr id="0" name=""/>
        <dsp:cNvSpPr/>
      </dsp:nvSpPr>
      <dsp:spPr>
        <a:xfrm rot="18289469">
          <a:off x="3132329" y="1603631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b="0" kern="1200">
            <a:latin typeface="Bahnschrift" panose="020B0502040204020203" pitchFamily="34" charset="0"/>
          </a:endParaRPr>
        </a:p>
      </dsp:txBody>
      <dsp:txXfrm>
        <a:off x="4140328" y="1577824"/>
        <a:ext cx="106105" cy="106105"/>
      </dsp:txXfrm>
    </dsp:sp>
    <dsp:sp modelId="{1C13F1A0-1AA7-4F31-8848-3E63F959B20F}">
      <dsp:nvSpPr>
        <dsp:cNvPr id="0" name=""/>
        <dsp:cNvSpPr/>
      </dsp:nvSpPr>
      <dsp:spPr>
        <a:xfrm>
          <a:off x="4799309" y="2443"/>
          <a:ext cx="3029644" cy="1514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Splunk Enterprise </a:t>
          </a:r>
          <a:endParaRPr lang="en-US" sz="2400" b="0" kern="1200" dirty="0">
            <a:latin typeface="Bahnschrift" panose="020B0502040204020203" pitchFamily="34" charset="0"/>
          </a:endParaRPr>
        </a:p>
      </dsp:txBody>
      <dsp:txXfrm>
        <a:off x="4843677" y="46811"/>
        <a:ext cx="2940908" cy="1426086"/>
      </dsp:txXfrm>
    </dsp:sp>
    <dsp:sp modelId="{B3C0BECB-E66B-4E55-BBC6-81FC3BEC679A}">
      <dsp:nvSpPr>
        <dsp:cNvPr id="0" name=""/>
        <dsp:cNvSpPr/>
      </dsp:nvSpPr>
      <dsp:spPr>
        <a:xfrm>
          <a:off x="3587452" y="2474653"/>
          <a:ext cx="121185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211857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0" kern="1200">
            <a:latin typeface="Bahnschrift" panose="020B0502040204020203" pitchFamily="34" charset="0"/>
          </a:endParaRPr>
        </a:p>
      </dsp:txBody>
      <dsp:txXfrm>
        <a:off x="4163084" y="2471603"/>
        <a:ext cx="60592" cy="60592"/>
      </dsp:txXfrm>
    </dsp:sp>
    <dsp:sp modelId="{31F7289D-83D5-40E6-9BC0-D399133C98D2}">
      <dsp:nvSpPr>
        <dsp:cNvPr id="0" name=""/>
        <dsp:cNvSpPr/>
      </dsp:nvSpPr>
      <dsp:spPr>
        <a:xfrm>
          <a:off x="4799309" y="1744488"/>
          <a:ext cx="3029644" cy="1514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Splunk Cloud</a:t>
          </a:r>
          <a:endParaRPr lang="en-US" sz="2400" b="0" i="0" kern="1200" dirty="0">
            <a:effectLst/>
            <a:latin typeface="Bahnschrift" panose="020B0502040204020203" pitchFamily="34" charset="0"/>
          </a:endParaRPr>
        </a:p>
      </dsp:txBody>
      <dsp:txXfrm>
        <a:off x="4843677" y="1788856"/>
        <a:ext cx="2940908" cy="1426086"/>
      </dsp:txXfrm>
    </dsp:sp>
    <dsp:sp modelId="{A115BE43-15E6-468B-9805-ECC8A201221E}">
      <dsp:nvSpPr>
        <dsp:cNvPr id="0" name=""/>
        <dsp:cNvSpPr/>
      </dsp:nvSpPr>
      <dsp:spPr>
        <a:xfrm rot="3310531">
          <a:off x="3132329" y="3345676"/>
          <a:ext cx="212210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122103" y="2724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b="0" kern="1200">
            <a:latin typeface="Bahnschrift" panose="020B0502040204020203" pitchFamily="34" charset="0"/>
          </a:endParaRPr>
        </a:p>
      </dsp:txBody>
      <dsp:txXfrm>
        <a:off x="4140328" y="3319870"/>
        <a:ext cx="106105" cy="106105"/>
      </dsp:txXfrm>
    </dsp:sp>
    <dsp:sp modelId="{A8FA3A59-6FF5-4BAB-8929-FDDD55FF94E1}">
      <dsp:nvSpPr>
        <dsp:cNvPr id="0" name=""/>
        <dsp:cNvSpPr/>
      </dsp:nvSpPr>
      <dsp:spPr>
        <a:xfrm>
          <a:off x="4799309" y="3486534"/>
          <a:ext cx="3029644" cy="1514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Splunk Light </a:t>
          </a:r>
          <a:endParaRPr lang="en-IN" sz="2400" b="0" kern="1200" dirty="0">
            <a:latin typeface="Bahnschrift" panose="020B0502040204020203" pitchFamily="34" charset="0"/>
          </a:endParaRPr>
        </a:p>
      </dsp:txBody>
      <dsp:txXfrm>
        <a:off x="4843677" y="3530902"/>
        <a:ext cx="2940908" cy="1426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0849B-72E5-4E70-84E5-2E6D875B4DFA}">
      <dsp:nvSpPr>
        <dsp:cNvPr id="0" name=""/>
        <dsp:cNvSpPr/>
      </dsp:nvSpPr>
      <dsp:spPr>
        <a:xfrm>
          <a:off x="1186566" y="441895"/>
          <a:ext cx="709541" cy="709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32842-F0CD-4669-BD7C-3F2D1B3E1607}">
      <dsp:nvSpPr>
        <dsp:cNvPr id="0" name=""/>
        <dsp:cNvSpPr/>
      </dsp:nvSpPr>
      <dsp:spPr>
        <a:xfrm>
          <a:off x="752958" y="1424019"/>
          <a:ext cx="1576757" cy="65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Data Ingestion</a:t>
          </a:r>
        </a:p>
      </dsp:txBody>
      <dsp:txXfrm>
        <a:off x="752958" y="1424019"/>
        <a:ext cx="1576757" cy="650412"/>
      </dsp:txXfrm>
    </dsp:sp>
    <dsp:sp modelId="{D5F2BE0D-1EDD-4075-B118-D9A68DBD352A}">
      <dsp:nvSpPr>
        <dsp:cNvPr id="0" name=""/>
        <dsp:cNvSpPr/>
      </dsp:nvSpPr>
      <dsp:spPr>
        <a:xfrm>
          <a:off x="3039257" y="441895"/>
          <a:ext cx="709541" cy="709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1F191-7049-4ABC-B8CF-37A3B0819B14}">
      <dsp:nvSpPr>
        <dsp:cNvPr id="0" name=""/>
        <dsp:cNvSpPr/>
      </dsp:nvSpPr>
      <dsp:spPr>
        <a:xfrm>
          <a:off x="2605648" y="1424019"/>
          <a:ext cx="1576757" cy="65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Data Indexing</a:t>
          </a:r>
        </a:p>
      </dsp:txBody>
      <dsp:txXfrm>
        <a:off x="2605648" y="1424019"/>
        <a:ext cx="1576757" cy="650412"/>
      </dsp:txXfrm>
    </dsp:sp>
    <dsp:sp modelId="{7CA77BEA-5D3C-4795-A97F-7B52712C2901}">
      <dsp:nvSpPr>
        <dsp:cNvPr id="0" name=""/>
        <dsp:cNvSpPr/>
      </dsp:nvSpPr>
      <dsp:spPr>
        <a:xfrm>
          <a:off x="4891947" y="441895"/>
          <a:ext cx="709541" cy="709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A73BD-DC24-4D47-8A4C-2A44EC4AFA21}">
      <dsp:nvSpPr>
        <dsp:cNvPr id="0" name=""/>
        <dsp:cNvSpPr/>
      </dsp:nvSpPr>
      <dsp:spPr>
        <a:xfrm>
          <a:off x="4458339" y="1424019"/>
          <a:ext cx="1576757" cy="65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Data Searching</a:t>
          </a:r>
        </a:p>
      </dsp:txBody>
      <dsp:txXfrm>
        <a:off x="4458339" y="1424019"/>
        <a:ext cx="1576757" cy="650412"/>
      </dsp:txXfrm>
    </dsp:sp>
    <dsp:sp modelId="{638C79D5-CA2A-45D0-BA48-3C5650D5ABBC}">
      <dsp:nvSpPr>
        <dsp:cNvPr id="0" name=""/>
        <dsp:cNvSpPr/>
      </dsp:nvSpPr>
      <dsp:spPr>
        <a:xfrm>
          <a:off x="6744638" y="441895"/>
          <a:ext cx="709541" cy="7095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A54A3-A4F5-4408-9E2F-84B09551307B}">
      <dsp:nvSpPr>
        <dsp:cNvPr id="0" name=""/>
        <dsp:cNvSpPr/>
      </dsp:nvSpPr>
      <dsp:spPr>
        <a:xfrm>
          <a:off x="6311029" y="1424019"/>
          <a:ext cx="1576757" cy="65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Using Alerts</a:t>
          </a:r>
        </a:p>
      </dsp:txBody>
      <dsp:txXfrm>
        <a:off x="6311029" y="1424019"/>
        <a:ext cx="1576757" cy="650412"/>
      </dsp:txXfrm>
    </dsp:sp>
    <dsp:sp modelId="{27A2C93F-89B6-4604-87F6-E6B4211ACC7C}">
      <dsp:nvSpPr>
        <dsp:cNvPr id="0" name=""/>
        <dsp:cNvSpPr/>
      </dsp:nvSpPr>
      <dsp:spPr>
        <a:xfrm>
          <a:off x="3039257" y="2468621"/>
          <a:ext cx="709541" cy="7095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5F85F-3AC6-427A-A9CE-D0387ED97DA6}">
      <dsp:nvSpPr>
        <dsp:cNvPr id="0" name=""/>
        <dsp:cNvSpPr/>
      </dsp:nvSpPr>
      <dsp:spPr>
        <a:xfrm>
          <a:off x="2555492" y="3450745"/>
          <a:ext cx="1677071" cy="65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Dashboards</a:t>
          </a:r>
        </a:p>
      </dsp:txBody>
      <dsp:txXfrm>
        <a:off x="2555492" y="3450745"/>
        <a:ext cx="1677071" cy="650412"/>
      </dsp:txXfrm>
    </dsp:sp>
    <dsp:sp modelId="{718CD594-E760-4FEF-9145-F7E38C71C464}">
      <dsp:nvSpPr>
        <dsp:cNvPr id="0" name=""/>
        <dsp:cNvSpPr/>
      </dsp:nvSpPr>
      <dsp:spPr>
        <a:xfrm>
          <a:off x="4942104" y="2468621"/>
          <a:ext cx="709541" cy="7095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24B7B-4A74-4F04-B514-81AF0528E300}">
      <dsp:nvSpPr>
        <dsp:cNvPr id="0" name=""/>
        <dsp:cNvSpPr/>
      </dsp:nvSpPr>
      <dsp:spPr>
        <a:xfrm>
          <a:off x="4508495" y="3450745"/>
          <a:ext cx="1576757" cy="650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Data Model</a:t>
          </a:r>
        </a:p>
      </dsp:txBody>
      <dsp:txXfrm>
        <a:off x="4508495" y="3450745"/>
        <a:ext cx="1576757" cy="650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 ?>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124" y="2818150"/>
            <a:ext cx="7486025" cy="3773150"/>
          </a:xfrm>
        </p:spPr>
        <p:txBody>
          <a:bodyPr/>
          <a:lstStyle/>
          <a:p>
            <a:pPr algn="just"/>
            <a:r>
              <a:rPr lang="en-US" dirty="0"/>
              <a:t>explore concepts of SPLUNK,</a:t>
            </a:r>
          </a:p>
          <a:p>
            <a:pPr algn="just"/>
            <a:r>
              <a:rPr lang="en-US" dirty="0"/>
              <a:t>learn features of Splunk,</a:t>
            </a:r>
          </a:p>
          <a:p>
            <a:pPr algn="just"/>
            <a:r>
              <a:rPr lang="en-US" dirty="0"/>
              <a:t>understand Interfaces and data ingestion.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609ACB-5AD2-4EAD-A557-96DC56D3F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855" y="1850448"/>
            <a:ext cx="7607508" cy="399394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80528420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38D300-9FE9-412D-BC0F-4359EB6F0A8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412" r="-79"/>
          <a:stretch/>
        </p:blipFill>
        <p:spPr>
          <a:xfrm>
            <a:off x="1897911" y="1689833"/>
            <a:ext cx="5348177" cy="48853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7373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1FE4C-2A27-4F55-A2BC-DE0211EA9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910" y="1675662"/>
            <a:ext cx="6368180" cy="42454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6A1B64-B263-4F0E-8DC5-CC63600B7E5F}"/>
              </a:ext>
            </a:extLst>
          </p:cNvPr>
          <p:cNvSpPr/>
          <p:nvPr/>
        </p:nvSpPr>
        <p:spPr>
          <a:xfrm>
            <a:off x="3737343" y="6152481"/>
            <a:ext cx="1669312" cy="52099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811965537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6A1B64-B263-4F0E-8DC5-CC63600B7E5F}"/>
              </a:ext>
            </a:extLst>
          </p:cNvPr>
          <p:cNvSpPr/>
          <p:nvPr/>
        </p:nvSpPr>
        <p:spPr>
          <a:xfrm>
            <a:off x="3737343" y="6122501"/>
            <a:ext cx="1669312" cy="52099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charset="0" panose="020B0502040204020203" pitchFamily="34" typeface="Bahnschrift"/>
              </a:rPr>
              <a:t>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60267C-C9E7-46C0-A5D8-A768A47EF9E3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31"/>
          <a:stretch/>
        </p:blipFill>
        <p:spPr>
          <a:xfrm>
            <a:off x="1990390" y="1756287"/>
            <a:ext cx="5163219" cy="40242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16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B138-8A18-47B4-BD69-D739C1C1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1E197-F9AD-4981-B9B5-8BA21815D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F12F84-BDCB-4719-ADC4-9100F663310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499016" y="768349"/>
            <a:ext cx="5715000" cy="43053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48E8A6-6EE0-4BE1-BF5E-51F927115573}"/>
              </a:ext>
            </a:extLst>
          </p:cNvPr>
          <p:cNvSpPr/>
          <p:nvPr/>
        </p:nvSpPr>
        <p:spPr>
          <a:xfrm>
            <a:off x="3256774" y="5430122"/>
            <a:ext cx="2620927" cy="588561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IT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175647781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BAB0-E280-4AC5-9BAF-83B09E2A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92B55-531E-4A3F-833C-2CE86B1A4237}"/>
              </a:ext>
            </a:extLst>
          </p:cNvPr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182778-68C1-4418-93E9-618DD38B7E18}"/>
              </a:ext>
            </a:extLst>
          </p:cNvPr>
          <p:cNvPicPr>
            <a:picLocks noChangeAspect="1" noGrp="1"/>
          </p:cNvPicPr>
          <p:nvPr>
            <p:ph idx="4294967295"/>
          </p:nvPr>
        </p:nvPicPr>
        <p:blipFill rotWithShape="1">
          <a:blip r:embed="rId2"/>
          <a:srcRect b="5" r="11"/>
          <a:stretch/>
        </p:blipFill>
        <p:spPr>
          <a:xfrm>
            <a:off x="1765300" y="1129546"/>
            <a:ext cx="5603875" cy="4368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334684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A9E61C-5F0D-4492-A37D-F3E38207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012A48-3BDA-4894-9B0B-BB0D531B536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>
            <a:grayscl/>
          </a:blip>
          <a:srcRect b="106"/>
          <a:stretch/>
        </p:blipFill>
        <p:spPr>
          <a:xfrm>
            <a:off x="1152692" y="2094564"/>
            <a:ext cx="6838615" cy="28424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8FBD3E-D947-4A58-A886-3285B515D9C7}"/>
              </a:ext>
            </a:extLst>
          </p:cNvPr>
          <p:cNvSpPr/>
          <p:nvPr/>
        </p:nvSpPr>
        <p:spPr>
          <a:xfrm>
            <a:off x="2731129" y="5569956"/>
            <a:ext cx="3904808" cy="76931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charset="0" panose="020B0502040204020203" pitchFamily="34" typeface="Bahnschrift"/>
              </a:rPr>
              <a:t>Built-in feature to recognize data types</a:t>
            </a:r>
          </a:p>
        </p:txBody>
      </p:sp>
    </p:spTree>
    <p:extLst>
      <p:ext uri="{BB962C8B-B14F-4D97-AF65-F5344CB8AC3E}">
        <p14:creationId xmlns:p14="http://schemas.microsoft.com/office/powerpoint/2010/main" val="30412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A9E61C-5F0D-4492-A37D-F3E38207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8FBD3E-D947-4A58-A886-3285B515D9C7}"/>
              </a:ext>
            </a:extLst>
          </p:cNvPr>
          <p:cNvSpPr/>
          <p:nvPr/>
        </p:nvSpPr>
        <p:spPr>
          <a:xfrm>
            <a:off x="2896020" y="5948548"/>
            <a:ext cx="3904808" cy="76931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Data 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FBF8C9-E612-40BD-83FE-46FE58492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6646" y="1622819"/>
            <a:ext cx="6714121" cy="40284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470320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5C6B55-81C9-4BBA-8942-C1BF6DACB9C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50"/>
          <a:stretch/>
        </p:blipFill>
        <p:spPr>
          <a:xfrm>
            <a:off x="2363824" y="1595172"/>
            <a:ext cx="4416352" cy="398116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Prerequisites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B47FA4-90BD-4C92-A4E8-E557CD279313}"/>
              </a:ext>
            </a:extLst>
          </p:cNvPr>
          <p:cNvSpPr/>
          <p:nvPr/>
        </p:nvSpPr>
        <p:spPr>
          <a:xfrm>
            <a:off x="2619596" y="5845950"/>
            <a:ext cx="3904808" cy="769315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charset="0" panose="020B0502040204020203" pitchFamily="34" typeface="Bahnschrift"/>
              </a:rPr>
              <a:t>Structured Query Language</a:t>
            </a:r>
          </a:p>
        </p:txBody>
      </p:sp>
    </p:spTree>
    <p:extLst>
      <p:ext uri="{BB962C8B-B14F-4D97-AF65-F5344CB8AC3E}">
        <p14:creationId xmlns:p14="http://schemas.microsoft.com/office/powerpoint/2010/main" val="509440090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Prerequisites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B47FA4-90BD-4C92-A4E8-E557CD279313}"/>
              </a:ext>
            </a:extLst>
          </p:cNvPr>
          <p:cNvSpPr/>
          <p:nvPr/>
        </p:nvSpPr>
        <p:spPr>
          <a:xfrm>
            <a:off x="4059655" y="5996762"/>
            <a:ext cx="1248606" cy="648586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 sz="2400">
                <a:latin charset="0" panose="020B0502040204020203" pitchFamily="34" typeface="Bahnschrift"/>
              </a:rPr>
              <a:t>Log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4C518C-337F-4DB8-AA63-C1D70977D434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34"/>
          <a:stretch/>
        </p:blipFill>
        <p:spPr>
          <a:xfrm>
            <a:off x="1681093" y="1649692"/>
            <a:ext cx="5781813" cy="40229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657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Prerequisites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845286-ABC0-4091-AA55-CB9164178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38" y="1863406"/>
            <a:ext cx="8386762" cy="45345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96598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Prerequisites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82C77-7050-4B34-97CF-6D66FFA9ADE1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37"/>
          <a:stretch/>
        </p:blipFill>
        <p:spPr>
          <a:xfrm>
            <a:off x="817191" y="1713798"/>
            <a:ext cx="7509617" cy="37276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36D020-5415-4BA7-AA77-E9A7B29C6852}"/>
              </a:ext>
            </a:extLst>
          </p:cNvPr>
          <p:cNvSpPr/>
          <p:nvPr/>
        </p:nvSpPr>
        <p:spPr>
          <a:xfrm>
            <a:off x="1812850" y="5768196"/>
            <a:ext cx="5518298" cy="852600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US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Splunk can read this unstructured, semi-structured or rarely structured data</a:t>
            </a:r>
            <a:endParaRPr dirty="0" lang="en-IN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31826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Prerequisites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6D020-5415-4BA7-AA77-E9A7B29C6852}"/>
              </a:ext>
            </a:extLst>
          </p:cNvPr>
          <p:cNvSpPr/>
          <p:nvPr/>
        </p:nvSpPr>
        <p:spPr>
          <a:xfrm>
            <a:off x="1185530" y="6357571"/>
            <a:ext cx="6772940" cy="435935"/>
          </a:xfrm>
          <a:prstGeom prst="rect">
            <a:avLst/>
          </a:prstGeom>
          <a:solidFill>
            <a:srgbClr val="44525A"/>
          </a:solidFill>
          <a:ln>
            <a:solidFill>
              <a:srgbClr val="4452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search, tag, create reports and dashboards on these data. 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D50EB7-56F2-43C4-B047-3C5C63589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481" y="1495883"/>
            <a:ext cx="7675038" cy="46913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0816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Prerequisites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6AE581-8765-4521-8F21-907737629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475" y="1759555"/>
            <a:ext cx="7973047" cy="37871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94C58D-B704-4D4E-9970-80FD1241FA06}"/>
              </a:ext>
            </a:extLst>
          </p:cNvPr>
          <p:cNvSpPr txBox="1"/>
          <p:nvPr/>
        </p:nvSpPr>
        <p:spPr>
          <a:xfrm>
            <a:off x="1190844" y="5980413"/>
            <a:ext cx="6762307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G</a:t>
            </a:r>
            <a:r>
              <a:rPr lang="en-US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eneral analytical tool for unstructured machine data and various forms of big data.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800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Bahnschrift" panose="020B0502040204020203" pitchFamily="34" charset="0"/>
              </a:rPr>
              <a:t>Product Categories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41406F8-1FD2-49AD-B16E-510EFC01589D}"/>
              </a:ext>
            </a:extLst>
          </p:cNvPr>
          <p:cNvSpPr/>
          <p:nvPr/>
        </p:nvSpPr>
        <p:spPr>
          <a:xfrm>
            <a:off x="895945" y="3373263"/>
            <a:ext cx="3029644" cy="1514822"/>
          </a:xfrm>
          <a:custGeom>
            <a:avLst/>
            <a:gdLst>
              <a:gd name="connsiteX0" fmla="*/ 0 w 3029644"/>
              <a:gd name="connsiteY0" fmla="*/ 151482 h 1514822"/>
              <a:gd name="connsiteX1" fmla="*/ 151482 w 3029644"/>
              <a:gd name="connsiteY1" fmla="*/ 0 h 1514822"/>
              <a:gd name="connsiteX2" fmla="*/ 2878162 w 3029644"/>
              <a:gd name="connsiteY2" fmla="*/ 0 h 1514822"/>
              <a:gd name="connsiteX3" fmla="*/ 3029644 w 3029644"/>
              <a:gd name="connsiteY3" fmla="*/ 151482 h 1514822"/>
              <a:gd name="connsiteX4" fmla="*/ 3029644 w 3029644"/>
              <a:gd name="connsiteY4" fmla="*/ 1363340 h 1514822"/>
              <a:gd name="connsiteX5" fmla="*/ 2878162 w 3029644"/>
              <a:gd name="connsiteY5" fmla="*/ 1514822 h 1514822"/>
              <a:gd name="connsiteX6" fmla="*/ 151482 w 3029644"/>
              <a:gd name="connsiteY6" fmla="*/ 1514822 h 1514822"/>
              <a:gd name="connsiteX7" fmla="*/ 0 w 3029644"/>
              <a:gd name="connsiteY7" fmla="*/ 1363340 h 1514822"/>
              <a:gd name="connsiteX8" fmla="*/ 0 w 3029644"/>
              <a:gd name="connsiteY8" fmla="*/ 151482 h 151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9644" h="1514822">
                <a:moveTo>
                  <a:pt x="0" y="151482"/>
                </a:moveTo>
                <a:cubicBezTo>
                  <a:pt x="0" y="67821"/>
                  <a:pt x="67821" y="0"/>
                  <a:pt x="151482" y="0"/>
                </a:cubicBezTo>
                <a:lnTo>
                  <a:pt x="2878162" y="0"/>
                </a:lnTo>
                <a:cubicBezTo>
                  <a:pt x="2961823" y="0"/>
                  <a:pt x="3029644" y="67821"/>
                  <a:pt x="3029644" y="151482"/>
                </a:cubicBezTo>
                <a:lnTo>
                  <a:pt x="3029644" y="1363340"/>
                </a:lnTo>
                <a:cubicBezTo>
                  <a:pt x="3029644" y="1447001"/>
                  <a:pt x="2961823" y="1514822"/>
                  <a:pt x="2878162" y="1514822"/>
                </a:cubicBezTo>
                <a:lnTo>
                  <a:pt x="151482" y="1514822"/>
                </a:lnTo>
                <a:cubicBezTo>
                  <a:pt x="67821" y="1514822"/>
                  <a:pt x="0" y="1447001"/>
                  <a:pt x="0" y="1363340"/>
                </a:cubicBezTo>
                <a:lnTo>
                  <a:pt x="0" y="151482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2">
              <a:hueOff val="0"/>
              <a:satOff val="0"/>
              <a:lumOff val="0"/>
              <a:alphaOff val="0"/>
            </a:schemeClr>
          </a:lnRef>
          <a:fillRef idx="3">
            <a:schemeClr val="dk2">
              <a:hueOff val="0"/>
              <a:satOff val="0"/>
              <a:lumOff val="0"/>
              <a:alphaOff val="0"/>
            </a:schemeClr>
          </a:fillRef>
          <a:effectRef idx="2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9608" tIns="59608" rIns="59608" bIns="59608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0" i="0" kern="1200" dirty="0">
                <a:effectLst/>
                <a:latin typeface="Bahnschrift" panose="020B0502040204020203" pitchFamily="34" charset="0"/>
              </a:rPr>
              <a:t>Splunk is available in three different product categories</a:t>
            </a:r>
          </a:p>
        </p:txBody>
      </p:sp>
    </p:spTree>
    <p:extLst>
      <p:ext uri="{BB962C8B-B14F-4D97-AF65-F5344CB8AC3E}">
        <p14:creationId xmlns:p14="http://schemas.microsoft.com/office/powerpoint/2010/main" val="2573127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Bahnschrift" panose="020B0502040204020203" pitchFamily="34" charset="0"/>
              </a:rPr>
              <a:t>Product Categories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2DA6E7B-470B-4F3A-84B9-62C6283696A9}"/>
              </a:ext>
            </a:extLst>
          </p:cNvPr>
          <p:cNvGrpSpPr/>
          <p:nvPr/>
        </p:nvGrpSpPr>
        <p:grpSpPr>
          <a:xfrm>
            <a:off x="895945" y="1631218"/>
            <a:ext cx="7271146" cy="3256867"/>
            <a:chOff x="895945" y="1631218"/>
            <a:chExt cx="7271146" cy="325686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8A5116-C5EB-41EE-B198-13B112EE002E}"/>
                </a:ext>
              </a:extLst>
            </p:cNvPr>
            <p:cNvSpPr/>
            <p:nvPr/>
          </p:nvSpPr>
          <p:spPr>
            <a:xfrm>
              <a:off x="895945" y="3373263"/>
              <a:ext cx="3029644" cy="1514822"/>
            </a:xfrm>
            <a:custGeom>
              <a:avLst/>
              <a:gdLst>
                <a:gd name="connsiteX0" fmla="*/ 0 w 3029644"/>
                <a:gd name="connsiteY0" fmla="*/ 151482 h 1514822"/>
                <a:gd name="connsiteX1" fmla="*/ 151482 w 3029644"/>
                <a:gd name="connsiteY1" fmla="*/ 0 h 1514822"/>
                <a:gd name="connsiteX2" fmla="*/ 2878162 w 3029644"/>
                <a:gd name="connsiteY2" fmla="*/ 0 h 1514822"/>
                <a:gd name="connsiteX3" fmla="*/ 3029644 w 3029644"/>
                <a:gd name="connsiteY3" fmla="*/ 151482 h 1514822"/>
                <a:gd name="connsiteX4" fmla="*/ 3029644 w 3029644"/>
                <a:gd name="connsiteY4" fmla="*/ 1363340 h 1514822"/>
                <a:gd name="connsiteX5" fmla="*/ 2878162 w 3029644"/>
                <a:gd name="connsiteY5" fmla="*/ 1514822 h 1514822"/>
                <a:gd name="connsiteX6" fmla="*/ 151482 w 3029644"/>
                <a:gd name="connsiteY6" fmla="*/ 1514822 h 1514822"/>
                <a:gd name="connsiteX7" fmla="*/ 0 w 3029644"/>
                <a:gd name="connsiteY7" fmla="*/ 1363340 h 1514822"/>
                <a:gd name="connsiteX8" fmla="*/ 0 w 3029644"/>
                <a:gd name="connsiteY8" fmla="*/ 151482 h 151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9644" h="1514822">
                  <a:moveTo>
                    <a:pt x="0" y="151482"/>
                  </a:moveTo>
                  <a:cubicBezTo>
                    <a:pt x="0" y="67821"/>
                    <a:pt x="67821" y="0"/>
                    <a:pt x="151482" y="0"/>
                  </a:cubicBezTo>
                  <a:lnTo>
                    <a:pt x="2878162" y="0"/>
                  </a:lnTo>
                  <a:cubicBezTo>
                    <a:pt x="2961823" y="0"/>
                    <a:pt x="3029644" y="67821"/>
                    <a:pt x="3029644" y="151482"/>
                  </a:cubicBezTo>
                  <a:lnTo>
                    <a:pt x="3029644" y="1363340"/>
                  </a:lnTo>
                  <a:cubicBezTo>
                    <a:pt x="3029644" y="1447001"/>
                    <a:pt x="2961823" y="1514822"/>
                    <a:pt x="2878162" y="1514822"/>
                  </a:cubicBezTo>
                  <a:lnTo>
                    <a:pt x="151482" y="1514822"/>
                  </a:lnTo>
                  <a:cubicBezTo>
                    <a:pt x="67821" y="1514822"/>
                    <a:pt x="0" y="1447001"/>
                    <a:pt x="0" y="1363340"/>
                  </a:cubicBezTo>
                  <a:lnTo>
                    <a:pt x="0" y="15148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608" tIns="59608" rIns="59608" bIns="5960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0" i="0" kern="1200" dirty="0">
                  <a:effectLst/>
                  <a:latin typeface="Bahnschrift" panose="020B0502040204020203" pitchFamily="34" charset="0"/>
                </a:rPr>
                <a:t>Splunk is available in three different product categories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2DD3BB0-CE79-4A64-A314-D96D26330450}"/>
                </a:ext>
              </a:extLst>
            </p:cNvPr>
            <p:cNvSpPr/>
            <p:nvPr/>
          </p:nvSpPr>
          <p:spPr>
            <a:xfrm rot="18289469">
              <a:off x="3470467" y="3232406"/>
              <a:ext cx="2122103" cy="54492"/>
            </a:xfrm>
            <a:custGeom>
              <a:avLst/>
              <a:gdLst>
                <a:gd name="connsiteX0" fmla="*/ 0 w 2122103"/>
                <a:gd name="connsiteY0" fmla="*/ 27246 h 54492"/>
                <a:gd name="connsiteX1" fmla="*/ 2122103 w 2122103"/>
                <a:gd name="connsiteY1" fmla="*/ 27246 h 5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2103" h="54492">
                  <a:moveTo>
                    <a:pt x="0" y="27246"/>
                  </a:moveTo>
                  <a:lnTo>
                    <a:pt x="2122103" y="27246"/>
                  </a:lnTo>
                </a:path>
              </a:pathLst>
            </a:custGeom>
            <a:noFill/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0699" tIns="-25807" rIns="1020698" bIns="-25807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b="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5E4398E-E8A1-4B9E-8569-887A270EC0A9}"/>
                </a:ext>
              </a:extLst>
            </p:cNvPr>
            <p:cNvSpPr/>
            <p:nvPr/>
          </p:nvSpPr>
          <p:spPr>
            <a:xfrm>
              <a:off x="5137447" y="1631218"/>
              <a:ext cx="3029644" cy="1514822"/>
            </a:xfrm>
            <a:custGeom>
              <a:avLst/>
              <a:gdLst>
                <a:gd name="connsiteX0" fmla="*/ 0 w 3029644"/>
                <a:gd name="connsiteY0" fmla="*/ 151482 h 1514822"/>
                <a:gd name="connsiteX1" fmla="*/ 151482 w 3029644"/>
                <a:gd name="connsiteY1" fmla="*/ 0 h 1514822"/>
                <a:gd name="connsiteX2" fmla="*/ 2878162 w 3029644"/>
                <a:gd name="connsiteY2" fmla="*/ 0 h 1514822"/>
                <a:gd name="connsiteX3" fmla="*/ 3029644 w 3029644"/>
                <a:gd name="connsiteY3" fmla="*/ 151482 h 1514822"/>
                <a:gd name="connsiteX4" fmla="*/ 3029644 w 3029644"/>
                <a:gd name="connsiteY4" fmla="*/ 1363340 h 1514822"/>
                <a:gd name="connsiteX5" fmla="*/ 2878162 w 3029644"/>
                <a:gd name="connsiteY5" fmla="*/ 1514822 h 1514822"/>
                <a:gd name="connsiteX6" fmla="*/ 151482 w 3029644"/>
                <a:gd name="connsiteY6" fmla="*/ 1514822 h 1514822"/>
                <a:gd name="connsiteX7" fmla="*/ 0 w 3029644"/>
                <a:gd name="connsiteY7" fmla="*/ 1363340 h 1514822"/>
                <a:gd name="connsiteX8" fmla="*/ 0 w 3029644"/>
                <a:gd name="connsiteY8" fmla="*/ 151482 h 151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9644" h="1514822">
                  <a:moveTo>
                    <a:pt x="0" y="151482"/>
                  </a:moveTo>
                  <a:cubicBezTo>
                    <a:pt x="0" y="67821"/>
                    <a:pt x="67821" y="0"/>
                    <a:pt x="151482" y="0"/>
                  </a:cubicBezTo>
                  <a:lnTo>
                    <a:pt x="2878162" y="0"/>
                  </a:lnTo>
                  <a:cubicBezTo>
                    <a:pt x="2961823" y="0"/>
                    <a:pt x="3029644" y="67821"/>
                    <a:pt x="3029644" y="151482"/>
                  </a:cubicBezTo>
                  <a:lnTo>
                    <a:pt x="3029644" y="1363340"/>
                  </a:lnTo>
                  <a:cubicBezTo>
                    <a:pt x="3029644" y="1447001"/>
                    <a:pt x="2961823" y="1514822"/>
                    <a:pt x="2878162" y="1514822"/>
                  </a:cubicBezTo>
                  <a:lnTo>
                    <a:pt x="151482" y="1514822"/>
                  </a:lnTo>
                  <a:cubicBezTo>
                    <a:pt x="67821" y="1514822"/>
                    <a:pt x="0" y="1447001"/>
                    <a:pt x="0" y="1363340"/>
                  </a:cubicBezTo>
                  <a:lnTo>
                    <a:pt x="0" y="15148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608" tIns="59608" rIns="59608" bIns="5960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b="0" i="0" kern="1200" dirty="0">
                  <a:effectLst/>
                  <a:latin typeface="Bahnschrift" panose="020B0502040204020203" pitchFamily="34" charset="0"/>
                </a:rPr>
                <a:t>Splunk Enterprise </a:t>
              </a:r>
              <a:endParaRPr lang="en-US" sz="2400" b="0" kern="1200" dirty="0"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1535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Bahnschrift" panose="020B0502040204020203" pitchFamily="34" charset="0"/>
              </a:rPr>
              <a:t>Product Categories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76F6EE-9E55-492F-BC76-73AB006174BB}"/>
              </a:ext>
            </a:extLst>
          </p:cNvPr>
          <p:cNvGrpSpPr/>
          <p:nvPr/>
        </p:nvGrpSpPr>
        <p:grpSpPr>
          <a:xfrm>
            <a:off x="895945" y="1631218"/>
            <a:ext cx="7271146" cy="3256867"/>
            <a:chOff x="895945" y="1631218"/>
            <a:chExt cx="7271146" cy="325686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AC07E8A-15AB-4E45-BB10-A963C36E5FDA}"/>
                </a:ext>
              </a:extLst>
            </p:cNvPr>
            <p:cNvSpPr/>
            <p:nvPr/>
          </p:nvSpPr>
          <p:spPr>
            <a:xfrm>
              <a:off x="895945" y="3373263"/>
              <a:ext cx="3029644" cy="1514822"/>
            </a:xfrm>
            <a:custGeom>
              <a:avLst/>
              <a:gdLst>
                <a:gd name="connsiteX0" fmla="*/ 0 w 3029644"/>
                <a:gd name="connsiteY0" fmla="*/ 151482 h 1514822"/>
                <a:gd name="connsiteX1" fmla="*/ 151482 w 3029644"/>
                <a:gd name="connsiteY1" fmla="*/ 0 h 1514822"/>
                <a:gd name="connsiteX2" fmla="*/ 2878162 w 3029644"/>
                <a:gd name="connsiteY2" fmla="*/ 0 h 1514822"/>
                <a:gd name="connsiteX3" fmla="*/ 3029644 w 3029644"/>
                <a:gd name="connsiteY3" fmla="*/ 151482 h 1514822"/>
                <a:gd name="connsiteX4" fmla="*/ 3029644 w 3029644"/>
                <a:gd name="connsiteY4" fmla="*/ 1363340 h 1514822"/>
                <a:gd name="connsiteX5" fmla="*/ 2878162 w 3029644"/>
                <a:gd name="connsiteY5" fmla="*/ 1514822 h 1514822"/>
                <a:gd name="connsiteX6" fmla="*/ 151482 w 3029644"/>
                <a:gd name="connsiteY6" fmla="*/ 1514822 h 1514822"/>
                <a:gd name="connsiteX7" fmla="*/ 0 w 3029644"/>
                <a:gd name="connsiteY7" fmla="*/ 1363340 h 1514822"/>
                <a:gd name="connsiteX8" fmla="*/ 0 w 3029644"/>
                <a:gd name="connsiteY8" fmla="*/ 151482 h 151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9644" h="1514822">
                  <a:moveTo>
                    <a:pt x="0" y="151482"/>
                  </a:moveTo>
                  <a:cubicBezTo>
                    <a:pt x="0" y="67821"/>
                    <a:pt x="67821" y="0"/>
                    <a:pt x="151482" y="0"/>
                  </a:cubicBezTo>
                  <a:lnTo>
                    <a:pt x="2878162" y="0"/>
                  </a:lnTo>
                  <a:cubicBezTo>
                    <a:pt x="2961823" y="0"/>
                    <a:pt x="3029644" y="67821"/>
                    <a:pt x="3029644" y="151482"/>
                  </a:cubicBezTo>
                  <a:lnTo>
                    <a:pt x="3029644" y="1363340"/>
                  </a:lnTo>
                  <a:cubicBezTo>
                    <a:pt x="3029644" y="1447001"/>
                    <a:pt x="2961823" y="1514822"/>
                    <a:pt x="2878162" y="1514822"/>
                  </a:cubicBezTo>
                  <a:lnTo>
                    <a:pt x="151482" y="1514822"/>
                  </a:lnTo>
                  <a:cubicBezTo>
                    <a:pt x="67821" y="1514822"/>
                    <a:pt x="0" y="1447001"/>
                    <a:pt x="0" y="1363340"/>
                  </a:cubicBezTo>
                  <a:lnTo>
                    <a:pt x="0" y="15148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608" tIns="59608" rIns="59608" bIns="5960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0" i="0" kern="1200" dirty="0">
                  <a:effectLst/>
                  <a:latin typeface="Bahnschrift" panose="020B0502040204020203" pitchFamily="34" charset="0"/>
                </a:rPr>
                <a:t>Splunk is available in three different product categories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6F8F8F9-EACE-4E9B-89A1-7590EC402145}"/>
                </a:ext>
              </a:extLst>
            </p:cNvPr>
            <p:cNvSpPr/>
            <p:nvPr/>
          </p:nvSpPr>
          <p:spPr>
            <a:xfrm rot="18289469">
              <a:off x="3470467" y="3232406"/>
              <a:ext cx="2122103" cy="54492"/>
            </a:xfrm>
            <a:custGeom>
              <a:avLst/>
              <a:gdLst>
                <a:gd name="connsiteX0" fmla="*/ 0 w 2122103"/>
                <a:gd name="connsiteY0" fmla="*/ 27246 h 54492"/>
                <a:gd name="connsiteX1" fmla="*/ 2122103 w 2122103"/>
                <a:gd name="connsiteY1" fmla="*/ 27246 h 5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2103" h="54492">
                  <a:moveTo>
                    <a:pt x="0" y="27246"/>
                  </a:moveTo>
                  <a:lnTo>
                    <a:pt x="2122103" y="27246"/>
                  </a:lnTo>
                </a:path>
              </a:pathLst>
            </a:custGeom>
            <a:noFill/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20699" tIns="-25807" rIns="1020698" bIns="-25807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700" b="0" kern="1200">
                <a:latin typeface="Bahnschrift" panose="020B0502040204020203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D63340D-214A-479A-B5CA-8813CD0CCE9C}"/>
                </a:ext>
              </a:extLst>
            </p:cNvPr>
            <p:cNvSpPr/>
            <p:nvPr/>
          </p:nvSpPr>
          <p:spPr>
            <a:xfrm>
              <a:off x="5137447" y="1631218"/>
              <a:ext cx="3029644" cy="1514822"/>
            </a:xfrm>
            <a:custGeom>
              <a:avLst/>
              <a:gdLst>
                <a:gd name="connsiteX0" fmla="*/ 0 w 3029644"/>
                <a:gd name="connsiteY0" fmla="*/ 151482 h 1514822"/>
                <a:gd name="connsiteX1" fmla="*/ 151482 w 3029644"/>
                <a:gd name="connsiteY1" fmla="*/ 0 h 1514822"/>
                <a:gd name="connsiteX2" fmla="*/ 2878162 w 3029644"/>
                <a:gd name="connsiteY2" fmla="*/ 0 h 1514822"/>
                <a:gd name="connsiteX3" fmla="*/ 3029644 w 3029644"/>
                <a:gd name="connsiteY3" fmla="*/ 151482 h 1514822"/>
                <a:gd name="connsiteX4" fmla="*/ 3029644 w 3029644"/>
                <a:gd name="connsiteY4" fmla="*/ 1363340 h 1514822"/>
                <a:gd name="connsiteX5" fmla="*/ 2878162 w 3029644"/>
                <a:gd name="connsiteY5" fmla="*/ 1514822 h 1514822"/>
                <a:gd name="connsiteX6" fmla="*/ 151482 w 3029644"/>
                <a:gd name="connsiteY6" fmla="*/ 1514822 h 1514822"/>
                <a:gd name="connsiteX7" fmla="*/ 0 w 3029644"/>
                <a:gd name="connsiteY7" fmla="*/ 1363340 h 1514822"/>
                <a:gd name="connsiteX8" fmla="*/ 0 w 3029644"/>
                <a:gd name="connsiteY8" fmla="*/ 151482 h 151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9644" h="1514822">
                  <a:moveTo>
                    <a:pt x="0" y="151482"/>
                  </a:moveTo>
                  <a:cubicBezTo>
                    <a:pt x="0" y="67821"/>
                    <a:pt x="67821" y="0"/>
                    <a:pt x="151482" y="0"/>
                  </a:cubicBezTo>
                  <a:lnTo>
                    <a:pt x="2878162" y="0"/>
                  </a:lnTo>
                  <a:cubicBezTo>
                    <a:pt x="2961823" y="0"/>
                    <a:pt x="3029644" y="67821"/>
                    <a:pt x="3029644" y="151482"/>
                  </a:cubicBezTo>
                  <a:lnTo>
                    <a:pt x="3029644" y="1363340"/>
                  </a:lnTo>
                  <a:cubicBezTo>
                    <a:pt x="3029644" y="1447001"/>
                    <a:pt x="2961823" y="1514822"/>
                    <a:pt x="2878162" y="1514822"/>
                  </a:cubicBezTo>
                  <a:lnTo>
                    <a:pt x="151482" y="1514822"/>
                  </a:lnTo>
                  <a:cubicBezTo>
                    <a:pt x="67821" y="1514822"/>
                    <a:pt x="0" y="1447001"/>
                    <a:pt x="0" y="1363340"/>
                  </a:cubicBezTo>
                  <a:lnTo>
                    <a:pt x="0" y="15148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608" tIns="59608" rIns="59608" bIns="5960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b="0" i="0" kern="1200" dirty="0">
                  <a:effectLst/>
                  <a:latin typeface="Bahnschrift" panose="020B0502040204020203" pitchFamily="34" charset="0"/>
                </a:rPr>
                <a:t>Splunk Enterprise </a:t>
              </a:r>
              <a:endParaRPr lang="en-US" sz="2400" b="0" kern="1200" dirty="0">
                <a:latin typeface="Bahnschrift" panose="020B050204020402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4AA99E2-84BF-4140-B7ED-9D84381058A2}"/>
                </a:ext>
              </a:extLst>
            </p:cNvPr>
            <p:cNvSpPr/>
            <p:nvPr/>
          </p:nvSpPr>
          <p:spPr>
            <a:xfrm>
              <a:off x="3925590" y="4103428"/>
              <a:ext cx="1211857" cy="54492"/>
            </a:xfrm>
            <a:custGeom>
              <a:avLst/>
              <a:gdLst>
                <a:gd name="connsiteX0" fmla="*/ 0 w 1211857"/>
                <a:gd name="connsiteY0" fmla="*/ 27246 h 54492"/>
                <a:gd name="connsiteX1" fmla="*/ 1211857 w 1211857"/>
                <a:gd name="connsiteY1" fmla="*/ 27246 h 5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1857" h="54492">
                  <a:moveTo>
                    <a:pt x="0" y="27246"/>
                  </a:moveTo>
                  <a:lnTo>
                    <a:pt x="1211857" y="27246"/>
                  </a:lnTo>
                </a:path>
              </a:pathLst>
            </a:custGeom>
            <a:noFill/>
            <a:scene3d>
              <a:camera prst="orthographicFront"/>
              <a:lightRig rig="flat" dir="t"/>
            </a:scene3d>
            <a:sp3d prstMaterial="matte"/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88332" tIns="-3050" rIns="588333" bIns="-3050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500" b="0" kern="1200">
                <a:latin typeface="Bahnschrift" panose="020B050204020402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0D76981-6047-4D58-9B0E-2A01D8D030A0}"/>
                </a:ext>
              </a:extLst>
            </p:cNvPr>
            <p:cNvSpPr/>
            <p:nvPr/>
          </p:nvSpPr>
          <p:spPr>
            <a:xfrm>
              <a:off x="5137447" y="3373263"/>
              <a:ext cx="3029644" cy="1514822"/>
            </a:xfrm>
            <a:custGeom>
              <a:avLst/>
              <a:gdLst>
                <a:gd name="connsiteX0" fmla="*/ 0 w 3029644"/>
                <a:gd name="connsiteY0" fmla="*/ 151482 h 1514822"/>
                <a:gd name="connsiteX1" fmla="*/ 151482 w 3029644"/>
                <a:gd name="connsiteY1" fmla="*/ 0 h 1514822"/>
                <a:gd name="connsiteX2" fmla="*/ 2878162 w 3029644"/>
                <a:gd name="connsiteY2" fmla="*/ 0 h 1514822"/>
                <a:gd name="connsiteX3" fmla="*/ 3029644 w 3029644"/>
                <a:gd name="connsiteY3" fmla="*/ 151482 h 1514822"/>
                <a:gd name="connsiteX4" fmla="*/ 3029644 w 3029644"/>
                <a:gd name="connsiteY4" fmla="*/ 1363340 h 1514822"/>
                <a:gd name="connsiteX5" fmla="*/ 2878162 w 3029644"/>
                <a:gd name="connsiteY5" fmla="*/ 1514822 h 1514822"/>
                <a:gd name="connsiteX6" fmla="*/ 151482 w 3029644"/>
                <a:gd name="connsiteY6" fmla="*/ 1514822 h 1514822"/>
                <a:gd name="connsiteX7" fmla="*/ 0 w 3029644"/>
                <a:gd name="connsiteY7" fmla="*/ 1363340 h 1514822"/>
                <a:gd name="connsiteX8" fmla="*/ 0 w 3029644"/>
                <a:gd name="connsiteY8" fmla="*/ 151482 h 1514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9644" h="1514822">
                  <a:moveTo>
                    <a:pt x="0" y="151482"/>
                  </a:moveTo>
                  <a:cubicBezTo>
                    <a:pt x="0" y="67821"/>
                    <a:pt x="67821" y="0"/>
                    <a:pt x="151482" y="0"/>
                  </a:cubicBezTo>
                  <a:lnTo>
                    <a:pt x="2878162" y="0"/>
                  </a:lnTo>
                  <a:cubicBezTo>
                    <a:pt x="2961823" y="0"/>
                    <a:pt x="3029644" y="67821"/>
                    <a:pt x="3029644" y="151482"/>
                  </a:cubicBezTo>
                  <a:lnTo>
                    <a:pt x="3029644" y="1363340"/>
                  </a:lnTo>
                  <a:cubicBezTo>
                    <a:pt x="3029644" y="1447001"/>
                    <a:pt x="2961823" y="1514822"/>
                    <a:pt x="2878162" y="1514822"/>
                  </a:cubicBezTo>
                  <a:lnTo>
                    <a:pt x="151482" y="1514822"/>
                  </a:lnTo>
                  <a:cubicBezTo>
                    <a:pt x="67821" y="1514822"/>
                    <a:pt x="0" y="1447001"/>
                    <a:pt x="0" y="1363340"/>
                  </a:cubicBezTo>
                  <a:lnTo>
                    <a:pt x="0" y="15148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3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608" tIns="59608" rIns="59608" bIns="5960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b="0" i="0" kern="1200">
                  <a:effectLst/>
                  <a:latin typeface="Bahnschrift" panose="020B0502040204020203" pitchFamily="34" charset="0"/>
                </a:rPr>
                <a:t>Splunk Cloud</a:t>
              </a:r>
              <a:endParaRPr lang="en-US" sz="2400" b="0" i="0" kern="1200" dirty="0">
                <a:effectLst/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8892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864B12-AE1E-4CB9-A2B9-7AF99FE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Bahnschrift" panose="020B0502040204020203" pitchFamily="34" charset="0"/>
              </a:rPr>
              <a:t>Product Categories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0751C0-9A13-4DE3-BF40-EA0B8F7106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415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E28ADD-338C-466F-8CD5-C779243B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>
                <a:effectLst/>
                <a:latin typeface="Bahnschrift" panose="020B0502040204020203" pitchFamily="34" charset="0"/>
              </a:rPr>
              <a:t>Splunk Features</a:t>
            </a: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08DBD7B-5757-4D76-B93C-15A78B40A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445637"/>
              </p:ext>
            </p:extLst>
          </p:nvPr>
        </p:nvGraphicFramePr>
        <p:xfrm>
          <a:off x="338362" y="1752815"/>
          <a:ext cx="8640746" cy="4543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631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6D97E4-FB88-4542-8A9A-55E29DC42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A17029-B764-4DC2-A191-0B3816AF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Splunk Interface</a:t>
            </a:r>
          </a:p>
        </p:txBody>
      </p:sp>
    </p:spTree>
    <p:extLst>
      <p:ext uri="{BB962C8B-B14F-4D97-AF65-F5344CB8AC3E}">
        <p14:creationId xmlns:p14="http://schemas.microsoft.com/office/powerpoint/2010/main" val="898134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982</TotalTime>
  <Words>148</Words>
  <Application>Microsoft Office PowerPoint</Application>
  <PresentationFormat>On-screen Show (4:3)</PresentationFormat>
  <Paragraphs>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PowerPoint Presentation</vt:lpstr>
      <vt:lpstr>PowerPoint Presentation</vt:lpstr>
      <vt:lpstr>Introduction</vt:lpstr>
      <vt:lpstr>Introduction</vt:lpstr>
      <vt:lpstr>Prerequisites</vt:lpstr>
      <vt:lpstr>Prerequisites</vt:lpstr>
      <vt:lpstr>Prerequisites</vt:lpstr>
      <vt:lpstr>Prerequisites</vt:lpstr>
      <vt:lpstr>Prerequisites</vt:lpstr>
      <vt:lpstr>Prerequisites</vt:lpstr>
      <vt:lpstr>Product Categories</vt:lpstr>
      <vt:lpstr>Product Categories</vt:lpstr>
      <vt:lpstr>Product Categories</vt:lpstr>
      <vt:lpstr>Product Categories</vt:lpstr>
      <vt:lpstr>Splunk Features</vt:lpstr>
      <vt:lpstr>Splunk Interface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recording2</cp:lastModifiedBy>
  <cp:revision>47</cp:revision>
  <dcterms:created xsi:type="dcterms:W3CDTF">2021-05-13T17:45:44Z</dcterms:created>
  <dcterms:modified xsi:type="dcterms:W3CDTF">2021-09-30T06:13:23Z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912506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