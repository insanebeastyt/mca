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1"/>
  </p:handoutMasterIdLst>
  <p:sldIdLst>
    <p:sldId id="266" r:id="rId2"/>
    <p:sldId id="261" r:id="rId3"/>
    <p:sldId id="264" r:id="rId4"/>
    <p:sldId id="267" r:id="rId5"/>
    <p:sldId id="268" r:id="rId6"/>
    <p:sldId id="270" r:id="rId7"/>
    <p:sldId id="271" r:id="rId8"/>
    <p:sldId id="282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5258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628650" y="1929528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09" y="1434181"/>
            <a:ext cx="8201892" cy="5299128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8" y="0"/>
            <a:ext cx="8659091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00" y="2668249"/>
            <a:ext cx="7830800" cy="3773150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understand how to add a new data node in the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hadoop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cluster</a:t>
            </a:r>
          </a:p>
          <a:p>
            <a:pPr algn="just"/>
            <a:r>
              <a:rPr lang="en-US" dirty="0">
                <a:solidFill>
                  <a:srgbClr val="000000"/>
                </a:solidFill>
              </a:rPr>
              <a:t>learn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adding user and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ssh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access.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52922B-A132-4D34-B90C-8808A1B6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following command is to start all the Hadoop services on the Hadoop-Master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Arial" panose="020B0604020202020204" pitchFamily="34" charset="0"/>
              </a:rPr>
            </a:br>
            <a:r>
              <a:rPr lang="en-IN" sz="4000" b="0" i="0" dirty="0">
                <a:effectLst/>
              </a:rPr>
              <a:t>Starting Hadoop Services</a:t>
            </a:r>
            <a:br>
              <a:rPr lang="en-IN" b="0" i="0" dirty="0"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5EEBE0-D65E-4255-8882-BC9941011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Given below are the steps to be followed for adding new nodes to a Hadoop cluster.</a:t>
            </a:r>
          </a:p>
          <a:p>
            <a:pPr marL="0" indent="0" algn="ctr">
              <a:buNone/>
            </a:pPr>
            <a:r>
              <a:rPr lang="en-IN" b="0" i="0" dirty="0">
                <a:solidFill>
                  <a:srgbClr val="FF0000"/>
                </a:solidFill>
                <a:effectLst/>
              </a:rPr>
              <a:t>Networking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Add new nodes to an existing Hadoop cluster with some appropriate network configuration. </a:t>
            </a:r>
            <a:endParaRPr lang="en-IN" b="0" i="0" dirty="0">
              <a:effectLst/>
            </a:endParaRP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B3AD1F-C08A-4558-834C-92AF22AD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dirty="0"/>
              <a:t>Adding a New </a:t>
            </a:r>
            <a:r>
              <a:rPr lang="en-US" sz="4000" dirty="0" err="1"/>
              <a:t>DataNode</a:t>
            </a:r>
            <a:r>
              <a:rPr lang="en-US" sz="4000" dirty="0"/>
              <a:t> in </a:t>
            </a:r>
            <a:br>
              <a:rPr lang="en-US" sz="4000" dirty="0"/>
            </a:br>
            <a:r>
              <a:rPr lang="en-US" sz="4000" dirty="0"/>
              <a:t>The Hadoop Cluster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37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DDDB4C-1F51-4D63-9249-774009AD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Assume the following network configuration.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For New node Configuration −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463954-4152-4FCB-90A6-5666C063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</a:rPr>
              <a:t>Adding a New </a:t>
            </a:r>
            <a:r>
              <a:rPr lang="en-US" b="0" i="0" dirty="0" err="1">
                <a:effectLst/>
              </a:rPr>
              <a:t>DataNode</a:t>
            </a:r>
            <a:r>
              <a:rPr lang="en-US" b="0" i="0" dirty="0">
                <a:effectLst/>
              </a:rPr>
              <a:t> in </a:t>
            </a:r>
            <a:br>
              <a:rPr lang="en-US" b="0" i="0" dirty="0">
                <a:effectLst/>
              </a:rPr>
            </a:br>
            <a:r>
              <a:rPr lang="en-US" b="0" i="0" dirty="0">
                <a:effectLst/>
              </a:rPr>
              <a:t>The Hadoop Cluster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95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004DF-E9B0-4C40-AD6B-7CA130E62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FF0000"/>
                </a:solidFill>
                <a:effectLst/>
              </a:rPr>
              <a:t>Add a User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On a new node, add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"</a:t>
            </a:r>
            <a:r>
              <a:rPr lang="en-US" b="0" i="0" dirty="0" err="1">
                <a:solidFill>
                  <a:srgbClr val="FF0000"/>
                </a:solidFill>
                <a:effectLst/>
              </a:rPr>
              <a:t>hadoop</a:t>
            </a:r>
            <a:r>
              <a:rPr lang="en-US" b="0" i="0" dirty="0">
                <a:solidFill>
                  <a:srgbClr val="FF0000"/>
                </a:solidFill>
                <a:effectLst/>
              </a:rPr>
              <a:t>"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user and set password of Hadoop user to </a:t>
            </a:r>
            <a:r>
              <a:rPr lang="en-US" b="0" i="0" dirty="0">
                <a:solidFill>
                  <a:srgbClr val="FF0000"/>
                </a:solidFill>
                <a:effectLst/>
              </a:rPr>
              <a:t>"hadoop123"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or anything you want.</a:t>
            </a: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D71F7F-C621-4EA7-B613-080B89EA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Adding User and SSH Access</a:t>
            </a:r>
            <a:br>
              <a:rPr lang="en-US" sz="4000" b="0" i="0" dirty="0">
                <a:effectLst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47114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004DF-E9B0-4C40-AD6B-7CA130E62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Setup Password less connectivity from master to new slave.</a:t>
            </a:r>
          </a:p>
          <a:p>
            <a:pPr algn="just"/>
            <a:r>
              <a:rPr lang="en-US" b="0" i="0" dirty="0">
                <a:effectLst/>
              </a:rPr>
              <a:t>Execute the following on the master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D71F7F-C621-4EA7-B613-080B89EA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Adding User and SSH Access</a:t>
            </a:r>
            <a:br>
              <a:rPr lang="en-US" sz="4000" b="0" i="0" dirty="0">
                <a:effectLst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87001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004DF-E9B0-4C40-AD6B-7CA130E62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Execute the following on the master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D71F7F-C621-4EA7-B613-080B89EA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Adding User and SSH Access</a:t>
            </a:r>
            <a:br>
              <a:rPr lang="en-US" sz="4000" b="0" i="0" dirty="0">
                <a:effectLst/>
                <a:latin typeface="Bahnschrift" panose="020B0502040204020203" pitchFamily="34" charset="0"/>
              </a:rPr>
            </a:b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6B034-8A31-46C2-8C93-2351481F4E42}"/>
              </a:ext>
            </a:extLst>
          </p:cNvPr>
          <p:cNvSpPr txBox="1"/>
          <p:nvPr/>
        </p:nvSpPr>
        <p:spPr>
          <a:xfrm>
            <a:off x="621185" y="2344807"/>
            <a:ext cx="83865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 err="1">
                <a:latin typeface="Bahnschrift" panose="020B0502040204020203" pitchFamily="34" charset="0"/>
              </a:rPr>
              <a:t>mkdir</a:t>
            </a:r>
            <a:r>
              <a:rPr lang="en-IN" sz="2000" dirty="0">
                <a:latin typeface="Bahnschrift" panose="020B0502040204020203" pitchFamily="34" charset="0"/>
              </a:rPr>
              <a:t> -p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 </a:t>
            </a:r>
          </a:p>
          <a:p>
            <a:pPr algn="just"/>
            <a:endParaRPr lang="en-IN" sz="2000" dirty="0">
              <a:latin typeface="Bahnschrift" panose="020B0502040204020203" pitchFamily="34" charset="0"/>
            </a:endParaRPr>
          </a:p>
          <a:p>
            <a:pPr algn="just"/>
            <a:r>
              <a:rPr lang="en-IN" sz="2000" dirty="0" err="1">
                <a:latin typeface="Bahnschrift" panose="020B0502040204020203" pitchFamily="34" charset="0"/>
              </a:rPr>
              <a:t>chmod</a:t>
            </a:r>
            <a:r>
              <a:rPr lang="en-IN" sz="2000" dirty="0">
                <a:latin typeface="Bahnschrift" panose="020B0502040204020203" pitchFamily="34" charset="0"/>
              </a:rPr>
              <a:t> 700 $HOME/.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 </a:t>
            </a:r>
          </a:p>
          <a:p>
            <a:pPr algn="just"/>
            <a:endParaRPr lang="en-IN" sz="2000" dirty="0">
              <a:latin typeface="Bahnschrift" panose="020B0502040204020203" pitchFamily="34" charset="0"/>
            </a:endParaRPr>
          </a:p>
          <a:p>
            <a:pPr algn="just"/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-keygen -t </a:t>
            </a:r>
            <a:r>
              <a:rPr lang="en-IN" sz="2000" dirty="0" err="1">
                <a:latin typeface="Bahnschrift" panose="020B0502040204020203" pitchFamily="34" charset="0"/>
              </a:rPr>
              <a:t>rsa</a:t>
            </a:r>
            <a:r>
              <a:rPr lang="en-IN" sz="2000" dirty="0">
                <a:latin typeface="Bahnschrift" panose="020B0502040204020203" pitchFamily="34" charset="0"/>
              </a:rPr>
              <a:t> -P '' -f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/</a:t>
            </a:r>
            <a:r>
              <a:rPr lang="en-IN" sz="2000" dirty="0" err="1">
                <a:latin typeface="Bahnschrift" panose="020B0502040204020203" pitchFamily="34" charset="0"/>
              </a:rPr>
              <a:t>id_rsa</a:t>
            </a:r>
            <a:r>
              <a:rPr lang="en-IN" sz="2000" dirty="0">
                <a:latin typeface="Bahnschrift" panose="020B0502040204020203" pitchFamily="34" charset="0"/>
              </a:rPr>
              <a:t> </a:t>
            </a:r>
          </a:p>
          <a:p>
            <a:pPr algn="just"/>
            <a:endParaRPr lang="en-IN" sz="2000" dirty="0">
              <a:latin typeface="Bahnschrift" panose="020B0502040204020203" pitchFamily="34" charset="0"/>
            </a:endParaRPr>
          </a:p>
          <a:p>
            <a:pPr algn="just"/>
            <a:r>
              <a:rPr lang="en-IN" sz="2000" dirty="0">
                <a:latin typeface="Bahnschrift" panose="020B0502040204020203" pitchFamily="34" charset="0"/>
              </a:rPr>
              <a:t>cat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/id_rsa.pub &gt;&gt;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/</a:t>
            </a:r>
            <a:r>
              <a:rPr lang="en-IN" sz="2000" dirty="0" err="1">
                <a:latin typeface="Bahnschrift" panose="020B0502040204020203" pitchFamily="34" charset="0"/>
              </a:rPr>
              <a:t>authorized_keys</a:t>
            </a:r>
            <a:r>
              <a:rPr lang="en-IN" sz="2000" dirty="0">
                <a:latin typeface="Bahnschrift" panose="020B0502040204020203" pitchFamily="34" charset="0"/>
              </a:rPr>
              <a:t> </a:t>
            </a:r>
          </a:p>
          <a:p>
            <a:pPr algn="just"/>
            <a:endParaRPr lang="en-IN" sz="2000" dirty="0">
              <a:latin typeface="Bahnschrift" panose="020B0502040204020203" pitchFamily="34" charset="0"/>
            </a:endParaRPr>
          </a:p>
          <a:p>
            <a:pPr algn="just"/>
            <a:r>
              <a:rPr lang="en-IN" sz="2000" dirty="0" err="1">
                <a:latin typeface="Bahnschrift" panose="020B0502040204020203" pitchFamily="34" charset="0"/>
              </a:rPr>
              <a:t>chmod</a:t>
            </a:r>
            <a:r>
              <a:rPr lang="en-IN" sz="2000" dirty="0">
                <a:latin typeface="Bahnschrift" panose="020B0502040204020203" pitchFamily="34" charset="0"/>
              </a:rPr>
              <a:t> 644 $HOME/.</a:t>
            </a:r>
            <a:r>
              <a:rPr lang="en-IN" sz="2000" dirty="0" err="1">
                <a:latin typeface="Bahnschrift" panose="020B0502040204020203" pitchFamily="34" charset="0"/>
              </a:rPr>
              <a:t>ssh</a:t>
            </a:r>
            <a:r>
              <a:rPr lang="en-IN" sz="2000" dirty="0">
                <a:latin typeface="Bahnschrift" panose="020B0502040204020203" pitchFamily="34" charset="0"/>
              </a:rPr>
              <a:t>/</a:t>
            </a:r>
            <a:r>
              <a:rPr lang="en-IN" sz="2000" dirty="0" err="1">
                <a:latin typeface="Bahnschrift" panose="020B0502040204020203" pitchFamily="34" charset="0"/>
              </a:rPr>
              <a:t>authorized_keys</a:t>
            </a:r>
            <a:endParaRPr lang="en-IN" sz="2000" dirty="0">
              <a:latin typeface="Bahnschrift" panose="020B0502040204020203" pitchFamily="34" charset="0"/>
            </a:endParaRPr>
          </a:p>
          <a:p>
            <a:pPr algn="just"/>
            <a:endParaRPr lang="en-IN" sz="2000" dirty="0">
              <a:latin typeface="Bahnschrift" panose="020B0502040204020203" pitchFamily="34" charset="0"/>
            </a:endParaRPr>
          </a:p>
          <a:p>
            <a:pPr algn="just"/>
            <a:r>
              <a:rPr lang="en-IN" sz="2000" dirty="0">
                <a:latin typeface="Bahnschrift" panose="020B0502040204020203" pitchFamily="34" charset="0"/>
              </a:rPr>
              <a:t>Copy the public key to new slave node in </a:t>
            </a:r>
            <a:r>
              <a:rPr lang="en-IN" sz="2000" dirty="0" err="1">
                <a:latin typeface="Bahnschrift" panose="020B0502040204020203" pitchFamily="34" charset="0"/>
              </a:rPr>
              <a:t>hadoop</a:t>
            </a:r>
            <a:r>
              <a:rPr lang="en-IN" sz="2000" dirty="0">
                <a:latin typeface="Bahnschrift" panose="020B0502040204020203" pitchFamily="34" charset="0"/>
              </a:rPr>
              <a:t> user $HOME directory</a:t>
            </a:r>
          </a:p>
        </p:txBody>
      </p:sp>
    </p:spTree>
    <p:extLst>
      <p:ext uri="{BB962C8B-B14F-4D97-AF65-F5344CB8AC3E}">
        <p14:creationId xmlns:p14="http://schemas.microsoft.com/office/powerpoint/2010/main" val="199034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D99FF6-B387-4786-8310-2A9E9E177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Execute the following on the slaves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Login to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hadoop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 If not, login to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hadoop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user.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71F46F-9624-46B2-AC6D-B10B6929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i="0" dirty="0">
                <a:effectLst/>
              </a:rPr>
              <a:t>Adding User and SSH Access</a:t>
            </a:r>
            <a:br>
              <a:rPr lang="en-US" sz="4000" b="0" i="0" dirty="0">
                <a:effectLst/>
              </a:rPr>
            </a:b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747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E8AAE1-A20B-4499-AA72-EEDAAC57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Copy the content of public key into file </a:t>
            </a:r>
            <a:r>
              <a:rPr lang="en-US" b="1" i="0" dirty="0">
                <a:solidFill>
                  <a:srgbClr val="FF0000"/>
                </a:solidFill>
                <a:effectLst/>
              </a:rPr>
              <a:t>"$HOME/.</a:t>
            </a:r>
            <a:r>
              <a:rPr lang="en-US" b="1" i="0" dirty="0" err="1">
                <a:solidFill>
                  <a:srgbClr val="FF0000"/>
                </a:solidFill>
                <a:effectLst/>
              </a:rPr>
              <a:t>ssh</a:t>
            </a:r>
            <a:r>
              <a:rPr lang="en-US" b="1" i="0" dirty="0">
                <a:solidFill>
                  <a:srgbClr val="FF0000"/>
                </a:solidFill>
                <a:effectLst/>
              </a:rPr>
              <a:t>/</a:t>
            </a:r>
            <a:r>
              <a:rPr lang="en-US" b="1" i="0" dirty="0" err="1">
                <a:solidFill>
                  <a:srgbClr val="FF0000"/>
                </a:solidFill>
                <a:effectLst/>
              </a:rPr>
              <a:t>authorized_keys</a:t>
            </a:r>
            <a:r>
              <a:rPr lang="en-US" b="1" i="0" dirty="0">
                <a:solidFill>
                  <a:srgbClr val="FF0000"/>
                </a:solidFill>
                <a:effectLst/>
              </a:rPr>
              <a:t>"</a:t>
            </a:r>
            <a:r>
              <a:rPr lang="en-US" b="0" i="0" dirty="0">
                <a:solidFill>
                  <a:srgbClr val="FF0000"/>
                </a:solidFill>
                <a:effectLst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</a:rPr>
              <a:t>and then change the permission for the same by executing the commands.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A66100-9C16-4FEE-BBA8-28C2810D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Adding User and SSH Access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276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3DD0C6-7C2D-4BFB-948D-72FD8553E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Check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ssh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login from the master machine. Now check if you can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ssh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to the new node without a password from the master.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02096B-2AB8-4755-A50F-437D5125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Adding User and SSH Access</a:t>
            </a:r>
            <a:br>
              <a:rPr lang="en-US" b="0" i="0" dirty="0">
                <a:effectLst/>
                <a:latin typeface="Bahnschrift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07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FC876B-B1BF-4314-9F9A-D8756BFA2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You can set hostname in file </a:t>
            </a:r>
            <a:r>
              <a:rPr lang="en-US" i="0" dirty="0">
                <a:solidFill>
                  <a:srgbClr val="FF0000"/>
                </a:solidFill>
                <a:effectLst/>
              </a:rPr>
              <a:t>/</a:t>
            </a:r>
            <a:r>
              <a:rPr lang="en-US" i="0" dirty="0" err="1">
                <a:solidFill>
                  <a:srgbClr val="FF0000"/>
                </a:solidFill>
                <a:effectLst/>
              </a:rPr>
              <a:t>etc</a:t>
            </a:r>
            <a:r>
              <a:rPr lang="en-US" i="0" dirty="0">
                <a:solidFill>
                  <a:srgbClr val="FF0000"/>
                </a:solidFill>
                <a:effectLst/>
              </a:rPr>
              <a:t>/</a:t>
            </a:r>
            <a:r>
              <a:rPr lang="en-US" i="0" dirty="0" err="1">
                <a:solidFill>
                  <a:srgbClr val="FF0000"/>
                </a:solidFill>
                <a:effectLst/>
              </a:rPr>
              <a:t>sysconfig</a:t>
            </a:r>
            <a:r>
              <a:rPr lang="en-US" i="0" dirty="0">
                <a:solidFill>
                  <a:srgbClr val="FF0000"/>
                </a:solidFill>
                <a:effectLst/>
              </a:rPr>
              <a:t>/network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4E9ABF-0DBF-4973-97B4-62120C6D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Set Hostname of New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5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C7A50-CF35-4C8C-8455-45E5A80B6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To make the changes effective, either restart the machine or run hostname command to a new machine with the respective hostname (restart is a good option).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On slave3 node machine −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hostname slave3.in</a:t>
            </a:r>
          </a:p>
          <a:p>
            <a:pPr marL="0" indent="0" algn="just">
              <a:buNone/>
            </a:pPr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D6978-36D9-4E01-A449-24EA1779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Set Hostname of New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3679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C7A50-CF35-4C8C-8455-45E5A80B6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Update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/</a:t>
            </a:r>
            <a:r>
              <a:rPr lang="en-US" b="1" i="0" dirty="0" err="1">
                <a:solidFill>
                  <a:srgbClr val="000000"/>
                </a:solidFill>
                <a:effectLst/>
              </a:rPr>
              <a:t>etc</a:t>
            </a:r>
            <a:r>
              <a:rPr lang="en-US" b="1" i="0" dirty="0">
                <a:solidFill>
                  <a:srgbClr val="000000"/>
                </a:solidFill>
                <a:effectLst/>
              </a:rPr>
              <a:t>/hosts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on all machines of the cluster with the following lines −</a:t>
            </a:r>
          </a:p>
          <a:p>
            <a:pPr algn="just"/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D6978-36D9-4E01-A449-24EA1779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Set Hostname of New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730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1C7A50-CF35-4C8C-8455-45E5A80B6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Now try to ping the machine with hostnames to check whether it is resolving to IP or not.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On new node machine −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FD6978-36D9-4E01-A449-24EA1779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Set Hostname of New Node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012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3F120-15DC-4394-8283-7DC0EBD2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Start the 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datanode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daemon manually using </a:t>
            </a:r>
            <a:r>
              <a:rPr lang="en-US" i="0" dirty="0">
                <a:solidFill>
                  <a:srgbClr val="FF0000"/>
                </a:solidFill>
                <a:effectLst/>
              </a:rPr>
              <a:t>$HADOOP_HOME/bin/hadoop-daemon.sh script.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It will automatically contact the master (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NameNode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 and join the cluster. We should also add the new node to the conf/slaves file in the master server. The script-based commands will recognize the new node.</a:t>
            </a:r>
          </a:p>
          <a:p>
            <a:pPr algn="just"/>
            <a:r>
              <a:rPr lang="en-US" b="0" i="0" dirty="0">
                <a:effectLst/>
              </a:rPr>
              <a:t>Login to new node</a:t>
            </a:r>
          </a:p>
          <a:p>
            <a:pPr algn="just"/>
            <a:endParaRPr lang="en-IN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49B28-D316-4184-B6F2-F6CAEAF2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Start the </a:t>
            </a:r>
            <a:r>
              <a:rPr lang="en-US" sz="4000" b="0" i="0" dirty="0" err="1">
                <a:effectLst/>
              </a:rPr>
              <a:t>DataNode</a:t>
            </a:r>
            <a:r>
              <a:rPr lang="en-US" sz="4000" b="0" i="0" dirty="0">
                <a:effectLst/>
              </a:rPr>
              <a:t> on New Node</a:t>
            </a:r>
            <a:br>
              <a:rPr lang="en-US" sz="2800" b="0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110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3F120-15DC-4394-8283-7DC0EBD2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Start HDFS on a newly added slave node by using the following command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B83B256-E14A-4DA2-8FB8-D777CE09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i="0" dirty="0">
                <a:effectLst/>
              </a:rPr>
              <a:t>Start the </a:t>
            </a:r>
            <a:r>
              <a:rPr lang="en-US" sz="3600" b="0" i="0" dirty="0" err="1">
                <a:effectLst/>
              </a:rPr>
              <a:t>DataNode</a:t>
            </a:r>
            <a:r>
              <a:rPr lang="en-US" sz="3600" b="0" i="0" dirty="0">
                <a:effectLst/>
              </a:rPr>
              <a:t> on New 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446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3F120-15DC-4394-8283-7DC0EBD2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Check the output of </a:t>
            </a:r>
            <a:r>
              <a:rPr lang="en-US" b="0" i="0" dirty="0" err="1">
                <a:effectLst/>
              </a:rPr>
              <a:t>jps</a:t>
            </a:r>
            <a:r>
              <a:rPr lang="en-US" b="0" i="0" dirty="0">
                <a:effectLst/>
              </a:rPr>
              <a:t> command on a new node. It looks as follows.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49B28-D316-4184-B6F2-F6CAEAF2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800" b="0" i="0" dirty="0">
                <a:effectLst/>
                <a:latin typeface="Bahnschrift" panose="020B0502040204020203" pitchFamily="34" charset="0"/>
              </a:rPr>
            </a:br>
            <a:r>
              <a:rPr lang="en-US" sz="4000" b="0" i="0" dirty="0">
                <a:effectLst/>
              </a:rPr>
              <a:t>Start the </a:t>
            </a:r>
            <a:r>
              <a:rPr lang="en-US" sz="4000" b="0" i="0" dirty="0" err="1">
                <a:effectLst/>
              </a:rPr>
              <a:t>DataNode</a:t>
            </a:r>
            <a:r>
              <a:rPr lang="en-US" sz="4000" b="0" i="0" dirty="0">
                <a:effectLst/>
              </a:rPr>
              <a:t> on New Node</a:t>
            </a:r>
            <a:br>
              <a:rPr lang="en-US" sz="2800" b="0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736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956</TotalTime>
  <Words>563</Words>
  <Application>Microsoft Office PowerPoint</Application>
  <PresentationFormat>On-screen Show (4:3)</PresentationFormat>
  <Paragraphs>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 Starting Hadoop Services </vt:lpstr>
      <vt:lpstr> Adding a New DataNode in  The Hadoop Cluster </vt:lpstr>
      <vt:lpstr>Adding a New DataNode in  The Hadoop Cluster</vt:lpstr>
      <vt:lpstr> Adding User and SSH Access </vt:lpstr>
      <vt:lpstr> Adding User and SSH Access </vt:lpstr>
      <vt:lpstr> Adding User and SSH Access </vt:lpstr>
      <vt:lpstr> Adding User and SSH Access </vt:lpstr>
      <vt:lpstr> Adding User and SSH Access </vt:lpstr>
      <vt:lpstr> Adding User and SSH Access </vt:lpstr>
      <vt:lpstr>Set Hostname of New Node</vt:lpstr>
      <vt:lpstr>Set Hostname of New Node</vt:lpstr>
      <vt:lpstr>Set Hostname of New Node</vt:lpstr>
      <vt:lpstr>Set Hostname of New Node</vt:lpstr>
      <vt:lpstr> Start the DataNode on New Node </vt:lpstr>
      <vt:lpstr>Start the DataNode on New Node</vt:lpstr>
      <vt:lpstr> Start the DataNode on New Node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37</cp:revision>
  <dcterms:created xsi:type="dcterms:W3CDTF">2021-05-13T17:45:44Z</dcterms:created>
  <dcterms:modified xsi:type="dcterms:W3CDTF">2021-08-18T07:39:11Z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240943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