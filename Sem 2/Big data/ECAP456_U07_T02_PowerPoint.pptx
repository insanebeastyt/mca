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officedocument.drawingml.diagramData+xml" PartName="/ppt/diagrams/data5.xml"/>
  <Override ContentType="application/vnd.openxmlformats-officedocument.drawingml.diagramLayout+xml" PartName="/ppt/diagrams/layout5.xml"/>
  <Override ContentType="application/vnd.openxmlformats-officedocument.drawingml.diagramStyle+xml" PartName="/ppt/diagrams/quickStyle5.xml"/>
  <Override ContentType="application/vnd.openxmlformats-officedocument.drawingml.diagramColors+xml" PartName="/ppt/diagrams/colors5.xml"/>
  <Override ContentType="application/vnd.ms-office.drawingml.diagramDrawing+xml" PartName="/ppt/diagrams/drawing5.xml"/>
  <Override ContentType="application/vnd.openxmlformats-officedocument.drawingml.diagramData+xml" PartName="/ppt/diagrams/data6.xml"/>
  <Override ContentType="application/vnd.openxmlformats-officedocument.drawingml.diagramLayout+xml" PartName="/ppt/diagrams/layout6.xml"/>
  <Override ContentType="application/vnd.openxmlformats-officedocument.drawingml.diagramStyle+xml" PartName="/ppt/diagrams/quickStyle6.xml"/>
  <Override ContentType="application/vnd.openxmlformats-officedocument.drawingml.diagramColors+xml" PartName="/ppt/diagrams/colors6.xml"/>
  <Override ContentType="application/vnd.ms-office.drawingml.diagramDrawing+xml" PartName="/ppt/diagrams/drawing6.xml"/>
  <Override ContentType="application/vnd.openxmlformats-officedocument.drawingml.diagramData+xml" PartName="/ppt/diagrams/data7.xml"/>
  <Override ContentType="application/vnd.openxmlformats-officedocument.drawingml.diagramLayout+xml" PartName="/ppt/diagrams/layout7.xml"/>
  <Override ContentType="application/vnd.openxmlformats-officedocument.drawingml.diagramStyle+xml" PartName="/ppt/diagrams/quickStyle7.xml"/>
  <Override ContentType="application/vnd.openxmlformats-officedocument.drawingml.diagramColors+xml" PartName="/ppt/diagrams/colors7.xml"/>
  <Override ContentType="application/vnd.ms-office.drawingml.diagramDrawing+xml" PartName="/ppt/diagrams/drawing7.xml"/>
  <Override ContentType="application/vnd.openxmlformats-officedocument.drawingml.diagramData+xml" PartName="/ppt/diagrams/data8.xml"/>
  <Override ContentType="application/vnd.openxmlformats-officedocument.drawingml.diagramLayout+xml" PartName="/ppt/diagrams/layout8.xml"/>
  <Override ContentType="application/vnd.openxmlformats-officedocument.drawingml.diagramStyle+xml" PartName="/ppt/diagrams/quickStyle8.xml"/>
  <Override ContentType="application/vnd.openxmlformats-officedocument.drawingml.diagramColors+xml" PartName="/ppt/diagrams/colors8.xml"/>
  <Override ContentType="application/vnd.ms-office.drawingml.diagramDrawing+xml" PartName="/ppt/diagrams/drawing8.xml"/>
  <Override ContentType="application/vnd.openxmlformats-officedocument.drawingml.diagramData+xml" PartName="/ppt/diagrams/data9.xml"/>
  <Override ContentType="application/vnd.openxmlformats-officedocument.drawingml.diagramLayout+xml" PartName="/ppt/diagrams/layout9.xml"/>
  <Override ContentType="application/vnd.openxmlformats-officedocument.drawingml.diagramStyle+xml" PartName="/ppt/diagrams/quickStyle9.xml"/>
  <Override ContentType="application/vnd.openxmlformats-officedocument.drawingml.diagramColors+xml" PartName="/ppt/diagrams/colors9.xml"/>
  <Override ContentType="application/vnd.ms-office.drawingml.diagramDrawing+xml" PartName="/ppt/diagrams/drawing9.xml"/>
  <Override ContentType="application/vnd.openxmlformats-officedocument.drawingml.diagramData+xml" PartName="/ppt/diagrams/data10.xml"/>
  <Override ContentType="application/vnd.openxmlformats-officedocument.drawingml.diagramLayout+xml" PartName="/ppt/diagrams/layout10.xml"/>
  <Override ContentType="application/vnd.openxmlformats-officedocument.drawingml.diagramStyle+xml" PartName="/ppt/diagrams/quickStyle10.xml"/>
  <Override ContentType="application/vnd.openxmlformats-officedocument.drawingml.diagramColors+xml" PartName="/ppt/diagrams/colors10.xml"/>
  <Override ContentType="application/vnd.ms-office.drawingml.diagramDrawing+xml" PartName="/ppt/diagrams/drawing10.xml"/>
  <Override ContentType="application/vnd.openxmlformats-officedocument.drawingml.diagramData+xml" PartName="/ppt/diagrams/data11.xml"/>
  <Override ContentType="application/vnd.openxmlformats-officedocument.drawingml.diagramLayout+xml" PartName="/ppt/diagrams/layout11.xml"/>
  <Override ContentType="application/vnd.openxmlformats-officedocument.drawingml.diagramStyle+xml" PartName="/ppt/diagrams/quickStyle11.xml"/>
  <Override ContentType="application/vnd.openxmlformats-officedocument.drawingml.diagramColors+xml" PartName="/ppt/diagrams/colors11.xml"/>
  <Override ContentType="application/vnd.ms-office.drawingml.diagramDrawing+xml" PartName="/ppt/diagrams/drawing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0"/>
  </p:handoutMasterIdLst>
  <p:sldIdLst>
    <p:sldId id="266" r:id="rId2"/>
    <p:sldId id="261" r:id="rId3"/>
    <p:sldId id="267" r:id="rId4"/>
    <p:sldId id="268" r:id="rId5"/>
    <p:sldId id="312" r:id="rId6"/>
    <p:sldId id="272" r:id="rId7"/>
    <p:sldId id="275" r:id="rId8"/>
    <p:sldId id="313" r:id="rId9"/>
    <p:sldId id="314" r:id="rId10"/>
    <p:sldId id="315" r:id="rId11"/>
    <p:sldId id="274" r:id="rId12"/>
    <p:sldId id="278" r:id="rId13"/>
    <p:sldId id="280" r:id="rId14"/>
    <p:sldId id="281" r:id="rId15"/>
    <p:sldId id="283" r:id="rId16"/>
    <p:sldId id="284" r:id="rId17"/>
    <p:sldId id="316" r:id="rId18"/>
    <p:sldId id="285" r:id="rId19"/>
    <p:sldId id="270" r:id="rId20"/>
    <p:sldId id="287" r:id="rId21"/>
    <p:sldId id="288" r:id="rId22"/>
    <p:sldId id="289" r:id="rId23"/>
    <p:sldId id="290" r:id="rId24"/>
    <p:sldId id="292" r:id="rId25"/>
    <p:sldId id="294" r:id="rId26"/>
    <p:sldId id="295" r:id="rId27"/>
    <p:sldId id="299" r:id="rId28"/>
    <p:sldId id="300" r:id="rId29"/>
    <p:sldId id="302" r:id="rId30"/>
    <p:sldId id="304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26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E6E6E6"/>
    <a:srgbClr val="44525B"/>
    <a:srgbClr val="618495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>
        <p:scale>
          <a:sx n="66" d="100"/>
          <a:sy n="66" d="100"/>
        </p:scale>
        <p:origin x="174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46B8D2-D9D5-479F-896F-0BD16AFF06B6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BD7F7F0-E16A-4C61-A670-04F446FABFD6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There are two daemons running on the master and they are </a:t>
          </a:r>
        </a:p>
      </dgm:t>
    </dgm:pt>
    <dgm:pt modelId="{2940225B-60E8-4DF5-9A9D-2462D8ACC58B}" type="parTrans" cxnId="{A3DFB0CB-1348-4BD9-AB18-B874B36FEAB9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EA35D8A3-FD7E-44BD-A937-420799076FE2}" type="sibTrans" cxnId="{A3DFB0CB-1348-4BD9-AB18-B874B36FEAB9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1BBEDAB-DC20-4C8D-B083-0E095487D54F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NameNode 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3149C768-30C3-4B99-BE7C-4EC46C7B27A4}" type="parTrans" cxnId="{C9BA338A-C5D8-4CC3-BD96-F1D142B87A68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2F6CF21D-0634-4F86-AEC2-1C6A851CBCFC}" type="sibTrans" cxnId="{C9BA338A-C5D8-4CC3-BD96-F1D142B87A68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046EBFD3-CBAC-4460-A2F9-1311506974AF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Resource Manager</a:t>
          </a:r>
          <a:endParaRPr lang="en-IN" dirty="0">
            <a:latin typeface="Bahnschrift" panose="020B0502040204020203" pitchFamily="34" charset="0"/>
          </a:endParaRPr>
        </a:p>
      </dgm:t>
    </dgm:pt>
    <dgm:pt modelId="{20863DD6-CD55-4CCF-A200-5CBF6B4ED5B6}" type="parTrans" cxnId="{1E9F9AC5-8190-4A37-9CD7-153F47C64EE4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4400F29A-9CF0-4BB4-8BE4-F0867BC568F4}" type="sibTrans" cxnId="{1E9F9AC5-8190-4A37-9CD7-153F47C64EE4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A540B5FC-8EC5-444C-9343-3A78673651E7}" type="pres">
      <dgm:prSet presAssocID="{3046B8D2-D9D5-479F-896F-0BD16AFF06B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FF3C484-824A-47F0-A5F4-E75B3A6FF7F6}" type="pres">
      <dgm:prSet presAssocID="{5BD7F7F0-E16A-4C61-A670-04F446FABFD6}" presName="root1" presStyleCnt="0"/>
      <dgm:spPr/>
    </dgm:pt>
    <dgm:pt modelId="{2174479A-9E6E-4641-A3C5-BFDA4E258FCE}" type="pres">
      <dgm:prSet presAssocID="{5BD7F7F0-E16A-4C61-A670-04F446FABFD6}" presName="LevelOneTextNode" presStyleLbl="node0" presStyleIdx="0" presStyleCnt="1">
        <dgm:presLayoutVars>
          <dgm:chPref val="3"/>
        </dgm:presLayoutVars>
      </dgm:prSet>
      <dgm:spPr/>
    </dgm:pt>
    <dgm:pt modelId="{343FDFFD-437D-4261-994D-E5209F63255C}" type="pres">
      <dgm:prSet presAssocID="{5BD7F7F0-E16A-4C61-A670-04F446FABFD6}" presName="level2hierChild" presStyleCnt="0"/>
      <dgm:spPr/>
    </dgm:pt>
    <dgm:pt modelId="{23CE2E31-055B-41BF-891B-3E27BE988EE3}" type="pres">
      <dgm:prSet presAssocID="{3149C768-30C3-4B99-BE7C-4EC46C7B27A4}" presName="conn2-1" presStyleLbl="parChTrans1D2" presStyleIdx="0" presStyleCnt="2"/>
      <dgm:spPr/>
    </dgm:pt>
    <dgm:pt modelId="{6B2AFE29-22DA-40DC-9B45-E261A8B2E9E5}" type="pres">
      <dgm:prSet presAssocID="{3149C768-30C3-4B99-BE7C-4EC46C7B27A4}" presName="connTx" presStyleLbl="parChTrans1D2" presStyleIdx="0" presStyleCnt="2"/>
      <dgm:spPr/>
    </dgm:pt>
    <dgm:pt modelId="{2B6EE9D0-6301-4ACD-BFF9-CF2741C97F62}" type="pres">
      <dgm:prSet presAssocID="{51BBEDAB-DC20-4C8D-B083-0E095487D54F}" presName="root2" presStyleCnt="0"/>
      <dgm:spPr/>
    </dgm:pt>
    <dgm:pt modelId="{BC41C56A-9CF7-46E5-8338-28E77B5ED995}" type="pres">
      <dgm:prSet presAssocID="{51BBEDAB-DC20-4C8D-B083-0E095487D54F}" presName="LevelTwoTextNode" presStyleLbl="node2" presStyleIdx="0" presStyleCnt="2">
        <dgm:presLayoutVars>
          <dgm:chPref val="3"/>
        </dgm:presLayoutVars>
      </dgm:prSet>
      <dgm:spPr/>
    </dgm:pt>
    <dgm:pt modelId="{3CF20C8C-0D26-4DA2-BF21-5BA1989958D4}" type="pres">
      <dgm:prSet presAssocID="{51BBEDAB-DC20-4C8D-B083-0E095487D54F}" presName="level3hierChild" presStyleCnt="0"/>
      <dgm:spPr/>
    </dgm:pt>
    <dgm:pt modelId="{576C71A1-8BEC-4ED7-91BB-9F68B90E62D4}" type="pres">
      <dgm:prSet presAssocID="{20863DD6-CD55-4CCF-A200-5CBF6B4ED5B6}" presName="conn2-1" presStyleLbl="parChTrans1D2" presStyleIdx="1" presStyleCnt="2"/>
      <dgm:spPr/>
    </dgm:pt>
    <dgm:pt modelId="{47C689B5-AE31-4601-8A98-ACD9DD2EB82E}" type="pres">
      <dgm:prSet presAssocID="{20863DD6-CD55-4CCF-A200-5CBF6B4ED5B6}" presName="connTx" presStyleLbl="parChTrans1D2" presStyleIdx="1" presStyleCnt="2"/>
      <dgm:spPr/>
    </dgm:pt>
    <dgm:pt modelId="{1940692E-257B-4AEE-99F8-58A8DFFB27E7}" type="pres">
      <dgm:prSet presAssocID="{046EBFD3-CBAC-4460-A2F9-1311506974AF}" presName="root2" presStyleCnt="0"/>
      <dgm:spPr/>
    </dgm:pt>
    <dgm:pt modelId="{1D9019A4-1ED0-406A-8BD4-BC6DB3150CAF}" type="pres">
      <dgm:prSet presAssocID="{046EBFD3-CBAC-4460-A2F9-1311506974AF}" presName="LevelTwoTextNode" presStyleLbl="node2" presStyleIdx="1" presStyleCnt="2">
        <dgm:presLayoutVars>
          <dgm:chPref val="3"/>
        </dgm:presLayoutVars>
      </dgm:prSet>
      <dgm:spPr/>
    </dgm:pt>
    <dgm:pt modelId="{EE79B3E2-CFBD-4941-8443-ED8BF8D8BC4F}" type="pres">
      <dgm:prSet presAssocID="{046EBFD3-CBAC-4460-A2F9-1311506974AF}" presName="level3hierChild" presStyleCnt="0"/>
      <dgm:spPr/>
    </dgm:pt>
  </dgm:ptLst>
  <dgm:cxnLst>
    <dgm:cxn modelId="{F4BA3F66-0C1F-4020-BDEB-110B5D98EE0A}" type="presOf" srcId="{20863DD6-CD55-4CCF-A200-5CBF6B4ED5B6}" destId="{576C71A1-8BEC-4ED7-91BB-9F68B90E62D4}" srcOrd="0" destOrd="0" presId="urn:microsoft.com/office/officeart/2008/layout/HorizontalMultiLevelHierarchy"/>
    <dgm:cxn modelId="{97FA976D-127C-479C-8F7C-473C69BC63A4}" type="presOf" srcId="{5BD7F7F0-E16A-4C61-A670-04F446FABFD6}" destId="{2174479A-9E6E-4641-A3C5-BFDA4E258FCE}" srcOrd="0" destOrd="0" presId="urn:microsoft.com/office/officeart/2008/layout/HorizontalMultiLevelHierarchy"/>
    <dgm:cxn modelId="{E3300272-A8F3-4F21-A4D7-833E83B08605}" type="presOf" srcId="{3149C768-30C3-4B99-BE7C-4EC46C7B27A4}" destId="{23CE2E31-055B-41BF-891B-3E27BE988EE3}" srcOrd="0" destOrd="0" presId="urn:microsoft.com/office/officeart/2008/layout/HorizontalMultiLevelHierarchy"/>
    <dgm:cxn modelId="{C36CFB74-0283-4EF8-96D8-035791AAE184}" type="presOf" srcId="{51BBEDAB-DC20-4C8D-B083-0E095487D54F}" destId="{BC41C56A-9CF7-46E5-8338-28E77B5ED995}" srcOrd="0" destOrd="0" presId="urn:microsoft.com/office/officeart/2008/layout/HorizontalMultiLevelHierarchy"/>
    <dgm:cxn modelId="{C9BA338A-C5D8-4CC3-BD96-F1D142B87A68}" srcId="{5BD7F7F0-E16A-4C61-A670-04F446FABFD6}" destId="{51BBEDAB-DC20-4C8D-B083-0E095487D54F}" srcOrd="0" destOrd="0" parTransId="{3149C768-30C3-4B99-BE7C-4EC46C7B27A4}" sibTransId="{2F6CF21D-0634-4F86-AEC2-1C6A851CBCFC}"/>
    <dgm:cxn modelId="{C411CDA3-FAC5-4BA5-9540-19072BCB7A20}" type="presOf" srcId="{20863DD6-CD55-4CCF-A200-5CBF6B4ED5B6}" destId="{47C689B5-AE31-4601-8A98-ACD9DD2EB82E}" srcOrd="1" destOrd="0" presId="urn:microsoft.com/office/officeart/2008/layout/HorizontalMultiLevelHierarchy"/>
    <dgm:cxn modelId="{1E9F9AC5-8190-4A37-9CD7-153F47C64EE4}" srcId="{5BD7F7F0-E16A-4C61-A670-04F446FABFD6}" destId="{046EBFD3-CBAC-4460-A2F9-1311506974AF}" srcOrd="1" destOrd="0" parTransId="{20863DD6-CD55-4CCF-A200-5CBF6B4ED5B6}" sibTransId="{4400F29A-9CF0-4BB4-8BE4-F0867BC568F4}"/>
    <dgm:cxn modelId="{A3DFB0CB-1348-4BD9-AB18-B874B36FEAB9}" srcId="{3046B8D2-D9D5-479F-896F-0BD16AFF06B6}" destId="{5BD7F7F0-E16A-4C61-A670-04F446FABFD6}" srcOrd="0" destOrd="0" parTransId="{2940225B-60E8-4DF5-9A9D-2462D8ACC58B}" sibTransId="{EA35D8A3-FD7E-44BD-A937-420799076FE2}"/>
    <dgm:cxn modelId="{25C013CC-EBBE-41A1-95D5-ADBCA8159712}" type="presOf" srcId="{3149C768-30C3-4B99-BE7C-4EC46C7B27A4}" destId="{6B2AFE29-22DA-40DC-9B45-E261A8B2E9E5}" srcOrd="1" destOrd="0" presId="urn:microsoft.com/office/officeart/2008/layout/HorizontalMultiLevelHierarchy"/>
    <dgm:cxn modelId="{EB9422D2-0F8A-419B-92EF-8BA13D5CBD9D}" type="presOf" srcId="{046EBFD3-CBAC-4460-A2F9-1311506974AF}" destId="{1D9019A4-1ED0-406A-8BD4-BC6DB3150CAF}" srcOrd="0" destOrd="0" presId="urn:microsoft.com/office/officeart/2008/layout/HorizontalMultiLevelHierarchy"/>
    <dgm:cxn modelId="{FCDBE4F6-5E86-428A-BC38-E1BF8D51CFCA}" type="presOf" srcId="{3046B8D2-D9D5-479F-896F-0BD16AFF06B6}" destId="{A540B5FC-8EC5-444C-9343-3A78673651E7}" srcOrd="0" destOrd="0" presId="urn:microsoft.com/office/officeart/2008/layout/HorizontalMultiLevelHierarchy"/>
    <dgm:cxn modelId="{55E0C78C-508F-4580-827E-86F57A97EC7F}" type="presParOf" srcId="{A540B5FC-8EC5-444C-9343-3A78673651E7}" destId="{6FF3C484-824A-47F0-A5F4-E75B3A6FF7F6}" srcOrd="0" destOrd="0" presId="urn:microsoft.com/office/officeart/2008/layout/HorizontalMultiLevelHierarchy"/>
    <dgm:cxn modelId="{0184E718-1FCE-4731-B4C2-949FD3E9F4FD}" type="presParOf" srcId="{6FF3C484-824A-47F0-A5F4-E75B3A6FF7F6}" destId="{2174479A-9E6E-4641-A3C5-BFDA4E258FCE}" srcOrd="0" destOrd="0" presId="urn:microsoft.com/office/officeart/2008/layout/HorizontalMultiLevelHierarchy"/>
    <dgm:cxn modelId="{A899F461-A9BD-49D9-B427-FF6421EA0554}" type="presParOf" srcId="{6FF3C484-824A-47F0-A5F4-E75B3A6FF7F6}" destId="{343FDFFD-437D-4261-994D-E5209F63255C}" srcOrd="1" destOrd="0" presId="urn:microsoft.com/office/officeart/2008/layout/HorizontalMultiLevelHierarchy"/>
    <dgm:cxn modelId="{CD940BF5-8E91-4464-A6D1-0C01768FCFF1}" type="presParOf" srcId="{343FDFFD-437D-4261-994D-E5209F63255C}" destId="{23CE2E31-055B-41BF-891B-3E27BE988EE3}" srcOrd="0" destOrd="0" presId="urn:microsoft.com/office/officeart/2008/layout/HorizontalMultiLevelHierarchy"/>
    <dgm:cxn modelId="{9FF60D73-AED4-463B-945E-13F3F3E2F8E4}" type="presParOf" srcId="{23CE2E31-055B-41BF-891B-3E27BE988EE3}" destId="{6B2AFE29-22DA-40DC-9B45-E261A8B2E9E5}" srcOrd="0" destOrd="0" presId="urn:microsoft.com/office/officeart/2008/layout/HorizontalMultiLevelHierarchy"/>
    <dgm:cxn modelId="{94AEF950-ABC2-4534-919E-19C2A59254D2}" type="presParOf" srcId="{343FDFFD-437D-4261-994D-E5209F63255C}" destId="{2B6EE9D0-6301-4ACD-BFF9-CF2741C97F62}" srcOrd="1" destOrd="0" presId="urn:microsoft.com/office/officeart/2008/layout/HorizontalMultiLevelHierarchy"/>
    <dgm:cxn modelId="{310442C5-243D-40E9-99D4-AC14D7DC0EDB}" type="presParOf" srcId="{2B6EE9D0-6301-4ACD-BFF9-CF2741C97F62}" destId="{BC41C56A-9CF7-46E5-8338-28E77B5ED995}" srcOrd="0" destOrd="0" presId="urn:microsoft.com/office/officeart/2008/layout/HorizontalMultiLevelHierarchy"/>
    <dgm:cxn modelId="{D93EF411-8D65-4171-89F5-9322C6C73721}" type="presParOf" srcId="{2B6EE9D0-6301-4ACD-BFF9-CF2741C97F62}" destId="{3CF20C8C-0D26-4DA2-BF21-5BA1989958D4}" srcOrd="1" destOrd="0" presId="urn:microsoft.com/office/officeart/2008/layout/HorizontalMultiLevelHierarchy"/>
    <dgm:cxn modelId="{A4A83AF0-0D64-4B01-AB22-F5156C7ADD19}" type="presParOf" srcId="{343FDFFD-437D-4261-994D-E5209F63255C}" destId="{576C71A1-8BEC-4ED7-91BB-9F68B90E62D4}" srcOrd="2" destOrd="0" presId="urn:microsoft.com/office/officeart/2008/layout/HorizontalMultiLevelHierarchy"/>
    <dgm:cxn modelId="{95F562A1-1AF1-42BF-9196-2B5007185936}" type="presParOf" srcId="{576C71A1-8BEC-4ED7-91BB-9F68B90E62D4}" destId="{47C689B5-AE31-4601-8A98-ACD9DD2EB82E}" srcOrd="0" destOrd="0" presId="urn:microsoft.com/office/officeart/2008/layout/HorizontalMultiLevelHierarchy"/>
    <dgm:cxn modelId="{6471E038-7478-4319-8C0A-7A96A6387203}" type="presParOf" srcId="{343FDFFD-437D-4261-994D-E5209F63255C}" destId="{1940692E-257B-4AEE-99F8-58A8DFFB27E7}" srcOrd="3" destOrd="0" presId="urn:microsoft.com/office/officeart/2008/layout/HorizontalMultiLevelHierarchy"/>
    <dgm:cxn modelId="{1CC44675-5F6D-4F9E-9C95-1DF326F105DC}" type="presParOf" srcId="{1940692E-257B-4AEE-99F8-58A8DFFB27E7}" destId="{1D9019A4-1ED0-406A-8BD4-BC6DB3150CAF}" srcOrd="0" destOrd="0" presId="urn:microsoft.com/office/officeart/2008/layout/HorizontalMultiLevelHierarchy"/>
    <dgm:cxn modelId="{87C338BD-2040-4FFE-B429-BB72B9D9032B}" type="presParOf" srcId="{1940692E-257B-4AEE-99F8-58A8DFFB27E7}" destId="{EE79B3E2-CFBD-4941-8443-ED8BF8D8BC4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287CD7-5BFE-4583-AE11-41E0173E2CD1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B75FF86-519A-4B0C-8C8F-6D1EA84412F9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There are two daemons running on Slave machines and they are – </a:t>
          </a:r>
        </a:p>
      </dgm:t>
    </dgm:pt>
    <dgm:pt modelId="{48DAB3CA-B673-4B88-9120-DC41158903C4}" type="parTrans" cxnId="{576B13F3-CB78-4211-B343-FEC72D1450B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ACD281FA-76C1-4061-8897-8408D322B1EC}" type="sibTrans" cxnId="{576B13F3-CB78-4211-B343-FEC72D1450B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AA2B427C-C4C4-4A42-AD6A-05B34E3340A2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DataNode 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169E484E-AD1F-45F4-BA11-F70FFF4CC3A5}" type="parTrans" cxnId="{ECB93341-0FFC-411E-B137-5098950AD0D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64A1AB9-9A70-43B9-B833-7FC657660E10}" type="sibTrans" cxnId="{ECB93341-0FFC-411E-B137-5098950AD0D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31451FF-4020-4F3A-9F53-E62790CDA9F7}">
      <dgm:prSet/>
      <dgm:spPr/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Node Manager</a:t>
          </a:r>
          <a:endParaRPr lang="en-IN" dirty="0">
            <a:latin typeface="Bahnschrift" panose="020B0502040204020203" pitchFamily="34" charset="0"/>
          </a:endParaRPr>
        </a:p>
      </dgm:t>
    </dgm:pt>
    <dgm:pt modelId="{FAFAD089-F6BE-46FD-BB96-47609010F6F0}" type="parTrans" cxnId="{55B83AA1-BB7D-4757-8A68-31F6191B83DA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591805E-83AC-4F6C-8D42-02039097A3EB}" type="sibTrans" cxnId="{55B83AA1-BB7D-4757-8A68-31F6191B83DA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BEE79DA-879C-44CF-909D-5540D82BE3CD}" type="pres">
      <dgm:prSet presAssocID="{F3287CD7-5BFE-4583-AE11-41E0173E2CD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131F033-5D5C-41E9-9C19-0E941BA8E6DB}" type="pres">
      <dgm:prSet presAssocID="{1B75FF86-519A-4B0C-8C8F-6D1EA84412F9}" presName="root1" presStyleCnt="0"/>
      <dgm:spPr/>
    </dgm:pt>
    <dgm:pt modelId="{992167E8-71C0-4C2F-BA84-77DDD818192B}" type="pres">
      <dgm:prSet presAssocID="{1B75FF86-519A-4B0C-8C8F-6D1EA84412F9}" presName="LevelOneTextNode" presStyleLbl="node0" presStyleIdx="0" presStyleCnt="1">
        <dgm:presLayoutVars>
          <dgm:chPref val="3"/>
        </dgm:presLayoutVars>
      </dgm:prSet>
      <dgm:spPr/>
    </dgm:pt>
    <dgm:pt modelId="{4E1F2EC2-C766-495D-8FB7-122734AC067E}" type="pres">
      <dgm:prSet presAssocID="{1B75FF86-519A-4B0C-8C8F-6D1EA84412F9}" presName="level2hierChild" presStyleCnt="0"/>
      <dgm:spPr/>
    </dgm:pt>
    <dgm:pt modelId="{F85FE34B-B882-4F54-AF11-6027CB424666}" type="pres">
      <dgm:prSet presAssocID="{169E484E-AD1F-45F4-BA11-F70FFF4CC3A5}" presName="conn2-1" presStyleLbl="parChTrans1D2" presStyleIdx="0" presStyleCnt="2"/>
      <dgm:spPr/>
    </dgm:pt>
    <dgm:pt modelId="{1DFA5137-480D-4C3B-BF68-7C5ECA11D46F}" type="pres">
      <dgm:prSet presAssocID="{169E484E-AD1F-45F4-BA11-F70FFF4CC3A5}" presName="connTx" presStyleLbl="parChTrans1D2" presStyleIdx="0" presStyleCnt="2"/>
      <dgm:spPr/>
    </dgm:pt>
    <dgm:pt modelId="{A755DF71-9E57-4866-9662-2467B69A2BAC}" type="pres">
      <dgm:prSet presAssocID="{AA2B427C-C4C4-4A42-AD6A-05B34E3340A2}" presName="root2" presStyleCnt="0"/>
      <dgm:spPr/>
    </dgm:pt>
    <dgm:pt modelId="{2F764390-E8FF-403A-AE1B-B650FD1A7007}" type="pres">
      <dgm:prSet presAssocID="{AA2B427C-C4C4-4A42-AD6A-05B34E3340A2}" presName="LevelTwoTextNode" presStyleLbl="node2" presStyleIdx="0" presStyleCnt="2">
        <dgm:presLayoutVars>
          <dgm:chPref val="3"/>
        </dgm:presLayoutVars>
      </dgm:prSet>
      <dgm:spPr/>
    </dgm:pt>
    <dgm:pt modelId="{5229AC8F-B5C9-4FCB-BC7F-2AB07EDE9559}" type="pres">
      <dgm:prSet presAssocID="{AA2B427C-C4C4-4A42-AD6A-05B34E3340A2}" presName="level3hierChild" presStyleCnt="0"/>
      <dgm:spPr/>
    </dgm:pt>
    <dgm:pt modelId="{406E9DB3-2008-466D-A027-9796F927A624}" type="pres">
      <dgm:prSet presAssocID="{FAFAD089-F6BE-46FD-BB96-47609010F6F0}" presName="conn2-1" presStyleLbl="parChTrans1D2" presStyleIdx="1" presStyleCnt="2"/>
      <dgm:spPr/>
    </dgm:pt>
    <dgm:pt modelId="{AB140922-064E-4475-9843-D8878AFBEEDE}" type="pres">
      <dgm:prSet presAssocID="{FAFAD089-F6BE-46FD-BB96-47609010F6F0}" presName="connTx" presStyleLbl="parChTrans1D2" presStyleIdx="1" presStyleCnt="2"/>
      <dgm:spPr/>
    </dgm:pt>
    <dgm:pt modelId="{8F4C8105-D1A8-4BF0-B1BB-F2B4EF7D1841}" type="pres">
      <dgm:prSet presAssocID="{531451FF-4020-4F3A-9F53-E62790CDA9F7}" presName="root2" presStyleCnt="0"/>
      <dgm:spPr/>
    </dgm:pt>
    <dgm:pt modelId="{F79167C9-7792-4329-AC6B-BB98FAC1B01D}" type="pres">
      <dgm:prSet presAssocID="{531451FF-4020-4F3A-9F53-E62790CDA9F7}" presName="LevelTwoTextNode" presStyleLbl="node2" presStyleIdx="1" presStyleCnt="2">
        <dgm:presLayoutVars>
          <dgm:chPref val="3"/>
        </dgm:presLayoutVars>
      </dgm:prSet>
      <dgm:spPr/>
    </dgm:pt>
    <dgm:pt modelId="{8EB58555-6ABE-49EB-A10C-FEB519C19529}" type="pres">
      <dgm:prSet presAssocID="{531451FF-4020-4F3A-9F53-E62790CDA9F7}" presName="level3hierChild" presStyleCnt="0"/>
      <dgm:spPr/>
    </dgm:pt>
  </dgm:ptLst>
  <dgm:cxnLst>
    <dgm:cxn modelId="{F8F2B014-608B-43A9-81B7-3AF534F68C8B}" type="presOf" srcId="{1B75FF86-519A-4B0C-8C8F-6D1EA84412F9}" destId="{992167E8-71C0-4C2F-BA84-77DDD818192B}" srcOrd="0" destOrd="0" presId="urn:microsoft.com/office/officeart/2008/layout/HorizontalMultiLevelHierarchy"/>
    <dgm:cxn modelId="{ECB93341-0FFC-411E-B137-5098950AD0DB}" srcId="{1B75FF86-519A-4B0C-8C8F-6D1EA84412F9}" destId="{AA2B427C-C4C4-4A42-AD6A-05B34E3340A2}" srcOrd="0" destOrd="0" parTransId="{169E484E-AD1F-45F4-BA11-F70FFF4CC3A5}" sibTransId="{964A1AB9-9A70-43B9-B833-7FC657660E10}"/>
    <dgm:cxn modelId="{3EB59F6C-5069-4852-A8F6-3BBA02EA93B8}" type="presOf" srcId="{169E484E-AD1F-45F4-BA11-F70FFF4CC3A5}" destId="{1DFA5137-480D-4C3B-BF68-7C5ECA11D46F}" srcOrd="1" destOrd="0" presId="urn:microsoft.com/office/officeart/2008/layout/HorizontalMultiLevelHierarchy"/>
    <dgm:cxn modelId="{8C9D777E-F340-4B28-9074-64D3D8BAE2C3}" type="presOf" srcId="{FAFAD089-F6BE-46FD-BB96-47609010F6F0}" destId="{AB140922-064E-4475-9843-D8878AFBEEDE}" srcOrd="1" destOrd="0" presId="urn:microsoft.com/office/officeart/2008/layout/HorizontalMultiLevelHierarchy"/>
    <dgm:cxn modelId="{5F098D93-C1A5-48AA-9D6C-EB95F2DAA1D0}" type="presOf" srcId="{FAFAD089-F6BE-46FD-BB96-47609010F6F0}" destId="{406E9DB3-2008-466D-A027-9796F927A624}" srcOrd="0" destOrd="0" presId="urn:microsoft.com/office/officeart/2008/layout/HorizontalMultiLevelHierarchy"/>
    <dgm:cxn modelId="{830C9A93-DB34-42CA-9A64-ED5D746D4353}" type="presOf" srcId="{169E484E-AD1F-45F4-BA11-F70FFF4CC3A5}" destId="{F85FE34B-B882-4F54-AF11-6027CB424666}" srcOrd="0" destOrd="0" presId="urn:microsoft.com/office/officeart/2008/layout/HorizontalMultiLevelHierarchy"/>
    <dgm:cxn modelId="{55B83AA1-BB7D-4757-8A68-31F6191B83DA}" srcId="{1B75FF86-519A-4B0C-8C8F-6D1EA84412F9}" destId="{531451FF-4020-4F3A-9F53-E62790CDA9F7}" srcOrd="1" destOrd="0" parTransId="{FAFAD089-F6BE-46FD-BB96-47609010F6F0}" sibTransId="{6591805E-83AC-4F6C-8D42-02039097A3EB}"/>
    <dgm:cxn modelId="{61589ADA-9FEE-4AE1-AB02-3CB4589E9F11}" type="presOf" srcId="{531451FF-4020-4F3A-9F53-E62790CDA9F7}" destId="{F79167C9-7792-4329-AC6B-BB98FAC1B01D}" srcOrd="0" destOrd="0" presId="urn:microsoft.com/office/officeart/2008/layout/HorizontalMultiLevelHierarchy"/>
    <dgm:cxn modelId="{F1FEFDDB-6BF9-44C5-9B83-4D6EBFD807B8}" type="presOf" srcId="{F3287CD7-5BFE-4583-AE11-41E0173E2CD1}" destId="{1BEE79DA-879C-44CF-909D-5540D82BE3CD}" srcOrd="0" destOrd="0" presId="urn:microsoft.com/office/officeart/2008/layout/HorizontalMultiLevelHierarchy"/>
    <dgm:cxn modelId="{576B13F3-CB78-4211-B343-FEC72D1450BB}" srcId="{F3287CD7-5BFE-4583-AE11-41E0173E2CD1}" destId="{1B75FF86-519A-4B0C-8C8F-6D1EA84412F9}" srcOrd="0" destOrd="0" parTransId="{48DAB3CA-B673-4B88-9120-DC41158903C4}" sibTransId="{ACD281FA-76C1-4061-8897-8408D322B1EC}"/>
    <dgm:cxn modelId="{88365AFE-1CC8-4DA6-9CC6-A163538369D0}" type="presOf" srcId="{AA2B427C-C4C4-4A42-AD6A-05B34E3340A2}" destId="{2F764390-E8FF-403A-AE1B-B650FD1A7007}" srcOrd="0" destOrd="0" presId="urn:microsoft.com/office/officeart/2008/layout/HorizontalMultiLevelHierarchy"/>
    <dgm:cxn modelId="{8742EF20-8642-427B-8F44-E5E6B11E4B0C}" type="presParOf" srcId="{1BEE79DA-879C-44CF-909D-5540D82BE3CD}" destId="{5131F033-5D5C-41E9-9C19-0E941BA8E6DB}" srcOrd="0" destOrd="0" presId="urn:microsoft.com/office/officeart/2008/layout/HorizontalMultiLevelHierarchy"/>
    <dgm:cxn modelId="{29236E5D-81D9-46C5-A991-427C57F63095}" type="presParOf" srcId="{5131F033-5D5C-41E9-9C19-0E941BA8E6DB}" destId="{992167E8-71C0-4C2F-BA84-77DDD818192B}" srcOrd="0" destOrd="0" presId="urn:microsoft.com/office/officeart/2008/layout/HorizontalMultiLevelHierarchy"/>
    <dgm:cxn modelId="{A6DC2F92-0B10-4B5E-B8EE-4F91CE3F1FA5}" type="presParOf" srcId="{5131F033-5D5C-41E9-9C19-0E941BA8E6DB}" destId="{4E1F2EC2-C766-495D-8FB7-122734AC067E}" srcOrd="1" destOrd="0" presId="urn:microsoft.com/office/officeart/2008/layout/HorizontalMultiLevelHierarchy"/>
    <dgm:cxn modelId="{279B64FC-E210-42DB-809D-D7AD78022530}" type="presParOf" srcId="{4E1F2EC2-C766-495D-8FB7-122734AC067E}" destId="{F85FE34B-B882-4F54-AF11-6027CB424666}" srcOrd="0" destOrd="0" presId="urn:microsoft.com/office/officeart/2008/layout/HorizontalMultiLevelHierarchy"/>
    <dgm:cxn modelId="{2350E42B-252F-48BA-B9A7-63561DBC423A}" type="presParOf" srcId="{F85FE34B-B882-4F54-AF11-6027CB424666}" destId="{1DFA5137-480D-4C3B-BF68-7C5ECA11D46F}" srcOrd="0" destOrd="0" presId="urn:microsoft.com/office/officeart/2008/layout/HorizontalMultiLevelHierarchy"/>
    <dgm:cxn modelId="{8DA5E6FF-6DB8-4291-9599-A665E4EB32AC}" type="presParOf" srcId="{4E1F2EC2-C766-495D-8FB7-122734AC067E}" destId="{A755DF71-9E57-4866-9662-2467B69A2BAC}" srcOrd="1" destOrd="0" presId="urn:microsoft.com/office/officeart/2008/layout/HorizontalMultiLevelHierarchy"/>
    <dgm:cxn modelId="{D8C55282-443A-4820-A9DB-80BED22B939B}" type="presParOf" srcId="{A755DF71-9E57-4866-9662-2467B69A2BAC}" destId="{2F764390-E8FF-403A-AE1B-B650FD1A7007}" srcOrd="0" destOrd="0" presId="urn:microsoft.com/office/officeart/2008/layout/HorizontalMultiLevelHierarchy"/>
    <dgm:cxn modelId="{28920FA3-A29B-4473-90BD-B4E3C460D116}" type="presParOf" srcId="{A755DF71-9E57-4866-9662-2467B69A2BAC}" destId="{5229AC8F-B5C9-4FCB-BC7F-2AB07EDE9559}" srcOrd="1" destOrd="0" presId="urn:microsoft.com/office/officeart/2008/layout/HorizontalMultiLevelHierarchy"/>
    <dgm:cxn modelId="{7C905EE4-0725-497A-AB9E-FE8BECCFDD86}" type="presParOf" srcId="{4E1F2EC2-C766-495D-8FB7-122734AC067E}" destId="{406E9DB3-2008-466D-A027-9796F927A624}" srcOrd="2" destOrd="0" presId="urn:microsoft.com/office/officeart/2008/layout/HorizontalMultiLevelHierarchy"/>
    <dgm:cxn modelId="{88EF396B-1993-4736-9981-7C07D2FEEC29}" type="presParOf" srcId="{406E9DB3-2008-466D-A027-9796F927A624}" destId="{AB140922-064E-4475-9843-D8878AFBEEDE}" srcOrd="0" destOrd="0" presId="urn:microsoft.com/office/officeart/2008/layout/HorizontalMultiLevelHierarchy"/>
    <dgm:cxn modelId="{56DA9D89-04EC-4975-BEAC-89C7844BA1E6}" type="presParOf" srcId="{4E1F2EC2-C766-495D-8FB7-122734AC067E}" destId="{8F4C8105-D1A8-4BF0-B1BB-F2B4EF7D1841}" srcOrd="3" destOrd="0" presId="urn:microsoft.com/office/officeart/2008/layout/HorizontalMultiLevelHierarchy"/>
    <dgm:cxn modelId="{E1B6413D-1203-40EA-89EC-6F667EAE4B9F}" type="presParOf" srcId="{8F4C8105-D1A8-4BF0-B1BB-F2B4EF7D1841}" destId="{F79167C9-7792-4329-AC6B-BB98FAC1B01D}" srcOrd="0" destOrd="0" presId="urn:microsoft.com/office/officeart/2008/layout/HorizontalMultiLevelHierarchy"/>
    <dgm:cxn modelId="{A7E30E86-33C8-463A-ACC4-F390EF551233}" type="presParOf" srcId="{8F4C8105-D1A8-4BF0-B1BB-F2B4EF7D1841}" destId="{8EB58555-6ABE-49EB-A10C-FEB519C195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D6EE80-5D66-4F18-9FBD-94E58ABD7153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FDAEDD1-CB03-43AE-A80A-2E5DBBE46560}">
      <dgm:prSet custT="1"/>
      <dgm:spPr/>
      <dgm:t>
        <a:bodyPr/>
        <a:lstStyle/>
        <a:p>
          <a:r>
            <a:rPr lang="en-US" sz="2400" b="1" i="0">
              <a:effectLst/>
              <a:latin typeface="Bahnschrift" panose="020B0502040204020203" pitchFamily="34" charset="0"/>
            </a:rPr>
            <a:t>Graceful Failover</a:t>
          </a:r>
          <a:endParaRPr lang="en-US" sz="2400" dirty="0">
            <a:latin typeface="Bahnschrift" panose="020B0502040204020203" pitchFamily="34" charset="0"/>
          </a:endParaRPr>
        </a:p>
      </dgm:t>
    </dgm:pt>
    <dgm:pt modelId="{7864772B-D223-4C94-AA09-6713A7E5E427}" type="parTrans" cxnId="{9FFAF2D8-A67A-48C6-BB70-19D5708DFFEF}">
      <dgm:prSet custT="1"/>
      <dgm:spPr/>
      <dgm:t>
        <a:bodyPr/>
        <a:lstStyle/>
        <a:p>
          <a:endParaRPr lang="en-IN" sz="400">
            <a:latin typeface="Bahnschrift" panose="020B0502040204020203" pitchFamily="34" charset="0"/>
          </a:endParaRPr>
        </a:p>
      </dgm:t>
    </dgm:pt>
    <dgm:pt modelId="{7681828B-FA81-46E7-A621-FA9D5B6756C6}" type="sibTrans" cxnId="{9FFAF2D8-A67A-48C6-BB70-19D5708DFFEF}">
      <dgm:prSet/>
      <dgm:spPr/>
      <dgm:t>
        <a:bodyPr/>
        <a:lstStyle/>
        <a:p>
          <a:endParaRPr lang="en-IN" sz="1600">
            <a:latin typeface="Bahnschrift" panose="020B0502040204020203" pitchFamily="34" charset="0"/>
          </a:endParaRPr>
        </a:p>
      </dgm:t>
    </dgm:pt>
    <dgm:pt modelId="{F126E8DF-1A3A-4430-807A-DCE59F24F42A}">
      <dgm:prSet custT="1"/>
      <dgm:spPr/>
      <dgm:t>
        <a:bodyPr/>
        <a:lstStyle/>
        <a:p>
          <a:r>
            <a:rPr lang="en-US" sz="2400" b="1" i="0">
              <a:effectLst/>
              <a:latin typeface="Bahnschrift" panose="020B0502040204020203" pitchFamily="34" charset="0"/>
            </a:rPr>
            <a:t>Automatic Failover</a:t>
          </a:r>
          <a:endParaRPr lang="en-IN" sz="2400" dirty="0">
            <a:latin typeface="Bahnschrift" panose="020B0502040204020203" pitchFamily="34" charset="0"/>
          </a:endParaRPr>
        </a:p>
      </dgm:t>
    </dgm:pt>
    <dgm:pt modelId="{5CCC0B49-096D-4794-A0E7-E9A582FE0E28}" type="parTrans" cxnId="{009D515A-D551-4164-B407-1A3BD761EEC6}">
      <dgm:prSet custT="1"/>
      <dgm:spPr/>
      <dgm:t>
        <a:bodyPr/>
        <a:lstStyle/>
        <a:p>
          <a:endParaRPr lang="en-IN" sz="400">
            <a:latin typeface="Bahnschrift" panose="020B0502040204020203" pitchFamily="34" charset="0"/>
          </a:endParaRPr>
        </a:p>
      </dgm:t>
    </dgm:pt>
    <dgm:pt modelId="{2ED91DAD-0E74-43DC-9BAD-52963097BCA0}" type="sibTrans" cxnId="{009D515A-D551-4164-B407-1A3BD761EEC6}">
      <dgm:prSet/>
      <dgm:spPr/>
      <dgm:t>
        <a:bodyPr/>
        <a:lstStyle/>
        <a:p>
          <a:endParaRPr lang="en-IN" sz="1600">
            <a:latin typeface="Bahnschrift" panose="020B0502040204020203" pitchFamily="34" charset="0"/>
          </a:endParaRPr>
        </a:p>
      </dgm:t>
    </dgm:pt>
    <dgm:pt modelId="{2F32B311-6A58-404F-99C0-2E3C056B5F2E}">
      <dgm:prSet custT="1"/>
      <dgm:spPr/>
      <dgm:t>
        <a:bodyPr/>
        <a:lstStyle/>
        <a:p>
          <a:r>
            <a:rPr lang="en-US" sz="2400" b="0" i="0" dirty="0">
              <a:effectLst/>
              <a:latin typeface="Bahnschrift" panose="020B0502040204020203" pitchFamily="34" charset="0"/>
            </a:rPr>
            <a:t>There are two types of failover</a:t>
          </a:r>
        </a:p>
      </dgm:t>
    </dgm:pt>
    <dgm:pt modelId="{5B673A59-0958-40D6-817C-C3971617EA4A}" type="sibTrans" cxnId="{8E472242-ECE4-4322-857B-A26F1C62F7F6}">
      <dgm:prSet/>
      <dgm:spPr/>
      <dgm:t>
        <a:bodyPr/>
        <a:lstStyle/>
        <a:p>
          <a:endParaRPr lang="en-IN" sz="1600">
            <a:latin typeface="Bahnschrift" panose="020B0502040204020203" pitchFamily="34" charset="0"/>
          </a:endParaRPr>
        </a:p>
      </dgm:t>
    </dgm:pt>
    <dgm:pt modelId="{37F65FA9-BB89-47E9-B67D-1F5353AAB740}" type="parTrans" cxnId="{8E472242-ECE4-4322-857B-A26F1C62F7F6}">
      <dgm:prSet/>
      <dgm:spPr/>
      <dgm:t>
        <a:bodyPr/>
        <a:lstStyle/>
        <a:p>
          <a:endParaRPr lang="en-IN" sz="1600">
            <a:latin typeface="Bahnschrift" panose="020B0502040204020203" pitchFamily="34" charset="0"/>
          </a:endParaRPr>
        </a:p>
      </dgm:t>
    </dgm:pt>
    <dgm:pt modelId="{5FD94B2E-0DD1-4BB0-8EE0-4FA441703565}" type="pres">
      <dgm:prSet presAssocID="{BFD6EE80-5D66-4F18-9FBD-94E58ABD715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B37D350-D2C0-4CCF-8D05-AF8F336CDC48}" type="pres">
      <dgm:prSet presAssocID="{2F32B311-6A58-404F-99C0-2E3C056B5F2E}" presName="root1" presStyleCnt="0"/>
      <dgm:spPr/>
    </dgm:pt>
    <dgm:pt modelId="{E9E85458-9A30-4604-A9CE-1C4FAA398832}" type="pres">
      <dgm:prSet presAssocID="{2F32B311-6A58-404F-99C0-2E3C056B5F2E}" presName="LevelOneTextNode" presStyleLbl="node0" presStyleIdx="0" presStyleCnt="1" custScaleY="81415">
        <dgm:presLayoutVars>
          <dgm:chPref val="3"/>
        </dgm:presLayoutVars>
      </dgm:prSet>
      <dgm:spPr/>
    </dgm:pt>
    <dgm:pt modelId="{8A89E2BE-1E11-42F4-BFDD-311D854FC5F5}" type="pres">
      <dgm:prSet presAssocID="{2F32B311-6A58-404F-99C0-2E3C056B5F2E}" presName="level2hierChild" presStyleCnt="0"/>
      <dgm:spPr/>
    </dgm:pt>
    <dgm:pt modelId="{F9586F5C-E556-43E5-BA0E-1A6CD1A54FD6}" type="pres">
      <dgm:prSet presAssocID="{7864772B-D223-4C94-AA09-6713A7E5E427}" presName="conn2-1" presStyleLbl="parChTrans1D2" presStyleIdx="0" presStyleCnt="2"/>
      <dgm:spPr/>
    </dgm:pt>
    <dgm:pt modelId="{3BFF9CDA-81F5-4C24-A733-3E2594AA3D55}" type="pres">
      <dgm:prSet presAssocID="{7864772B-D223-4C94-AA09-6713A7E5E427}" presName="connTx" presStyleLbl="parChTrans1D2" presStyleIdx="0" presStyleCnt="2"/>
      <dgm:spPr/>
    </dgm:pt>
    <dgm:pt modelId="{F018087B-1F19-4599-B7BD-7FB82D7D95E7}" type="pres">
      <dgm:prSet presAssocID="{AFDAEDD1-CB03-43AE-A80A-2E5DBBE46560}" presName="root2" presStyleCnt="0"/>
      <dgm:spPr/>
    </dgm:pt>
    <dgm:pt modelId="{15DE9289-37ED-4155-B1AE-0A8905C50F6E}" type="pres">
      <dgm:prSet presAssocID="{AFDAEDD1-CB03-43AE-A80A-2E5DBBE46560}" presName="LevelTwoTextNode" presStyleLbl="node2" presStyleIdx="0" presStyleCnt="2" custScaleY="66448">
        <dgm:presLayoutVars>
          <dgm:chPref val="3"/>
        </dgm:presLayoutVars>
      </dgm:prSet>
      <dgm:spPr/>
    </dgm:pt>
    <dgm:pt modelId="{1FA18A46-4358-4CF8-918F-DBE0C50A27BF}" type="pres">
      <dgm:prSet presAssocID="{AFDAEDD1-CB03-43AE-A80A-2E5DBBE46560}" presName="level3hierChild" presStyleCnt="0"/>
      <dgm:spPr/>
    </dgm:pt>
    <dgm:pt modelId="{357C1E1D-649C-42DD-A7F1-C39989FA53E5}" type="pres">
      <dgm:prSet presAssocID="{5CCC0B49-096D-4794-A0E7-E9A582FE0E28}" presName="conn2-1" presStyleLbl="parChTrans1D2" presStyleIdx="1" presStyleCnt="2"/>
      <dgm:spPr/>
    </dgm:pt>
    <dgm:pt modelId="{6F5C3BB0-DFE8-4260-B917-02A2ACAD791D}" type="pres">
      <dgm:prSet presAssocID="{5CCC0B49-096D-4794-A0E7-E9A582FE0E28}" presName="connTx" presStyleLbl="parChTrans1D2" presStyleIdx="1" presStyleCnt="2"/>
      <dgm:spPr/>
    </dgm:pt>
    <dgm:pt modelId="{96D872B0-2D3A-4525-8F68-FA0736538311}" type="pres">
      <dgm:prSet presAssocID="{F126E8DF-1A3A-4430-807A-DCE59F24F42A}" presName="root2" presStyleCnt="0"/>
      <dgm:spPr/>
    </dgm:pt>
    <dgm:pt modelId="{9D7A508C-4E8A-442B-8071-6C5BA6E39FA7}" type="pres">
      <dgm:prSet presAssocID="{F126E8DF-1A3A-4430-807A-DCE59F24F42A}" presName="LevelTwoTextNode" presStyleLbl="node2" presStyleIdx="1" presStyleCnt="2" custScaleY="66448">
        <dgm:presLayoutVars>
          <dgm:chPref val="3"/>
        </dgm:presLayoutVars>
      </dgm:prSet>
      <dgm:spPr/>
    </dgm:pt>
    <dgm:pt modelId="{4C74C635-7D81-40DB-A99D-A0F948185E94}" type="pres">
      <dgm:prSet presAssocID="{F126E8DF-1A3A-4430-807A-DCE59F24F42A}" presName="level3hierChild" presStyleCnt="0"/>
      <dgm:spPr/>
    </dgm:pt>
  </dgm:ptLst>
  <dgm:cxnLst>
    <dgm:cxn modelId="{A2293B2A-66E8-404F-8053-4E8B65C47B51}" type="presOf" srcId="{F126E8DF-1A3A-4430-807A-DCE59F24F42A}" destId="{9D7A508C-4E8A-442B-8071-6C5BA6E39FA7}" srcOrd="0" destOrd="0" presId="urn:microsoft.com/office/officeart/2005/8/layout/hierarchy2"/>
    <dgm:cxn modelId="{0A04042C-C80A-4735-B08E-18A73CC30C73}" type="presOf" srcId="{7864772B-D223-4C94-AA09-6713A7E5E427}" destId="{3BFF9CDA-81F5-4C24-A733-3E2594AA3D55}" srcOrd="1" destOrd="0" presId="urn:microsoft.com/office/officeart/2005/8/layout/hierarchy2"/>
    <dgm:cxn modelId="{918EB435-CD57-4478-B124-951675DC809E}" type="presOf" srcId="{5CCC0B49-096D-4794-A0E7-E9A582FE0E28}" destId="{357C1E1D-649C-42DD-A7F1-C39989FA53E5}" srcOrd="0" destOrd="0" presId="urn:microsoft.com/office/officeart/2005/8/layout/hierarchy2"/>
    <dgm:cxn modelId="{8E472242-ECE4-4322-857B-A26F1C62F7F6}" srcId="{BFD6EE80-5D66-4F18-9FBD-94E58ABD7153}" destId="{2F32B311-6A58-404F-99C0-2E3C056B5F2E}" srcOrd="0" destOrd="0" parTransId="{37F65FA9-BB89-47E9-B67D-1F5353AAB740}" sibTransId="{5B673A59-0958-40D6-817C-C3971617EA4A}"/>
    <dgm:cxn modelId="{4224156C-134D-4049-8A3D-4E9DBBA20C79}" type="presOf" srcId="{5CCC0B49-096D-4794-A0E7-E9A582FE0E28}" destId="{6F5C3BB0-DFE8-4260-B917-02A2ACAD791D}" srcOrd="1" destOrd="0" presId="urn:microsoft.com/office/officeart/2005/8/layout/hierarchy2"/>
    <dgm:cxn modelId="{009D515A-D551-4164-B407-1A3BD761EEC6}" srcId="{2F32B311-6A58-404F-99C0-2E3C056B5F2E}" destId="{F126E8DF-1A3A-4430-807A-DCE59F24F42A}" srcOrd="1" destOrd="0" parTransId="{5CCC0B49-096D-4794-A0E7-E9A582FE0E28}" sibTransId="{2ED91DAD-0E74-43DC-9BAD-52963097BCA0}"/>
    <dgm:cxn modelId="{EECADC86-0BA4-4EC3-A377-7C2117FD5987}" type="presOf" srcId="{7864772B-D223-4C94-AA09-6713A7E5E427}" destId="{F9586F5C-E556-43E5-BA0E-1A6CD1A54FD6}" srcOrd="0" destOrd="0" presId="urn:microsoft.com/office/officeart/2005/8/layout/hierarchy2"/>
    <dgm:cxn modelId="{290469A8-17F2-4148-B8F3-466C25C3A627}" type="presOf" srcId="{AFDAEDD1-CB03-43AE-A80A-2E5DBBE46560}" destId="{15DE9289-37ED-4155-B1AE-0A8905C50F6E}" srcOrd="0" destOrd="0" presId="urn:microsoft.com/office/officeart/2005/8/layout/hierarchy2"/>
    <dgm:cxn modelId="{BA6A6DAE-7716-4C4B-B14C-E52C62968A1A}" type="presOf" srcId="{2F32B311-6A58-404F-99C0-2E3C056B5F2E}" destId="{E9E85458-9A30-4604-A9CE-1C4FAA398832}" srcOrd="0" destOrd="0" presId="urn:microsoft.com/office/officeart/2005/8/layout/hierarchy2"/>
    <dgm:cxn modelId="{9FFAF2D8-A67A-48C6-BB70-19D5708DFFEF}" srcId="{2F32B311-6A58-404F-99C0-2E3C056B5F2E}" destId="{AFDAEDD1-CB03-43AE-A80A-2E5DBBE46560}" srcOrd="0" destOrd="0" parTransId="{7864772B-D223-4C94-AA09-6713A7E5E427}" sibTransId="{7681828B-FA81-46E7-A621-FA9D5B6756C6}"/>
    <dgm:cxn modelId="{E663C6FC-EDF7-431F-A5B8-F5E39BA50416}" type="presOf" srcId="{BFD6EE80-5D66-4F18-9FBD-94E58ABD7153}" destId="{5FD94B2E-0DD1-4BB0-8EE0-4FA441703565}" srcOrd="0" destOrd="0" presId="urn:microsoft.com/office/officeart/2005/8/layout/hierarchy2"/>
    <dgm:cxn modelId="{E1328629-2118-4643-AD28-EE38D394EBDE}" type="presParOf" srcId="{5FD94B2E-0DD1-4BB0-8EE0-4FA441703565}" destId="{DB37D350-D2C0-4CCF-8D05-AF8F336CDC48}" srcOrd="0" destOrd="0" presId="urn:microsoft.com/office/officeart/2005/8/layout/hierarchy2"/>
    <dgm:cxn modelId="{0D471FA5-1D7E-4F9D-B8F9-921AB269421C}" type="presParOf" srcId="{DB37D350-D2C0-4CCF-8D05-AF8F336CDC48}" destId="{E9E85458-9A30-4604-A9CE-1C4FAA398832}" srcOrd="0" destOrd="0" presId="urn:microsoft.com/office/officeart/2005/8/layout/hierarchy2"/>
    <dgm:cxn modelId="{4EAC0C3E-0A88-4A6C-BAEA-1E1801B251FE}" type="presParOf" srcId="{DB37D350-D2C0-4CCF-8D05-AF8F336CDC48}" destId="{8A89E2BE-1E11-42F4-BFDD-311D854FC5F5}" srcOrd="1" destOrd="0" presId="urn:microsoft.com/office/officeart/2005/8/layout/hierarchy2"/>
    <dgm:cxn modelId="{FA3F1D92-C039-4BF2-99B8-E577C5561C62}" type="presParOf" srcId="{8A89E2BE-1E11-42F4-BFDD-311D854FC5F5}" destId="{F9586F5C-E556-43E5-BA0E-1A6CD1A54FD6}" srcOrd="0" destOrd="0" presId="urn:microsoft.com/office/officeart/2005/8/layout/hierarchy2"/>
    <dgm:cxn modelId="{75328139-39C0-4734-A80C-FC803D3C8EFF}" type="presParOf" srcId="{F9586F5C-E556-43E5-BA0E-1A6CD1A54FD6}" destId="{3BFF9CDA-81F5-4C24-A733-3E2594AA3D55}" srcOrd="0" destOrd="0" presId="urn:microsoft.com/office/officeart/2005/8/layout/hierarchy2"/>
    <dgm:cxn modelId="{DCA3FFE0-CFD9-4414-9AFB-A586731BC39A}" type="presParOf" srcId="{8A89E2BE-1E11-42F4-BFDD-311D854FC5F5}" destId="{F018087B-1F19-4599-B7BD-7FB82D7D95E7}" srcOrd="1" destOrd="0" presId="urn:microsoft.com/office/officeart/2005/8/layout/hierarchy2"/>
    <dgm:cxn modelId="{44756DE3-CA53-423C-B597-745CA06C8839}" type="presParOf" srcId="{F018087B-1F19-4599-B7BD-7FB82D7D95E7}" destId="{15DE9289-37ED-4155-B1AE-0A8905C50F6E}" srcOrd="0" destOrd="0" presId="urn:microsoft.com/office/officeart/2005/8/layout/hierarchy2"/>
    <dgm:cxn modelId="{08AB33FD-5731-41F5-9239-72B18A9CFA7A}" type="presParOf" srcId="{F018087B-1F19-4599-B7BD-7FB82D7D95E7}" destId="{1FA18A46-4358-4CF8-918F-DBE0C50A27BF}" srcOrd="1" destOrd="0" presId="urn:microsoft.com/office/officeart/2005/8/layout/hierarchy2"/>
    <dgm:cxn modelId="{A41BBC76-039A-4C51-B4C5-0DFD8CFDA5E7}" type="presParOf" srcId="{8A89E2BE-1E11-42F4-BFDD-311D854FC5F5}" destId="{357C1E1D-649C-42DD-A7F1-C39989FA53E5}" srcOrd="2" destOrd="0" presId="urn:microsoft.com/office/officeart/2005/8/layout/hierarchy2"/>
    <dgm:cxn modelId="{41167219-CA5E-458B-9DA1-2E5C685D6BA2}" type="presParOf" srcId="{357C1E1D-649C-42DD-A7F1-C39989FA53E5}" destId="{6F5C3BB0-DFE8-4260-B917-02A2ACAD791D}" srcOrd="0" destOrd="0" presId="urn:microsoft.com/office/officeart/2005/8/layout/hierarchy2"/>
    <dgm:cxn modelId="{7C563DA6-BA5A-44C2-A95B-0BEFC272854B}" type="presParOf" srcId="{8A89E2BE-1E11-42F4-BFDD-311D854FC5F5}" destId="{96D872B0-2D3A-4525-8F68-FA0736538311}" srcOrd="3" destOrd="0" presId="urn:microsoft.com/office/officeart/2005/8/layout/hierarchy2"/>
    <dgm:cxn modelId="{EA8E43E9-C21F-42E2-8CF3-31264E259E26}" type="presParOf" srcId="{96D872B0-2D3A-4525-8F68-FA0736538311}" destId="{9D7A508C-4E8A-442B-8071-6C5BA6E39FA7}" srcOrd="0" destOrd="0" presId="urn:microsoft.com/office/officeart/2005/8/layout/hierarchy2"/>
    <dgm:cxn modelId="{8B950084-5B6F-4253-A750-E27526858C9E}" type="presParOf" srcId="{96D872B0-2D3A-4525-8F68-FA0736538311}" destId="{4C74C635-7D81-40DB-A99D-A0F948185E9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Replication</a:t>
          </a: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>
        <a:xfrm>
          <a:off x="5790915" y="2929"/>
          <a:ext cx="2525958" cy="1515574"/>
        </a:xfrm>
        <a:prstGeom prst="rect">
          <a:avLst/>
        </a:prstGeom>
      </dgm:spPr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High Availability</a:t>
          </a: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>
        <a:xfrm>
          <a:off x="233807" y="1771100"/>
          <a:ext cx="2525958" cy="1515574"/>
        </a:xfrm>
        <a:prstGeom prst="rect">
          <a:avLst/>
        </a:prstGeom>
      </dgm:spPr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Data Reliability</a:t>
          </a:r>
          <a:endParaRPr lang="en-IN" sz="2600" b="0" i="0" kern="1200" dirty="0">
            <a:solidFill>
              <a:prstClr val="white">
                <a:lumMod val="95000"/>
              </a:prstClr>
            </a:solidFill>
            <a:latin typeface="Bahnschrift" panose="020B0502040204020203" pitchFamily="34" charset="0"/>
            <a:ea typeface="+mn-ea"/>
            <a:cs typeface="+mn-cs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>
        <a:xfrm>
          <a:off x="3012361" y="1771100"/>
          <a:ext cx="2525958" cy="1515574"/>
        </a:xfrm>
        <a:prstGeom prst="rect">
          <a:avLst/>
        </a:prstGeom>
      </dgm:spPr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Fault Tolerance</a:t>
          </a:r>
          <a:endParaRPr lang="en-IN" sz="2600" b="0" i="0" kern="1200" dirty="0">
            <a:solidFill>
              <a:prstClr val="white">
                <a:lumMod val="95000"/>
              </a:prstClr>
            </a:solidFill>
            <a:latin typeface="Bahnschrift" panose="020B0502040204020203" pitchFamily="34" charset="0"/>
            <a:ea typeface="+mn-ea"/>
            <a:cs typeface="+mn-cs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>
        <a:xfrm>
          <a:off x="5790915" y="1771100"/>
          <a:ext cx="2525958" cy="1515574"/>
        </a:xfrm>
        <a:prstGeom prst="rect">
          <a:avLst/>
        </a:prstGeom>
      </dgm:spPr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r>
            <a:rPr lang="en-IN" sz="2600" b="0" i="0" kern="1200" dirty="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Scalability</a:t>
          </a: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/>
      <dgm:spPr/>
      <dgm:t>
        <a:bodyPr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>
        <a:xfrm>
          <a:off x="1623084" y="3539270"/>
          <a:ext cx="2525958" cy="1515574"/>
        </a:xfrm>
        <a:prstGeom prst="rect">
          <a:avLst/>
        </a:prstGeom>
      </dgm:spPr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8DA1B33-4D4F-45FF-B98F-C85AABD35526}" type="doc">
      <dgm:prSet loTypeId="urn:microsoft.com/office/officeart/2005/8/layout/default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7CA1242-433C-47FE-92A6-676EFF3A8FE8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92DB314-CAD4-49C6-BE03-4E9A0E2C7F69}" type="par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54AB4C4A-6A30-442F-BAD7-2112B81A2DFE}" type="sibTrans" cxnId="{1B7B6ABF-AE75-48C2-9FFA-C839898B1039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808A42A1-B8F1-4D66-8344-246C2F680B77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9AB7AB65-1D9D-45E8-980B-F9E24D56EEF7}" type="par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A7087C9-DBDC-4580-B76F-1CC72455BC01}" type="sibTrans" cxnId="{9F041ECC-FBE4-4EC3-94D5-3CCBC553BADA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E7775FD7-5256-4230-BAC6-CCB78915DADF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27FBD730-8A87-4FDF-AFE4-7FD323B97AE3}" type="par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F60A1A9-C6E1-44AD-84F2-FA431F382BB8}" type="sibTrans" cxnId="{954DB6B2-1218-4431-B7D6-DAB571708238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12D506A9-D7BA-4893-BBD1-1BF6F620836A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3AFCED47-2D6C-4D30-A856-C5DBCCCF0E24}" type="par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4D2A618-9704-4199-961A-113CD00FE730}" type="sibTrans" cxnId="{2ECD7118-55C9-48E2-83A8-62BD6D7966B2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29C0CCAD-A272-49DD-B382-A81DAA2BA9D2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56462E73-B95D-46F0-8C47-36E10812E958}" type="sib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F8988191-77E7-43AF-BBBD-66E93D386DC5}" type="parTrans" cxnId="{105BFF93-C5A7-4FE3-B641-72D2D5159FE6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A57E688-47D4-42CC-9BDD-D48DE5BF85FB}">
      <dgm:prSet phldrT="[Text]"/>
      <dgm:spPr/>
      <dgm:t>
        <a:bodyPr/>
        <a:lstStyle/>
        <a:p>
          <a:r>
            <a:rPr lang="en-IN" b="0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AB7BFED4-DF1C-483D-BD5C-75F49FDCA792}" type="par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D08B606F-8D9F-4A73-938B-01D28F850EB7}" type="sibTrans" cxnId="{C6582FCE-3268-416F-A951-BECB2A281DAF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AD576CA0-04DC-44CF-9EF6-79B8673B4E7D}">
      <dgm:prSet phldrT="[Text]"/>
      <dgm:spPr/>
      <dgm:t>
        <a:bodyPr/>
        <a:lstStyle/>
        <a:p>
          <a:r>
            <a:rPr lang="en-IN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CC7B20E8-3678-4D62-B436-DE608C197C47}" type="par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7DDE1D27-1D3B-445E-B337-51833C6EFC3C}" type="sibTrans" cxnId="{9407E40F-E485-4289-B5AC-52F0494BE52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6FAF4B2-54EC-4147-9AD3-C9832B1A2750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87FB069A-F620-4AD1-A36D-D5798CF21AD4}" type="par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35EE278-69B8-4CA9-906C-36EF4729DF43}" type="sibTrans" cxnId="{C9DB91CE-A315-4BE8-B627-790BF69B10E4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B8B37379-22D1-46C7-B561-F53E386E7558}">
      <dgm:prSet phldrT="[Text]"/>
      <dgm:spPr/>
      <dgm:t>
        <a:bodyPr/>
        <a:lstStyle/>
        <a:p>
          <a:r>
            <a:rPr lang="en-IN" b="1" i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EB3ED76-7371-4DD2-864B-0823654F06C8}" type="par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9F69EEC0-AD42-4D27-B30C-6D7312FBFBCA}" type="sibTrans" cxnId="{F40665DE-981C-4CF4-AA4F-6742ABBC5E97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3FEA9F12-DF93-41F1-A045-009CA1447B81}">
      <dgm:prSet phldrT="[Text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99060" tIns="99060" rIns="99060" bIns="99060" numCol="1" spcCol="1270" anchor="ctr" anchorCtr="0"/>
        <a:lstStyle/>
        <a:p>
          <a:r>
            <a:rPr lang="en-US" sz="2400" b="0" i="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gm:t>
    </dgm:pt>
    <dgm:pt modelId="{B6C19295-A0BF-4BB1-87D1-693CE6097181}" type="par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6EFC166E-87E2-4A1B-A866-FF76A54863C9}" type="sibTrans" cxnId="{F312CE00-441E-434B-8536-F35B03A1E373}">
      <dgm:prSet/>
      <dgm:spPr/>
      <dgm:t>
        <a:bodyPr/>
        <a:lstStyle/>
        <a:p>
          <a:endParaRPr lang="en-IN">
            <a:solidFill>
              <a:schemeClr val="bg1">
                <a:lumMod val="95000"/>
              </a:schemeClr>
            </a:solidFill>
          </a:endParaRPr>
        </a:p>
      </dgm:t>
    </dgm:pt>
    <dgm:pt modelId="{48CC4E00-2C40-4289-B252-5ECA885172C0}" type="pres">
      <dgm:prSet presAssocID="{18DA1B33-4D4F-45FF-B98F-C85AABD35526}" presName="diagram" presStyleCnt="0">
        <dgm:presLayoutVars>
          <dgm:dir/>
          <dgm:resizeHandles val="exact"/>
        </dgm:presLayoutVars>
      </dgm:prSet>
      <dgm:spPr/>
    </dgm:pt>
    <dgm:pt modelId="{9801C758-5BED-4B9E-93C7-F69879BB1E76}" type="pres">
      <dgm:prSet presAssocID="{37CA1242-433C-47FE-92A6-676EFF3A8FE8}" presName="node" presStyleLbl="node1" presStyleIdx="0" presStyleCnt="8">
        <dgm:presLayoutVars>
          <dgm:bulletEnabled val="1"/>
        </dgm:presLayoutVars>
      </dgm:prSet>
      <dgm:spPr/>
    </dgm:pt>
    <dgm:pt modelId="{2241F17C-8A36-436A-91D1-7BCAC8C76E31}" type="pres">
      <dgm:prSet presAssocID="{54AB4C4A-6A30-442F-BAD7-2112B81A2DFE}" presName="sibTrans" presStyleCnt="0"/>
      <dgm:spPr/>
    </dgm:pt>
    <dgm:pt modelId="{FBDFA596-B110-4FE1-B3B5-7F914C19815F}" type="pres">
      <dgm:prSet presAssocID="{808A42A1-B8F1-4D66-8344-246C2F680B77}" presName="node" presStyleLbl="node1" presStyleIdx="1" presStyleCnt="8">
        <dgm:presLayoutVars>
          <dgm:bulletEnabled val="1"/>
        </dgm:presLayoutVars>
      </dgm:prSet>
      <dgm:spPr/>
    </dgm:pt>
    <dgm:pt modelId="{F294B24A-B4B2-4238-8929-32D970F02808}" type="pres">
      <dgm:prSet presAssocID="{EA7087C9-DBDC-4580-B76F-1CC72455BC01}" presName="sibTrans" presStyleCnt="0"/>
      <dgm:spPr/>
    </dgm:pt>
    <dgm:pt modelId="{9909FE8C-9CA0-460C-88A9-344E49919462}" type="pres">
      <dgm:prSet presAssocID="{E7775FD7-5256-4230-BAC6-CCB78915DADF}" presName="node" presStyleLbl="node1" presStyleIdx="2" presStyleCnt="8">
        <dgm:presLayoutVars>
          <dgm:bulletEnabled val="1"/>
        </dgm:presLayoutVars>
      </dgm:prSet>
      <dgm:spPr/>
    </dgm:pt>
    <dgm:pt modelId="{07806D1B-19E5-4B9D-9DE1-C571DA5F58DA}" type="pres">
      <dgm:prSet presAssocID="{4F60A1A9-C6E1-44AD-84F2-FA431F382BB8}" presName="sibTrans" presStyleCnt="0"/>
      <dgm:spPr/>
    </dgm:pt>
    <dgm:pt modelId="{77F1E89F-2D33-454C-AA04-905C835EE974}" type="pres">
      <dgm:prSet presAssocID="{12D506A9-D7BA-4893-BBD1-1BF6F620836A}" presName="node" presStyleLbl="node1" presStyleIdx="3" presStyleCnt="8">
        <dgm:presLayoutVars>
          <dgm:bulletEnabled val="1"/>
        </dgm:presLayoutVars>
      </dgm:prSet>
      <dgm:spPr/>
    </dgm:pt>
    <dgm:pt modelId="{02C820A4-16A4-4FA9-9718-77285DB164D7}" type="pres">
      <dgm:prSet presAssocID="{24D2A618-9704-4199-961A-113CD00FE730}" presName="sibTrans" presStyleCnt="0"/>
      <dgm:spPr/>
    </dgm:pt>
    <dgm:pt modelId="{4255E69B-C80E-40E3-8E12-6D869B16135E}" type="pres">
      <dgm:prSet presAssocID="{29C0CCAD-A272-49DD-B382-A81DAA2BA9D2}" presName="node" presStyleLbl="node1" presStyleIdx="4" presStyleCnt="8">
        <dgm:presLayoutVars>
          <dgm:bulletEnabled val="1"/>
        </dgm:presLayoutVars>
      </dgm:prSet>
      <dgm:spPr/>
    </dgm:pt>
    <dgm:pt modelId="{C9BD3A93-12E6-416B-BF1F-58CEDC702599}" type="pres">
      <dgm:prSet presAssocID="{56462E73-B95D-46F0-8C47-36E10812E958}" presName="sibTrans" presStyleCnt="0"/>
      <dgm:spPr/>
    </dgm:pt>
    <dgm:pt modelId="{FAA1121F-16A8-4562-9F22-CD0C79B847D3}" type="pres">
      <dgm:prSet presAssocID="{4A57E688-47D4-42CC-9BDD-D48DE5BF85FB}" presName="node" presStyleLbl="node1" presStyleIdx="5" presStyleCnt="8">
        <dgm:presLayoutVars>
          <dgm:bulletEnabled val="1"/>
        </dgm:presLayoutVars>
      </dgm:prSet>
      <dgm:spPr/>
    </dgm:pt>
    <dgm:pt modelId="{DC513F03-B782-4425-9CA5-C3F54167C3FA}" type="pres">
      <dgm:prSet presAssocID="{D08B606F-8D9F-4A73-938B-01D28F850EB7}" presName="sibTrans" presStyleCnt="0"/>
      <dgm:spPr/>
    </dgm:pt>
    <dgm:pt modelId="{124EE6BD-4093-489D-94B0-AA179210DC1D}" type="pres">
      <dgm:prSet presAssocID="{AD576CA0-04DC-44CF-9EF6-79B8673B4E7D}" presName="node" presStyleLbl="node1" presStyleIdx="6" presStyleCnt="8">
        <dgm:presLayoutVars>
          <dgm:bulletEnabled val="1"/>
        </dgm:presLayoutVars>
      </dgm:prSet>
      <dgm:spPr/>
    </dgm:pt>
    <dgm:pt modelId="{BC95F282-50A9-4DE6-B6E1-D07BDC8E26EC}" type="pres">
      <dgm:prSet presAssocID="{7DDE1D27-1D3B-445E-B337-51833C6EFC3C}" presName="sibTrans" presStyleCnt="0"/>
      <dgm:spPr/>
    </dgm:pt>
    <dgm:pt modelId="{5B9BFD20-1F2D-4130-AE1F-E6542FB83448}" type="pres">
      <dgm:prSet presAssocID="{3FEA9F12-DF93-41F1-A045-009CA1447B81}" presName="node" presStyleLbl="node1" presStyleIdx="7" presStyleCnt="8">
        <dgm:presLayoutVars>
          <dgm:bulletEnabled val="1"/>
        </dgm:presLayoutVars>
      </dgm:prSet>
      <dgm:spPr>
        <a:xfrm>
          <a:off x="4401638" y="3539270"/>
          <a:ext cx="2525958" cy="1515574"/>
        </a:xfrm>
        <a:prstGeom prst="rect">
          <a:avLst/>
        </a:prstGeom>
      </dgm:spPr>
    </dgm:pt>
  </dgm:ptLst>
  <dgm:cxnLst>
    <dgm:cxn modelId="{F312CE00-441E-434B-8536-F35B03A1E373}" srcId="{18DA1B33-4D4F-45FF-B98F-C85AABD35526}" destId="{3FEA9F12-DF93-41F1-A045-009CA1447B81}" srcOrd="7" destOrd="0" parTransId="{B6C19295-A0BF-4BB1-87D1-693CE6097181}" sibTransId="{6EFC166E-87E2-4A1B-A866-FF76A54863C9}"/>
    <dgm:cxn modelId="{9407E40F-E485-4289-B5AC-52F0494BE524}" srcId="{18DA1B33-4D4F-45FF-B98F-C85AABD35526}" destId="{AD576CA0-04DC-44CF-9EF6-79B8673B4E7D}" srcOrd="6" destOrd="0" parTransId="{CC7B20E8-3678-4D62-B436-DE608C197C47}" sibTransId="{7DDE1D27-1D3B-445E-B337-51833C6EFC3C}"/>
    <dgm:cxn modelId="{2ECD7118-55C9-48E2-83A8-62BD6D7966B2}" srcId="{18DA1B33-4D4F-45FF-B98F-C85AABD35526}" destId="{12D506A9-D7BA-4893-BBD1-1BF6F620836A}" srcOrd="3" destOrd="0" parTransId="{3AFCED47-2D6C-4D30-A856-C5DBCCCF0E24}" sibTransId="{24D2A618-9704-4199-961A-113CD00FE730}"/>
    <dgm:cxn modelId="{8F391A29-97AD-44F9-BB63-BDAEF0BA0CF6}" type="presOf" srcId="{4A57E688-47D4-42CC-9BDD-D48DE5BF85FB}" destId="{FAA1121F-16A8-4562-9F22-CD0C79B847D3}" srcOrd="0" destOrd="0" presId="urn:microsoft.com/office/officeart/2005/8/layout/default"/>
    <dgm:cxn modelId="{0566BD33-4B1C-4CDB-B6BD-88B4E03E8C6D}" type="presOf" srcId="{3FEA9F12-DF93-41F1-A045-009CA1447B81}" destId="{5B9BFD20-1F2D-4130-AE1F-E6542FB83448}" srcOrd="0" destOrd="0" presId="urn:microsoft.com/office/officeart/2005/8/layout/default"/>
    <dgm:cxn modelId="{B653BE5C-CFD8-439F-B1F7-1D4D0DB174B1}" type="presOf" srcId="{96FAF4B2-54EC-4147-9AD3-C9832B1A2750}" destId="{124EE6BD-4093-489D-94B0-AA179210DC1D}" srcOrd="0" destOrd="1" presId="urn:microsoft.com/office/officeart/2005/8/layout/default"/>
    <dgm:cxn modelId="{169BF546-85B1-40E7-8B80-3D6E314F1762}" type="presOf" srcId="{AD576CA0-04DC-44CF-9EF6-79B8673B4E7D}" destId="{124EE6BD-4093-489D-94B0-AA179210DC1D}" srcOrd="0" destOrd="0" presId="urn:microsoft.com/office/officeart/2005/8/layout/default"/>
    <dgm:cxn modelId="{2C591978-C8C3-4F2B-885B-846DFFE9A51D}" type="presOf" srcId="{B8B37379-22D1-46C7-B561-F53E386E7558}" destId="{124EE6BD-4093-489D-94B0-AA179210DC1D}" srcOrd="0" destOrd="2" presId="urn:microsoft.com/office/officeart/2005/8/layout/default"/>
    <dgm:cxn modelId="{B7517F7D-0506-472A-BA6C-F8DB60B30386}" type="presOf" srcId="{29C0CCAD-A272-49DD-B382-A81DAA2BA9D2}" destId="{4255E69B-C80E-40E3-8E12-6D869B16135E}" srcOrd="0" destOrd="0" presId="urn:microsoft.com/office/officeart/2005/8/layout/default"/>
    <dgm:cxn modelId="{105BFF93-C5A7-4FE3-B641-72D2D5159FE6}" srcId="{18DA1B33-4D4F-45FF-B98F-C85AABD35526}" destId="{29C0CCAD-A272-49DD-B382-A81DAA2BA9D2}" srcOrd="4" destOrd="0" parTransId="{F8988191-77E7-43AF-BBBD-66E93D386DC5}" sibTransId="{56462E73-B95D-46F0-8C47-36E10812E958}"/>
    <dgm:cxn modelId="{3AF13DAF-8FE4-4435-9347-3C2F5A0089A7}" type="presOf" srcId="{12D506A9-D7BA-4893-BBD1-1BF6F620836A}" destId="{77F1E89F-2D33-454C-AA04-905C835EE974}" srcOrd="0" destOrd="0" presId="urn:microsoft.com/office/officeart/2005/8/layout/default"/>
    <dgm:cxn modelId="{954DB6B2-1218-4431-B7D6-DAB571708238}" srcId="{18DA1B33-4D4F-45FF-B98F-C85AABD35526}" destId="{E7775FD7-5256-4230-BAC6-CCB78915DADF}" srcOrd="2" destOrd="0" parTransId="{27FBD730-8A87-4FDF-AFE4-7FD323B97AE3}" sibTransId="{4F60A1A9-C6E1-44AD-84F2-FA431F382BB8}"/>
    <dgm:cxn modelId="{1B7B6ABF-AE75-48C2-9FFA-C839898B1039}" srcId="{18DA1B33-4D4F-45FF-B98F-C85AABD35526}" destId="{37CA1242-433C-47FE-92A6-676EFF3A8FE8}" srcOrd="0" destOrd="0" parTransId="{B92DB314-CAD4-49C6-BE03-4E9A0E2C7F69}" sibTransId="{54AB4C4A-6A30-442F-BAD7-2112B81A2DFE}"/>
    <dgm:cxn modelId="{9F041ECC-FBE4-4EC3-94D5-3CCBC553BADA}" srcId="{18DA1B33-4D4F-45FF-B98F-C85AABD35526}" destId="{808A42A1-B8F1-4D66-8344-246C2F680B77}" srcOrd="1" destOrd="0" parTransId="{9AB7AB65-1D9D-45E8-980B-F9E24D56EEF7}" sibTransId="{EA7087C9-DBDC-4580-B76F-1CC72455BC01}"/>
    <dgm:cxn modelId="{C6582FCE-3268-416F-A951-BECB2A281DAF}" srcId="{18DA1B33-4D4F-45FF-B98F-C85AABD35526}" destId="{4A57E688-47D4-42CC-9BDD-D48DE5BF85FB}" srcOrd="5" destOrd="0" parTransId="{AB7BFED4-DF1C-483D-BD5C-75F49FDCA792}" sibTransId="{D08B606F-8D9F-4A73-938B-01D28F850EB7}"/>
    <dgm:cxn modelId="{C9DB91CE-A315-4BE8-B627-790BF69B10E4}" srcId="{AD576CA0-04DC-44CF-9EF6-79B8673B4E7D}" destId="{96FAF4B2-54EC-4147-9AD3-C9832B1A2750}" srcOrd="0" destOrd="0" parTransId="{87FB069A-F620-4AD1-A36D-D5798CF21AD4}" sibTransId="{635EE278-69B8-4CA9-906C-36EF4729DF43}"/>
    <dgm:cxn modelId="{F40665DE-981C-4CF4-AA4F-6742ABBC5E97}" srcId="{AD576CA0-04DC-44CF-9EF6-79B8673B4E7D}" destId="{B8B37379-22D1-46C7-B561-F53E386E7558}" srcOrd="1" destOrd="0" parTransId="{BEB3ED76-7371-4DD2-864B-0823654F06C8}" sibTransId="{9F69EEC0-AD42-4D27-B30C-6D7312FBFBCA}"/>
    <dgm:cxn modelId="{27BFE5F3-8F90-4E81-B305-F6456283FB2F}" type="presOf" srcId="{37CA1242-433C-47FE-92A6-676EFF3A8FE8}" destId="{9801C758-5BED-4B9E-93C7-F69879BB1E76}" srcOrd="0" destOrd="0" presId="urn:microsoft.com/office/officeart/2005/8/layout/default"/>
    <dgm:cxn modelId="{8722F2F9-1D2D-46A2-917B-943FD5102FD1}" type="presOf" srcId="{18DA1B33-4D4F-45FF-B98F-C85AABD35526}" destId="{48CC4E00-2C40-4289-B252-5ECA885172C0}" srcOrd="0" destOrd="0" presId="urn:microsoft.com/office/officeart/2005/8/layout/default"/>
    <dgm:cxn modelId="{7C7E45FB-D153-4EB1-8D76-2565D528D4C3}" type="presOf" srcId="{E7775FD7-5256-4230-BAC6-CCB78915DADF}" destId="{9909FE8C-9CA0-460C-88A9-344E49919462}" srcOrd="0" destOrd="0" presId="urn:microsoft.com/office/officeart/2005/8/layout/default"/>
    <dgm:cxn modelId="{085D57FF-594F-4537-A0D9-5C079CD98EF2}" type="presOf" srcId="{808A42A1-B8F1-4D66-8344-246C2F680B77}" destId="{FBDFA596-B110-4FE1-B3B5-7F914C19815F}" srcOrd="0" destOrd="0" presId="urn:microsoft.com/office/officeart/2005/8/layout/default"/>
    <dgm:cxn modelId="{7A859D7A-1BC7-4E68-AA85-93A005870474}" type="presParOf" srcId="{48CC4E00-2C40-4289-B252-5ECA885172C0}" destId="{9801C758-5BED-4B9E-93C7-F69879BB1E76}" srcOrd="0" destOrd="0" presId="urn:microsoft.com/office/officeart/2005/8/layout/default"/>
    <dgm:cxn modelId="{655FFCA5-4D87-482E-AC65-11B6328994E4}" type="presParOf" srcId="{48CC4E00-2C40-4289-B252-5ECA885172C0}" destId="{2241F17C-8A36-436A-91D1-7BCAC8C76E31}" srcOrd="1" destOrd="0" presId="urn:microsoft.com/office/officeart/2005/8/layout/default"/>
    <dgm:cxn modelId="{8D38543A-BC61-4EE8-83B3-C6F1FCF2014D}" type="presParOf" srcId="{48CC4E00-2C40-4289-B252-5ECA885172C0}" destId="{FBDFA596-B110-4FE1-B3B5-7F914C19815F}" srcOrd="2" destOrd="0" presId="urn:microsoft.com/office/officeart/2005/8/layout/default"/>
    <dgm:cxn modelId="{44514A3D-C9D5-4FFC-9A31-B902DBEE2D06}" type="presParOf" srcId="{48CC4E00-2C40-4289-B252-5ECA885172C0}" destId="{F294B24A-B4B2-4238-8929-32D970F02808}" srcOrd="3" destOrd="0" presId="urn:microsoft.com/office/officeart/2005/8/layout/default"/>
    <dgm:cxn modelId="{F4B7E306-1CCD-4B47-AB43-57846B8424EA}" type="presParOf" srcId="{48CC4E00-2C40-4289-B252-5ECA885172C0}" destId="{9909FE8C-9CA0-460C-88A9-344E49919462}" srcOrd="4" destOrd="0" presId="urn:microsoft.com/office/officeart/2005/8/layout/default"/>
    <dgm:cxn modelId="{FBC6D6DC-EC76-432C-B9FE-31223AC8B72F}" type="presParOf" srcId="{48CC4E00-2C40-4289-B252-5ECA885172C0}" destId="{07806D1B-19E5-4B9D-9DE1-C571DA5F58DA}" srcOrd="5" destOrd="0" presId="urn:microsoft.com/office/officeart/2005/8/layout/default"/>
    <dgm:cxn modelId="{F0DB6073-77D4-4E61-A292-7406EFB25777}" type="presParOf" srcId="{48CC4E00-2C40-4289-B252-5ECA885172C0}" destId="{77F1E89F-2D33-454C-AA04-905C835EE974}" srcOrd="6" destOrd="0" presId="urn:microsoft.com/office/officeart/2005/8/layout/default"/>
    <dgm:cxn modelId="{2ABFA954-14C8-4EC1-B9AA-AED30A805A0F}" type="presParOf" srcId="{48CC4E00-2C40-4289-B252-5ECA885172C0}" destId="{02C820A4-16A4-4FA9-9718-77285DB164D7}" srcOrd="7" destOrd="0" presId="urn:microsoft.com/office/officeart/2005/8/layout/default"/>
    <dgm:cxn modelId="{468CBC9F-9EE5-4A7E-B391-7854AE0C13C8}" type="presParOf" srcId="{48CC4E00-2C40-4289-B252-5ECA885172C0}" destId="{4255E69B-C80E-40E3-8E12-6D869B16135E}" srcOrd="8" destOrd="0" presId="urn:microsoft.com/office/officeart/2005/8/layout/default"/>
    <dgm:cxn modelId="{25A7DCA4-CDDB-4155-B2BF-5082380F5470}" type="presParOf" srcId="{48CC4E00-2C40-4289-B252-5ECA885172C0}" destId="{C9BD3A93-12E6-416B-BF1F-58CEDC702599}" srcOrd="9" destOrd="0" presId="urn:microsoft.com/office/officeart/2005/8/layout/default"/>
    <dgm:cxn modelId="{E85010D3-00BC-45F0-B498-D90E7C97B012}" type="presParOf" srcId="{48CC4E00-2C40-4289-B252-5ECA885172C0}" destId="{FAA1121F-16A8-4562-9F22-CD0C79B847D3}" srcOrd="10" destOrd="0" presId="urn:microsoft.com/office/officeart/2005/8/layout/default"/>
    <dgm:cxn modelId="{92C77FD0-71FB-4F85-AE27-F3B876ED26AF}" type="presParOf" srcId="{48CC4E00-2C40-4289-B252-5ECA885172C0}" destId="{DC513F03-B782-4425-9CA5-C3F54167C3FA}" srcOrd="11" destOrd="0" presId="urn:microsoft.com/office/officeart/2005/8/layout/default"/>
    <dgm:cxn modelId="{D4B64400-D9B8-406E-9094-F3ADCE1CDA7B}" type="presParOf" srcId="{48CC4E00-2C40-4289-B252-5ECA885172C0}" destId="{124EE6BD-4093-489D-94B0-AA179210DC1D}" srcOrd="12" destOrd="0" presId="urn:microsoft.com/office/officeart/2005/8/layout/default"/>
    <dgm:cxn modelId="{B16C28F8-E4BC-48DB-B71C-1982274AF908}" type="presParOf" srcId="{48CC4E00-2C40-4289-B252-5ECA885172C0}" destId="{BC95F282-50A9-4DE6-B6E1-D07BDC8E26EC}" srcOrd="13" destOrd="0" presId="urn:microsoft.com/office/officeart/2005/8/layout/default"/>
    <dgm:cxn modelId="{636A603F-EC9B-4B4D-9D84-369805AFDD7B}" type="presParOf" srcId="{48CC4E00-2C40-4289-B252-5ECA885172C0}" destId="{5B9BFD20-1F2D-4130-AE1F-E6542FB834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C71A1-8BEC-4ED7-91BB-9F68B90E62D4}">
      <dsp:nvSpPr>
        <dsp:cNvPr id="0" name=""/>
        <dsp:cNvSpPr/>
      </dsp:nvSpPr>
      <dsp:spPr>
        <a:xfrm>
          <a:off x="1795673" y="2244956"/>
          <a:ext cx="559622" cy="533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9811" y="0"/>
              </a:lnTo>
              <a:lnTo>
                <a:pt x="279811" y="533177"/>
              </a:lnTo>
              <a:lnTo>
                <a:pt x="559622" y="53317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056161" y="2492221"/>
        <a:ext cx="38647" cy="38647"/>
      </dsp:txXfrm>
    </dsp:sp>
    <dsp:sp modelId="{23CE2E31-055B-41BF-891B-3E27BE988EE3}">
      <dsp:nvSpPr>
        <dsp:cNvPr id="0" name=""/>
        <dsp:cNvSpPr/>
      </dsp:nvSpPr>
      <dsp:spPr>
        <a:xfrm>
          <a:off x="1795673" y="1711779"/>
          <a:ext cx="559622" cy="533177"/>
        </a:xfrm>
        <a:custGeom>
          <a:avLst/>
          <a:gdLst/>
          <a:ahLst/>
          <a:cxnLst/>
          <a:rect l="0" t="0" r="0" b="0"/>
          <a:pathLst>
            <a:path>
              <a:moveTo>
                <a:pt x="0" y="533177"/>
              </a:moveTo>
              <a:lnTo>
                <a:pt x="279811" y="533177"/>
              </a:lnTo>
              <a:lnTo>
                <a:pt x="279811" y="0"/>
              </a:lnTo>
              <a:lnTo>
                <a:pt x="559622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056161" y="1959044"/>
        <a:ext cx="38647" cy="38647"/>
      </dsp:txXfrm>
    </dsp:sp>
    <dsp:sp modelId="{2174479A-9E6E-4641-A3C5-BFDA4E258FCE}">
      <dsp:nvSpPr>
        <dsp:cNvPr id="0" name=""/>
        <dsp:cNvSpPr/>
      </dsp:nvSpPr>
      <dsp:spPr>
        <a:xfrm rot="16200000">
          <a:off x="-875824" y="1818414"/>
          <a:ext cx="4489913" cy="8530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effectLst/>
              <a:latin typeface="Bahnschrift" panose="020B0502040204020203" pitchFamily="34" charset="0"/>
            </a:rPr>
            <a:t>There are two daemons running on the master and they are </a:t>
          </a:r>
        </a:p>
      </dsp:txBody>
      <dsp:txXfrm>
        <a:off x="-875824" y="1818414"/>
        <a:ext cx="4489913" cy="853083"/>
      </dsp:txXfrm>
    </dsp:sp>
    <dsp:sp modelId="{BC41C56A-9CF7-46E5-8338-28E77B5ED995}">
      <dsp:nvSpPr>
        <dsp:cNvPr id="0" name=""/>
        <dsp:cNvSpPr/>
      </dsp:nvSpPr>
      <dsp:spPr>
        <a:xfrm>
          <a:off x="2355296" y="1285237"/>
          <a:ext cx="2798113" cy="8530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>
              <a:effectLst/>
              <a:latin typeface="Bahnschrift" panose="020B0502040204020203" pitchFamily="34" charset="0"/>
            </a:rPr>
            <a:t>NameNode </a:t>
          </a:r>
          <a:endParaRPr lang="en-US" sz="2400" b="0" i="0" kern="1200" dirty="0">
            <a:effectLst/>
            <a:latin typeface="Bahnschrift" panose="020B0502040204020203" pitchFamily="34" charset="0"/>
          </a:endParaRPr>
        </a:p>
      </dsp:txBody>
      <dsp:txXfrm>
        <a:off x="2355296" y="1285237"/>
        <a:ext cx="2798113" cy="853083"/>
      </dsp:txXfrm>
    </dsp:sp>
    <dsp:sp modelId="{1D9019A4-1ED0-406A-8BD4-BC6DB3150CAF}">
      <dsp:nvSpPr>
        <dsp:cNvPr id="0" name=""/>
        <dsp:cNvSpPr/>
      </dsp:nvSpPr>
      <dsp:spPr>
        <a:xfrm>
          <a:off x="2355296" y="2351591"/>
          <a:ext cx="2798113" cy="8530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effectLst/>
              <a:latin typeface="Bahnschrift" panose="020B0502040204020203" pitchFamily="34" charset="0"/>
            </a:rPr>
            <a:t>Resource Manager</a:t>
          </a:r>
          <a:endParaRPr lang="en-IN" sz="2400" kern="1200" dirty="0">
            <a:latin typeface="Bahnschrift" panose="020B0502040204020203" pitchFamily="34" charset="0"/>
          </a:endParaRPr>
        </a:p>
      </dsp:txBody>
      <dsp:txXfrm>
        <a:off x="2355296" y="2351591"/>
        <a:ext cx="2798113" cy="853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E9DB3-2008-466D-A027-9796F927A624}">
      <dsp:nvSpPr>
        <dsp:cNvPr id="0" name=""/>
        <dsp:cNvSpPr/>
      </dsp:nvSpPr>
      <dsp:spPr>
        <a:xfrm>
          <a:off x="2054059" y="2270980"/>
          <a:ext cx="566109" cy="539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3054" y="0"/>
              </a:lnTo>
              <a:lnTo>
                <a:pt x="283054" y="539357"/>
              </a:lnTo>
              <a:lnTo>
                <a:pt x="566109" y="53935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317566" y="2521111"/>
        <a:ext cx="39095" cy="39095"/>
      </dsp:txXfrm>
    </dsp:sp>
    <dsp:sp modelId="{F85FE34B-B882-4F54-AF11-6027CB424666}">
      <dsp:nvSpPr>
        <dsp:cNvPr id="0" name=""/>
        <dsp:cNvSpPr/>
      </dsp:nvSpPr>
      <dsp:spPr>
        <a:xfrm>
          <a:off x="2054059" y="1731622"/>
          <a:ext cx="566109" cy="539357"/>
        </a:xfrm>
        <a:custGeom>
          <a:avLst/>
          <a:gdLst/>
          <a:ahLst/>
          <a:cxnLst/>
          <a:rect l="0" t="0" r="0" b="0"/>
          <a:pathLst>
            <a:path>
              <a:moveTo>
                <a:pt x="0" y="539357"/>
              </a:moveTo>
              <a:lnTo>
                <a:pt x="283054" y="539357"/>
              </a:lnTo>
              <a:lnTo>
                <a:pt x="283054" y="0"/>
              </a:lnTo>
              <a:lnTo>
                <a:pt x="566109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317566" y="1981753"/>
        <a:ext cx="39095" cy="39095"/>
      </dsp:txXfrm>
    </dsp:sp>
    <dsp:sp modelId="{992167E8-71C0-4C2F-BA84-77DDD818192B}">
      <dsp:nvSpPr>
        <dsp:cNvPr id="0" name=""/>
        <dsp:cNvSpPr/>
      </dsp:nvSpPr>
      <dsp:spPr>
        <a:xfrm rot="16200000">
          <a:off x="-648407" y="1839493"/>
          <a:ext cx="4541960" cy="8629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effectLst/>
              <a:latin typeface="Bahnschrift" panose="020B0502040204020203" pitchFamily="34" charset="0"/>
            </a:rPr>
            <a:t>There are two daemons running on Slave machines and they are – </a:t>
          </a:r>
        </a:p>
      </dsp:txBody>
      <dsp:txXfrm>
        <a:off x="-648407" y="1839493"/>
        <a:ext cx="4541960" cy="862972"/>
      </dsp:txXfrm>
    </dsp:sp>
    <dsp:sp modelId="{2F764390-E8FF-403A-AE1B-B650FD1A7007}">
      <dsp:nvSpPr>
        <dsp:cNvPr id="0" name=""/>
        <dsp:cNvSpPr/>
      </dsp:nvSpPr>
      <dsp:spPr>
        <a:xfrm>
          <a:off x="2620168" y="1300136"/>
          <a:ext cx="2830549" cy="8629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effectLst/>
              <a:latin typeface="Bahnschrift" panose="020B0502040204020203" pitchFamily="34" charset="0"/>
            </a:rPr>
            <a:t>DataNode </a:t>
          </a:r>
          <a:endParaRPr lang="en-US" sz="2300" b="0" i="0" kern="1200" dirty="0">
            <a:effectLst/>
            <a:latin typeface="Bahnschrift" panose="020B0502040204020203" pitchFamily="34" charset="0"/>
          </a:endParaRPr>
        </a:p>
      </dsp:txBody>
      <dsp:txXfrm>
        <a:off x="2620168" y="1300136"/>
        <a:ext cx="2830549" cy="862972"/>
      </dsp:txXfrm>
    </dsp:sp>
    <dsp:sp modelId="{F79167C9-7792-4329-AC6B-BB98FAC1B01D}">
      <dsp:nvSpPr>
        <dsp:cNvPr id="0" name=""/>
        <dsp:cNvSpPr/>
      </dsp:nvSpPr>
      <dsp:spPr>
        <a:xfrm>
          <a:off x="2620168" y="2378851"/>
          <a:ext cx="2830549" cy="86297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effectLst/>
              <a:latin typeface="Bahnschrift" panose="020B0502040204020203" pitchFamily="34" charset="0"/>
            </a:rPr>
            <a:t>Node Manager</a:t>
          </a:r>
          <a:endParaRPr lang="en-IN" sz="2300" kern="1200" dirty="0">
            <a:latin typeface="Bahnschrift" panose="020B0502040204020203" pitchFamily="34" charset="0"/>
          </a:endParaRPr>
        </a:p>
      </dsp:txBody>
      <dsp:txXfrm>
        <a:off x="2620168" y="2378851"/>
        <a:ext cx="2830549" cy="8629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85458-9A30-4604-A9CE-1C4FAA398832}">
      <dsp:nvSpPr>
        <dsp:cNvPr id="0" name=""/>
        <dsp:cNvSpPr/>
      </dsp:nvSpPr>
      <dsp:spPr>
        <a:xfrm>
          <a:off x="885" y="1469778"/>
          <a:ext cx="2762250" cy="112444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effectLst/>
              <a:latin typeface="Bahnschrift" panose="020B0502040204020203" pitchFamily="34" charset="0"/>
            </a:rPr>
            <a:t>There are two types of failover</a:t>
          </a:r>
        </a:p>
      </dsp:txBody>
      <dsp:txXfrm>
        <a:off x="33819" y="1502712"/>
        <a:ext cx="2696382" cy="1058574"/>
      </dsp:txXfrm>
    </dsp:sp>
    <dsp:sp modelId="{F9586F5C-E556-43E5-BA0E-1A6CD1A54FD6}">
      <dsp:nvSpPr>
        <dsp:cNvPr id="0" name=""/>
        <dsp:cNvSpPr/>
      </dsp:nvSpPr>
      <dsp:spPr>
        <a:xfrm rot="19981298">
          <a:off x="2695676" y="1720189"/>
          <a:ext cx="1239819" cy="61171"/>
        </a:xfrm>
        <a:custGeom>
          <a:avLst/>
          <a:gdLst/>
          <a:ahLst/>
          <a:cxnLst/>
          <a:rect l="0" t="0" r="0" b="0"/>
          <a:pathLst>
            <a:path>
              <a:moveTo>
                <a:pt x="0" y="30585"/>
              </a:moveTo>
              <a:lnTo>
                <a:pt x="1239819" y="3058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>
            <a:latin typeface="Bahnschrift" panose="020B0502040204020203" pitchFamily="34" charset="0"/>
          </a:endParaRPr>
        </a:p>
      </dsp:txBody>
      <dsp:txXfrm>
        <a:off x="3284590" y="1719779"/>
        <a:ext cx="61990" cy="61990"/>
      </dsp:txXfrm>
    </dsp:sp>
    <dsp:sp modelId="{15DE9289-37ED-4155-B1AE-0A8905C50F6E}">
      <dsp:nvSpPr>
        <dsp:cNvPr id="0" name=""/>
        <dsp:cNvSpPr/>
      </dsp:nvSpPr>
      <dsp:spPr>
        <a:xfrm>
          <a:off x="3868036" y="1010685"/>
          <a:ext cx="2762250" cy="91772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>
              <a:effectLst/>
              <a:latin typeface="Bahnschrift" panose="020B0502040204020203" pitchFamily="34" charset="0"/>
            </a:rPr>
            <a:t>Graceful Failover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3894915" y="1037564"/>
        <a:ext cx="2708492" cy="863971"/>
      </dsp:txXfrm>
    </dsp:sp>
    <dsp:sp modelId="{357C1E1D-649C-42DD-A7F1-C39989FA53E5}">
      <dsp:nvSpPr>
        <dsp:cNvPr id="0" name=""/>
        <dsp:cNvSpPr/>
      </dsp:nvSpPr>
      <dsp:spPr>
        <a:xfrm rot="1618702">
          <a:off x="2695676" y="2282638"/>
          <a:ext cx="1239819" cy="61171"/>
        </a:xfrm>
        <a:custGeom>
          <a:avLst/>
          <a:gdLst/>
          <a:ahLst/>
          <a:cxnLst/>
          <a:rect l="0" t="0" r="0" b="0"/>
          <a:pathLst>
            <a:path>
              <a:moveTo>
                <a:pt x="0" y="30585"/>
              </a:moveTo>
              <a:lnTo>
                <a:pt x="1239819" y="3058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>
            <a:latin typeface="Bahnschrift" panose="020B0502040204020203" pitchFamily="34" charset="0"/>
          </a:endParaRPr>
        </a:p>
      </dsp:txBody>
      <dsp:txXfrm>
        <a:off x="3284590" y="2282229"/>
        <a:ext cx="61990" cy="61990"/>
      </dsp:txXfrm>
    </dsp:sp>
    <dsp:sp modelId="{9D7A508C-4E8A-442B-8071-6C5BA6E39FA7}">
      <dsp:nvSpPr>
        <dsp:cNvPr id="0" name=""/>
        <dsp:cNvSpPr/>
      </dsp:nvSpPr>
      <dsp:spPr>
        <a:xfrm>
          <a:off x="3868036" y="2135584"/>
          <a:ext cx="2762250" cy="91772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>
              <a:effectLst/>
              <a:latin typeface="Bahnschrift" panose="020B0502040204020203" pitchFamily="34" charset="0"/>
            </a:rPr>
            <a:t>Automatic Failover</a:t>
          </a:r>
          <a:endParaRPr lang="en-IN" sz="2400" kern="1200" dirty="0">
            <a:latin typeface="Bahnschrift" panose="020B0502040204020203" pitchFamily="34" charset="0"/>
          </a:endParaRPr>
        </a:p>
      </dsp:txBody>
      <dsp:txXfrm>
        <a:off x="3894915" y="2162463"/>
        <a:ext cx="2708492" cy="8639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Replication</a:t>
          </a: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High Availability</a:t>
          </a: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Data Reliability</a:t>
          </a:r>
          <a:endParaRPr lang="en-IN" sz="2600" b="0" i="0" kern="1200" dirty="0">
            <a:solidFill>
              <a:prstClr val="white">
                <a:lumMod val="95000"/>
              </a:prstClr>
            </a:solidFill>
            <a:latin typeface="Bahnschrift" panose="020B0502040204020203" pitchFamily="34" charset="0"/>
            <a:ea typeface="+mn-ea"/>
            <a:cs typeface="+mn-cs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Fault Tolerance</a:t>
          </a:r>
          <a:endParaRPr lang="en-IN" sz="2600" b="0" i="0" kern="1200" dirty="0">
            <a:solidFill>
              <a:prstClr val="white">
                <a:lumMod val="95000"/>
              </a:prstClr>
            </a:solidFill>
            <a:latin typeface="Bahnschrift" panose="020B0502040204020203" pitchFamily="34" charset="0"/>
            <a:ea typeface="+mn-ea"/>
            <a:cs typeface="+mn-cs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3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3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3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3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3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3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prstClr val="white">
                  <a:lumMod val="95000"/>
                </a:prstClr>
              </a:solidFill>
              <a:latin typeface="Bahnschrift" panose="020B0502040204020203" pitchFamily="34" charset="0"/>
              <a:ea typeface="+mn-ea"/>
              <a:cs typeface="+mn-cs"/>
            </a:rPr>
            <a:t>Scalability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1C758-5BED-4B9E-93C7-F69879BB1E76}">
      <dsp:nvSpPr>
        <dsp:cNvPr id="0" name=""/>
        <dsp:cNvSpPr/>
      </dsp:nvSpPr>
      <dsp:spPr>
        <a:xfrm>
          <a:off x="233807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 Distributed Storage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2929"/>
        <a:ext cx="2525958" cy="1515574"/>
      </dsp:txXfrm>
    </dsp:sp>
    <dsp:sp modelId="{FBDFA596-B110-4FE1-B3B5-7F914C19815F}">
      <dsp:nvSpPr>
        <dsp:cNvPr id="0" name=""/>
        <dsp:cNvSpPr/>
      </dsp:nvSpPr>
      <dsp:spPr>
        <a:xfrm>
          <a:off x="3012361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Blocks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2929"/>
        <a:ext cx="2525958" cy="1515574"/>
      </dsp:txXfrm>
    </dsp:sp>
    <dsp:sp modelId="{9909FE8C-9CA0-460C-88A9-344E49919462}">
      <dsp:nvSpPr>
        <dsp:cNvPr id="0" name=""/>
        <dsp:cNvSpPr/>
      </dsp:nvSpPr>
      <dsp:spPr>
        <a:xfrm>
          <a:off x="5790915" y="2929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Replication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2929"/>
        <a:ext cx="2525958" cy="1515574"/>
      </dsp:txXfrm>
    </dsp:sp>
    <dsp:sp modelId="{77F1E89F-2D33-454C-AA04-905C835EE974}">
      <dsp:nvSpPr>
        <dsp:cNvPr id="0" name=""/>
        <dsp:cNvSpPr/>
      </dsp:nvSpPr>
      <dsp:spPr>
        <a:xfrm>
          <a:off x="233807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Availability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233807" y="1771100"/>
        <a:ext cx="2525958" cy="1515574"/>
      </dsp:txXfrm>
    </dsp:sp>
    <dsp:sp modelId="{4255E69B-C80E-40E3-8E12-6D869B16135E}">
      <dsp:nvSpPr>
        <dsp:cNvPr id="0" name=""/>
        <dsp:cNvSpPr/>
      </dsp:nvSpPr>
      <dsp:spPr>
        <a:xfrm>
          <a:off x="3012361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Data Reliability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3012361" y="1771100"/>
        <a:ext cx="2525958" cy="1515574"/>
      </dsp:txXfrm>
    </dsp:sp>
    <dsp:sp modelId="{FAA1121F-16A8-4562-9F22-CD0C79B847D3}">
      <dsp:nvSpPr>
        <dsp:cNvPr id="0" name=""/>
        <dsp:cNvSpPr/>
      </dsp:nvSpPr>
      <dsp:spPr>
        <a:xfrm>
          <a:off x="5790915" y="177110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Fault Tolerance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5790915" y="1771100"/>
        <a:ext cx="2525958" cy="1515574"/>
      </dsp:txXfrm>
    </dsp:sp>
    <dsp:sp modelId="{124EE6BD-4093-489D-94B0-AA179210DC1D}">
      <dsp:nvSpPr>
        <dsp:cNvPr id="0" name=""/>
        <dsp:cNvSpPr/>
      </dsp:nvSpPr>
      <dsp:spPr>
        <a:xfrm>
          <a:off x="1623084" y="3539270"/>
          <a:ext cx="2525958" cy="15155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Scalability</a:t>
          </a:r>
          <a:endParaRPr lang="en-IN" sz="26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Vertical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i="0" kern="120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Horizontal Scaling</a:t>
          </a:r>
          <a:endParaRPr lang="en-IN" sz="20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1623084" y="3539270"/>
        <a:ext cx="2525958" cy="1515574"/>
      </dsp:txXfrm>
    </dsp:sp>
    <dsp:sp modelId="{5B9BFD20-1F2D-4130-AE1F-E6542FB83448}">
      <dsp:nvSpPr>
        <dsp:cNvPr id="0" name=""/>
        <dsp:cNvSpPr/>
      </dsp:nvSpPr>
      <dsp:spPr>
        <a:xfrm>
          <a:off x="4401638" y="3539270"/>
          <a:ext cx="2525958" cy="151557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rPr>
            <a:t>High throughput access to application data</a:t>
          </a:r>
          <a:endParaRPr lang="en-IN" sz="2400" kern="1200" dirty="0">
            <a:solidFill>
              <a:schemeClr val="bg1">
                <a:lumMod val="95000"/>
              </a:schemeClr>
            </a:solidFill>
            <a:latin typeface="Bahnschrift" panose="020B0502040204020203" pitchFamily="34" charset="0"/>
          </a:endParaRPr>
        </a:p>
      </dsp:txBody>
      <dsp:txXfrm>
        <a:off x="4401638" y="3539270"/>
        <a:ext cx="2525958" cy="1515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6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46" y="2798054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What is Hadoop Cluster</a:t>
            </a:r>
          </a:p>
          <a:p>
            <a:pPr algn="just"/>
            <a:r>
              <a:rPr lang="en-US" dirty="0"/>
              <a:t>Learn Architecture of Hadoop Cluster</a:t>
            </a:r>
          </a:p>
          <a:p>
            <a:pPr algn="just"/>
            <a:r>
              <a:rPr lang="en-US" dirty="0"/>
              <a:t>Learn data storage in </a:t>
            </a:r>
            <a:r>
              <a:rPr lang="en-US" dirty="0" err="1"/>
              <a:t>hdfs</a:t>
            </a:r>
            <a:endParaRPr lang="en-US" dirty="0"/>
          </a:p>
          <a:p>
            <a:pPr algn="just"/>
            <a:r>
              <a:rPr lang="en-US" dirty="0"/>
              <a:t>HDFS Architecture</a:t>
            </a:r>
          </a:p>
          <a:p>
            <a:pPr algn="just"/>
            <a:r>
              <a:rPr lang="en-US" dirty="0"/>
              <a:t>HDFS Hadoop Features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C9CD45-9E50-4B4B-9591-3876FB7F8C01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38"/>
          <a:stretch/>
        </p:blipFill>
        <p:spPr>
          <a:xfrm>
            <a:off x="371475" y="1789251"/>
            <a:ext cx="8401050" cy="397850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What is Hadoop Cluster?</a:t>
            </a:r>
          </a:p>
        </p:txBody>
      </p:sp>
    </p:spTree>
    <p:extLst>
      <p:ext uri="{BB962C8B-B14F-4D97-AF65-F5344CB8AC3E}">
        <p14:creationId xmlns:p14="http://schemas.microsoft.com/office/powerpoint/2010/main" val="46497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What is Hadoop Cluster?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8927A9-4CF8-4104-A97C-1FEA9181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557807"/>
            <a:ext cx="8686800" cy="5004884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S</a:t>
            </a:r>
            <a:r>
              <a:rPr lang="en-US" b="0" i="0" dirty="0">
                <a:solidFill>
                  <a:sysClr val="windowText" lastClr="000000"/>
                </a:solidFill>
                <a:effectLst/>
              </a:rPr>
              <a:t>toring and processing large data sets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C</a:t>
            </a:r>
            <a:r>
              <a:rPr lang="en-US" b="0" i="0" dirty="0">
                <a:solidFill>
                  <a:sysClr val="windowText" lastClr="000000"/>
                </a:solidFill>
                <a:effectLst/>
              </a:rPr>
              <a:t>ommodity hardware connected together.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C</a:t>
            </a:r>
            <a:r>
              <a:rPr lang="en-US" b="0" i="0" dirty="0">
                <a:solidFill>
                  <a:sysClr val="windowText" lastClr="000000"/>
                </a:solidFill>
                <a:effectLst/>
              </a:rPr>
              <a:t>ommunicate with a high-end machine.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M</a:t>
            </a:r>
            <a:r>
              <a:rPr lang="en-US" b="0" i="0" dirty="0">
                <a:solidFill>
                  <a:sysClr val="windowText" lastClr="000000"/>
                </a:solidFill>
                <a:effectLst/>
              </a:rPr>
              <a:t>aster and slaves implement distributed computing</a:t>
            </a:r>
          </a:p>
          <a:p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70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2EEE8-9B68-4711-A461-B887F8FCC34F}"/>
              </a:ext>
            </a:extLst>
          </p:cNvPr>
          <p:cNvSpPr/>
          <p:nvPr/>
        </p:nvSpPr>
        <p:spPr>
          <a:xfrm>
            <a:off x="6566770" y="1729389"/>
            <a:ext cx="1967697" cy="12852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FFC000"/>
                </a:solidFill>
                <a:latin typeface="Bahnschrift" panose="020B0502040204020203" pitchFamily="34" charset="0"/>
              </a:rPr>
              <a:t>Master/Slave Architecture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EAAB837-BBF9-4814-AB97-9F9C045592AB}"/>
              </a:ext>
            </a:extLst>
          </p:cNvPr>
          <p:cNvGrpSpPr/>
          <p:nvPr/>
        </p:nvGrpSpPr>
        <p:grpSpPr>
          <a:xfrm>
            <a:off x="338362" y="1496397"/>
            <a:ext cx="8364901" cy="5035755"/>
            <a:chOff x="627441" y="1450098"/>
            <a:chExt cx="8364901" cy="50357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B95358-FCA3-4100-98C7-D1C1F5F587DB}"/>
                </a:ext>
              </a:extLst>
            </p:cNvPr>
            <p:cNvGrpSpPr/>
            <p:nvPr/>
          </p:nvGrpSpPr>
          <p:grpSpPr>
            <a:xfrm>
              <a:off x="3786691" y="1450098"/>
              <a:ext cx="1967696" cy="1876197"/>
              <a:chOff x="694481" y="1551008"/>
              <a:chExt cx="1967696" cy="1947963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B899ADD9-91DD-46A9-8D7A-8BC63E2308BC}"/>
                  </a:ext>
                </a:extLst>
              </p:cNvPr>
              <p:cNvSpPr/>
              <p:nvPr/>
            </p:nvSpPr>
            <p:spPr>
              <a:xfrm>
                <a:off x="694481" y="1551008"/>
                <a:ext cx="1967696" cy="1947963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Master Node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493F7D4-B025-4EAA-B50A-C38F9697DFC3}"/>
                  </a:ext>
                </a:extLst>
              </p:cNvPr>
              <p:cNvSpPr/>
              <p:nvPr/>
            </p:nvSpPr>
            <p:spPr>
              <a:xfrm>
                <a:off x="792863" y="2107166"/>
                <a:ext cx="1770927" cy="41668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>
                    <a:latin typeface="Bahnschrift SemiBold" panose="020B0502040204020203" pitchFamily="34" charset="0"/>
                  </a:rPr>
                  <a:t>NameNode</a:t>
                </a:r>
                <a:endParaRPr lang="en-IN" dirty="0">
                  <a:latin typeface="Bahnschrift SemiBold" panose="020B0502040204020203" pitchFamily="34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F7012C1-9929-4D02-A1AA-981C30172B5B}"/>
                  </a:ext>
                </a:extLst>
              </p:cNvPr>
              <p:cNvSpPr/>
              <p:nvPr/>
            </p:nvSpPr>
            <p:spPr>
              <a:xfrm>
                <a:off x="792862" y="2650601"/>
                <a:ext cx="1770927" cy="695147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Resource Manager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B7AFD42-B6AD-4246-9D07-A46DF9825438}"/>
                </a:ext>
              </a:extLst>
            </p:cNvPr>
            <p:cNvGrpSpPr/>
            <p:nvPr/>
          </p:nvGrpSpPr>
          <p:grpSpPr>
            <a:xfrm>
              <a:off x="627441" y="3909727"/>
              <a:ext cx="1967696" cy="2507784"/>
              <a:chOff x="643294" y="1414343"/>
              <a:chExt cx="1967696" cy="1947963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4A3FFE8-8CAC-42CB-90B9-05FAA99CC16E}"/>
                  </a:ext>
                </a:extLst>
              </p:cNvPr>
              <p:cNvSpPr/>
              <p:nvPr/>
            </p:nvSpPr>
            <p:spPr>
              <a:xfrm>
                <a:off x="643294" y="1414343"/>
                <a:ext cx="1967696" cy="1947963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Slave Node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89D11016-7D55-4277-B6E8-408AC016D534}"/>
                  </a:ext>
                </a:extLst>
              </p:cNvPr>
              <p:cNvSpPr/>
              <p:nvPr/>
            </p:nvSpPr>
            <p:spPr>
              <a:xfrm>
                <a:off x="741676" y="1970501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>
                    <a:latin typeface="Bahnschrift SemiBold" panose="020B0502040204020203" pitchFamily="34" charset="0"/>
                  </a:rPr>
                  <a:t>DataNode</a:t>
                </a:r>
                <a:endParaRPr lang="en-IN" dirty="0">
                  <a:latin typeface="Bahnschrift SemiBold" panose="020B0502040204020203" pitchFamily="34" charset="0"/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E05B44E-A7AB-4429-A50B-494E49F62D58}"/>
                  </a:ext>
                </a:extLst>
              </p:cNvPr>
              <p:cNvSpPr/>
              <p:nvPr/>
            </p:nvSpPr>
            <p:spPr>
              <a:xfrm>
                <a:off x="741675" y="2345459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Node Manager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BC713CB1-683E-462D-B802-B5B0C96DF0F6}"/>
                  </a:ext>
                </a:extLst>
              </p:cNvPr>
              <p:cNvSpPr/>
              <p:nvPr/>
            </p:nvSpPr>
            <p:spPr>
              <a:xfrm>
                <a:off x="741676" y="2768027"/>
                <a:ext cx="810089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Map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4A640AE-5798-49B4-935A-791EE66AA0FA}"/>
                  </a:ext>
                </a:extLst>
              </p:cNvPr>
              <p:cNvSpPr/>
              <p:nvPr/>
            </p:nvSpPr>
            <p:spPr>
              <a:xfrm>
                <a:off x="1551765" y="2768027"/>
                <a:ext cx="995490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Reduce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D7121C1-4903-47B2-8044-B57F9BB2C0A0}"/>
                </a:ext>
              </a:extLst>
            </p:cNvPr>
            <p:cNvGrpSpPr/>
            <p:nvPr/>
          </p:nvGrpSpPr>
          <p:grpSpPr>
            <a:xfrm>
              <a:off x="2751660" y="3941410"/>
              <a:ext cx="1967696" cy="2507784"/>
              <a:chOff x="643294" y="1414343"/>
              <a:chExt cx="1967696" cy="1947963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BAC68FC-7C1B-4E3D-8941-74BA17FDAEED}"/>
                  </a:ext>
                </a:extLst>
              </p:cNvPr>
              <p:cNvSpPr/>
              <p:nvPr/>
            </p:nvSpPr>
            <p:spPr>
              <a:xfrm>
                <a:off x="643294" y="1414343"/>
                <a:ext cx="1967696" cy="1947963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Slave Node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9472DA8-0656-49CE-8F20-36749D880CB2}"/>
                  </a:ext>
                </a:extLst>
              </p:cNvPr>
              <p:cNvSpPr/>
              <p:nvPr/>
            </p:nvSpPr>
            <p:spPr>
              <a:xfrm>
                <a:off x="741676" y="1970501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>
                    <a:latin typeface="Bahnschrift SemiBold" panose="020B0502040204020203" pitchFamily="34" charset="0"/>
                  </a:rPr>
                  <a:t>DataNode</a:t>
                </a:r>
                <a:endParaRPr lang="en-IN" dirty="0">
                  <a:latin typeface="Bahnschrift SemiBold" panose="020B0502040204020203" pitchFamily="34" charset="0"/>
                </a:endParaRP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520DF93-58A8-40EC-B5E6-0B473A8858CD}"/>
                  </a:ext>
                </a:extLst>
              </p:cNvPr>
              <p:cNvSpPr/>
              <p:nvPr/>
            </p:nvSpPr>
            <p:spPr>
              <a:xfrm>
                <a:off x="741675" y="2345459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Node Manager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4223625F-4DBE-423E-83EA-BBAC49AFE057}"/>
                  </a:ext>
                </a:extLst>
              </p:cNvPr>
              <p:cNvSpPr/>
              <p:nvPr/>
            </p:nvSpPr>
            <p:spPr>
              <a:xfrm>
                <a:off x="741676" y="2768027"/>
                <a:ext cx="810089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Map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210CBB6-BFE3-4752-9E64-E4BD567D30B2}"/>
                  </a:ext>
                </a:extLst>
              </p:cNvPr>
              <p:cNvSpPr/>
              <p:nvPr/>
            </p:nvSpPr>
            <p:spPr>
              <a:xfrm>
                <a:off x="1551765" y="2768027"/>
                <a:ext cx="995490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Reduce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B9CB6C8-65EA-4BE4-8F82-F228FEBB0EB5}"/>
                </a:ext>
              </a:extLst>
            </p:cNvPr>
            <p:cNvGrpSpPr/>
            <p:nvPr/>
          </p:nvGrpSpPr>
          <p:grpSpPr>
            <a:xfrm>
              <a:off x="4888153" y="3978069"/>
              <a:ext cx="1967696" cy="2507784"/>
              <a:chOff x="643294" y="1414343"/>
              <a:chExt cx="1967696" cy="1947963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CC2FB371-2EA4-497A-BAFC-45B84D3D45A2}"/>
                  </a:ext>
                </a:extLst>
              </p:cNvPr>
              <p:cNvSpPr/>
              <p:nvPr/>
            </p:nvSpPr>
            <p:spPr>
              <a:xfrm>
                <a:off x="643294" y="1414343"/>
                <a:ext cx="1967696" cy="1947963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Slave Node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A62FAB2A-47E0-4EBE-A006-22CCA3F605ED}"/>
                  </a:ext>
                </a:extLst>
              </p:cNvPr>
              <p:cNvSpPr/>
              <p:nvPr/>
            </p:nvSpPr>
            <p:spPr>
              <a:xfrm>
                <a:off x="741676" y="1970501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>
                    <a:latin typeface="Bahnschrift SemiBold" panose="020B0502040204020203" pitchFamily="34" charset="0"/>
                  </a:rPr>
                  <a:t>DataNode</a:t>
                </a:r>
                <a:endParaRPr lang="en-IN" dirty="0">
                  <a:latin typeface="Bahnschrift SemiBold" panose="020B0502040204020203" pitchFamily="34" charset="0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FEE51A5B-AD84-47D0-94EA-DDE2134A727A}"/>
                  </a:ext>
                </a:extLst>
              </p:cNvPr>
              <p:cNvSpPr/>
              <p:nvPr/>
            </p:nvSpPr>
            <p:spPr>
              <a:xfrm>
                <a:off x="741675" y="2345459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Node Manager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16313E0-3429-46E2-A323-630B82195074}"/>
                  </a:ext>
                </a:extLst>
              </p:cNvPr>
              <p:cNvSpPr/>
              <p:nvPr/>
            </p:nvSpPr>
            <p:spPr>
              <a:xfrm>
                <a:off x="741676" y="2768027"/>
                <a:ext cx="810089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Map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52A4579-57F6-49B5-A981-F94A787926A1}"/>
                  </a:ext>
                </a:extLst>
              </p:cNvPr>
              <p:cNvSpPr/>
              <p:nvPr/>
            </p:nvSpPr>
            <p:spPr>
              <a:xfrm>
                <a:off x="1551765" y="2768027"/>
                <a:ext cx="995490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Reduce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A97091E-692F-44C1-AFC1-A34256F75115}"/>
                </a:ext>
              </a:extLst>
            </p:cNvPr>
            <p:cNvGrpSpPr/>
            <p:nvPr/>
          </p:nvGrpSpPr>
          <p:grpSpPr>
            <a:xfrm>
              <a:off x="7024646" y="3972016"/>
              <a:ext cx="1967696" cy="2507784"/>
              <a:chOff x="643294" y="1414343"/>
              <a:chExt cx="1967696" cy="1947963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8285D37-483B-47CB-BF05-8FB70C95C9D7}"/>
                  </a:ext>
                </a:extLst>
              </p:cNvPr>
              <p:cNvSpPr/>
              <p:nvPr/>
            </p:nvSpPr>
            <p:spPr>
              <a:xfrm>
                <a:off x="643294" y="1414343"/>
                <a:ext cx="1967696" cy="1947963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Slave Node</a:t>
                </a: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DC7B05C6-FDD1-45C7-B4D4-B446AA5ED56F}"/>
                  </a:ext>
                </a:extLst>
              </p:cNvPr>
              <p:cNvSpPr/>
              <p:nvPr/>
            </p:nvSpPr>
            <p:spPr>
              <a:xfrm>
                <a:off x="741676" y="1970501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 err="1">
                    <a:latin typeface="Bahnschrift SemiBold" panose="020B0502040204020203" pitchFamily="34" charset="0"/>
                  </a:rPr>
                  <a:t>DataNode</a:t>
                </a:r>
                <a:endParaRPr lang="en-IN" dirty="0">
                  <a:latin typeface="Bahnschrift SemiBold" panose="020B0502040204020203" pitchFamily="34" charset="0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8F2976F-FCD1-4A75-9704-91A0102B19EA}"/>
                  </a:ext>
                </a:extLst>
              </p:cNvPr>
              <p:cNvSpPr/>
              <p:nvPr/>
            </p:nvSpPr>
            <p:spPr>
              <a:xfrm>
                <a:off x="741675" y="2345459"/>
                <a:ext cx="1770927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Node Manager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FA23349-D079-4BBF-B130-AC265DAF614B}"/>
                  </a:ext>
                </a:extLst>
              </p:cNvPr>
              <p:cNvSpPr/>
              <p:nvPr/>
            </p:nvSpPr>
            <p:spPr>
              <a:xfrm>
                <a:off x="741676" y="2768027"/>
                <a:ext cx="810089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Map</a:t>
                </a: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3F9359C9-C3ED-4821-97B0-05C9F27AFA3B}"/>
                  </a:ext>
                </a:extLst>
              </p:cNvPr>
              <p:cNvSpPr/>
              <p:nvPr/>
            </p:nvSpPr>
            <p:spPr>
              <a:xfrm>
                <a:off x="1551765" y="2768027"/>
                <a:ext cx="995490" cy="30892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Bahnschrift SemiBold" panose="020B0502040204020203" pitchFamily="34" charset="0"/>
                  </a:rPr>
                  <a:t>Reduce</a:t>
                </a:r>
              </a:p>
            </p:txBody>
          </p: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FE878F4-E28E-43D5-98EB-04750476F4E0}"/>
                </a:ext>
              </a:extLst>
            </p:cNvPr>
            <p:cNvCxnSpPr>
              <a:cxnSpLocks/>
              <a:stCxn id="2" idx="2"/>
              <a:endCxn id="10" idx="0"/>
            </p:cNvCxnSpPr>
            <p:nvPr/>
          </p:nvCxnSpPr>
          <p:spPr>
            <a:xfrm rot="5400000">
              <a:off x="2899198" y="2038386"/>
              <a:ext cx="583432" cy="315925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6E6DD3D9-E294-4FB5-BCC4-0F4C4B31E8E4}"/>
                </a:ext>
              </a:extLst>
            </p:cNvPr>
            <p:cNvCxnSpPr>
              <a:cxnSpLocks/>
              <a:stCxn id="2" idx="2"/>
              <a:endCxn id="16" idx="0"/>
            </p:cNvCxnSpPr>
            <p:nvPr/>
          </p:nvCxnSpPr>
          <p:spPr>
            <a:xfrm rot="5400000">
              <a:off x="3945467" y="3116337"/>
              <a:ext cx="615115" cy="103503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628E0DCE-7C98-48EF-8A73-0378A20099A2}"/>
                </a:ext>
              </a:extLst>
            </p:cNvPr>
            <p:cNvCxnSpPr>
              <a:cxnSpLocks/>
              <a:stCxn id="2" idx="2"/>
              <a:endCxn id="22" idx="0"/>
            </p:cNvCxnSpPr>
            <p:nvPr/>
          </p:nvCxnSpPr>
          <p:spPr>
            <a:xfrm rot="16200000" flipH="1">
              <a:off x="4995383" y="3101451"/>
              <a:ext cx="651774" cy="110146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87DAC737-ADC0-4C11-991F-FD9C0246DA13}"/>
                </a:ext>
              </a:extLst>
            </p:cNvPr>
            <p:cNvCxnSpPr>
              <a:stCxn id="2" idx="2"/>
              <a:endCxn id="28" idx="0"/>
            </p:cNvCxnSpPr>
            <p:nvPr/>
          </p:nvCxnSpPr>
          <p:spPr>
            <a:xfrm rot="16200000" flipH="1">
              <a:off x="6066656" y="2030177"/>
              <a:ext cx="645721" cy="323795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065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325563"/>
            <a:ext cx="8386537" cy="500488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Master in Hadoop Cluster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1157C6C-43F4-4312-B112-1FA4A49F56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456764"/>
              </p:ext>
            </p:extLst>
          </p:nvPr>
        </p:nvGraphicFramePr>
        <p:xfrm>
          <a:off x="1717269" y="1991909"/>
          <a:ext cx="6096000" cy="4489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588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>
            <a:norm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IN" b="0" i="0" dirty="0">
                <a:effectLst/>
              </a:rPr>
              <a:t>Functions of </a:t>
            </a:r>
            <a:r>
              <a:rPr lang="en-IN" b="0" i="0" dirty="0" err="1">
                <a:effectLst/>
              </a:rPr>
              <a:t>NameNode</a:t>
            </a:r>
            <a:endParaRPr lang="en-IN" b="0" i="0" dirty="0">
              <a:effectLst/>
            </a:endParaRPr>
          </a:p>
          <a:p>
            <a:pPr lvl="1" algn="just" fontAlgn="base">
              <a:lnSpc>
                <a:spcPct val="170000"/>
              </a:lnSpc>
            </a:pPr>
            <a:r>
              <a:rPr lang="en-US" b="0" i="0" dirty="0">
                <a:effectLst/>
              </a:rPr>
              <a:t>Manages file system namespace</a:t>
            </a:r>
          </a:p>
          <a:p>
            <a:pPr lvl="1" algn="just" fontAlgn="base">
              <a:lnSpc>
                <a:spcPct val="170000"/>
              </a:lnSpc>
            </a:pPr>
            <a:r>
              <a:rPr lang="en-US" b="0" i="0" dirty="0">
                <a:effectLst/>
              </a:rPr>
              <a:t>Regulates access to files by clients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01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>
            <a:norm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IN" b="0" i="0" dirty="0">
                <a:effectLst/>
              </a:rPr>
              <a:t>Functions of </a:t>
            </a:r>
            <a:r>
              <a:rPr lang="en-IN" b="0" i="0" dirty="0" err="1">
                <a:effectLst/>
              </a:rPr>
              <a:t>NameNode</a:t>
            </a:r>
            <a:endParaRPr lang="en-IN" b="0" i="0" dirty="0">
              <a:effectLst/>
            </a:endParaRPr>
          </a:p>
          <a:p>
            <a:pPr lvl="1" algn="just" fontAlgn="base">
              <a:lnSpc>
                <a:spcPct val="170000"/>
              </a:lnSpc>
            </a:pPr>
            <a:r>
              <a:rPr lang="en-US" b="0" i="0" dirty="0">
                <a:effectLst/>
              </a:rPr>
              <a:t>Stores metadata of actual data Foe example – file path, number of blocks, block id, the location of blocks etc.</a:t>
            </a:r>
          </a:p>
          <a:p>
            <a:pPr marL="571500" indent="-571500" algn="just">
              <a:buFont typeface="+mj-lt"/>
              <a:buAutoNum type="romanLcPeriod"/>
            </a:pPr>
            <a:endParaRPr lang="en-IN" b="0" i="0" dirty="0">
              <a:effectLst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515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>
            <a:norm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IN" b="0" i="0" dirty="0">
                <a:effectLst/>
              </a:rPr>
              <a:t>Functions of </a:t>
            </a:r>
            <a:r>
              <a:rPr lang="en-IN" b="0" i="0" dirty="0" err="1">
                <a:effectLst/>
              </a:rPr>
              <a:t>NameNode</a:t>
            </a:r>
            <a:endParaRPr lang="en-IN" b="0" i="0" dirty="0">
              <a:effectLst/>
            </a:endParaRPr>
          </a:p>
          <a:p>
            <a:pPr lvl="1" algn="just" fontAlgn="base">
              <a:lnSpc>
                <a:spcPct val="170000"/>
              </a:lnSpc>
            </a:pPr>
            <a:r>
              <a:rPr lang="en-US" b="0" i="0" dirty="0">
                <a:effectLst/>
              </a:rPr>
              <a:t>Executes file system namespace operations like opening, closing, renaming files and directories</a:t>
            </a:r>
          </a:p>
          <a:p>
            <a:pPr marL="571500" indent="-571500" algn="just">
              <a:buFont typeface="+mj-lt"/>
              <a:buAutoNum type="romanLcPeriod"/>
            </a:pPr>
            <a:endParaRPr lang="en-IN" b="0" i="0" dirty="0">
              <a:effectLst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377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>
            <a:norm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IN" b="0" i="0" dirty="0">
                <a:effectLst/>
              </a:rPr>
              <a:t>Functions of </a:t>
            </a:r>
            <a:r>
              <a:rPr lang="en-IN" b="0" i="0" dirty="0" err="1">
                <a:effectLst/>
              </a:rPr>
              <a:t>NameNode</a:t>
            </a:r>
            <a:endParaRPr lang="en-IN" b="0" i="0" dirty="0">
              <a:effectLst/>
            </a:endParaRPr>
          </a:p>
          <a:p>
            <a:pPr lvl="1" algn="just" fontAlgn="base">
              <a:lnSpc>
                <a:spcPct val="170000"/>
              </a:lnSpc>
            </a:pPr>
            <a:r>
              <a:rPr lang="en-US" b="0" i="0" dirty="0">
                <a:effectLst/>
              </a:rPr>
              <a:t>The </a:t>
            </a:r>
            <a:r>
              <a:rPr lang="en-US" b="0" i="0" dirty="0" err="1">
                <a:effectLst/>
              </a:rPr>
              <a:t>NameNode</a:t>
            </a:r>
            <a:r>
              <a:rPr lang="en-US" b="0" i="0" dirty="0">
                <a:effectLst/>
              </a:rPr>
              <a:t> stores the metadata in the memory for fast retrieval. Hence we should configure it on a high-end machine.</a:t>
            </a:r>
          </a:p>
          <a:p>
            <a:pPr marL="571500" indent="-571500" algn="just">
              <a:buFont typeface="+mj-lt"/>
              <a:buAutoNum type="romanLcPeriod"/>
            </a:pPr>
            <a:endParaRPr lang="en-IN" b="0" i="0" dirty="0">
              <a:effectLst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0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378494"/>
            <a:ext cx="8386537" cy="5004884"/>
          </a:xfrm>
        </p:spPr>
        <p:txBody>
          <a:bodyPr/>
          <a:lstStyle/>
          <a:p>
            <a:pPr marL="571500" indent="-571500">
              <a:buFont typeface="+mj-lt"/>
              <a:buAutoNum type="romanLcPeriod"/>
            </a:pPr>
            <a:r>
              <a:rPr lang="en-IN" b="0" i="0" dirty="0">
                <a:effectLst/>
              </a:rPr>
              <a:t>Functions of </a:t>
            </a:r>
            <a:r>
              <a:rPr lang="en-IN" b="0" i="0" dirty="0" err="1">
                <a:effectLst/>
              </a:rPr>
              <a:t>NameNode</a:t>
            </a:r>
            <a:endParaRPr lang="en-IN" b="0" i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C48847B-B9E3-4395-99FE-25E0CEC2FEC5}"/>
              </a:ext>
            </a:extLst>
          </p:cNvPr>
          <p:cNvGrpSpPr/>
          <p:nvPr/>
        </p:nvGrpSpPr>
        <p:grpSpPr>
          <a:xfrm>
            <a:off x="1188398" y="2347410"/>
            <a:ext cx="6431280" cy="3807102"/>
            <a:chOff x="1056640" y="2428690"/>
            <a:chExt cx="6431280" cy="380710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9892835-5005-453C-91B8-E6AB7BD07E60}"/>
                </a:ext>
              </a:extLst>
            </p:cNvPr>
            <p:cNvSpPr/>
            <p:nvPr/>
          </p:nvSpPr>
          <p:spPr>
            <a:xfrm>
              <a:off x="1056640" y="2428690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2000" dirty="0" err="1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DataNode</a:t>
              </a:r>
              <a:endParaRPr lang="en-IN" sz="2000" dirty="0">
                <a:solidFill>
                  <a:sysClr val="windowText" lastClr="000000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1F71D5-1DE9-427F-A743-174979559298}"/>
                </a:ext>
              </a:extLst>
            </p:cNvPr>
            <p:cNvSpPr txBox="1"/>
            <p:nvPr/>
          </p:nvSpPr>
          <p:spPr>
            <a:xfrm>
              <a:off x="1178560" y="2939005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Bahnschrift" panose="020B0502040204020203" pitchFamily="34" charset="0"/>
                </a:rPr>
                <a:t>block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95A7C6-2186-4D6A-89EE-DCBD3BF7A590}"/>
                </a:ext>
              </a:extLst>
            </p:cNvPr>
            <p:cNvSpPr txBox="1"/>
            <p:nvPr/>
          </p:nvSpPr>
          <p:spPr>
            <a:xfrm>
              <a:off x="1971040" y="2939005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Bahnschrift" panose="020B0502040204020203" pitchFamily="34" charset="0"/>
                </a:rPr>
                <a:t>block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5450DC7-8ADC-4A7C-BAFE-58E463E6B467}"/>
                </a:ext>
              </a:extLst>
            </p:cNvPr>
            <p:cNvSpPr/>
            <p:nvPr/>
          </p:nvSpPr>
          <p:spPr>
            <a:xfrm>
              <a:off x="5720080" y="2434927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2000" dirty="0" err="1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DataNode</a:t>
              </a:r>
              <a:endParaRPr lang="en-IN" sz="2000" dirty="0">
                <a:solidFill>
                  <a:sysClr val="windowText" lastClr="000000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052AC4-241A-41B3-806A-8867E026AEF0}"/>
                </a:ext>
              </a:extLst>
            </p:cNvPr>
            <p:cNvSpPr txBox="1"/>
            <p:nvPr/>
          </p:nvSpPr>
          <p:spPr>
            <a:xfrm>
              <a:off x="5842000" y="2945242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Bahnschrift" panose="020B0502040204020203" pitchFamily="34" charset="0"/>
                </a:rPr>
                <a:t>block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163FDD-782C-48AE-B68A-FC6FEF682164}"/>
                </a:ext>
              </a:extLst>
            </p:cNvPr>
            <p:cNvSpPr txBox="1"/>
            <p:nvPr/>
          </p:nvSpPr>
          <p:spPr>
            <a:xfrm>
              <a:off x="6634480" y="2945242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Bahnschrift" panose="020B0502040204020203" pitchFamily="34" charset="0"/>
                </a:rPr>
                <a:t>block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BBFC1C3-2AA8-4928-95BE-DE047F96718D}"/>
                </a:ext>
              </a:extLst>
            </p:cNvPr>
            <p:cNvSpPr/>
            <p:nvPr/>
          </p:nvSpPr>
          <p:spPr>
            <a:xfrm>
              <a:off x="1056640" y="5222874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2000" dirty="0" err="1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DataNode</a:t>
              </a:r>
              <a:endParaRPr lang="en-IN" sz="2000" dirty="0">
                <a:solidFill>
                  <a:sysClr val="windowText" lastClr="000000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D4736F-3742-41A9-81B1-99CAED8FE9CA}"/>
                </a:ext>
              </a:extLst>
            </p:cNvPr>
            <p:cNvSpPr/>
            <p:nvPr/>
          </p:nvSpPr>
          <p:spPr>
            <a:xfrm>
              <a:off x="5720080" y="5227637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2000" dirty="0" err="1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DataNode</a:t>
              </a:r>
              <a:endParaRPr lang="en-IN" sz="2000" dirty="0">
                <a:solidFill>
                  <a:sysClr val="windowText" lastClr="000000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2A89B8-610E-45B0-9044-AF446126B3B2}"/>
                </a:ext>
              </a:extLst>
            </p:cNvPr>
            <p:cNvSpPr txBox="1"/>
            <p:nvPr/>
          </p:nvSpPr>
          <p:spPr>
            <a:xfrm>
              <a:off x="5842000" y="5737952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Bahnschrift" panose="020B0502040204020203" pitchFamily="34" charset="0"/>
                </a:rPr>
                <a:t>block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E4EAE3-ADE6-4382-AC6F-E82B41D0A688}"/>
                </a:ext>
              </a:extLst>
            </p:cNvPr>
            <p:cNvSpPr txBox="1"/>
            <p:nvPr/>
          </p:nvSpPr>
          <p:spPr>
            <a:xfrm>
              <a:off x="1188720" y="5726951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Bahnschrift" panose="020B0502040204020203" pitchFamily="34" charset="0"/>
                </a:rPr>
                <a:t>block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439D163-4E85-4A87-A1FF-B3FABA7CB8E9}"/>
                </a:ext>
              </a:extLst>
            </p:cNvPr>
            <p:cNvSpPr/>
            <p:nvPr/>
          </p:nvSpPr>
          <p:spPr>
            <a:xfrm>
              <a:off x="3378200" y="3828005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dirty="0" err="1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NameNode</a:t>
              </a:r>
              <a:endParaRPr lang="en-IN" sz="2000" dirty="0">
                <a:solidFill>
                  <a:sysClr val="windowText" lastClr="000000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415578-DF1D-4D44-B8F9-04FE88A3CD02}"/>
                </a:ext>
              </a:extLst>
            </p:cNvPr>
            <p:cNvCxnSpPr/>
            <p:nvPr/>
          </p:nvCxnSpPr>
          <p:spPr>
            <a:xfrm>
              <a:off x="2722880" y="3429000"/>
              <a:ext cx="655320" cy="513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759ADC-CFDC-482C-9C6F-3FB493A72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680" y="4762408"/>
              <a:ext cx="604520" cy="5052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7936EF8-9DAD-4157-ABED-D56DA0A72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240" y="3395741"/>
              <a:ext cx="624840" cy="5134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DF82791-4A5F-43F5-8094-7AF14F131140}"/>
                </a:ext>
              </a:extLst>
            </p:cNvPr>
            <p:cNvCxnSpPr>
              <a:cxnSpLocks/>
            </p:cNvCxnSpPr>
            <p:nvPr/>
          </p:nvCxnSpPr>
          <p:spPr>
            <a:xfrm>
              <a:off x="5120640" y="4768645"/>
              <a:ext cx="599440" cy="53274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389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17384"/>
            <a:ext cx="8386537" cy="5004884"/>
          </a:xfrm>
        </p:spPr>
        <p:txBody>
          <a:bodyPr/>
          <a:lstStyle/>
          <a:p>
            <a:pPr marL="571500" indent="-571500">
              <a:buFont typeface="+mj-lt"/>
              <a:buAutoNum type="romanLcPeriod" startAt="2"/>
            </a:pPr>
            <a:r>
              <a:rPr lang="en-IN" b="0" i="0" dirty="0">
                <a:effectLst/>
              </a:rPr>
              <a:t>Functions of Resource Manager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55469C-91D9-4455-A46E-9D950528B1B4}"/>
              </a:ext>
            </a:extLst>
          </p:cNvPr>
          <p:cNvGrpSpPr/>
          <p:nvPr/>
        </p:nvGrpSpPr>
        <p:grpSpPr>
          <a:xfrm>
            <a:off x="1188398" y="2347410"/>
            <a:ext cx="6431280" cy="3807102"/>
            <a:chOff x="1188398" y="2347410"/>
            <a:chExt cx="6431280" cy="380710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D8B3B3F-FE18-48C7-966D-B19E43BF3316}"/>
                </a:ext>
              </a:extLst>
            </p:cNvPr>
            <p:cNvSpPr/>
            <p:nvPr/>
          </p:nvSpPr>
          <p:spPr>
            <a:xfrm>
              <a:off x="1188398" y="2347410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dirty="0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Node Manager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A89540-FBA9-4C98-918D-CCA8377CA4B3}"/>
                </a:ext>
              </a:extLst>
            </p:cNvPr>
            <p:cNvSpPr txBox="1"/>
            <p:nvPr/>
          </p:nvSpPr>
          <p:spPr>
            <a:xfrm>
              <a:off x="1310318" y="2857725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1050" dirty="0">
                  <a:latin typeface="Bahnschrift" panose="020B0502040204020203" pitchFamily="34" charset="0"/>
                </a:rPr>
                <a:t>container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7D701A6-97D0-4E2F-A976-1C2B5C4D0851}"/>
                </a:ext>
              </a:extLst>
            </p:cNvPr>
            <p:cNvSpPr/>
            <p:nvPr/>
          </p:nvSpPr>
          <p:spPr>
            <a:xfrm>
              <a:off x="5851838" y="2353647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dirty="0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Node Manager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6B24205-11CC-4CDF-B25D-8F27942BCDDF}"/>
                </a:ext>
              </a:extLst>
            </p:cNvPr>
            <p:cNvSpPr/>
            <p:nvPr/>
          </p:nvSpPr>
          <p:spPr>
            <a:xfrm>
              <a:off x="1188398" y="5141594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dirty="0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Node Manager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3202651-764C-4286-885E-2859DC726E2E}"/>
                </a:ext>
              </a:extLst>
            </p:cNvPr>
            <p:cNvSpPr/>
            <p:nvPr/>
          </p:nvSpPr>
          <p:spPr>
            <a:xfrm>
              <a:off x="5851838" y="5146357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dirty="0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Node Manager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C87B01B-0155-4E21-9F19-77A0EC6CF98A}"/>
                </a:ext>
              </a:extLst>
            </p:cNvPr>
            <p:cNvSpPr/>
            <p:nvPr/>
          </p:nvSpPr>
          <p:spPr>
            <a:xfrm>
              <a:off x="3509958" y="3746725"/>
              <a:ext cx="1767840" cy="100815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solidFill>
                    <a:sysClr val="windowText" lastClr="000000"/>
                  </a:solidFill>
                  <a:latin typeface="Bahnschrift" panose="020B0502040204020203" pitchFamily="34" charset="0"/>
                </a:rPr>
                <a:t>Resource Manager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2450F45-8543-4C92-AB4A-3B93EEB85D12}"/>
                </a:ext>
              </a:extLst>
            </p:cNvPr>
            <p:cNvCxnSpPr/>
            <p:nvPr/>
          </p:nvCxnSpPr>
          <p:spPr>
            <a:xfrm>
              <a:off x="2854638" y="3347720"/>
              <a:ext cx="655320" cy="5130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365F76-6EB6-4EB8-81CD-DCD3D168EE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5438" y="4681128"/>
              <a:ext cx="604520" cy="5052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24977E6-B569-4E89-AEF9-A1262D47C5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6998" y="3314461"/>
              <a:ext cx="624840" cy="5134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F9F7E4A-30AA-44A7-BECA-7F2E61B597C2}"/>
                </a:ext>
              </a:extLst>
            </p:cNvPr>
            <p:cNvCxnSpPr>
              <a:cxnSpLocks/>
            </p:cNvCxnSpPr>
            <p:nvPr/>
          </p:nvCxnSpPr>
          <p:spPr>
            <a:xfrm>
              <a:off x="5252398" y="4687365"/>
              <a:ext cx="599440" cy="53274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2419C4-17EA-4E7C-A673-95B4F9D3FBEA}"/>
                </a:ext>
              </a:extLst>
            </p:cNvPr>
            <p:cNvSpPr txBox="1"/>
            <p:nvPr/>
          </p:nvSpPr>
          <p:spPr>
            <a:xfrm>
              <a:off x="2084696" y="2857725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1050" dirty="0">
                  <a:latin typeface="Bahnschrift" panose="020B0502040204020203" pitchFamily="34" charset="0"/>
                </a:rPr>
                <a:t>container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07B6C7-F1CA-4766-AA70-2DB3279E3B39}"/>
                </a:ext>
              </a:extLst>
            </p:cNvPr>
            <p:cNvSpPr txBox="1"/>
            <p:nvPr/>
          </p:nvSpPr>
          <p:spPr>
            <a:xfrm>
              <a:off x="5969966" y="2857725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1050" dirty="0">
                  <a:latin typeface="Bahnschrift" panose="020B0502040204020203" pitchFamily="34" charset="0"/>
                </a:rPr>
                <a:t>container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31C415-15C7-4882-9EAE-4F322C2F1D3C}"/>
                </a:ext>
              </a:extLst>
            </p:cNvPr>
            <p:cNvSpPr txBox="1"/>
            <p:nvPr/>
          </p:nvSpPr>
          <p:spPr>
            <a:xfrm>
              <a:off x="6744344" y="2857725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1050" dirty="0">
                  <a:latin typeface="Bahnschrift" panose="020B0502040204020203" pitchFamily="34" charset="0"/>
                </a:rPr>
                <a:t>container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F4C9D6-AE7A-4FD8-855D-8E434B48DD64}"/>
                </a:ext>
              </a:extLst>
            </p:cNvPr>
            <p:cNvSpPr txBox="1"/>
            <p:nvPr/>
          </p:nvSpPr>
          <p:spPr>
            <a:xfrm>
              <a:off x="1310318" y="5669107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1050" dirty="0">
                  <a:latin typeface="Bahnschrift" panose="020B0502040204020203" pitchFamily="34" charset="0"/>
                </a:rPr>
                <a:t>container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CA271F-3DCC-42B3-ACFF-5736CD5D0368}"/>
                </a:ext>
              </a:extLst>
            </p:cNvPr>
            <p:cNvSpPr txBox="1"/>
            <p:nvPr/>
          </p:nvSpPr>
          <p:spPr>
            <a:xfrm>
              <a:off x="5969966" y="5669107"/>
              <a:ext cx="751840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1050" dirty="0">
                  <a:latin typeface="Bahnschrift" panose="020B0502040204020203" pitchFamily="34" charset="0"/>
                </a:rPr>
                <a:t>container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3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Slaves in the Hadoop Cluster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2631D3B-5E6A-40A0-91A4-EC97BCFBA8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897415"/>
              </p:ext>
            </p:extLst>
          </p:nvPr>
        </p:nvGraphicFramePr>
        <p:xfrm>
          <a:off x="1407041" y="2133600"/>
          <a:ext cx="6641805" cy="454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0329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251" y="1458024"/>
            <a:ext cx="8386537" cy="5004884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Functions of a Data Node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It stores the business data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It does read, write and data processing operations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Upon instruction from a master, it does creation, deletion, and replication of data blocks</a:t>
            </a:r>
            <a:r>
              <a:rPr lang="en-US" b="0" i="0" dirty="0">
                <a:solidFill>
                  <a:srgbClr val="444444"/>
                </a:solidFill>
                <a:effectLst/>
              </a:rPr>
              <a:t>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37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Functions of a Node Manager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It runs services on the node to check its health.</a:t>
            </a:r>
          </a:p>
          <a:p>
            <a:pPr algn="just" fontAlgn="base"/>
            <a:r>
              <a:rPr lang="en-US" b="0" i="0" dirty="0">
                <a:effectLst/>
              </a:rPr>
              <a:t>Scale Hadoop cluster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912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38653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b="0" i="0" dirty="0">
                <a:effectLst/>
              </a:rPr>
              <a:t>Client nodes in Hadoop cluster – We</a:t>
            </a:r>
            <a:r>
              <a:rPr lang="en-US" sz="2600" b="1" i="0" dirty="0">
                <a:effectLst/>
              </a:rPr>
              <a:t> install Hadoop</a:t>
            </a:r>
            <a:r>
              <a:rPr lang="en-US" sz="2600" b="0" i="0" dirty="0">
                <a:effectLst/>
              </a:rPr>
              <a:t> and configure it on client nodes.</a:t>
            </a:r>
          </a:p>
        </p:txBody>
      </p:sp>
    </p:spTree>
    <p:extLst>
      <p:ext uri="{BB962C8B-B14F-4D97-AF65-F5344CB8AC3E}">
        <p14:creationId xmlns:p14="http://schemas.microsoft.com/office/powerpoint/2010/main" val="168484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2563D6-A2FE-43F1-BC8C-77B10F7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Hadoop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9EF17-6726-49F9-BB52-5E68CD624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71" y="1458024"/>
            <a:ext cx="8089949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0" dirty="0">
                <a:effectLst/>
              </a:rPr>
              <a:t>Functions of the client node</a:t>
            </a:r>
          </a:p>
          <a:p>
            <a:pPr lvl="1" algn="just" fontAlgn="base"/>
            <a:r>
              <a:rPr lang="en-US" sz="2600" b="0" i="0" dirty="0">
                <a:effectLst/>
              </a:rPr>
              <a:t>To load the data on the Hadoop cluster.</a:t>
            </a:r>
          </a:p>
          <a:p>
            <a:pPr lvl="1" algn="just" fontAlgn="base"/>
            <a:r>
              <a:rPr lang="en-US" sz="2600" b="0" i="0" dirty="0">
                <a:effectLst/>
              </a:rPr>
              <a:t>Tells how to process the data by submitting MapReduce job.</a:t>
            </a:r>
          </a:p>
          <a:p>
            <a:pPr lvl="1" algn="just" fontAlgn="base"/>
            <a:r>
              <a:rPr lang="en-US" sz="2600" b="0" i="0" dirty="0">
                <a:effectLst/>
              </a:rPr>
              <a:t>Collects the output from a specified location.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099206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A49B-7AB4-453E-AB10-68BA18EF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09739"/>
            <a:ext cx="7886700" cy="1978341"/>
          </a:xfrm>
          <a:solidFill>
            <a:srgbClr val="44525A"/>
          </a:solidFill>
        </p:spPr>
        <p:txBody>
          <a:bodyPr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Data Storage in HDFS</a:t>
            </a:r>
          </a:p>
        </p:txBody>
      </p:sp>
    </p:spTree>
    <p:extLst>
      <p:ext uri="{BB962C8B-B14F-4D97-AF65-F5344CB8AC3E}">
        <p14:creationId xmlns:p14="http://schemas.microsoft.com/office/powerpoint/2010/main" val="551126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47ECB-9640-4B77-B3E7-4A6A0E6D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A50D-883D-4F31-B0DC-CADDD1B7685F}"/>
              </a:ext>
            </a:extLst>
          </p:cNvPr>
          <p:cNvSpPr/>
          <p:nvPr/>
        </p:nvSpPr>
        <p:spPr>
          <a:xfrm>
            <a:off x="3678865" y="2083981"/>
            <a:ext cx="5167423" cy="3774559"/>
          </a:xfrm>
          <a:prstGeom prst="rect">
            <a:avLst/>
          </a:prstGeom>
          <a:noFill/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20EF-9D0C-463A-8A55-95CF221206A8}"/>
              </a:ext>
            </a:extLst>
          </p:cNvPr>
          <p:cNvSpPr/>
          <p:nvPr/>
        </p:nvSpPr>
        <p:spPr>
          <a:xfrm>
            <a:off x="5252485" y="6018028"/>
            <a:ext cx="2339162" cy="598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Hadoop Cluster</a:t>
            </a:r>
          </a:p>
        </p:txBody>
      </p:sp>
    </p:spTree>
    <p:extLst>
      <p:ext uri="{BB962C8B-B14F-4D97-AF65-F5344CB8AC3E}">
        <p14:creationId xmlns:p14="http://schemas.microsoft.com/office/powerpoint/2010/main" val="1258445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47ECB-9640-4B77-B3E7-4A6A0E6D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A50D-883D-4F31-B0DC-CADDD1B7685F}"/>
              </a:ext>
            </a:extLst>
          </p:cNvPr>
          <p:cNvSpPr/>
          <p:nvPr/>
        </p:nvSpPr>
        <p:spPr>
          <a:xfrm>
            <a:off x="3678865" y="2083981"/>
            <a:ext cx="5167423" cy="3774559"/>
          </a:xfrm>
          <a:prstGeom prst="rect">
            <a:avLst/>
          </a:prstGeom>
          <a:noFill/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20EF-9D0C-463A-8A55-95CF221206A8}"/>
              </a:ext>
            </a:extLst>
          </p:cNvPr>
          <p:cNvSpPr/>
          <p:nvPr/>
        </p:nvSpPr>
        <p:spPr>
          <a:xfrm>
            <a:off x="5252485" y="6018028"/>
            <a:ext cx="2339162" cy="598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Hadoop Cluster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9431C-1DD3-438A-B778-2F9564B25C24}"/>
              </a:ext>
            </a:extLst>
          </p:cNvPr>
          <p:cNvSpPr/>
          <p:nvPr/>
        </p:nvSpPr>
        <p:spPr>
          <a:xfrm>
            <a:off x="338362" y="2083981"/>
            <a:ext cx="2160289" cy="3774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100TB File</a:t>
            </a:r>
          </a:p>
        </p:txBody>
      </p:sp>
    </p:spTree>
    <p:extLst>
      <p:ext uri="{BB962C8B-B14F-4D97-AF65-F5344CB8AC3E}">
        <p14:creationId xmlns:p14="http://schemas.microsoft.com/office/powerpoint/2010/main" val="4203860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47ECB-9640-4B77-B3E7-4A6A0E6D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A50D-883D-4F31-B0DC-CADDD1B7685F}"/>
              </a:ext>
            </a:extLst>
          </p:cNvPr>
          <p:cNvSpPr/>
          <p:nvPr/>
        </p:nvSpPr>
        <p:spPr>
          <a:xfrm>
            <a:off x="3678865" y="2083981"/>
            <a:ext cx="5167423" cy="3774559"/>
          </a:xfrm>
          <a:prstGeom prst="rect">
            <a:avLst/>
          </a:prstGeom>
          <a:noFill/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20EF-9D0C-463A-8A55-95CF221206A8}"/>
              </a:ext>
            </a:extLst>
          </p:cNvPr>
          <p:cNvSpPr/>
          <p:nvPr/>
        </p:nvSpPr>
        <p:spPr>
          <a:xfrm>
            <a:off x="5252485" y="6018028"/>
            <a:ext cx="2339162" cy="598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Hadoop Cluster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9431C-1DD3-438A-B778-2F9564B25C24}"/>
              </a:ext>
            </a:extLst>
          </p:cNvPr>
          <p:cNvSpPr/>
          <p:nvPr/>
        </p:nvSpPr>
        <p:spPr>
          <a:xfrm>
            <a:off x="338362" y="2083981"/>
            <a:ext cx="2160289" cy="3774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100TB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1BA21-87F2-4CB4-9C3E-0AB46F304002}"/>
              </a:ext>
            </a:extLst>
          </p:cNvPr>
          <p:cNvSpPr/>
          <p:nvPr/>
        </p:nvSpPr>
        <p:spPr>
          <a:xfrm>
            <a:off x="2636874" y="2200940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EDE43-947D-4D40-BC83-A6201B939960}"/>
              </a:ext>
            </a:extLst>
          </p:cNvPr>
          <p:cNvSpPr/>
          <p:nvPr/>
        </p:nvSpPr>
        <p:spPr>
          <a:xfrm>
            <a:off x="2663455" y="2745859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296A9-EDCF-4BF1-A498-B486C72E91DC}"/>
              </a:ext>
            </a:extLst>
          </p:cNvPr>
          <p:cNvSpPr/>
          <p:nvPr/>
        </p:nvSpPr>
        <p:spPr>
          <a:xfrm>
            <a:off x="2679404" y="3313372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F3845-46A5-4A13-87D6-D3FB0E6BD4FC}"/>
              </a:ext>
            </a:extLst>
          </p:cNvPr>
          <p:cNvSpPr/>
          <p:nvPr/>
        </p:nvSpPr>
        <p:spPr>
          <a:xfrm>
            <a:off x="2679404" y="3955311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60ED6-79AE-4887-9EB9-99352C8B3C68}"/>
              </a:ext>
            </a:extLst>
          </p:cNvPr>
          <p:cNvSpPr/>
          <p:nvPr/>
        </p:nvSpPr>
        <p:spPr>
          <a:xfrm>
            <a:off x="2679404" y="4540102"/>
            <a:ext cx="829340" cy="1318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962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47ECB-9640-4B77-B3E7-4A6A0E6D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A50D-883D-4F31-B0DC-CADDD1B7685F}"/>
              </a:ext>
            </a:extLst>
          </p:cNvPr>
          <p:cNvSpPr/>
          <p:nvPr/>
        </p:nvSpPr>
        <p:spPr>
          <a:xfrm>
            <a:off x="3678865" y="2083981"/>
            <a:ext cx="5167423" cy="3774559"/>
          </a:xfrm>
          <a:prstGeom prst="rect">
            <a:avLst/>
          </a:prstGeom>
          <a:noFill/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20EF-9D0C-463A-8A55-95CF221206A8}"/>
              </a:ext>
            </a:extLst>
          </p:cNvPr>
          <p:cNvSpPr/>
          <p:nvPr/>
        </p:nvSpPr>
        <p:spPr>
          <a:xfrm>
            <a:off x="5252485" y="6018028"/>
            <a:ext cx="2339162" cy="598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Hadoop Cluster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9431C-1DD3-438A-B778-2F9564B25C24}"/>
              </a:ext>
            </a:extLst>
          </p:cNvPr>
          <p:cNvSpPr/>
          <p:nvPr/>
        </p:nvSpPr>
        <p:spPr>
          <a:xfrm>
            <a:off x="338362" y="2083981"/>
            <a:ext cx="2160289" cy="3774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100TB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1BA21-87F2-4CB4-9C3E-0AB46F304002}"/>
              </a:ext>
            </a:extLst>
          </p:cNvPr>
          <p:cNvSpPr/>
          <p:nvPr/>
        </p:nvSpPr>
        <p:spPr>
          <a:xfrm>
            <a:off x="2636874" y="2200940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EDE43-947D-4D40-BC83-A6201B939960}"/>
              </a:ext>
            </a:extLst>
          </p:cNvPr>
          <p:cNvSpPr/>
          <p:nvPr/>
        </p:nvSpPr>
        <p:spPr>
          <a:xfrm>
            <a:off x="2663455" y="2745859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296A9-EDCF-4BF1-A498-B486C72E91DC}"/>
              </a:ext>
            </a:extLst>
          </p:cNvPr>
          <p:cNvSpPr/>
          <p:nvPr/>
        </p:nvSpPr>
        <p:spPr>
          <a:xfrm>
            <a:off x="2679404" y="3313372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F3845-46A5-4A13-87D6-D3FB0E6BD4FC}"/>
              </a:ext>
            </a:extLst>
          </p:cNvPr>
          <p:cNvSpPr/>
          <p:nvPr/>
        </p:nvSpPr>
        <p:spPr>
          <a:xfrm>
            <a:off x="2679404" y="3955311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60ED6-79AE-4887-9EB9-99352C8B3C68}"/>
              </a:ext>
            </a:extLst>
          </p:cNvPr>
          <p:cNvSpPr/>
          <p:nvPr/>
        </p:nvSpPr>
        <p:spPr>
          <a:xfrm>
            <a:off x="2679404" y="4540102"/>
            <a:ext cx="829340" cy="1318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63B02-0648-41C6-8507-3373109F2CBC}"/>
              </a:ext>
            </a:extLst>
          </p:cNvPr>
          <p:cNvSpPr txBox="1"/>
          <p:nvPr/>
        </p:nvSpPr>
        <p:spPr>
          <a:xfrm>
            <a:off x="338362" y="1414130"/>
            <a:ext cx="8386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ahnschrift" panose="020B0502040204020203" pitchFamily="34" charset="0"/>
              </a:rPr>
              <a:t>When client copy this data in Hadoop</a:t>
            </a:r>
          </a:p>
        </p:txBody>
      </p:sp>
    </p:spTree>
    <p:extLst>
      <p:ext uri="{BB962C8B-B14F-4D97-AF65-F5344CB8AC3E}">
        <p14:creationId xmlns:p14="http://schemas.microsoft.com/office/powerpoint/2010/main" val="269108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47ECB-9640-4B77-B3E7-4A6A0E6D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A50D-883D-4F31-B0DC-CADDD1B7685F}"/>
              </a:ext>
            </a:extLst>
          </p:cNvPr>
          <p:cNvSpPr/>
          <p:nvPr/>
        </p:nvSpPr>
        <p:spPr>
          <a:xfrm>
            <a:off x="3646967" y="1835084"/>
            <a:ext cx="5167423" cy="4182944"/>
          </a:xfrm>
          <a:prstGeom prst="rect">
            <a:avLst/>
          </a:prstGeom>
          <a:noFill/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20EF-9D0C-463A-8A55-95CF221206A8}"/>
              </a:ext>
            </a:extLst>
          </p:cNvPr>
          <p:cNvSpPr/>
          <p:nvPr/>
        </p:nvSpPr>
        <p:spPr>
          <a:xfrm>
            <a:off x="5252485" y="6018028"/>
            <a:ext cx="2339162" cy="598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Hadoop Cluster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9431C-1DD3-438A-B778-2F9564B25C24}"/>
              </a:ext>
            </a:extLst>
          </p:cNvPr>
          <p:cNvSpPr/>
          <p:nvPr/>
        </p:nvSpPr>
        <p:spPr>
          <a:xfrm>
            <a:off x="338362" y="2083981"/>
            <a:ext cx="2160289" cy="3774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100TB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1BA21-87F2-4CB4-9C3E-0AB46F304002}"/>
              </a:ext>
            </a:extLst>
          </p:cNvPr>
          <p:cNvSpPr/>
          <p:nvPr/>
        </p:nvSpPr>
        <p:spPr>
          <a:xfrm>
            <a:off x="2636874" y="2200940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EDE43-947D-4D40-BC83-A6201B939960}"/>
              </a:ext>
            </a:extLst>
          </p:cNvPr>
          <p:cNvSpPr/>
          <p:nvPr/>
        </p:nvSpPr>
        <p:spPr>
          <a:xfrm>
            <a:off x="2663455" y="2745859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296A9-EDCF-4BF1-A498-B486C72E91DC}"/>
              </a:ext>
            </a:extLst>
          </p:cNvPr>
          <p:cNvSpPr/>
          <p:nvPr/>
        </p:nvSpPr>
        <p:spPr>
          <a:xfrm>
            <a:off x="2679404" y="3313372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F3845-46A5-4A13-87D6-D3FB0E6BD4FC}"/>
              </a:ext>
            </a:extLst>
          </p:cNvPr>
          <p:cNvSpPr/>
          <p:nvPr/>
        </p:nvSpPr>
        <p:spPr>
          <a:xfrm>
            <a:off x="2679404" y="3955311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60ED6-79AE-4887-9EB9-99352C8B3C68}"/>
              </a:ext>
            </a:extLst>
          </p:cNvPr>
          <p:cNvSpPr/>
          <p:nvPr/>
        </p:nvSpPr>
        <p:spPr>
          <a:xfrm>
            <a:off x="2679404" y="4540102"/>
            <a:ext cx="829340" cy="1318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63B02-0648-41C6-8507-3373109F2CBC}"/>
              </a:ext>
            </a:extLst>
          </p:cNvPr>
          <p:cNvSpPr txBox="1"/>
          <p:nvPr/>
        </p:nvSpPr>
        <p:spPr>
          <a:xfrm>
            <a:off x="338362" y="1414130"/>
            <a:ext cx="8386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ahnschrift" panose="020B0502040204020203" pitchFamily="34" charset="0"/>
              </a:rPr>
              <a:t>When client copy this data in Hadoop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C05D7-C5F8-42C7-A2D4-0E098EA5DAC7}"/>
              </a:ext>
            </a:extLst>
          </p:cNvPr>
          <p:cNvSpPr/>
          <p:nvPr/>
        </p:nvSpPr>
        <p:spPr>
          <a:xfrm>
            <a:off x="3880883" y="2537254"/>
            <a:ext cx="1233377" cy="2838893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273566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47ECB-9640-4B77-B3E7-4A6A0E6D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4A50D-883D-4F31-B0DC-CADDD1B7685F}"/>
              </a:ext>
            </a:extLst>
          </p:cNvPr>
          <p:cNvSpPr/>
          <p:nvPr/>
        </p:nvSpPr>
        <p:spPr>
          <a:xfrm>
            <a:off x="3646967" y="1835084"/>
            <a:ext cx="5167423" cy="4182944"/>
          </a:xfrm>
          <a:prstGeom prst="rect">
            <a:avLst/>
          </a:prstGeom>
          <a:noFill/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A20EF-9D0C-463A-8A55-95CF221206A8}"/>
              </a:ext>
            </a:extLst>
          </p:cNvPr>
          <p:cNvSpPr/>
          <p:nvPr/>
        </p:nvSpPr>
        <p:spPr>
          <a:xfrm>
            <a:off x="5252485" y="6018028"/>
            <a:ext cx="2339162" cy="598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Hadoop Cluster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9431C-1DD3-438A-B778-2F9564B25C24}"/>
              </a:ext>
            </a:extLst>
          </p:cNvPr>
          <p:cNvSpPr/>
          <p:nvPr/>
        </p:nvSpPr>
        <p:spPr>
          <a:xfrm>
            <a:off x="338362" y="2083981"/>
            <a:ext cx="2160289" cy="3774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100TB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1BA21-87F2-4CB4-9C3E-0AB46F304002}"/>
              </a:ext>
            </a:extLst>
          </p:cNvPr>
          <p:cNvSpPr/>
          <p:nvPr/>
        </p:nvSpPr>
        <p:spPr>
          <a:xfrm>
            <a:off x="2636874" y="2200940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EDE43-947D-4D40-BC83-A6201B939960}"/>
              </a:ext>
            </a:extLst>
          </p:cNvPr>
          <p:cNvSpPr/>
          <p:nvPr/>
        </p:nvSpPr>
        <p:spPr>
          <a:xfrm>
            <a:off x="2663455" y="2745859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296A9-EDCF-4BF1-A498-B486C72E91DC}"/>
              </a:ext>
            </a:extLst>
          </p:cNvPr>
          <p:cNvSpPr/>
          <p:nvPr/>
        </p:nvSpPr>
        <p:spPr>
          <a:xfrm>
            <a:off x="2679404" y="3313372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F3845-46A5-4A13-87D6-D3FB0E6BD4FC}"/>
              </a:ext>
            </a:extLst>
          </p:cNvPr>
          <p:cNvSpPr/>
          <p:nvPr/>
        </p:nvSpPr>
        <p:spPr>
          <a:xfrm>
            <a:off x="2679404" y="3955311"/>
            <a:ext cx="871870" cy="40403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60ED6-79AE-4887-9EB9-99352C8B3C68}"/>
              </a:ext>
            </a:extLst>
          </p:cNvPr>
          <p:cNvSpPr/>
          <p:nvPr/>
        </p:nvSpPr>
        <p:spPr>
          <a:xfrm>
            <a:off x="2679404" y="4540102"/>
            <a:ext cx="829340" cy="1318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  <a:b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63B02-0648-41C6-8507-3373109F2CBC}"/>
              </a:ext>
            </a:extLst>
          </p:cNvPr>
          <p:cNvSpPr txBox="1"/>
          <p:nvPr/>
        </p:nvSpPr>
        <p:spPr>
          <a:xfrm>
            <a:off x="338362" y="1414130"/>
            <a:ext cx="8386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ahnschrift" panose="020B0502040204020203" pitchFamily="34" charset="0"/>
              </a:rPr>
              <a:t>When client copy this data in Hadoop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C05D7-C5F8-42C7-A2D4-0E098EA5DAC7}"/>
              </a:ext>
            </a:extLst>
          </p:cNvPr>
          <p:cNvSpPr/>
          <p:nvPr/>
        </p:nvSpPr>
        <p:spPr>
          <a:xfrm>
            <a:off x="3880883" y="2537254"/>
            <a:ext cx="1233377" cy="2838893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1495F7-F55C-45A6-82DD-F3410EEF9895}"/>
              </a:ext>
            </a:extLst>
          </p:cNvPr>
          <p:cNvSpPr/>
          <p:nvPr/>
        </p:nvSpPr>
        <p:spPr>
          <a:xfrm>
            <a:off x="5257800" y="2263465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6840C4-A854-4B8E-8C3D-EAF1F1557D09}"/>
              </a:ext>
            </a:extLst>
          </p:cNvPr>
          <p:cNvSpPr/>
          <p:nvPr/>
        </p:nvSpPr>
        <p:spPr>
          <a:xfrm>
            <a:off x="6294474" y="2263465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F0AA58-5966-478E-852F-3132D0D8F114}"/>
              </a:ext>
            </a:extLst>
          </p:cNvPr>
          <p:cNvSpPr/>
          <p:nvPr/>
        </p:nvSpPr>
        <p:spPr>
          <a:xfrm>
            <a:off x="7272669" y="2263465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10D01E-7709-4A13-83CF-6B3570FC2DAB}"/>
              </a:ext>
            </a:extLst>
          </p:cNvPr>
          <p:cNvSpPr/>
          <p:nvPr/>
        </p:nvSpPr>
        <p:spPr>
          <a:xfrm>
            <a:off x="8208335" y="2263465"/>
            <a:ext cx="606055" cy="6166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. . . 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D3BE49-5FF4-4BFF-BD35-EDE88BBDCECF}"/>
              </a:ext>
            </a:extLst>
          </p:cNvPr>
          <p:cNvSpPr/>
          <p:nvPr/>
        </p:nvSpPr>
        <p:spPr>
          <a:xfrm>
            <a:off x="5186030" y="3127361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20BA8F-127D-4BD1-AE60-14F6E344746B}"/>
              </a:ext>
            </a:extLst>
          </p:cNvPr>
          <p:cNvSpPr/>
          <p:nvPr/>
        </p:nvSpPr>
        <p:spPr>
          <a:xfrm>
            <a:off x="6222704" y="3127361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E76EEE-099F-4F69-80AE-CC2D52FEBC0E}"/>
              </a:ext>
            </a:extLst>
          </p:cNvPr>
          <p:cNvSpPr/>
          <p:nvPr/>
        </p:nvSpPr>
        <p:spPr>
          <a:xfrm>
            <a:off x="7234127" y="3127361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435C5A-25C9-4D64-A3A1-F7B584D99A37}"/>
              </a:ext>
            </a:extLst>
          </p:cNvPr>
          <p:cNvSpPr/>
          <p:nvPr/>
        </p:nvSpPr>
        <p:spPr>
          <a:xfrm>
            <a:off x="8136565" y="3127361"/>
            <a:ext cx="606055" cy="6166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. . . 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E70E99-D992-4759-A3CA-185BB69BE99E}"/>
              </a:ext>
            </a:extLst>
          </p:cNvPr>
          <p:cNvSpPr/>
          <p:nvPr/>
        </p:nvSpPr>
        <p:spPr>
          <a:xfrm>
            <a:off x="5219258" y="4013791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A7E77C-75FD-45E2-91C0-849968D39408}"/>
              </a:ext>
            </a:extLst>
          </p:cNvPr>
          <p:cNvSpPr/>
          <p:nvPr/>
        </p:nvSpPr>
        <p:spPr>
          <a:xfrm>
            <a:off x="6255932" y="4013791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4900EF-2D75-4C5F-A116-4F96ADA1754E}"/>
              </a:ext>
            </a:extLst>
          </p:cNvPr>
          <p:cNvSpPr/>
          <p:nvPr/>
        </p:nvSpPr>
        <p:spPr>
          <a:xfrm>
            <a:off x="7234127" y="4013791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4D4E22-43D0-493C-AAF5-F94F8856A613}"/>
              </a:ext>
            </a:extLst>
          </p:cNvPr>
          <p:cNvSpPr/>
          <p:nvPr/>
        </p:nvSpPr>
        <p:spPr>
          <a:xfrm>
            <a:off x="8201691" y="4081514"/>
            <a:ext cx="606055" cy="6166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. . . 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06B2AD-7A9A-4F04-8674-96FA96D8299E}"/>
              </a:ext>
            </a:extLst>
          </p:cNvPr>
          <p:cNvSpPr/>
          <p:nvPr/>
        </p:nvSpPr>
        <p:spPr>
          <a:xfrm>
            <a:off x="5207296" y="4789968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95CA1A-C8A6-4516-9E7B-D6F13FDE95DD}"/>
              </a:ext>
            </a:extLst>
          </p:cNvPr>
          <p:cNvSpPr/>
          <p:nvPr/>
        </p:nvSpPr>
        <p:spPr>
          <a:xfrm>
            <a:off x="6243970" y="4789968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9ED900-5C7F-4540-AFB1-79A95A5044A5}"/>
              </a:ext>
            </a:extLst>
          </p:cNvPr>
          <p:cNvSpPr/>
          <p:nvPr/>
        </p:nvSpPr>
        <p:spPr>
          <a:xfrm>
            <a:off x="7222165" y="4789968"/>
            <a:ext cx="808074" cy="616689"/>
          </a:xfrm>
          <a:prstGeom prst="rect">
            <a:avLst/>
          </a:prstGeom>
          <a:solidFill>
            <a:srgbClr val="4452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EA79E2-6A33-448A-B865-C7146EAA56B6}"/>
              </a:ext>
            </a:extLst>
          </p:cNvPr>
          <p:cNvSpPr/>
          <p:nvPr/>
        </p:nvSpPr>
        <p:spPr>
          <a:xfrm>
            <a:off x="8157831" y="4789968"/>
            <a:ext cx="606055" cy="6166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. . . 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2265EC-E0BD-4360-A95B-C19B48BAE4EB}"/>
              </a:ext>
            </a:extLst>
          </p:cNvPr>
          <p:cNvSpPr/>
          <p:nvPr/>
        </p:nvSpPr>
        <p:spPr>
          <a:xfrm>
            <a:off x="5688419" y="5633868"/>
            <a:ext cx="1584250" cy="363316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Slaves</a:t>
            </a:r>
          </a:p>
        </p:txBody>
      </p:sp>
    </p:spTree>
    <p:extLst>
      <p:ext uri="{BB962C8B-B14F-4D97-AF65-F5344CB8AC3E}">
        <p14:creationId xmlns:p14="http://schemas.microsoft.com/office/powerpoint/2010/main" val="747267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18E20-754B-44EA-AB8F-73667795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What is Hadoop High Availability?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38C65-7EAF-45E0-BE9F-835C2B9AC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360" y="1919913"/>
            <a:ext cx="4965759" cy="3308554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58844B-4C2F-4CAA-868A-430FB9EF5A66}"/>
              </a:ext>
            </a:extLst>
          </p:cNvPr>
          <p:cNvSpPr/>
          <p:nvPr/>
        </p:nvSpPr>
        <p:spPr>
          <a:xfrm>
            <a:off x="2465513" y="5532437"/>
            <a:ext cx="3972559" cy="52099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Single Point of Failure</a:t>
            </a:r>
          </a:p>
        </p:txBody>
      </p:sp>
    </p:spTree>
    <p:extLst>
      <p:ext uri="{BB962C8B-B14F-4D97-AF65-F5344CB8AC3E}">
        <p14:creationId xmlns:p14="http://schemas.microsoft.com/office/powerpoint/2010/main" val="4096253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18E20-754B-44EA-AB8F-73667795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What is Hadoop High Availability?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F1D25-B24E-4B9B-998E-AE3452FF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49" y="1405801"/>
            <a:ext cx="5951161" cy="4463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E73000-320A-4D8A-A4F7-B1352E92A1E6}"/>
              </a:ext>
            </a:extLst>
          </p:cNvPr>
          <p:cNvSpPr txBox="1"/>
          <p:nvPr/>
        </p:nvSpPr>
        <p:spPr>
          <a:xfrm>
            <a:off x="1656080" y="5949409"/>
            <a:ext cx="6035039" cy="83099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(Passive Standby Name Node) for automatic failover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575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18E20-754B-44EA-AB8F-73667795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What is Hadoop High Availability?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DAEFB-BE11-40D9-B500-B37F7EF5B952}"/>
              </a:ext>
            </a:extLst>
          </p:cNvPr>
          <p:cNvSpPr txBox="1"/>
          <p:nvPr/>
        </p:nvSpPr>
        <p:spPr>
          <a:xfrm>
            <a:off x="291455" y="1469777"/>
            <a:ext cx="8480350" cy="1811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>
                <a:latin typeface="Bahnschrift" panose="020B0502040204020203" pitchFamily="34" charset="0"/>
              </a:rPr>
              <a:t>What is Failover?</a:t>
            </a:r>
          </a:p>
          <a:p>
            <a:pPr algn="just" fontAlgn="base">
              <a:lnSpc>
                <a:spcPct val="150000"/>
              </a:lnSpc>
            </a:pPr>
            <a:r>
              <a:rPr lang="en-US" sz="2600" b="0" i="0" dirty="0">
                <a:effectLst/>
                <a:latin typeface="Bahnschrift" panose="020B0502040204020203" pitchFamily="34" charset="0"/>
              </a:rPr>
              <a:t>Failover is a process in which the system transfers control to a secondary system in an event of failure.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FEAA3A-9D2F-4380-BC32-F1EA7F8A4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547105"/>
              </p:ext>
            </p:extLst>
          </p:nvPr>
        </p:nvGraphicFramePr>
        <p:xfrm>
          <a:off x="1134494" y="2682240"/>
          <a:ext cx="66311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0625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81E2-81C9-4052-8422-5CF1E3CB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1612581"/>
          </a:xfrm>
          <a:solidFill>
            <a:srgbClr val="44525A"/>
          </a:solidFill>
        </p:spPr>
        <p:txBody>
          <a:bodyPr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HDFS Architecture</a:t>
            </a:r>
          </a:p>
        </p:txBody>
      </p:sp>
    </p:spTree>
    <p:extLst>
      <p:ext uri="{BB962C8B-B14F-4D97-AF65-F5344CB8AC3E}">
        <p14:creationId xmlns:p14="http://schemas.microsoft.com/office/powerpoint/2010/main" val="956765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293BD7-4717-4AF0-BCBD-A567650C7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62" y="1727201"/>
            <a:ext cx="8310653" cy="422656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F6EEB7-3FFF-450A-8E09-475D3926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HDFS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19195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178637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293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5452182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462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033868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755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041930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166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878179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054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715847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20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849145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97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08D26-7892-42E9-926F-327BBDE0F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523137"/>
              </p:ext>
            </p:extLst>
          </p:nvPr>
        </p:nvGraphicFramePr>
        <p:xfrm>
          <a:off x="338138" y="1574799"/>
          <a:ext cx="8550681" cy="5057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0D3108-EB1F-4A2D-A0D4-6B8C432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Hadoop HDFS Features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1333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1132</TotalTime>
  <Words>768</Words>
  <Application>Microsoft Office PowerPoint</Application>
  <PresentationFormat>On-screen Show (4:3)</PresentationFormat>
  <Paragraphs>253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What is Hadoop Cluster?</vt:lpstr>
      <vt:lpstr>What is Hadoop Cluster?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Architecture of Hadoop</vt:lpstr>
      <vt:lpstr>Data Storage in HDFS</vt:lpstr>
      <vt:lpstr>Example</vt:lpstr>
      <vt:lpstr>Example</vt:lpstr>
      <vt:lpstr>Example</vt:lpstr>
      <vt:lpstr>Example</vt:lpstr>
      <vt:lpstr>Example</vt:lpstr>
      <vt:lpstr>Example</vt:lpstr>
      <vt:lpstr>What is Hadoop High Availability?</vt:lpstr>
      <vt:lpstr>What is Hadoop High Availability?</vt:lpstr>
      <vt:lpstr>What is Hadoop High Availability?</vt:lpstr>
      <vt:lpstr>HDFS Architecture</vt:lpstr>
      <vt:lpstr>HDFS Architecture</vt:lpstr>
      <vt:lpstr>Hadoop HDFS Features</vt:lpstr>
      <vt:lpstr>Hadoop HDFS Features</vt:lpstr>
      <vt:lpstr>Hadoop HDFS Features</vt:lpstr>
      <vt:lpstr>Hadoop HDFS Features</vt:lpstr>
      <vt:lpstr>Hadoop HDFS Features</vt:lpstr>
      <vt:lpstr>Hadoop HDFS Features</vt:lpstr>
      <vt:lpstr>Hadoop HDFS Features</vt:lpstr>
      <vt:lpstr>Hadoop HDFS Features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71</cp:revision>
  <dcterms:created xsi:type="dcterms:W3CDTF">2021-05-13T17:45:44Z</dcterms:created>
  <dcterms:modified xsi:type="dcterms:W3CDTF">2021-07-28T08:50:21Z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563114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