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6"/>
  </p:handoutMasterIdLst>
  <p:sldIdLst>
    <p:sldId id="266" r:id="rId2"/>
    <p:sldId id="261" r:id="rId3"/>
    <p:sldId id="264" r:id="rId4"/>
    <p:sldId id="267" r:id="rId5"/>
    <p:sldId id="268" r:id="rId6"/>
    <p:sldId id="269" r:id="rId7"/>
    <p:sldId id="270" r:id="rId8"/>
    <p:sldId id="271" r:id="rId9"/>
    <p:sldId id="272" r:id="rId10"/>
    <p:sldId id="281" r:id="rId11"/>
    <p:sldId id="282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3" r:id="rId20"/>
    <p:sldId id="284" r:id="rId21"/>
    <p:sldId id="285" r:id="rId22"/>
    <p:sldId id="286" r:id="rId23"/>
    <p:sldId id="287" r:id="rId24"/>
    <p:sldId id="26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25A"/>
    <a:srgbClr val="618495"/>
    <a:srgbClr val="44525B"/>
    <a:srgbClr val="072235"/>
    <a:srgbClr val="453A38"/>
    <a:srgbClr val="B8B192"/>
    <a:srgbClr val="473B39"/>
    <a:srgbClr val="302C31"/>
    <a:srgbClr val="63504D"/>
    <a:srgbClr val="9478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3" autoAdjust="0"/>
    <p:restoredTop sz="94660"/>
  </p:normalViewPr>
  <p:slideViewPr>
    <p:cSldViewPr snapToGrid="0">
      <p:cViewPr varScale="1">
        <p:scale>
          <a:sx n="76" d="100"/>
          <a:sy n="76" d="100"/>
        </p:scale>
        <p:origin x="1459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intellipaat.com/blog/tutorial/big-data-and-hadoop-tutorial/hadoop-multi-node-clusters/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mailto:hadoop@192.168.1.103" TargetMode="Externa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461314" cy="3773150"/>
          </a:xfrm>
        </p:spPr>
        <p:txBody>
          <a:bodyPr/>
          <a:lstStyle/>
          <a:p>
            <a:pPr algn="just"/>
            <a:r>
              <a:rPr lang="en-US" dirty="0"/>
              <a:t>learn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setup of the Hadoop Multi-Node cluster on a distributed environment</a:t>
            </a:r>
          </a:p>
          <a:p>
            <a:pPr algn="just"/>
            <a:r>
              <a:rPr lang="en-US" dirty="0">
                <a:solidFill>
                  <a:srgbClr val="000000"/>
                </a:solidFill>
              </a:rPr>
              <a:t>learn how to c</a:t>
            </a:r>
            <a:r>
              <a:rPr lang="en-US" b="0" i="0" dirty="0">
                <a:solidFill>
                  <a:srgbClr val="000000"/>
                </a:solidFill>
                <a:effectLst/>
              </a:rPr>
              <a:t>reate a system user account</a:t>
            </a:r>
            <a:endParaRPr lang="en-IN" b="0" i="0" dirty="0">
              <a:effectLst/>
            </a:endParaRP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52922B-A132-4D34-B90C-8808A1B6B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487468"/>
            <a:ext cx="8401050" cy="5004884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As the whole cluster cannot be demonstrated, we are explaining the Hadoop cluster environment using three systems (one master and two slaves); given below are their IP addresses.</a:t>
            </a:r>
          </a:p>
          <a:p>
            <a:pPr lvl="1">
              <a:buFont typeface="Bahnschrift" panose="020B0502040204020203" pitchFamily="34" charset="0"/>
              <a:buChar char="–"/>
            </a:pPr>
            <a:r>
              <a:rPr lang="en-US" b="0" i="0" dirty="0">
                <a:effectLst/>
              </a:rPr>
              <a:t>Hadoop Master: 192.168.1.15 (</a:t>
            </a:r>
            <a:r>
              <a:rPr lang="en-US" b="0" i="0" dirty="0" err="1">
                <a:effectLst/>
              </a:rPr>
              <a:t>hadoop</a:t>
            </a:r>
            <a:r>
              <a:rPr lang="en-US" b="0" i="0" dirty="0">
                <a:effectLst/>
              </a:rPr>
              <a:t>-master)</a:t>
            </a:r>
          </a:p>
          <a:p>
            <a:pPr lvl="1">
              <a:buFont typeface="Bahnschrift" panose="020B0502040204020203" pitchFamily="34" charset="0"/>
              <a:buChar char="–"/>
            </a:pPr>
            <a:r>
              <a:rPr lang="en-US" b="0" i="0" dirty="0">
                <a:effectLst/>
              </a:rPr>
              <a:t>Hadoop Slave: 192.168.1.16 (hadoop-slave-1)</a:t>
            </a:r>
          </a:p>
          <a:p>
            <a:pPr lvl="1">
              <a:buFont typeface="Bahnschrift" panose="020B0502040204020203" pitchFamily="34" charset="0"/>
              <a:buChar char="–"/>
            </a:pPr>
            <a:r>
              <a:rPr lang="en-US" b="0" i="0" dirty="0">
                <a:effectLst/>
              </a:rPr>
              <a:t>Hadoop Slave: 192.168.1.17 (hadoop-slave-2)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Hadoop</a:t>
            </a:r>
          </a:p>
        </p:txBody>
      </p:sp>
    </p:spTree>
    <p:extLst>
      <p:ext uri="{BB962C8B-B14F-4D97-AF65-F5344CB8AC3E}">
        <p14:creationId xmlns:p14="http://schemas.microsoft.com/office/powerpoint/2010/main" val="3613012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FF841-210D-440A-9707-E6F7A31BA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0000"/>
                </a:solidFill>
                <a:latin typeface="Bahnschrift" panose="020B0502040204020203" pitchFamily="34" charset="0"/>
              </a:rPr>
              <a:t>S</a:t>
            </a:r>
            <a:r>
              <a:rPr lang="en-US" b="0" i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teps to have Hadoop Multi-Node cluster setup.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999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164376-0A1C-427F-951C-24A7A39EE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Java is the main prerequisite for Hadoop. First of all, you should verify the existence of java in your system using </a:t>
            </a:r>
          </a:p>
          <a:p>
            <a:pPr marL="0" indent="0" algn="ctr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“java -version”.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0A324B-5724-4FE7-8059-CC6B7214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</a:rPr>
              <a:t>Installing Java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2644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723FDB-A716-4251-B7B5-9F74EFD95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Create a system user account on both master and slave systems to use the Hadoop installation.</a:t>
            </a:r>
          </a:p>
          <a:p>
            <a:pPr marL="0" indent="0" algn="ctr">
              <a:buNone/>
            </a:pPr>
            <a:r>
              <a:rPr lang="en-IN" dirty="0" err="1"/>
              <a:t>useradd</a:t>
            </a:r>
            <a:r>
              <a:rPr lang="en-IN" dirty="0"/>
              <a:t> Hadoop</a:t>
            </a:r>
          </a:p>
          <a:p>
            <a:pPr marL="0" indent="0" algn="ctr">
              <a:buNone/>
            </a:pPr>
            <a:r>
              <a:rPr lang="en-IN" dirty="0"/>
              <a:t>passwd </a:t>
            </a:r>
            <a:r>
              <a:rPr lang="en-IN" dirty="0" err="1"/>
              <a:t>hadoop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EF91CF-B7FA-4072-A91B-14F318CE9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</a:rPr>
              <a:t>Creating User Account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0884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B9FBB4-B50C-4A66-B218-CE385C610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628145"/>
            <a:ext cx="8386537" cy="5004884"/>
          </a:xfrm>
        </p:spPr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You have to edit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hosts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file in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/</a:t>
            </a:r>
            <a:r>
              <a:rPr lang="en-US" b="1" i="0" dirty="0" err="1">
                <a:solidFill>
                  <a:srgbClr val="000000"/>
                </a:solidFill>
                <a:effectLst/>
              </a:rPr>
              <a:t>etc</a:t>
            </a:r>
            <a:r>
              <a:rPr lang="en-US" b="1" i="0" dirty="0">
                <a:solidFill>
                  <a:srgbClr val="000000"/>
                </a:solidFill>
                <a:effectLst/>
              </a:rPr>
              <a:t>/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folder on all nodes, specify the IP address of each system followed by their host names.</a:t>
            </a:r>
          </a:p>
          <a:p>
            <a:pPr marL="0" indent="0" algn="ctr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9E1683-3CE5-4771-90D6-6BA958CA9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</a:rPr>
              <a:t>Mapping the nodes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5698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ECB75F-2220-487A-8709-833715D38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87952"/>
            <a:ext cx="8386537" cy="500488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Setup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ssh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in every node such that they can communicate with one another without any prompt for password.</a:t>
            </a:r>
          </a:p>
          <a:p>
            <a:pPr marL="0" indent="0" algn="ctr">
              <a:buNone/>
            </a:pPr>
            <a:r>
              <a:rPr lang="en-IN" dirty="0" err="1"/>
              <a:t>su</a:t>
            </a:r>
            <a:r>
              <a:rPr lang="en-IN" dirty="0"/>
              <a:t> </a:t>
            </a:r>
            <a:r>
              <a:rPr lang="en-IN" dirty="0" err="1"/>
              <a:t>hadoop</a:t>
            </a:r>
            <a:r>
              <a:rPr lang="en-IN" dirty="0"/>
              <a:t> </a:t>
            </a:r>
          </a:p>
          <a:p>
            <a:pPr marL="0" indent="0" algn="ctr">
              <a:buNone/>
            </a:pPr>
            <a:r>
              <a:rPr lang="en-IN" dirty="0" err="1"/>
              <a:t>ssh</a:t>
            </a:r>
            <a:r>
              <a:rPr lang="en-IN" dirty="0"/>
              <a:t>-keygen -t </a:t>
            </a:r>
            <a:r>
              <a:rPr lang="en-IN" dirty="0" err="1"/>
              <a:t>rsa</a:t>
            </a:r>
            <a:r>
              <a:rPr lang="en-IN" dirty="0"/>
              <a:t> </a:t>
            </a:r>
          </a:p>
          <a:p>
            <a:pPr marL="0" indent="0" algn="ctr">
              <a:buNone/>
            </a:pPr>
            <a:r>
              <a:rPr lang="en-IN" dirty="0" err="1"/>
              <a:t>ssh</a:t>
            </a:r>
            <a:r>
              <a:rPr lang="en-IN" dirty="0"/>
              <a:t>-copy-id -</a:t>
            </a:r>
            <a:r>
              <a:rPr lang="en-IN" dirty="0" err="1"/>
              <a:t>i</a:t>
            </a:r>
            <a:r>
              <a:rPr lang="en-IN" dirty="0"/>
              <a:t> ~/.</a:t>
            </a:r>
            <a:r>
              <a:rPr lang="en-IN" dirty="0" err="1"/>
              <a:t>ssh</a:t>
            </a:r>
            <a:r>
              <a:rPr lang="en-IN" dirty="0"/>
              <a:t>/id_rsa.pub hadoop1@hadoop-master </a:t>
            </a:r>
          </a:p>
          <a:p>
            <a:pPr marL="0" indent="0" algn="ctr">
              <a:buNone/>
            </a:pPr>
            <a:r>
              <a:rPr lang="en-IN" dirty="0" err="1"/>
              <a:t>ssh</a:t>
            </a:r>
            <a:r>
              <a:rPr lang="en-IN" dirty="0"/>
              <a:t>-copy-id -</a:t>
            </a:r>
            <a:r>
              <a:rPr lang="en-IN" dirty="0" err="1"/>
              <a:t>i</a:t>
            </a:r>
            <a:r>
              <a:rPr lang="en-IN" dirty="0"/>
              <a:t> ~/.</a:t>
            </a:r>
            <a:r>
              <a:rPr lang="en-IN" dirty="0" err="1"/>
              <a:t>ssh</a:t>
            </a:r>
            <a:r>
              <a:rPr lang="en-IN" dirty="0"/>
              <a:t>/id_rsa.pub hadoop_tp1@hadoop-slave-1 </a:t>
            </a:r>
          </a:p>
          <a:p>
            <a:pPr marL="0" indent="0" algn="ctr">
              <a:buNone/>
            </a:pPr>
            <a:r>
              <a:rPr lang="en-IN" dirty="0" err="1"/>
              <a:t>ssh</a:t>
            </a:r>
            <a:r>
              <a:rPr lang="en-IN" dirty="0"/>
              <a:t>-copy-id -</a:t>
            </a:r>
            <a:r>
              <a:rPr lang="en-IN" dirty="0" err="1"/>
              <a:t>i</a:t>
            </a:r>
            <a:r>
              <a:rPr lang="en-IN" dirty="0"/>
              <a:t> ~/.</a:t>
            </a:r>
            <a:r>
              <a:rPr lang="en-IN" dirty="0" err="1"/>
              <a:t>ssh</a:t>
            </a:r>
            <a:r>
              <a:rPr lang="en-IN" dirty="0"/>
              <a:t>/id_rsa.pub hadoop_tp2@hadoop-slave-2 </a:t>
            </a:r>
          </a:p>
          <a:p>
            <a:pPr marL="0" indent="0" algn="ctr">
              <a:buNone/>
            </a:pPr>
            <a:r>
              <a:rPr lang="en-IN" dirty="0" err="1"/>
              <a:t>chmod</a:t>
            </a:r>
            <a:r>
              <a:rPr lang="en-IN" dirty="0"/>
              <a:t> 0600 ~/.</a:t>
            </a:r>
            <a:r>
              <a:rPr lang="en-IN" dirty="0" err="1"/>
              <a:t>ssh</a:t>
            </a:r>
            <a:r>
              <a:rPr lang="en-IN" dirty="0"/>
              <a:t>/</a:t>
            </a:r>
            <a:r>
              <a:rPr lang="en-IN" dirty="0" err="1"/>
              <a:t>authorized_keys</a:t>
            </a:r>
            <a:r>
              <a:rPr lang="en-IN" dirty="0"/>
              <a:t> </a:t>
            </a:r>
          </a:p>
          <a:p>
            <a:pPr marL="0" indent="0" algn="ctr">
              <a:buNone/>
            </a:pPr>
            <a:r>
              <a:rPr lang="en-IN" dirty="0"/>
              <a:t>exit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74EF46-6536-4A3A-A6D1-DCC7CF9C8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</a:rPr>
              <a:t>Configuring Key Based Login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8881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BED158-AE70-4C5E-ADE4-EBECC8B25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i="0" dirty="0">
                <a:solidFill>
                  <a:srgbClr val="3A3A3A"/>
                </a:solidFill>
                <a:effectLst/>
              </a:rPr>
              <a:t>Installing Hadoop</a:t>
            </a:r>
            <a:endParaRPr lang="en-IN" i="0" dirty="0">
              <a:solidFill>
                <a:srgbClr val="3A3A3A"/>
              </a:solidFill>
              <a:effectLst/>
            </a:endParaRPr>
          </a:p>
          <a:p>
            <a:r>
              <a:rPr lang="en-IN" b="1" i="0" dirty="0">
                <a:solidFill>
                  <a:srgbClr val="3A3A3A"/>
                </a:solidFill>
                <a:effectLst/>
              </a:rPr>
              <a:t>Configuring Hadoop</a:t>
            </a:r>
          </a:p>
          <a:p>
            <a:pPr lvl="1"/>
            <a:r>
              <a:rPr lang="en-US" sz="2800" b="0" i="0" dirty="0">
                <a:solidFill>
                  <a:srgbClr val="3A3A3A"/>
                </a:solidFill>
                <a:effectLst/>
              </a:rPr>
              <a:t>Hadoop server must be configured</a:t>
            </a:r>
          </a:p>
          <a:p>
            <a:pPr lvl="2"/>
            <a:r>
              <a:rPr lang="en-US" sz="2800" b="1" i="0" dirty="0">
                <a:solidFill>
                  <a:srgbClr val="000000"/>
                </a:solidFill>
                <a:effectLst/>
              </a:rPr>
              <a:t>core-site.xml</a:t>
            </a:r>
            <a:r>
              <a:rPr lang="en-US" sz="2800" b="0" i="0" dirty="0">
                <a:solidFill>
                  <a:srgbClr val="000000"/>
                </a:solidFill>
                <a:effectLst/>
              </a:rPr>
              <a:t> should be edited.</a:t>
            </a:r>
            <a:endParaRPr lang="en-US" sz="2800" dirty="0">
              <a:solidFill>
                <a:srgbClr val="3A3A3A"/>
              </a:solidFill>
            </a:endParaRPr>
          </a:p>
          <a:p>
            <a:pPr lvl="2"/>
            <a:r>
              <a:rPr lang="en-US" sz="2800" b="1" i="0" dirty="0">
                <a:solidFill>
                  <a:srgbClr val="000000"/>
                </a:solidFill>
                <a:effectLst/>
              </a:rPr>
              <a:t>hdfs-site.xml</a:t>
            </a:r>
            <a:r>
              <a:rPr lang="en-US" sz="2800" b="0" i="0" dirty="0">
                <a:solidFill>
                  <a:srgbClr val="000000"/>
                </a:solidFill>
                <a:effectLst/>
              </a:rPr>
              <a:t> file should be </a:t>
            </a:r>
            <a:r>
              <a:rPr lang="en-US" sz="2800" b="0" i="0" dirty="0" err="1">
                <a:solidFill>
                  <a:srgbClr val="000000"/>
                </a:solidFill>
                <a:effectLst/>
              </a:rPr>
              <a:t>editted</a:t>
            </a:r>
            <a:r>
              <a:rPr lang="en-US" sz="2800" b="0" i="0" dirty="0">
                <a:solidFill>
                  <a:srgbClr val="000000"/>
                </a:solidFill>
                <a:effectLst/>
              </a:rPr>
              <a:t>.</a:t>
            </a:r>
            <a:endParaRPr lang="en-US" sz="2800" b="0" i="0" dirty="0">
              <a:solidFill>
                <a:srgbClr val="3A3A3A"/>
              </a:solidFill>
              <a:effectLst/>
            </a:endParaRPr>
          </a:p>
          <a:p>
            <a:pPr lvl="2"/>
            <a:r>
              <a:rPr lang="en-US" sz="2800" b="1" i="0" dirty="0">
                <a:solidFill>
                  <a:srgbClr val="000000"/>
                </a:solidFill>
                <a:effectLst/>
              </a:rPr>
              <a:t>mapred-site.xml</a:t>
            </a:r>
            <a:r>
              <a:rPr lang="en-US" sz="2800" b="0" i="0" dirty="0">
                <a:solidFill>
                  <a:srgbClr val="000000"/>
                </a:solidFill>
                <a:effectLst/>
              </a:rPr>
              <a:t> file should be </a:t>
            </a:r>
            <a:r>
              <a:rPr lang="en-US" sz="2800" b="0" i="0" dirty="0" err="1">
                <a:solidFill>
                  <a:srgbClr val="000000"/>
                </a:solidFill>
                <a:effectLst/>
              </a:rPr>
              <a:t>editted</a:t>
            </a:r>
            <a:r>
              <a:rPr lang="en-US" sz="2800" b="0" i="0" dirty="0">
                <a:solidFill>
                  <a:srgbClr val="000000"/>
                </a:solidFill>
                <a:effectLst/>
              </a:rPr>
              <a:t>.</a:t>
            </a:r>
            <a:endParaRPr lang="en-US" sz="2800" dirty="0">
              <a:solidFill>
                <a:srgbClr val="3A3A3A"/>
              </a:solidFill>
            </a:endParaRPr>
          </a:p>
          <a:p>
            <a:pPr marL="457200" lvl="1" indent="0">
              <a:buNone/>
            </a:pPr>
            <a:r>
              <a:rPr lang="en-IN" sz="3600" b="1" dirty="0">
                <a:solidFill>
                  <a:srgbClr val="3A3A3A"/>
                </a:solidFill>
              </a:rPr>
              <a:t>	</a:t>
            </a:r>
            <a:endParaRPr lang="en-IN" sz="3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EBAB98-AE42-4756-899C-84E13EBB2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4353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BED158-AE70-4C5E-ADE4-EBECC8B25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R="30480" algn="just">
              <a:spcBef>
                <a:spcPts val="600"/>
              </a:spcBef>
              <a:spcAft>
                <a:spcPts val="720"/>
              </a:spcAft>
            </a:pPr>
            <a:r>
              <a:rPr lang="en-IN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Install Hadoop on all the slave servers by following the given commands.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EBAB98-AE42-4756-899C-84E13EBB2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0" dirty="0">
                <a:effectLst/>
              </a:rPr>
              <a:t>Installing Hadoop on Slave Servers</a:t>
            </a:r>
          </a:p>
        </p:txBody>
      </p:sp>
    </p:spTree>
    <p:extLst>
      <p:ext uri="{BB962C8B-B14F-4D97-AF65-F5344CB8AC3E}">
        <p14:creationId xmlns:p14="http://schemas.microsoft.com/office/powerpoint/2010/main" val="3222204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BED158-AE70-4C5E-ADE4-EBECC8B25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R="30480" algn="just">
              <a:spcBef>
                <a:spcPts val="600"/>
              </a:spcBef>
              <a:spcAft>
                <a:spcPts val="720"/>
              </a:spcAft>
            </a:pPr>
            <a:r>
              <a:rPr lang="en-IN" sz="26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Open the master server and configure it by following the given commands.</a:t>
            </a:r>
            <a:endParaRPr lang="en-IN" sz="2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endParaRPr lang="en-IN" sz="26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r>
              <a:rPr lang="en-IN" sz="2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Configuring Master Node</a:t>
            </a:r>
            <a:endParaRPr lang="en-IN" sz="2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IN" sz="2600" b="1" dirty="0">
              <a:solidFill>
                <a:srgbClr val="3A3A3A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EBAB98-AE42-4756-899C-84E13EBB2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i="0" dirty="0">
                <a:effectLst/>
              </a:rPr>
              <a:t>Configuring Hadoop on Master Server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911224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3AEC8B-9153-4616-8F47-8E98B13C0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pPr marL="0" indent="0" algn="ctr">
              <a:buNone/>
            </a:pPr>
            <a:r>
              <a:rPr lang="en-IN" dirty="0"/>
              <a:t>vi etc/</a:t>
            </a:r>
            <a:r>
              <a:rPr lang="en-IN" dirty="0" err="1"/>
              <a:t>hadoop</a:t>
            </a:r>
            <a:r>
              <a:rPr lang="en-IN" dirty="0"/>
              <a:t>/slaves </a:t>
            </a:r>
          </a:p>
          <a:p>
            <a:pPr marL="0" indent="0" algn="ctr">
              <a:buNone/>
            </a:pPr>
            <a:r>
              <a:rPr lang="en-IN" dirty="0"/>
              <a:t>hadoop-slave-1</a:t>
            </a:r>
          </a:p>
          <a:p>
            <a:pPr marL="0" indent="0" algn="ctr">
              <a:buNone/>
            </a:pPr>
            <a:r>
              <a:rPr lang="en-IN" dirty="0"/>
              <a:t>hadoop-slave-2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23D2C4-71E2-406B-AF45-CA508179A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Bahnschrift" panose="020B0502040204020203" pitchFamily="34" charset="0"/>
              </a:rPr>
              <a:t>Slave Node Configuration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899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8906A-3B8D-4DA5-9B37-363431C59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Bahnschrift" panose="020B0502040204020203" pitchFamily="34" charset="0"/>
              </a:rPr>
              <a:t>Name Node format on Hadoop Master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026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C5B56A-6AAF-4D5B-A650-499659455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A3A3A"/>
                </a:solidFill>
                <a:effectLst/>
              </a:rPr>
              <a:t>Starting Hadoop services on the Hadoop-Master.</a:t>
            </a:r>
          </a:p>
          <a:p>
            <a:pPr marL="0" indent="0" algn="ctr">
              <a:buNone/>
            </a:pPr>
            <a:r>
              <a:rPr lang="en-US" dirty="0"/>
              <a:t>cd $HADOOP_HOME/</a:t>
            </a:r>
            <a:r>
              <a:rPr lang="en-US" dirty="0" err="1"/>
              <a:t>sbin</a:t>
            </a:r>
            <a:r>
              <a:rPr lang="en-US" dirty="0"/>
              <a:t> </a:t>
            </a:r>
          </a:p>
          <a:p>
            <a:pPr marL="0" indent="0" algn="ctr">
              <a:buNone/>
            </a:pPr>
            <a:r>
              <a:rPr lang="en-US" dirty="0"/>
              <a:t>start-all.sh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D2A7ED-AC2C-47C6-AF1C-7A41D980A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dirty="0">
                <a:effectLst/>
              </a:rPr>
              <a:t>Hadoop Services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3427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65CC1D-1230-44CF-9D20-E9A63843C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3" y="1437227"/>
            <a:ext cx="8386536" cy="4857715"/>
          </a:xfrm>
        </p:spPr>
        <p:txBody>
          <a:bodyPr>
            <a:normAutofit/>
          </a:bodyPr>
          <a:lstStyle/>
          <a:p>
            <a:pPr algn="just"/>
            <a:r>
              <a:rPr lang="en-US" sz="2600" b="0" i="0" dirty="0">
                <a:solidFill>
                  <a:srgbClr val="3A3A3A"/>
                </a:solidFill>
                <a:effectLst/>
              </a:rPr>
              <a:t>Add new nodes to an existing </a:t>
            </a:r>
            <a:r>
              <a:rPr lang="en-US" sz="2600" b="0" i="0" u="none" strike="noStrike" dirty="0">
                <a:solidFill>
                  <a:srgbClr val="6458C0"/>
                </a:solidFill>
                <a:effectLst/>
                <a:hlinkClick r:id="rId2"/>
              </a:rPr>
              <a:t>Hadoop cluster</a:t>
            </a:r>
            <a:r>
              <a:rPr lang="en-US" sz="2600" b="0" i="0" dirty="0">
                <a:solidFill>
                  <a:srgbClr val="3A3A3A"/>
                </a:solidFill>
                <a:effectLst/>
              </a:rPr>
              <a:t> with some suitable network configuration. suppose the following </a:t>
            </a:r>
          </a:p>
          <a:p>
            <a:pPr algn="just"/>
            <a:r>
              <a:rPr lang="en-IN" sz="2600" b="0" i="0" dirty="0">
                <a:solidFill>
                  <a:srgbClr val="3A3A3A"/>
                </a:solidFill>
                <a:effectLst/>
              </a:rPr>
              <a:t>For New node Configuration:</a:t>
            </a:r>
          </a:p>
          <a:p>
            <a:pPr marL="0" indent="0" algn="ctr">
              <a:buNone/>
            </a:pPr>
            <a:r>
              <a:rPr lang="en-US" sz="2600" dirty="0"/>
              <a:t>IP address : 192.168.1.103</a:t>
            </a:r>
          </a:p>
          <a:p>
            <a:pPr marL="0" indent="0" algn="ctr">
              <a:buNone/>
            </a:pPr>
            <a:r>
              <a:rPr lang="en-US" sz="2600" dirty="0"/>
              <a:t>netmask : 255.255.255.0 </a:t>
            </a:r>
          </a:p>
          <a:p>
            <a:pPr marL="0" indent="0" algn="ctr">
              <a:buNone/>
            </a:pPr>
            <a:r>
              <a:rPr lang="en-US" sz="2600" dirty="0"/>
              <a:t>hostname : slave3.in</a:t>
            </a:r>
            <a:endParaRPr lang="en-IN" sz="2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F2183C-240D-48CD-BA5F-ECA5126C2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</a:rPr>
              <a:t>Addition of a New </a:t>
            </a:r>
            <a:r>
              <a:rPr lang="en-US" i="0" dirty="0" err="1">
                <a:effectLst/>
              </a:rPr>
              <a:t>DataNode</a:t>
            </a:r>
            <a:r>
              <a:rPr lang="en-US" i="0" dirty="0">
                <a:effectLst/>
              </a:rPr>
              <a:t> in the Hadoop Cluster </a:t>
            </a:r>
            <a:r>
              <a:rPr lang="en-IN" i="0" dirty="0">
                <a:effectLst/>
              </a:rPr>
              <a:t>Networking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672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EB5CEE-2DF2-441A-BBAA-249AB9BC8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i="0" dirty="0">
                <a:solidFill>
                  <a:srgbClr val="3A3A3A"/>
                </a:solidFill>
                <a:effectLst/>
              </a:rPr>
              <a:t>Add a User</a:t>
            </a:r>
            <a:r>
              <a:rPr lang="en-IN" sz="3200" i="0" dirty="0">
                <a:solidFill>
                  <a:srgbClr val="3A3A3A"/>
                </a:solidFill>
                <a:effectLst/>
              </a:rPr>
              <a:t>: </a:t>
            </a:r>
            <a:r>
              <a:rPr lang="en-US" sz="2600" b="0" i="0" dirty="0">
                <a:solidFill>
                  <a:srgbClr val="3A3A3A"/>
                </a:solidFill>
                <a:effectLst/>
              </a:rPr>
              <a:t>“</a:t>
            </a:r>
            <a:r>
              <a:rPr lang="en-US" sz="2600" b="0" i="0" dirty="0" err="1">
                <a:solidFill>
                  <a:srgbClr val="3A3A3A"/>
                </a:solidFill>
                <a:effectLst/>
              </a:rPr>
              <a:t>hadoop</a:t>
            </a:r>
            <a:r>
              <a:rPr lang="en-US" sz="2600" b="0" i="0" dirty="0">
                <a:solidFill>
                  <a:srgbClr val="3A3A3A"/>
                </a:solidFill>
                <a:effectLst/>
              </a:rPr>
              <a:t>” user must be added and password of Hadoop user can be set to anything one wants.</a:t>
            </a:r>
          </a:p>
          <a:p>
            <a:pPr marL="0" indent="0" algn="ctr">
              <a:buNone/>
            </a:pPr>
            <a:r>
              <a:rPr lang="en-IN" sz="2600" dirty="0" err="1"/>
              <a:t>useradd</a:t>
            </a:r>
            <a:r>
              <a:rPr lang="en-IN" sz="2600" dirty="0"/>
              <a:t> </a:t>
            </a:r>
            <a:r>
              <a:rPr lang="en-IN" sz="2600" dirty="0" err="1"/>
              <a:t>hadoop</a:t>
            </a:r>
            <a:endParaRPr lang="en-IN" sz="2600" dirty="0"/>
          </a:p>
          <a:p>
            <a:pPr marL="0" indent="0" algn="ctr">
              <a:buNone/>
            </a:pPr>
            <a:r>
              <a:rPr lang="en-IN" sz="2600" dirty="0"/>
              <a:t>passwd </a:t>
            </a:r>
            <a:r>
              <a:rPr lang="en-IN" sz="2600" dirty="0" err="1"/>
              <a:t>hadoop</a:t>
            </a:r>
            <a:endParaRPr lang="en-IN" sz="2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483F38-69BC-4893-8094-F61FC2CAD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Bahnschrift" panose="020B0502040204020203" pitchFamily="34" charset="0"/>
              </a:rPr>
              <a:t>Adding a User and SSH Access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9939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B053BE-9568-48FE-81F7-B94B74243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IN" dirty="0" err="1"/>
              <a:t>mkdir</a:t>
            </a:r>
            <a:r>
              <a:rPr lang="en-IN" dirty="0"/>
              <a:t> -p $HOME/.</a:t>
            </a:r>
            <a:r>
              <a:rPr lang="en-IN" dirty="0" err="1"/>
              <a:t>ssh</a:t>
            </a:r>
            <a:endParaRPr lang="en-IN" dirty="0"/>
          </a:p>
          <a:p>
            <a:pPr marL="0" indent="0" algn="ctr">
              <a:buNone/>
            </a:pPr>
            <a:r>
              <a:rPr lang="en-IN" dirty="0" err="1"/>
              <a:t>chmod</a:t>
            </a:r>
            <a:r>
              <a:rPr lang="en-IN" dirty="0"/>
              <a:t> 700 $HOME/.</a:t>
            </a:r>
            <a:r>
              <a:rPr lang="en-IN" dirty="0" err="1"/>
              <a:t>ssh</a:t>
            </a:r>
            <a:r>
              <a:rPr lang="en-IN" dirty="0"/>
              <a:t> </a:t>
            </a:r>
          </a:p>
          <a:p>
            <a:pPr marL="0" indent="0" algn="ctr">
              <a:buNone/>
            </a:pPr>
            <a:r>
              <a:rPr lang="en-IN" dirty="0" err="1"/>
              <a:t>ssh</a:t>
            </a:r>
            <a:r>
              <a:rPr lang="en-IN" dirty="0"/>
              <a:t>-keygen -t </a:t>
            </a:r>
            <a:r>
              <a:rPr lang="en-IN" dirty="0" err="1"/>
              <a:t>rsa</a:t>
            </a:r>
            <a:r>
              <a:rPr lang="en-IN" dirty="0"/>
              <a:t> -P '' -f $HOME/.</a:t>
            </a:r>
            <a:r>
              <a:rPr lang="en-IN" dirty="0" err="1"/>
              <a:t>ssh</a:t>
            </a:r>
            <a:r>
              <a:rPr lang="en-IN" dirty="0"/>
              <a:t>/</a:t>
            </a:r>
            <a:r>
              <a:rPr lang="en-IN" dirty="0" err="1"/>
              <a:t>id_rsa</a:t>
            </a:r>
            <a:r>
              <a:rPr lang="en-IN" dirty="0"/>
              <a:t> </a:t>
            </a:r>
          </a:p>
          <a:p>
            <a:pPr marL="0" indent="0" algn="ctr">
              <a:buNone/>
            </a:pPr>
            <a:r>
              <a:rPr lang="en-IN" dirty="0"/>
              <a:t>cat $HOME/.</a:t>
            </a:r>
            <a:r>
              <a:rPr lang="en-IN" dirty="0" err="1"/>
              <a:t>ssh</a:t>
            </a:r>
            <a:r>
              <a:rPr lang="en-IN" dirty="0"/>
              <a:t>/id_rsa.pub &gt;&gt; $HOME/.</a:t>
            </a:r>
            <a:r>
              <a:rPr lang="en-IN" dirty="0" err="1"/>
              <a:t>ssh</a:t>
            </a:r>
            <a:r>
              <a:rPr lang="en-IN" dirty="0"/>
              <a:t>/</a:t>
            </a:r>
            <a:r>
              <a:rPr lang="en-IN" dirty="0" err="1"/>
              <a:t>authorized_keys</a:t>
            </a:r>
            <a:endParaRPr lang="en-IN" dirty="0"/>
          </a:p>
          <a:p>
            <a:pPr marL="0" indent="0" algn="ctr">
              <a:buNone/>
            </a:pPr>
            <a:r>
              <a:rPr lang="en-IN" dirty="0" err="1"/>
              <a:t>chmod</a:t>
            </a:r>
            <a:r>
              <a:rPr lang="en-IN" dirty="0"/>
              <a:t> 644 $HOME/.</a:t>
            </a:r>
            <a:r>
              <a:rPr lang="en-IN" dirty="0" err="1"/>
              <a:t>ssh</a:t>
            </a:r>
            <a:r>
              <a:rPr lang="en-IN" dirty="0"/>
              <a:t>/</a:t>
            </a:r>
            <a:r>
              <a:rPr lang="en-IN" dirty="0" err="1"/>
              <a:t>authorized_keys</a:t>
            </a:r>
            <a:r>
              <a:rPr lang="en-IN" dirty="0"/>
              <a:t> </a:t>
            </a:r>
          </a:p>
          <a:p>
            <a:pPr marL="0" indent="0" algn="ctr">
              <a:buNone/>
            </a:pPr>
            <a:r>
              <a:rPr lang="en-IN" dirty="0"/>
              <a:t>Copy the public key to new slave node in </a:t>
            </a:r>
            <a:r>
              <a:rPr lang="en-IN" dirty="0" err="1"/>
              <a:t>hadoop</a:t>
            </a:r>
            <a:r>
              <a:rPr lang="en-IN" dirty="0"/>
              <a:t> user $HOME directory </a:t>
            </a:r>
          </a:p>
          <a:p>
            <a:pPr marL="0" indent="0" algn="ctr">
              <a:buNone/>
            </a:pPr>
            <a:r>
              <a:rPr lang="en-IN" dirty="0" err="1"/>
              <a:t>scp</a:t>
            </a:r>
            <a:r>
              <a:rPr lang="en-IN" dirty="0"/>
              <a:t> $HOME/.</a:t>
            </a:r>
            <a:r>
              <a:rPr lang="en-IN" dirty="0" err="1"/>
              <a:t>ssh</a:t>
            </a:r>
            <a:r>
              <a:rPr lang="en-IN" dirty="0"/>
              <a:t>/id_rsa.pub hadoop@192.168.1.103:/home/</a:t>
            </a:r>
            <a:r>
              <a:rPr lang="en-IN" dirty="0" err="1"/>
              <a:t>hadoop</a:t>
            </a:r>
            <a:r>
              <a:rPr lang="en-IN" dirty="0"/>
              <a:t>/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01E938-2CD5-47B6-84BC-9BBB3D316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</a:rPr>
              <a:t>To be executed on master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3213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5CDCF0-6EC6-47CE-8EFE-312DD28A7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s-ES" dirty="0" err="1"/>
              <a:t>Login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hadoop</a:t>
            </a:r>
            <a:r>
              <a:rPr lang="es-ES" dirty="0"/>
              <a:t>.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login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hadoop</a:t>
            </a:r>
            <a:r>
              <a:rPr lang="es-ES" dirty="0"/>
              <a:t> </a:t>
            </a:r>
            <a:r>
              <a:rPr lang="es-ES" dirty="0" err="1"/>
              <a:t>user</a:t>
            </a:r>
            <a:endParaRPr lang="es-ES" dirty="0"/>
          </a:p>
          <a:p>
            <a:pPr marL="0" indent="0" algn="ctr">
              <a:buNone/>
            </a:pPr>
            <a:r>
              <a:rPr lang="es-ES" dirty="0"/>
              <a:t>su </a:t>
            </a:r>
            <a:r>
              <a:rPr lang="es-ES" dirty="0" err="1"/>
              <a:t>hadoop</a:t>
            </a:r>
            <a:r>
              <a:rPr lang="es-ES" dirty="0"/>
              <a:t> </a:t>
            </a:r>
            <a:r>
              <a:rPr lang="es-ES" dirty="0" err="1"/>
              <a:t>ssh</a:t>
            </a:r>
            <a:r>
              <a:rPr lang="es-ES" dirty="0"/>
              <a:t> -X </a:t>
            </a:r>
            <a:r>
              <a:rPr lang="es-ES" dirty="0">
                <a:hlinkClick r:id="rId2"/>
              </a:rPr>
              <a:t>hadoop@192.168.1.103</a:t>
            </a:r>
            <a:endParaRPr lang="es-ES" dirty="0"/>
          </a:p>
          <a:p>
            <a:pPr marL="0" indent="0" algn="just">
              <a:buNone/>
            </a:pPr>
            <a:r>
              <a:rPr lang="en-IN" sz="18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Copy the content of public key into file </a:t>
            </a:r>
            <a:r>
              <a:rPr lang="en-IN" sz="18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"$HOME/.</a:t>
            </a:r>
            <a:r>
              <a:rPr lang="en-IN" sz="18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ssh</a:t>
            </a:r>
            <a:r>
              <a:rPr lang="en-IN" sz="18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/</a:t>
            </a:r>
            <a:r>
              <a:rPr lang="en-IN" sz="18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authorized_keys</a:t>
            </a:r>
            <a:r>
              <a:rPr lang="en-IN" sz="18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"</a:t>
            </a:r>
            <a:r>
              <a:rPr lang="en-IN" sz="18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 and then change the permission for the same by executing the following commands</a:t>
            </a:r>
            <a:endParaRPr lang="es-E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93B347-823A-4AC0-BF9A-14C070DAE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</a:rPr>
              <a:t>To be executed on slaves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327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E32224-099A-4B89-AB8E-B858F65CE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927" y="1437226"/>
            <a:ext cx="8476972" cy="5295170"/>
          </a:xfrm>
        </p:spPr>
        <p:txBody>
          <a:bodyPr>
            <a:normAutofit fontScale="85000" lnSpcReduction="10000"/>
          </a:bodyPr>
          <a:lstStyle/>
          <a:p>
            <a:pPr marL="30480" marR="30480" algn="just">
              <a:lnSpc>
                <a:spcPct val="160000"/>
              </a:lnSpc>
              <a:spcBef>
                <a:spcPts val="600"/>
              </a:spcBef>
              <a:spcAft>
                <a:spcPts val="720"/>
              </a:spcAft>
            </a:pPr>
            <a:r>
              <a:rPr lang="en-IN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You can set hostname in file </a:t>
            </a:r>
            <a:r>
              <a:rPr lang="en-IN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/etc/</a:t>
            </a:r>
            <a:r>
              <a:rPr lang="en-IN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sysconfig</a:t>
            </a:r>
            <a:r>
              <a:rPr lang="en-IN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/network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On new slave3 machine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NETWORKING = yes 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HOSTNAME = slave3.in</a:t>
            </a:r>
            <a:endParaRPr lang="en-IN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To make the changes effective, either restart the machine or run hostname command to a new machine with the respective hostname (restart is a good option).</a:t>
            </a:r>
            <a:endParaRPr lang="en-IN" sz="4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C589B1-3F50-4F8F-A735-834669E06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Set Hostname of New Node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3806622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8E2F4C-2A0C-4858-AE76-6DA112CE9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97516"/>
            <a:ext cx="8386537" cy="5004884"/>
          </a:xfrm>
        </p:spPr>
        <p:txBody>
          <a:bodyPr>
            <a:normAutofit fontScale="92500" lnSpcReduction="10000"/>
          </a:bodyPr>
          <a:lstStyle/>
          <a:p>
            <a:pPr marL="30480" marR="30480" algn="just">
              <a:spcBef>
                <a:spcPts val="600"/>
              </a:spcBef>
              <a:spcAft>
                <a:spcPts val="720"/>
              </a:spcAft>
            </a:pPr>
            <a:r>
              <a:rPr lang="en-IN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hostname slave3.in</a:t>
            </a:r>
          </a:p>
          <a:p>
            <a:pPr marR="30480" algn="just">
              <a:spcBef>
                <a:spcPts val="600"/>
              </a:spcBef>
              <a:spcAft>
                <a:spcPts val="720"/>
              </a:spcAft>
            </a:pPr>
            <a:r>
              <a:rPr lang="en-IN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Update </a:t>
            </a:r>
            <a:r>
              <a:rPr lang="en-IN" sz="2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/etc/hosts</a:t>
            </a:r>
            <a:r>
              <a:rPr lang="en-IN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on all machines of the cluster with the following lines −</a:t>
            </a:r>
            <a:endParaRPr lang="en-IN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192.168.1.102 slave3.in slave3</a:t>
            </a:r>
          </a:p>
          <a:p>
            <a:pPr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Now try to ping the machine with hostnames to check whether it is resolving to IP or not.</a:t>
            </a:r>
            <a:endParaRPr lang="en-IN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0480" marR="30480" algn="just">
              <a:spcBef>
                <a:spcPts val="600"/>
              </a:spcBef>
              <a:spcAft>
                <a:spcPts val="720"/>
              </a:spcAft>
            </a:pPr>
            <a:r>
              <a:rPr lang="en-IN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On new node machine −</a:t>
            </a:r>
            <a:endParaRPr lang="en-IN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ping master.in</a:t>
            </a:r>
            <a:endParaRPr lang="en-IN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3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6826D8-085B-44AE-9F45-668F5006A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On slave3 node machine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8160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E61658-C771-49DA-BE90-968F84702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47275"/>
            <a:ext cx="8263027" cy="5004884"/>
          </a:xfrm>
        </p:spPr>
        <p:txBody>
          <a:bodyPr>
            <a:noAutofit/>
          </a:bodyPr>
          <a:lstStyle/>
          <a:p>
            <a:pPr marR="30480" algn="just">
              <a:lnSpc>
                <a:spcPct val="170000"/>
              </a:lnSpc>
              <a:spcBef>
                <a:spcPts val="600"/>
              </a:spcBef>
              <a:spcAft>
                <a:spcPts val="720"/>
              </a:spcAft>
            </a:pPr>
            <a:r>
              <a:rPr lang="en-IN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Start the </a:t>
            </a:r>
            <a:r>
              <a:rPr lang="en-IN" sz="240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datanode</a:t>
            </a:r>
            <a:r>
              <a:rPr lang="en-IN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daemon manually using </a:t>
            </a:r>
            <a:r>
              <a:rPr lang="en-IN" sz="2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$HADOOP_HOME/bin/hadoop-daemon.sh script</a:t>
            </a:r>
            <a:r>
              <a:rPr lang="en-IN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It will automatically contact the master (</a:t>
            </a:r>
            <a:r>
              <a:rPr lang="en-IN" sz="240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NameNode</a:t>
            </a:r>
            <a:r>
              <a:rPr lang="en-IN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 and join the cluster. We should also add the new node to the conf/slaves file in the master server. The script-based commands will recognize the new node.</a:t>
            </a:r>
            <a:endParaRPr lang="en-IN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DEE1BF-1341-41C3-AF64-6378A7940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Start the </a:t>
            </a:r>
            <a:r>
              <a:rPr lang="en-IN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DataNode</a:t>
            </a:r>
            <a:r>
              <a:rPr lang="en-IN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on New Node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3138970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E61658-C771-49DA-BE90-968F84702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47275"/>
            <a:ext cx="8534333" cy="5004884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Aft>
                <a:spcPts val="800"/>
              </a:spcAft>
            </a:pPr>
            <a:r>
              <a:rPr lang="en-IN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Login to new node</a:t>
            </a:r>
            <a:endParaRPr lang="en-IN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en-IN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hadoop</a:t>
            </a:r>
            <a:r>
              <a:rPr lang="en-IN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4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ssh</a:t>
            </a:r>
            <a:r>
              <a:rPr lang="en-IN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-X hadoop@192.168.1.103</a:t>
            </a:r>
            <a:endParaRPr lang="en-IN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spcAft>
                <a:spcPts val="800"/>
              </a:spcAft>
            </a:pPr>
            <a:r>
              <a:rPr lang="en-IN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Start HDFS on a newly added slave node by using the following command</a:t>
            </a:r>
            <a:endParaRPr lang="en-IN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./bin/hadoop-daemon.sh start </a:t>
            </a:r>
            <a:r>
              <a:rPr lang="en-IN" sz="24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datanode</a:t>
            </a:r>
            <a:endParaRPr lang="en-IN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endParaRPr lang="en-IN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DEE1BF-1341-41C3-AF64-6378A7940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Start the </a:t>
            </a:r>
            <a:r>
              <a:rPr lang="en-IN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DataNode</a:t>
            </a:r>
            <a:r>
              <a:rPr lang="en-IN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on New Node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3692426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E61658-C771-49DA-BE90-968F84702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47275"/>
            <a:ext cx="8534333" cy="5004884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Aft>
                <a:spcPts val="800"/>
              </a:spcAft>
            </a:pPr>
            <a:r>
              <a:rPr lang="en-IN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Check the output of </a:t>
            </a:r>
            <a:r>
              <a:rPr lang="en-IN" sz="24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jps</a:t>
            </a:r>
            <a:r>
              <a:rPr lang="en-IN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command on a new node. It looks as follows.</a:t>
            </a:r>
            <a:endParaRPr lang="en-IN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IN" sz="24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jps</a:t>
            </a:r>
            <a:endParaRPr lang="en-IN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7141 </a:t>
            </a:r>
            <a:r>
              <a:rPr lang="en-IN" sz="24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DataNode</a:t>
            </a:r>
            <a:endParaRPr lang="en-IN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10312 </a:t>
            </a:r>
            <a:r>
              <a:rPr lang="en-IN" sz="24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Jps</a:t>
            </a:r>
            <a:endParaRPr lang="en-IN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endParaRPr lang="en-IN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DEE1BF-1341-41C3-AF64-6378A7940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Start the </a:t>
            </a:r>
            <a:r>
              <a:rPr lang="en-IN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DataNode</a:t>
            </a:r>
            <a:r>
              <a:rPr lang="en-IN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on New Node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2115161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1033</TotalTime>
  <Words>836</Words>
  <Application>Microsoft Office PowerPoint</Application>
  <PresentationFormat>On-screen Show (4:3)</PresentationFormat>
  <Paragraphs>97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Hadoop</vt:lpstr>
      <vt:lpstr>Steps to have Hadoop Multi-Node cluster setup.</vt:lpstr>
      <vt:lpstr>Installing Java</vt:lpstr>
      <vt:lpstr>Creating User Account</vt:lpstr>
      <vt:lpstr>Mapping the nodes</vt:lpstr>
      <vt:lpstr>Configuring Key Based Login</vt:lpstr>
      <vt:lpstr>Steps</vt:lpstr>
      <vt:lpstr>Installing Hadoop on Slave Servers</vt:lpstr>
      <vt:lpstr>Configuring Hadoop on Master Server</vt:lpstr>
      <vt:lpstr>Slave Node Configuration</vt:lpstr>
      <vt:lpstr>Name Node format on Hadoop Master</vt:lpstr>
      <vt:lpstr>Hadoop Services</vt:lpstr>
      <vt:lpstr>Addition of a New DataNode in the Hadoop Cluster Networking</vt:lpstr>
      <vt:lpstr>Adding a User and SSH Access</vt:lpstr>
      <vt:lpstr>To be executed on master</vt:lpstr>
      <vt:lpstr>To be executed on slaves</vt:lpstr>
      <vt:lpstr>Set Hostname of New Node</vt:lpstr>
      <vt:lpstr>On slave3 node machine</vt:lpstr>
      <vt:lpstr>Start the DataNode on New Node</vt:lpstr>
      <vt:lpstr>Start the DataNode on New Node</vt:lpstr>
      <vt:lpstr>Start the DataNode on New Node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62</cp:revision>
  <dcterms:created xsi:type="dcterms:W3CDTF">2021-05-13T17:45:44Z</dcterms:created>
  <dcterms:modified xsi:type="dcterms:W3CDTF">2021-07-31T04:02:57Z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249869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