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vnd.ms-photo" Extension="wdp"/>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handoutMaster+xml" PartName="/ppt/handoutMasters/handout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theme+xml" PartName="/ppt/theme/theme2.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33"/>
  </p:handoutMasterIdLst>
  <p:sldIdLst>
    <p:sldId id="266" r:id="rId2"/>
    <p:sldId id="261" r:id="rId3"/>
    <p:sldId id="269" r:id="rId4"/>
    <p:sldId id="270" r:id="rId5"/>
    <p:sldId id="275" r:id="rId6"/>
    <p:sldId id="298" r:id="rId7"/>
    <p:sldId id="273" r:id="rId8"/>
    <p:sldId id="276" r:id="rId9"/>
    <p:sldId id="277" r:id="rId10"/>
    <p:sldId id="278" r:id="rId11"/>
    <p:sldId id="274" r:id="rId12"/>
    <p:sldId id="279" r:id="rId13"/>
    <p:sldId id="280" r:id="rId14"/>
    <p:sldId id="281" r:id="rId15"/>
    <p:sldId id="282" r:id="rId16"/>
    <p:sldId id="283" r:id="rId17"/>
    <p:sldId id="284" r:id="rId18"/>
    <p:sldId id="285" r:id="rId19"/>
    <p:sldId id="286" r:id="rId20"/>
    <p:sldId id="288" r:id="rId21"/>
    <p:sldId id="287" r:id="rId22"/>
    <p:sldId id="289" r:id="rId23"/>
    <p:sldId id="291" r:id="rId24"/>
    <p:sldId id="292" r:id="rId25"/>
    <p:sldId id="299" r:id="rId26"/>
    <p:sldId id="290" r:id="rId27"/>
    <p:sldId id="293" r:id="rId28"/>
    <p:sldId id="294" r:id="rId29"/>
    <p:sldId id="295" r:id="rId30"/>
    <p:sldId id="296" r:id="rId31"/>
    <p:sldId id="263"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0F0F0"/>
    <a:srgbClr val="44525A"/>
    <a:srgbClr val="E1E4E6"/>
    <a:srgbClr val="618495"/>
    <a:srgbClr val="44525B"/>
    <a:srgbClr val="072235"/>
    <a:srgbClr val="453A38"/>
    <a:srgbClr val="B8B192"/>
    <a:srgbClr val="473B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53" autoAdjust="0"/>
    <p:restoredTop sz="94660"/>
  </p:normalViewPr>
  <p:slideViewPr>
    <p:cSldViewPr snapToGrid="0">
      <p:cViewPr varScale="1">
        <p:scale>
          <a:sx n="64" d="100"/>
          <a:sy n="64" d="100"/>
        </p:scale>
        <p:origin x="684" y="72"/>
      </p:cViewPr>
      <p:guideLst/>
    </p:cSldViewPr>
  </p:slideViewPr>
  <p:notesTextViewPr>
    <p:cViewPr>
      <p:scale>
        <a:sx n="1" d="1"/>
        <a:sy n="1" d="1"/>
      </p:scale>
      <p:origin x="0" y="0"/>
    </p:cViewPr>
  </p:notesTextViewPr>
  <p:notesViewPr>
    <p:cSldViewPr snapToGrid="0">
      <p:cViewPr varScale="1">
        <p:scale>
          <a:sx n="49" d="100"/>
          <a:sy n="49" d="100"/>
        </p:scale>
        <p:origin x="2910" y="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2CA918-4CC9-454A-A0CC-18E4AB1471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4B17E60-0D58-4E11-A0B3-7C89A95212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1E31DF-E085-4560-B70C-2BE0282116AF}" type="datetimeFigureOut">
              <a:rPr lang="en-US" smtClean="0"/>
              <a:t>10/5/2021</a:t>
            </a:fld>
            <a:endParaRPr lang="en-US"/>
          </a:p>
        </p:txBody>
      </p:sp>
      <p:sp>
        <p:nvSpPr>
          <p:cNvPr id="4" name="Footer Placeholder 3">
            <a:extLst>
              <a:ext uri="{FF2B5EF4-FFF2-40B4-BE49-F238E27FC236}">
                <a16:creationId xmlns:a16="http://schemas.microsoft.com/office/drawing/2014/main" id="{5C826CD9-44E6-4934-88CC-7B6414A4080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2126C7B-3E85-4BB4-8FD9-8DF00D10313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2DE278-E6FC-4BDC-BC08-49EFF8121A40}" type="slidenum">
              <a:rPr lang="en-US" smtClean="0"/>
              <a:t>‹#›</a:t>
            </a:fld>
            <a:endParaRPr lang="en-US"/>
          </a:p>
        </p:txBody>
      </p:sp>
    </p:spTree>
    <p:extLst>
      <p:ext uri="{BB962C8B-B14F-4D97-AF65-F5344CB8AC3E}">
        <p14:creationId xmlns:p14="http://schemas.microsoft.com/office/powerpoint/2010/main" val="53390406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arget="../media/image2.jpeg" Type="http://schemas.openxmlformats.org/officeDocument/2006/relationships/image"/><Relationship Id="rId2" Target="../media/image1.jpeg" Type="http://schemas.openxmlformats.org/officeDocument/2006/relationships/image"/><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preserve="1" userDrawn="1">
  <p:cSld name="1_Title Slide">
    <p:spTree>
      <p:nvGrpSpPr>
        <p:cNvPr id="1" name=""/>
        <p:cNvGrpSpPr/>
        <p:nvPr/>
      </p:nvGrpSpPr>
      <p:grpSpPr>
        <a:xfrm>
          <a:off x="0" y="0"/>
          <a:ext cx="0" cy="0"/>
          <a:chOff x="0" y="0"/>
          <a:chExt cx="0" cy="0"/>
        </a:xfrm>
      </p:grpSpPr>
      <p:sp>
        <p:nvSpPr>
          <p:cNvPr id="79" name="Rectangle: Rounded Corners 78">
            <a:extLst>
              <a:ext uri="{FF2B5EF4-FFF2-40B4-BE49-F238E27FC236}">
                <a16:creationId xmlns:a16="http://schemas.microsoft.com/office/drawing/2014/main" id="{FB821A54-EBB6-44D6-B654-A7206FCE625D}"/>
              </a:ext>
            </a:extLst>
          </p:cNvPr>
          <p:cNvSpPr/>
          <p:nvPr userDrawn="1"/>
        </p:nvSpPr>
        <p:spPr>
          <a:xfrm>
            <a:off x="51361" y="222575"/>
            <a:ext cx="4711139" cy="712652"/>
          </a:xfrm>
          <a:prstGeom prst="roundRect">
            <a:avLst>
              <a:gd fmla="val 10415" name="adj"/>
            </a:avLst>
          </a:prstGeom>
          <a:solidFill>
            <a:srgbClr val="44525B"/>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3200" u="none">
                <a:solidFill>
                  <a:schemeClr val="bg1"/>
                </a:solidFill>
                <a:latin charset="0" panose="020B0502040204020203" pitchFamily="34" typeface="Bahnschrift SemiBold"/>
              </a:rPr>
              <a:t>Introduction to Big Data</a:t>
            </a:r>
          </a:p>
        </p:txBody>
      </p:sp>
      <p:grpSp>
        <p:nvGrpSpPr>
          <p:cNvPr hidden="1" id="18" name="Group 45">
            <a:extLst>
              <a:ext uri="{FF2B5EF4-FFF2-40B4-BE49-F238E27FC236}">
                <a16:creationId xmlns:a16="http://schemas.microsoft.com/office/drawing/2014/main" id="{850EC89B-90C3-44BB-9D08-4AA2F18B76E6}"/>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4562810" y="545"/>
            <a:ext cx="656040" cy="6857455"/>
            <a:chOff x="5632355" y="0"/>
            <a:chExt cx="874719" cy="6857455"/>
          </a:xfrm>
        </p:grpSpPr>
        <p:sp>
          <p:nvSpPr>
            <p:cNvPr id="19" name="Freeform: Shape 18">
              <a:extLst>
                <a:ext uri="{FF2B5EF4-FFF2-40B4-BE49-F238E27FC236}">
                  <a16:creationId xmlns:a16="http://schemas.microsoft.com/office/drawing/2014/main" id="{CE7AE735-969F-4B48-90BB-9C0B68FF30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5" y="2991370"/>
              <a:ext cx="6857455" cy="874715"/>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8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sp>
          <p:nvSpPr>
            <p:cNvPr id="20" name="Freeform: Shape 47">
              <a:extLst>
                <a:ext uri="{FF2B5EF4-FFF2-40B4-BE49-F238E27FC236}">
                  <a16:creationId xmlns:a16="http://schemas.microsoft.com/office/drawing/2014/main" id="{1E3EFCBE-34EF-4B4E-BB43-0CC49CCDD1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8" y="2991370"/>
              <a:ext cx="6857455" cy="874716"/>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7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2">
                <a:alphaModFix amt="57000"/>
              </a:blip>
              <a:srcRect/>
              <a:tile algn="tl" flip="none" sx="100000" sy="100000" tx="0" ty="0"/>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grpSp>
      <p:pic>
        <p:nvPicPr>
          <p:cNvPr id="98" name="Picture 97">
            <a:extLst>
              <a:ext uri="{FF2B5EF4-FFF2-40B4-BE49-F238E27FC236}">
                <a16:creationId xmlns:a16="http://schemas.microsoft.com/office/drawing/2014/main" id="{178902E1-D29E-4408-BD1A-7961DCC69A4E}"/>
              </a:ext>
            </a:extLst>
          </p:cNvPr>
          <p:cNvPicPr>
            <a:picLocks noChangeArrowheads="1" noChangeAspect="1"/>
          </p:cNvPicPr>
          <p:nvPr userDrawn="1"/>
        </p:nvPicPr>
        <p:blipFill rotWithShape="1">
          <a:blip r:embed="rId3">
            <a:extLst>
              <a:ext uri="{28A0092B-C50C-407E-A947-70E740481C1C}">
                <a14:useLocalDpi xmlns:a14="http://schemas.microsoft.com/office/drawing/2010/main" val="0"/>
              </a:ext>
            </a:extLst>
          </a:blip>
          <a:srcRect b="-57" r="80"/>
          <a:stretch/>
        </p:blipFill>
        <p:spPr bwMode="auto">
          <a:xfrm>
            <a:off x="-9948" y="3838"/>
            <a:ext cx="9153948" cy="6850324"/>
          </a:xfrm>
          <a:custGeom>
            <a:avLst/>
            <a:gdLst>
              <a:gd fmla="*/ 5282861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3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1" y="0"/>
                </a:moveTo>
                <a:lnTo>
                  <a:pt x="9153948" y="0"/>
                </a:lnTo>
                <a:lnTo>
                  <a:pt x="9153948" y="3977971"/>
                </a:lnTo>
                <a:lnTo>
                  <a:pt x="9004662" y="4052945"/>
                </a:lnTo>
                <a:cubicBezTo>
                  <a:pt x="7703988" y="4749593"/>
                  <a:pt x="6701910" y="5709432"/>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3"/>
                </a:cubicBezTo>
                <a:close/>
              </a:path>
            </a:pathLst>
          </a:custGeom>
          <a:noFill/>
          <a:extLst>
            <a:ext uri="{909E8E84-426E-40DD-AFC4-6F175D3DCCD1}">
              <a14:hiddenFill xmlns:a14="http://schemas.microsoft.com/office/drawing/2010/main">
                <a:solidFill>
                  <a:srgbClr val="FFFFFF"/>
                </a:solidFill>
              </a14:hiddenFill>
            </a:ext>
          </a:extLst>
        </p:spPr>
      </p:pic>
      <p:sp>
        <p:nvSpPr>
          <p:cNvPr id="97" name="Freeform: Shape 96">
            <a:extLst>
              <a:ext uri="{FF2B5EF4-FFF2-40B4-BE49-F238E27FC236}">
                <a16:creationId xmlns:a16="http://schemas.microsoft.com/office/drawing/2014/main" id="{8B6C1D65-4ABB-4690-93DF-7DFB2A98622A}"/>
              </a:ext>
            </a:extLst>
          </p:cNvPr>
          <p:cNvSpPr/>
          <p:nvPr userDrawn="1"/>
        </p:nvSpPr>
        <p:spPr>
          <a:xfrm>
            <a:off x="-9948" y="3838"/>
            <a:ext cx="9153948" cy="6850324"/>
          </a:xfrm>
          <a:custGeom>
            <a:avLst/>
            <a:gdLst>
              <a:gd fmla="*/ 5282862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4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2" y="0"/>
                </a:moveTo>
                <a:lnTo>
                  <a:pt x="9153948" y="0"/>
                </a:lnTo>
                <a:lnTo>
                  <a:pt x="9153948" y="3977971"/>
                </a:lnTo>
                <a:lnTo>
                  <a:pt x="9004662" y="4052945"/>
                </a:lnTo>
                <a:cubicBezTo>
                  <a:pt x="7703988" y="4749593"/>
                  <a:pt x="6701910" y="5709433"/>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4"/>
                </a:cubicBezTo>
                <a:close/>
              </a:path>
            </a:pathLst>
          </a:custGeom>
          <a:solidFill>
            <a:schemeClr val="bg1">
              <a:lumMod val="50000"/>
              <a:alpha val="50000"/>
            </a:schemeClr>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5" name="Freeform: Shape 74">
            <a:extLst>
              <a:ext uri="{FF2B5EF4-FFF2-40B4-BE49-F238E27FC236}">
                <a16:creationId xmlns:a16="http://schemas.microsoft.com/office/drawing/2014/main" id="{3D86ACB6-5BFD-4C67-B168-1E477676C765}"/>
              </a:ext>
            </a:extLst>
          </p:cNvPr>
          <p:cNvSpPr/>
          <p:nvPr userDrawn="1"/>
        </p:nvSpPr>
        <p:spPr>
          <a:xfrm>
            <a:off x="-133350" y="-751246"/>
            <a:ext cx="11106409" cy="4858109"/>
          </a:xfrm>
          <a:custGeom>
            <a:avLst/>
            <a:gdLst>
              <a:gd fmla="*/ 3909888 w 9144000" name="connsiteX0"/>
              <a:gd fmla="*/ 1376794 h 3809635" name="connsiteY0"/>
              <a:gd fmla="*/ 3815327 w 9144000" name="connsiteX1"/>
              <a:gd fmla="*/ 1514144 h 3809635" name="connsiteY1"/>
              <a:gd fmla="*/ 1032179 w 9144000" name="connsiteX2"/>
              <a:gd fmla="*/ 3516551 h 3809635" name="connsiteY2"/>
              <a:gd fmla="*/ 139693 w 9144000" name="connsiteX3"/>
              <a:gd fmla="*/ 3800747 h 3809635" name="connsiteY3"/>
              <a:gd fmla="*/ 101598 w 9144000" name="connsiteX4"/>
              <a:gd fmla="*/ 3809635 h 3809635" name="connsiteY4"/>
              <a:gd fmla="*/ 101598 w 9144000" name="connsiteX5"/>
              <a:gd fmla="*/ 3477088 h 3809635" name="connsiteY5"/>
              <a:gd fmla="*/ 181491 w 9144000" name="connsiteX6"/>
              <a:gd fmla="*/ 3460712 h 3809635" name="connsiteY6"/>
              <a:gd fmla="*/ 897358 w 9144000" name="connsiteX7"/>
              <a:gd fmla="*/ 3266910 h 3809635" name="connsiteY7"/>
              <a:gd fmla="*/ 3800595 w 9144000" name="connsiteX8"/>
              <a:gd fmla="*/ 1503680 h 3809635" name="connsiteY8"/>
              <a:gd fmla="*/ 4639132 w 9144000" name="connsiteX9"/>
              <a:gd fmla="*/ 0 h 3809635" name="connsiteY9"/>
              <a:gd fmla="*/ 9144000 w 9144000" name="connsiteX10"/>
              <a:gd fmla="*/ 0 h 3809635" name="connsiteY10"/>
              <a:gd fmla="*/ 9144000 w 9144000" name="connsiteX11"/>
              <a:gd fmla="*/ 545 h 3809635" name="connsiteY11"/>
              <a:gd fmla="*/ 4639015 w 9144000" name="connsiteX12"/>
              <a:gd fmla="*/ 545 h 3809635" name="connsiteY12"/>
              <a:gd fmla="*/ 0 w 9144000" name="connsiteX13"/>
              <a:gd fmla="*/ 0 h 3809635" name="connsiteY13"/>
              <a:gd fmla="*/ 2434 w 9144000" name="connsiteX14"/>
              <a:gd fmla="*/ 0 h 3809635" name="connsiteY14"/>
              <a:gd fmla="*/ 2434 w 9144000" name="connsiteX15"/>
              <a:gd fmla="*/ 116112 h 3809635" name="connsiteY15"/>
              <a:gd fmla="*/ 0 w 9144000" name="connsiteX16"/>
              <a:gd fmla="*/ 116112 h 3809635" name="connsiteY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b="b" l="l" r="r" t="t"/>
            <a:pathLst>
              <a:path h="3809635" w="9144000">
                <a:moveTo>
                  <a:pt x="3909888" y="1376794"/>
                </a:moveTo>
                <a:lnTo>
                  <a:pt x="3815327" y="1514144"/>
                </a:lnTo>
                <a:cubicBezTo>
                  <a:pt x="3222015" y="2313441"/>
                  <a:pt x="2244987" y="3045879"/>
                  <a:pt x="1032179" y="3516551"/>
                </a:cubicBezTo>
                <a:cubicBezTo>
                  <a:pt x="733642" y="3632408"/>
                  <a:pt x="434950" y="3726921"/>
                  <a:pt x="139693" y="3800747"/>
                </a:cubicBezTo>
                <a:lnTo>
                  <a:pt x="101598" y="3809635"/>
                </a:lnTo>
                <a:lnTo>
                  <a:pt x="101598" y="3477088"/>
                </a:lnTo>
                <a:lnTo>
                  <a:pt x="181491" y="3460712"/>
                </a:lnTo>
                <a:cubicBezTo>
                  <a:pt x="418466" y="3408295"/>
                  <a:pt x="657613" y="3343819"/>
                  <a:pt x="897358" y="3266910"/>
                </a:cubicBezTo>
                <a:cubicBezTo>
                  <a:pt x="2114817" y="2876352"/>
                  <a:pt x="3128242" y="2235559"/>
                  <a:pt x="3800595" y="1503680"/>
                </a:cubicBezTo>
                <a:close/>
                <a:moveTo>
                  <a:pt x="4639132" y="0"/>
                </a:moveTo>
                <a:lnTo>
                  <a:pt x="9144000" y="0"/>
                </a:lnTo>
                <a:lnTo>
                  <a:pt x="9144000" y="545"/>
                </a:lnTo>
                <a:lnTo>
                  <a:pt x="4639015" y="545"/>
                </a:lnTo>
                <a:close/>
                <a:moveTo>
                  <a:pt x="0" y="0"/>
                </a:moveTo>
                <a:lnTo>
                  <a:pt x="2434" y="0"/>
                </a:lnTo>
                <a:lnTo>
                  <a:pt x="2434" y="116112"/>
                </a:lnTo>
                <a:lnTo>
                  <a:pt x="0" y="116112"/>
                </a:ln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89" name="Freeform: Shape 88">
            <a:extLst>
              <a:ext uri="{FF2B5EF4-FFF2-40B4-BE49-F238E27FC236}">
                <a16:creationId xmlns:a16="http://schemas.microsoft.com/office/drawing/2014/main" id="{B33DEB17-D024-478D-B70D-E045AB878E9A}"/>
              </a:ext>
            </a:extLst>
          </p:cNvPr>
          <p:cNvSpPr/>
          <p:nvPr userDrawn="1"/>
        </p:nvSpPr>
        <p:spPr>
          <a:xfrm rot="10800000">
            <a:off x="99294" y="4154791"/>
            <a:ext cx="11106409" cy="4102154"/>
          </a:xfrm>
          <a:custGeom>
            <a:avLst/>
            <a:gdLst>
              <a:gd fmla="*/ 11106409 w 11106409" name="connsiteX0"/>
              <a:gd fmla="*/ 695 h 4102154" name="connsiteY0"/>
              <a:gd fmla="*/ 5634601 w 11106409" name="connsiteX1"/>
              <a:gd fmla="*/ 695 h 4102154" name="connsiteY1"/>
              <a:gd fmla="*/ 5634744 w 11106409" name="connsiteX2"/>
              <a:gd fmla="*/ 0 h 4102154" name="connsiteY2"/>
              <a:gd fmla="*/ 11106409 w 11106409" name="connsiteX3"/>
              <a:gd fmla="*/ 0 h 4102154" name="connsiteY3"/>
              <a:gd fmla="*/ 2956 w 11106409" name="connsiteX4"/>
              <a:gd fmla="*/ 148068 h 4102154" name="connsiteY4"/>
              <a:gd fmla="*/ 0 w 11106409" name="connsiteX5"/>
              <a:gd fmla="*/ 148068 h 4102154" name="connsiteY5"/>
              <a:gd fmla="*/ 0 w 11106409" name="connsiteX6"/>
              <a:gd fmla="*/ 0 h 4102154" name="connsiteY6"/>
              <a:gd fmla="*/ 2956 w 11106409" name="connsiteX7"/>
              <a:gd fmla="*/ 0 h 4102154" name="connsiteY7"/>
              <a:gd fmla="*/ 2061703 w 11106409" name="connsiteX8"/>
              <a:gd fmla="*/ 4102154 h 4102154" name="connsiteY8"/>
              <a:gd fmla="*/ 2061703 w 11106409" name="connsiteX9"/>
              <a:gd fmla="*/ 3774848 h 4102154" name="connsiteY9"/>
              <a:gd fmla="*/ 2149929 w 11106409" name="connsiteX10"/>
              <a:gd fmla="*/ 3735822 h 4102154" name="connsiteY10"/>
              <a:gd fmla="*/ 4616246 w 11106409" name="connsiteX11"/>
              <a:gd fmla="*/ 1917518 h 4102154" name="connsiteY11"/>
              <a:gd fmla="*/ 4748995 w 11106409" name="connsiteX12"/>
              <a:gd fmla="*/ 1755710 h 4102154" name="connsiteY12"/>
              <a:gd fmla="*/ 4634140 w 11106409" name="connsiteX13"/>
              <a:gd fmla="*/ 1930861 h 4102154" name="connsiteY13"/>
              <a:gd fmla="*/ 2302010 w 11106409" name="connsiteX14"/>
              <a:gd fmla="*/ 3975502 h 4102154" name="connsiteY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b="b" l="l" r="r" t="t"/>
            <a:pathLst>
              <a:path h="4102154" w="11106409">
                <a:moveTo>
                  <a:pt x="11106409" y="695"/>
                </a:moveTo>
                <a:lnTo>
                  <a:pt x="5634601" y="695"/>
                </a:lnTo>
                <a:lnTo>
                  <a:pt x="5634744" y="0"/>
                </a:lnTo>
                <a:lnTo>
                  <a:pt x="11106409" y="0"/>
                </a:lnTo>
                <a:close/>
                <a:moveTo>
                  <a:pt x="2956" y="148068"/>
                </a:moveTo>
                <a:lnTo>
                  <a:pt x="0" y="148068"/>
                </a:lnTo>
                <a:lnTo>
                  <a:pt x="0" y="0"/>
                </a:lnTo>
                <a:lnTo>
                  <a:pt x="2956" y="0"/>
                </a:lnTo>
                <a:close/>
                <a:moveTo>
                  <a:pt x="2061703" y="4102154"/>
                </a:moveTo>
                <a:lnTo>
                  <a:pt x="2061703" y="3774848"/>
                </a:lnTo>
                <a:lnTo>
                  <a:pt x="2149929" y="3735822"/>
                </a:lnTo>
                <a:cubicBezTo>
                  <a:pt x="3158248" y="3252137"/>
                  <a:pt x="4003761" y="2617496"/>
                  <a:pt x="4616246" y="1917518"/>
                </a:cubicBezTo>
                <a:lnTo>
                  <a:pt x="4748995" y="1755710"/>
                </a:lnTo>
                <a:lnTo>
                  <a:pt x="4634140" y="1930861"/>
                </a:lnTo>
                <a:cubicBezTo>
                  <a:pt x="4093657" y="2695319"/>
                  <a:pt x="3291012" y="3411818"/>
                  <a:pt x="2302010" y="3975502"/>
                </a:cubicBez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8" name="Rectangle: Rounded Corners 77">
            <a:extLst>
              <a:ext uri="{FF2B5EF4-FFF2-40B4-BE49-F238E27FC236}">
                <a16:creationId xmlns:a16="http://schemas.microsoft.com/office/drawing/2014/main" id="{FFE54959-DEE0-47EE-AF9E-5321D7B257EA}"/>
              </a:ext>
            </a:extLst>
          </p:cNvPr>
          <p:cNvSpPr/>
          <p:nvPr userDrawn="1"/>
        </p:nvSpPr>
        <p:spPr>
          <a:xfrm>
            <a:off x="51361" y="1070314"/>
            <a:ext cx="2310839" cy="712652"/>
          </a:xfrm>
          <a:prstGeom prst="roundRect">
            <a:avLst>
              <a:gd fmla="val 7564" name="adj"/>
            </a:avLst>
          </a:prstGeom>
          <a:solidFill>
            <a:srgbClr val="44525B">
              <a:alpha val="4000"/>
            </a:srgbClr>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4000" u="none">
                <a:solidFill>
                  <a:srgbClr val="44525A"/>
                </a:solidFill>
                <a:latin charset="0" panose="020B0502040204020203" pitchFamily="34" typeface="Bahnschrift SemiBold"/>
              </a:rPr>
              <a:t>ECAP456</a:t>
            </a:r>
          </a:p>
        </p:txBody>
      </p:sp>
      <p:sp>
        <p:nvSpPr>
          <p:cNvPr id="80" name="TextBox 79">
            <a:extLst>
              <a:ext uri="{FF2B5EF4-FFF2-40B4-BE49-F238E27FC236}">
                <a16:creationId xmlns:a16="http://schemas.microsoft.com/office/drawing/2014/main" id="{D618CB88-4007-40A9-B126-AE157A2EA3D6}"/>
              </a:ext>
            </a:extLst>
          </p:cNvPr>
          <p:cNvSpPr txBox="1"/>
          <p:nvPr userDrawn="1"/>
        </p:nvSpPr>
        <p:spPr>
          <a:xfrm>
            <a:off x="6817722" y="5891971"/>
            <a:ext cx="2326278" cy="461665"/>
          </a:xfrm>
          <a:prstGeom prst="rect">
            <a:avLst/>
          </a:prstGeom>
          <a:noFill/>
        </p:spPr>
        <p:txBody>
          <a:bodyPr rtlCol="0" wrap="none">
            <a:spAutoFit/>
          </a:bodyPr>
          <a:lstStyle/>
          <a:p>
            <a:r>
              <a:rPr dirty="0" lang="en-US" sz="2400">
                <a:latin charset="0" panose="020B0502040204020203" pitchFamily="34" typeface="Bahnschrift SemiBold"/>
              </a:rPr>
              <a:t>Dr. Rajni Bhalla</a:t>
            </a:r>
          </a:p>
        </p:txBody>
      </p:sp>
      <p:sp>
        <p:nvSpPr>
          <p:cNvPr id="81" name="TextBox 80">
            <a:extLst>
              <a:ext uri="{FF2B5EF4-FFF2-40B4-BE49-F238E27FC236}">
                <a16:creationId xmlns:a16="http://schemas.microsoft.com/office/drawing/2014/main" id="{50CF1EBC-DA85-4E58-B8EC-90839B52F650}"/>
              </a:ext>
            </a:extLst>
          </p:cNvPr>
          <p:cNvSpPr txBox="1"/>
          <p:nvPr userDrawn="1"/>
        </p:nvSpPr>
        <p:spPr>
          <a:xfrm>
            <a:off x="6667805" y="6332318"/>
            <a:ext cx="2518638" cy="400110"/>
          </a:xfrm>
          <a:prstGeom prst="rect">
            <a:avLst/>
          </a:prstGeom>
          <a:noFill/>
        </p:spPr>
        <p:txBody>
          <a:bodyPr rtlCol="0" wrap="none">
            <a:spAutoFit/>
          </a:bodyPr>
          <a:lstStyle/>
          <a:p>
            <a:r>
              <a:rPr dirty="0" lang="en-US" sz="2000">
                <a:latin charset="0" panose="020B0502040204020203" pitchFamily="34" typeface="Bahnschrift SemiBold"/>
              </a:rPr>
              <a:t>Associate Professor</a:t>
            </a:r>
          </a:p>
        </p:txBody>
      </p:sp>
      <p:sp>
        <p:nvSpPr>
          <p:cNvPr id="99" name="Rectangle 98">
            <a:extLst>
              <a:ext uri="{FF2B5EF4-FFF2-40B4-BE49-F238E27FC236}">
                <a16:creationId xmlns:a16="http://schemas.microsoft.com/office/drawing/2014/main" id="{28AA0A77-4443-4511-81DB-6D4919D92960}"/>
              </a:ext>
            </a:extLst>
          </p:cNvPr>
          <p:cNvSpPr/>
          <p:nvPr userDrawn="1"/>
        </p:nvSpPr>
        <p:spPr>
          <a:xfrm>
            <a:off x="6734323" y="6696075"/>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100" name="Rectangle 99">
            <a:extLst>
              <a:ext uri="{FF2B5EF4-FFF2-40B4-BE49-F238E27FC236}">
                <a16:creationId xmlns:a16="http://schemas.microsoft.com/office/drawing/2014/main" id="{EA4B1C0C-45EB-4524-B766-E8F5A3D56091}"/>
              </a:ext>
            </a:extLst>
          </p:cNvPr>
          <p:cNvSpPr/>
          <p:nvPr userDrawn="1"/>
        </p:nvSpPr>
        <p:spPr>
          <a:xfrm>
            <a:off x="6734323" y="6353636"/>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Tree>
    <p:extLst>
      <p:ext uri="{BB962C8B-B14F-4D97-AF65-F5344CB8AC3E}">
        <p14:creationId xmlns:p14="http://schemas.microsoft.com/office/powerpoint/2010/main" val="259374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959429"/>
          </a:xfrm>
          <a:prstGeom prst="rect">
            <a:avLst/>
          </a:prstGeom>
          <a:gradFill flip="none" rotWithShape="1">
            <a:gsLst>
              <a:gs pos="69000">
                <a:srgbClr val="818A8F"/>
              </a:gs>
              <a:gs pos="0">
                <a:srgbClr val="44525A"/>
              </a:gs>
              <a:gs pos="100000">
                <a:srgbClr val="F4F4F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hasCustomPrompt="1"/>
          </p:nvPr>
        </p:nvSpPr>
        <p:spPr>
          <a:xfrm>
            <a:off x="921639" y="2700396"/>
            <a:ext cx="7525999" cy="3698763"/>
          </a:xfrm>
        </p:spPr>
        <p:txBody>
          <a:bodyPr/>
          <a:lstStyle>
            <a:lvl1pPr>
              <a:lnSpc>
                <a:spcPct val="150000"/>
              </a:lnSpc>
              <a:defRPr sz="2600">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Outcome 1</a:t>
            </a:r>
          </a:p>
          <a:p>
            <a:pPr lvl="0"/>
            <a:r>
              <a:rPr lang="en-US" dirty="0"/>
              <a:t>Outcome 2</a:t>
            </a:r>
          </a:p>
          <a:p>
            <a:pPr lvl="0"/>
            <a:r>
              <a:rPr lang="en-US" dirty="0"/>
              <a:t>Outcome 3</a:t>
            </a:r>
          </a:p>
        </p:txBody>
      </p:sp>
      <p:sp>
        <p:nvSpPr>
          <p:cNvPr id="10" name="TextBox 9">
            <a:extLst>
              <a:ext uri="{FF2B5EF4-FFF2-40B4-BE49-F238E27FC236}">
                <a16:creationId xmlns:a16="http://schemas.microsoft.com/office/drawing/2014/main" id="{66F90CB2-A495-4AF3-BC7C-1B34E1164439}"/>
              </a:ext>
            </a:extLst>
          </p:cNvPr>
          <p:cNvSpPr txBox="1"/>
          <p:nvPr userDrawn="1"/>
        </p:nvSpPr>
        <p:spPr>
          <a:xfrm>
            <a:off x="628650" y="235182"/>
            <a:ext cx="3429000" cy="1446550"/>
          </a:xfrm>
          <a:prstGeom prst="rect">
            <a:avLst/>
          </a:prstGeom>
          <a:noFill/>
        </p:spPr>
        <p:txBody>
          <a:bodyPr wrap="square" rtlCol="0">
            <a:spAutoFit/>
          </a:bodyPr>
          <a:lstStyle/>
          <a:p>
            <a:pPr marL="0" algn="l" defTabSz="457200" rtl="0" eaLnBrk="1" latinLnBrk="0" hangingPunct="1">
              <a:lnSpc>
                <a:spcPct val="100000"/>
              </a:lnSpc>
              <a:spcBef>
                <a:spcPct val="0"/>
              </a:spcBef>
              <a:buNone/>
            </a:pPr>
            <a:r>
              <a:rPr lang="en-US" sz="4400" kern="1200" dirty="0">
                <a:solidFill>
                  <a:schemeClr val="bg1"/>
                </a:solidFill>
                <a:latin typeface="Bahnschrift SemiBold" panose="020B0502040204020203" pitchFamily="34" charset="0"/>
                <a:ea typeface="+mn-ea"/>
                <a:cs typeface="+mn-cs"/>
              </a:rPr>
              <a:t>Learning Outcomes</a:t>
            </a:r>
          </a:p>
        </p:txBody>
      </p:sp>
      <p:pic>
        <p:nvPicPr>
          <p:cNvPr id="12" name="Picture 11">
            <a:extLst>
              <a:ext uri="{FF2B5EF4-FFF2-40B4-BE49-F238E27FC236}">
                <a16:creationId xmlns:a16="http://schemas.microsoft.com/office/drawing/2014/main" id="{70BD9AB8-BE8B-4AD4-8989-7D5BB1CBD5C5}"/>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6102" b="98622" l="9753" r="89973">
                        <a14:foregroundMark x1="62637" y1="39764" x2="62637" y2="39764"/>
                        <a14:foregroundMark x1="40797" y1="53346" x2="40797" y2="53346"/>
                        <a14:foregroundMark x1="27198" y1="59055" x2="27198" y2="59055"/>
                        <a14:foregroundMark x1="25687" y1="41929" x2="25687" y2="41929"/>
                        <a14:foregroundMark x1="28434" y1="22835" x2="28434" y2="22835"/>
                        <a14:foregroundMark x1="37225" y1="10433" x2="37225" y2="10433"/>
                        <a14:foregroundMark x1="49863" y1="6496" x2="49863" y2="6496"/>
                        <a14:foregroundMark x1="61538" y1="13583" x2="61538" y2="13583"/>
                        <a14:foregroundMark x1="71016" y1="24803" x2="71016" y2="24803"/>
                        <a14:foregroundMark x1="73626" y1="40945" x2="73626" y2="40945"/>
                        <a14:foregroundMark x1="72115" y1="60039" x2="72115" y2="60039"/>
                        <a14:foregroundMark x1="55345" y1="90060" x2="55907" y2="90157"/>
                        <a14:foregroundMark x1="48764" y1="98622" x2="50275" y2="97835"/>
                        <a14:foregroundMark x1="53709" y1="89764" x2="53709" y2="89764"/>
                        <a14:foregroundMark x1="53434" y1="90354" x2="51511" y2="89370"/>
                        <a14:foregroundMark x1="44780" y1="88189" x2="51236" y2="89567"/>
                        <a14:backgroundMark x1="55769" y1="85433" x2="49950" y2="86267"/>
                        <a14:backgroundMark x1="52194" y1="91242" x2="50589" y2="90886"/>
                        <a14:backgroundMark x1="56181" y1="92126" x2="53895" y2="91619"/>
                        <a14:backgroundMark x1="55495" y1="86024" x2="54258" y2="85827"/>
                        <a14:backgroundMark x1="54396" y1="86024" x2="55632" y2="86614"/>
                        <a14:backgroundMark x1="49176" y1="96654" x2="47940" y2="95079"/>
                      </a14:backgroundRemoval>
                    </a14:imgEffect>
                  </a14:imgLayer>
                </a14:imgProps>
              </a:ext>
            </a:extLst>
          </a:blip>
          <a:stretch>
            <a:fillRect/>
          </a:stretch>
        </p:blipFill>
        <p:spPr>
          <a:xfrm rot="19619398">
            <a:off x="7045240" y="145893"/>
            <a:ext cx="2389846" cy="1667640"/>
          </a:xfrm>
          <a:prstGeom prst="rect">
            <a:avLst/>
          </a:prstGeom>
        </p:spPr>
      </p:pic>
      <p:sp>
        <p:nvSpPr>
          <p:cNvPr id="2" name="Rectangle 1">
            <a:extLst>
              <a:ext uri="{FF2B5EF4-FFF2-40B4-BE49-F238E27FC236}">
                <a16:creationId xmlns:a16="http://schemas.microsoft.com/office/drawing/2014/main" id="{0FCCDEB3-12E7-45AF-A8F2-BC0F9E2254EE}"/>
              </a:ext>
            </a:extLst>
          </p:cNvPr>
          <p:cNvSpPr/>
          <p:nvPr userDrawn="1"/>
        </p:nvSpPr>
        <p:spPr>
          <a:xfrm>
            <a:off x="455696" y="1959429"/>
            <a:ext cx="7915742" cy="740967"/>
          </a:xfrm>
          <a:prstGeom prst="rect">
            <a:avLst/>
          </a:prstGeom>
        </p:spPr>
        <p:txBody>
          <a:bodyPr vert="horz" lIns="91440" tIns="45720" rIns="91440" bIns="45720" rtlCol="0">
            <a:normAutofit/>
          </a:bodyPr>
          <a:lstStyle/>
          <a:p>
            <a:pPr marL="0" lvl="0" indent="0" defTabSz="914400">
              <a:lnSpc>
                <a:spcPct val="150000"/>
              </a:lnSpc>
              <a:spcBef>
                <a:spcPts val="1000"/>
              </a:spcBef>
              <a:buFont typeface="Arial" panose="020B0604020202020204" pitchFamily="34" charset="0"/>
              <a:buNone/>
            </a:pPr>
            <a:r>
              <a:rPr lang="en-US" sz="2800" dirty="0">
                <a:solidFill>
                  <a:schemeClr val="tx1"/>
                </a:solidFill>
                <a:latin typeface="Bahnschrift" panose="020B0502040204020203" pitchFamily="34" charset="0"/>
              </a:rPr>
              <a:t>After this lecture, you will be able to</a:t>
            </a:r>
          </a:p>
        </p:txBody>
      </p:sp>
    </p:spTree>
    <p:extLst>
      <p:ext uri="{BB962C8B-B14F-4D97-AF65-F5344CB8AC3E}">
        <p14:creationId xmlns:p14="http://schemas.microsoft.com/office/powerpoint/2010/main" val="2209906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325563"/>
          </a:xfrm>
          <a:prstGeom prst="rect">
            <a:avLst/>
          </a:prstGeom>
          <a:solidFill>
            <a:srgbClr val="445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338362" y="1628145"/>
            <a:ext cx="8386537" cy="5004884"/>
          </a:xfrm>
        </p:spPr>
        <p:txBody>
          <a:bodyPr/>
          <a:lstStyle>
            <a:lvl1pPr>
              <a:lnSpc>
                <a:spcPct val="150000"/>
              </a:lnSpc>
              <a:defRPr>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
            <a:extLst>
              <a:ext uri="{FF2B5EF4-FFF2-40B4-BE49-F238E27FC236}">
                <a16:creationId xmlns:a16="http://schemas.microsoft.com/office/drawing/2014/main" id="{D674DD10-9343-40FC-87DE-8A1F63FF11A0}"/>
              </a:ext>
            </a:extLst>
          </p:cNvPr>
          <p:cNvSpPr>
            <a:spLocks noGrp="1"/>
          </p:cNvSpPr>
          <p:nvPr>
            <p:ph type="title"/>
          </p:nvPr>
        </p:nvSpPr>
        <p:spPr>
          <a:xfrm>
            <a:off x="338362" y="0"/>
            <a:ext cx="8386537" cy="1325563"/>
          </a:xfrm>
        </p:spPr>
        <p:txBody>
          <a:bodyPr>
            <a:normAutofit/>
          </a:bodyPr>
          <a:lstStyle>
            <a:lvl1pPr marL="0" algn="l" defTabSz="457200" rtl="0" eaLnBrk="1" latinLnBrk="0" hangingPunct="1">
              <a:lnSpc>
                <a:spcPct val="100000"/>
              </a:lnSpc>
              <a:defRPr lang="en-US" sz="3600" kern="1200" dirty="0">
                <a:solidFill>
                  <a:schemeClr val="bg1"/>
                </a:solidFill>
                <a:latin typeface="Bahnschrift SemiBold" panose="020B0502040204020203" pitchFamily="34" charset="0"/>
                <a:ea typeface="+mn-ea"/>
                <a:cs typeface="+mn-cs"/>
              </a:defRPr>
            </a:lvl1pPr>
          </a:lstStyle>
          <a:p>
            <a:r>
              <a:rPr lang="en-US" dirty="0"/>
              <a:t>Click to edit Master title style</a:t>
            </a:r>
          </a:p>
        </p:txBody>
      </p:sp>
    </p:spTree>
    <p:extLst>
      <p:ext uri="{BB962C8B-B14F-4D97-AF65-F5344CB8AC3E}">
        <p14:creationId xmlns:p14="http://schemas.microsoft.com/office/powerpoint/2010/main" val="2192153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8928101"/>
            <a:ext cx="2057400" cy="365125"/>
          </a:xfrm>
        </p:spPr>
        <p:txBody>
          <a:bodyPr/>
          <a:lstStyle/>
          <a:p>
            <a:fld id="{71BC5188-02C1-4612-A2C7-F501CF181F2E}" type="datetimeFigureOut">
              <a:rPr lang="en-US" smtClean="0"/>
              <a:t>10/5/2021</a:t>
            </a:fld>
            <a:endParaRPr lang="en-US"/>
          </a:p>
        </p:txBody>
      </p:sp>
      <p:sp>
        <p:nvSpPr>
          <p:cNvPr id="5" name="Footer Placeholder 4"/>
          <p:cNvSpPr>
            <a:spLocks noGrp="1"/>
          </p:cNvSpPr>
          <p:nvPr>
            <p:ph type="ftr" sz="quarter" idx="11"/>
          </p:nvPr>
        </p:nvSpPr>
        <p:spPr>
          <a:xfrm>
            <a:off x="3028950" y="8928101"/>
            <a:ext cx="3086100" cy="365125"/>
          </a:xfrm>
        </p:spPr>
        <p:txBody>
          <a:bodyPr/>
          <a:lstStyle/>
          <a:p>
            <a:endParaRPr lang="en-US"/>
          </a:p>
        </p:txBody>
      </p:sp>
      <p:sp>
        <p:nvSpPr>
          <p:cNvPr id="6" name="Slide Number Placeholder 5"/>
          <p:cNvSpPr>
            <a:spLocks noGrp="1"/>
          </p:cNvSpPr>
          <p:nvPr>
            <p:ph type="sldNum" sz="quarter" idx="12"/>
          </p:nvPr>
        </p:nvSpPr>
        <p:spPr>
          <a:xfrm>
            <a:off x="6457950" y="8928101"/>
            <a:ext cx="2057400" cy="365125"/>
          </a:xfrm>
        </p:spPr>
        <p:txBody>
          <a:bodyPr/>
          <a:lstStyle/>
          <a:p>
            <a:fld id="{0E4DDFBB-2C77-4C22-A6ED-B339E4E2C87F}" type="slidenum">
              <a:rPr lang="en-US" smtClean="0"/>
              <a:t>‹#›</a:t>
            </a:fld>
            <a:endParaRPr lang="en-US"/>
          </a:p>
        </p:txBody>
      </p:sp>
      <p:sp>
        <p:nvSpPr>
          <p:cNvPr id="19" name="Freeform: Shape 18">
            <a:extLst>
              <a:ext uri="{FF2B5EF4-FFF2-40B4-BE49-F238E27FC236}">
                <a16:creationId xmlns:a16="http://schemas.microsoft.com/office/drawing/2014/main" id="{89D0141E-891B-4C49-A1C4-D9497F151474}"/>
              </a:ext>
            </a:extLst>
          </p:cNvPr>
          <p:cNvSpPr/>
          <p:nvPr userDrawn="1"/>
        </p:nvSpPr>
        <p:spPr>
          <a:xfrm>
            <a:off x="1562553" y="2584505"/>
            <a:ext cx="6037944" cy="1756230"/>
          </a:xfrm>
          <a:custGeom>
            <a:avLst/>
            <a:gdLst>
              <a:gd name="connsiteX0" fmla="*/ 3018972 w 6037944"/>
              <a:gd name="connsiteY0" fmla="*/ 0 h 1451430"/>
              <a:gd name="connsiteX1" fmla="*/ 6037944 w 6037944"/>
              <a:gd name="connsiteY1" fmla="*/ 725715 h 1451430"/>
              <a:gd name="connsiteX2" fmla="*/ 3018972 w 6037944"/>
              <a:gd name="connsiteY2" fmla="*/ 1451430 h 1451430"/>
              <a:gd name="connsiteX3" fmla="*/ 0 w 6037944"/>
              <a:gd name="connsiteY3" fmla="*/ 725715 h 1451430"/>
              <a:gd name="connsiteX4" fmla="*/ 3018972 w 6037944"/>
              <a:gd name="connsiteY4" fmla="*/ 0 h 1451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451430">
                <a:moveTo>
                  <a:pt x="3018972" y="0"/>
                </a:moveTo>
                <a:cubicBezTo>
                  <a:pt x="4686304" y="0"/>
                  <a:pt x="6037944" y="324914"/>
                  <a:pt x="6037944" y="725715"/>
                </a:cubicBezTo>
                <a:cubicBezTo>
                  <a:pt x="6037944" y="1126516"/>
                  <a:pt x="4686304" y="1451430"/>
                  <a:pt x="3018972" y="1451430"/>
                </a:cubicBezTo>
                <a:cubicBezTo>
                  <a:pt x="1351640" y="1451430"/>
                  <a:pt x="0" y="1126516"/>
                  <a:pt x="0" y="725715"/>
                </a:cubicBezTo>
                <a:cubicBezTo>
                  <a:pt x="0" y="324914"/>
                  <a:pt x="1351640" y="0"/>
                  <a:pt x="3018972" y="0"/>
                </a:cubicBezTo>
                <a:close/>
              </a:path>
            </a:pathLst>
          </a:custGeom>
          <a:gradFill>
            <a:gsLst>
              <a:gs pos="54000">
                <a:schemeClr val="bg1"/>
              </a:gs>
              <a:gs pos="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8" name="Freeform: Shape 17">
            <a:extLst>
              <a:ext uri="{FF2B5EF4-FFF2-40B4-BE49-F238E27FC236}">
                <a16:creationId xmlns:a16="http://schemas.microsoft.com/office/drawing/2014/main" id="{C8AD4718-0501-403B-AFBC-33331BEC043B}"/>
              </a:ext>
            </a:extLst>
          </p:cNvPr>
          <p:cNvSpPr/>
          <p:nvPr userDrawn="1"/>
        </p:nvSpPr>
        <p:spPr>
          <a:xfrm>
            <a:off x="1562553" y="1895077"/>
            <a:ext cx="6037944" cy="1146629"/>
          </a:xfrm>
          <a:custGeom>
            <a:avLst/>
            <a:gdLst>
              <a:gd name="connsiteX0" fmla="*/ 3018972 w 6037944"/>
              <a:gd name="connsiteY0" fmla="*/ 0 h 1146629"/>
              <a:gd name="connsiteX1" fmla="*/ 6037944 w 6037944"/>
              <a:gd name="connsiteY1" fmla="*/ 1146629 h 1146629"/>
              <a:gd name="connsiteX2" fmla="*/ 3018972 w 6037944"/>
              <a:gd name="connsiteY2" fmla="*/ 420914 h 1146629"/>
              <a:gd name="connsiteX3" fmla="*/ 0 w 6037944"/>
              <a:gd name="connsiteY3" fmla="*/ 1146629 h 1146629"/>
              <a:gd name="connsiteX4" fmla="*/ 3018972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3018972" y="0"/>
                </a:moveTo>
                <a:cubicBezTo>
                  <a:pt x="4686304" y="0"/>
                  <a:pt x="6037944" y="513363"/>
                  <a:pt x="6037944" y="1146629"/>
                </a:cubicBezTo>
                <a:cubicBezTo>
                  <a:pt x="6037944" y="745828"/>
                  <a:pt x="4686304" y="420914"/>
                  <a:pt x="3018972" y="420914"/>
                </a:cubicBezTo>
                <a:cubicBezTo>
                  <a:pt x="1351640" y="420914"/>
                  <a:pt x="0" y="745828"/>
                  <a:pt x="0" y="1146629"/>
                </a:cubicBezTo>
                <a:cubicBezTo>
                  <a:pt x="0" y="513363"/>
                  <a:pt x="1351640" y="0"/>
                  <a:pt x="3018972"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7" name="Freeform: Shape 16">
            <a:extLst>
              <a:ext uri="{FF2B5EF4-FFF2-40B4-BE49-F238E27FC236}">
                <a16:creationId xmlns:a16="http://schemas.microsoft.com/office/drawing/2014/main" id="{38861B3F-8E45-4BA3-97F7-23CB90BE0433}"/>
              </a:ext>
            </a:extLst>
          </p:cNvPr>
          <p:cNvSpPr/>
          <p:nvPr userDrawn="1"/>
        </p:nvSpPr>
        <p:spPr>
          <a:xfrm>
            <a:off x="1543503" y="3816295"/>
            <a:ext cx="6037944" cy="1146629"/>
          </a:xfrm>
          <a:custGeom>
            <a:avLst/>
            <a:gdLst>
              <a:gd name="connsiteX0" fmla="*/ 0 w 6037944"/>
              <a:gd name="connsiteY0" fmla="*/ 0 h 1146629"/>
              <a:gd name="connsiteX1" fmla="*/ 3018972 w 6037944"/>
              <a:gd name="connsiteY1" fmla="*/ 725715 h 1146629"/>
              <a:gd name="connsiteX2" fmla="*/ 6037944 w 6037944"/>
              <a:gd name="connsiteY2" fmla="*/ 0 h 1146629"/>
              <a:gd name="connsiteX3" fmla="*/ 3018972 w 6037944"/>
              <a:gd name="connsiteY3" fmla="*/ 1146629 h 1146629"/>
              <a:gd name="connsiteX4" fmla="*/ 0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0" y="0"/>
                </a:moveTo>
                <a:cubicBezTo>
                  <a:pt x="0" y="400801"/>
                  <a:pt x="1351640" y="725715"/>
                  <a:pt x="3018972" y="725715"/>
                </a:cubicBezTo>
                <a:cubicBezTo>
                  <a:pt x="4686304" y="725715"/>
                  <a:pt x="6037944" y="400801"/>
                  <a:pt x="6037944" y="0"/>
                </a:cubicBezTo>
                <a:cubicBezTo>
                  <a:pt x="6037944" y="633266"/>
                  <a:pt x="4686304" y="1146629"/>
                  <a:pt x="3018972" y="1146629"/>
                </a:cubicBezTo>
                <a:cubicBezTo>
                  <a:pt x="1351640" y="1146629"/>
                  <a:pt x="0" y="633266"/>
                  <a:pt x="0"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22" name="TextBox 21">
            <a:extLst>
              <a:ext uri="{FF2B5EF4-FFF2-40B4-BE49-F238E27FC236}">
                <a16:creationId xmlns:a16="http://schemas.microsoft.com/office/drawing/2014/main" id="{513C37F6-66F0-4125-B2E0-B93F212BA9B3}"/>
              </a:ext>
            </a:extLst>
          </p:cNvPr>
          <p:cNvSpPr txBox="1"/>
          <p:nvPr userDrawn="1"/>
        </p:nvSpPr>
        <p:spPr>
          <a:xfrm>
            <a:off x="2147298" y="3044280"/>
            <a:ext cx="4849404" cy="769441"/>
          </a:xfrm>
          <a:prstGeom prst="rect">
            <a:avLst/>
          </a:prstGeom>
          <a:noFill/>
        </p:spPr>
        <p:txBody>
          <a:bodyPr wrap="none" rtlCol="0">
            <a:spAutoFit/>
          </a:bodyPr>
          <a:lstStyle/>
          <a:p>
            <a:r>
              <a:rPr lang="en-US" sz="4400" dirty="0">
                <a:solidFill>
                  <a:srgbClr val="453A38"/>
                </a:solidFill>
                <a:latin typeface="Bahnschrift SemiBold" panose="020B0502040204020203" pitchFamily="34" charset="0"/>
              </a:rPr>
              <a:t>That’s all for now…</a:t>
            </a:r>
          </a:p>
        </p:txBody>
      </p:sp>
    </p:spTree>
    <p:extLst>
      <p:ext uri="{BB962C8B-B14F-4D97-AF65-F5344CB8AC3E}">
        <p14:creationId xmlns:p14="http://schemas.microsoft.com/office/powerpoint/2010/main" val="780960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BC5188-02C1-4612-A2C7-F501CF181F2E}" type="datetimeFigureOut">
              <a:rPr lang="en-US" smtClean="0"/>
              <a:t>10/5/2021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1078509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BC5188-02C1-4612-A2C7-F501CF181F2E}" type="datetimeFigureOut">
              <a:rPr lang="en-US" smtClean="0"/>
              <a:t>10/5/2021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653003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BC5188-02C1-4612-A2C7-F501CF181F2E}" type="datetimeFigureOut">
              <a:rPr lang="en-US" smtClean="0"/>
              <a:t>10/5/2021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36719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BC5188-02C1-4612-A2C7-F501CF181F2E}" type="datetimeFigureOut">
              <a:rPr lang="en-US" smtClean="0"/>
              <a:t>10/5/2021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77621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BC5188-02C1-4612-A2C7-F501CF181F2E}" type="datetimeFigureOut">
              <a:rPr lang="en-US" smtClean="0"/>
              <a:t>10/5/2021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028252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10/5/2021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474809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10/5/2021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83882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10/5/2021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44260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10/5/2021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230408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2235">
            <a:alpha val="11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C5188-02C1-4612-A2C7-F501CF181F2E}" type="datetimeFigureOut">
              <a:rPr lang="en-US" smtClean="0"/>
              <a:t>10/5/2021</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4DDFBB-2C77-4C22-A6ED-B339E4E2C87F}" type="slidenum">
              <a:rPr lang="en-US" smtClean="0"/>
              <a:t>‹#›</a:t>
            </a:fld>
            <a:endParaRPr lang="en-US"/>
          </a:p>
        </p:txBody>
      </p:sp>
    </p:spTree>
    <p:extLst>
      <p:ext uri="{BB962C8B-B14F-4D97-AF65-F5344CB8AC3E}">
        <p14:creationId xmlns:p14="http://schemas.microsoft.com/office/powerpoint/2010/main" val="2771957338"/>
      </p:ext>
    </p:extLst>
  </p:cSld>
  <p:clrMap bg1="lt1" tx1="dk1" bg2="lt2" tx2="dk2" accent1="accent1" accent2="accent2" accent3="accent3" accent4="accent4" accent5="accent5" accent6="accent6" hlink="hlink" folHlink="folHlink"/>
  <p:sldLayoutIdLst>
    <p:sldLayoutId id="2147483675" r:id="rId1"/>
    <p:sldLayoutId id="2147483673" r:id="rId2"/>
    <p:sldLayoutId id="2147483674"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arget="../media/image4.jpeg" Type="http://schemas.openxmlformats.org/officeDocument/2006/relationships/image"/><Relationship Id="rId1" Target="../slideLayouts/slideLayout9.xml" Type="http://schemas.openxmlformats.org/officeDocument/2006/relationships/slideLayout"/></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arget="../media/image9.jpeg" Type="http://schemas.openxmlformats.org/officeDocument/2006/relationships/image"/><Relationship Id="rId1" Target="../slideLayouts/slideLayout3.xml" Type="http://schemas.openxmlformats.org/officeDocument/2006/relationships/slideLayout"/></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arget="../media/image12.jpeg" Type="http://schemas.openxmlformats.org/officeDocument/2006/relationships/image"/><Relationship Id="rId2" Target="https://www.splunk.com/en_us/download.html" TargetMode="External" Type="http://schemas.openxmlformats.org/officeDocument/2006/relationships/hyperlink"/><Relationship Id="rId1" Target="../slideLayouts/slideLayout3.xml" Type="http://schemas.openxmlformats.org/officeDocument/2006/relationships/slideLayout"/></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609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1D9C0B-6FD1-4FB9-A1DD-A4626C9E7E32}"/>
              </a:ext>
            </a:extLst>
          </p:cNvPr>
          <p:cNvSpPr>
            <a:spLocks noGrp="1"/>
          </p:cNvSpPr>
          <p:nvPr>
            <p:ph idx="1"/>
          </p:nvPr>
        </p:nvSpPr>
        <p:spPr>
          <a:xfrm>
            <a:off x="989350" y="2818150"/>
            <a:ext cx="7830800" cy="3773150"/>
          </a:xfrm>
        </p:spPr>
        <p:txBody>
          <a:bodyPr/>
          <a:lstStyle/>
          <a:p>
            <a:pPr algn="just"/>
            <a:r>
              <a:rPr lang="en-US" dirty="0"/>
              <a:t>learn install Splunk enterprise on windows.</a:t>
            </a:r>
          </a:p>
          <a:p>
            <a:pPr marL="0" indent="0" algn="just">
              <a:buNone/>
            </a:pPr>
            <a:endParaRPr lang="en-US" dirty="0"/>
          </a:p>
        </p:txBody>
      </p:sp>
    </p:spTree>
    <p:extLst>
      <p:ext uri="{BB962C8B-B14F-4D97-AF65-F5344CB8AC3E}">
        <p14:creationId xmlns:p14="http://schemas.microsoft.com/office/powerpoint/2010/main" val="2497399800"/>
      </p:ext>
    </p:extLst>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6EB35C-C8CD-4828-BDC4-4BF7FDDE6831}"/>
              </a:ext>
            </a:extLst>
          </p:cNvPr>
          <p:cNvPicPr>
            <a:picLocks noChangeAspect="1"/>
          </p:cNvPicPr>
          <p:nvPr/>
        </p:nvPicPr>
        <p:blipFill rotWithShape="1">
          <a:blip r:embed="rId2"/>
          <a:srcRect b="3" r="-45" t="-1004"/>
          <a:stretch/>
        </p:blipFill>
        <p:spPr>
          <a:xfrm>
            <a:off x="479684" y="1229195"/>
            <a:ext cx="8229601" cy="3822492"/>
          </a:xfrm>
          <a:prstGeom prst="rect">
            <a:avLst/>
          </a:prstGeom>
          <a:ln>
            <a:solidFill>
              <a:schemeClr val="tx1"/>
            </a:solidFill>
          </a:ln>
          <a:effectLst>
            <a:outerShdw algn="ctr" blurRad="63500" rotWithShape="0" sx="102000" sy="102000">
              <a:prstClr val="black">
                <a:alpha val="40000"/>
              </a:prstClr>
            </a:outerShdw>
          </a:effectLst>
        </p:spPr>
      </p:pic>
    </p:spTree>
    <p:extLst>
      <p:ext uri="{BB962C8B-B14F-4D97-AF65-F5344CB8AC3E}">
        <p14:creationId xmlns:p14="http://schemas.microsoft.com/office/powerpoint/2010/main" val="2743890792"/>
      </p:ext>
    </p:extLst>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descr="From Zero to Splunk: How to Install Splunk on a Linux VM in Minutes -  Hurricane Labs" id="1026" name="Picture 2">
            <a:extLst>
              <a:ext uri="{FF2B5EF4-FFF2-40B4-BE49-F238E27FC236}">
                <a16:creationId xmlns:a16="http://schemas.microsoft.com/office/drawing/2014/main" id="{28BDE058-D62D-46BD-A0DE-BB419BA7F18C}"/>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11" r="-51"/>
          <a:stretch/>
        </p:blipFill>
        <p:spPr bwMode="auto">
          <a:xfrm>
            <a:off x="569626" y="434715"/>
            <a:ext cx="8184630" cy="4958826"/>
          </a:xfrm>
          <a:prstGeom prst="rect">
            <a:avLst/>
          </a:prstGeom>
          <a:noFill/>
          <a:ln>
            <a:solidFill>
              <a:schemeClr val="tx1"/>
            </a:solidFill>
          </a:ln>
          <a:effectLst>
            <a:outerShdw algn="ctr" blurRad="63500" rotWithShape="0" sx="102000" sy="10200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CE22383-E36C-4036-8614-6002B3D87B03}"/>
              </a:ext>
            </a:extLst>
          </p:cNvPr>
          <p:cNvSpPr txBox="1"/>
          <p:nvPr/>
        </p:nvSpPr>
        <p:spPr>
          <a:xfrm>
            <a:off x="3288337" y="5652348"/>
            <a:ext cx="2477386" cy="445164"/>
          </a:xfrm>
          <a:prstGeom prst="rect">
            <a:avLst/>
          </a:prstGeom>
          <a:solidFill>
            <a:srgbClr val="E1E4E6"/>
          </a:solidFill>
        </p:spPr>
        <p:txBody>
          <a:bodyPr wrap="square">
            <a:spAutoFit/>
          </a:bodyPr>
          <a:lstStyle/>
          <a:p>
            <a:pPr algn="ctr"/>
            <a:r>
              <a:rPr dirty="0" lang="en-IN" sz="2200">
                <a:latin charset="0" panose="020B0502040204020203" pitchFamily="34" typeface="Bahnschrift"/>
              </a:rPr>
              <a:t>Silent installation</a:t>
            </a:r>
          </a:p>
        </p:txBody>
      </p:sp>
    </p:spTree>
    <p:extLst>
      <p:ext uri="{BB962C8B-B14F-4D97-AF65-F5344CB8AC3E}">
        <p14:creationId xmlns:p14="http://schemas.microsoft.com/office/powerpoint/2010/main" val="3497170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76E48-B423-42E1-805D-5259DE61A866}"/>
              </a:ext>
            </a:extLst>
          </p:cNvPr>
          <p:cNvSpPr>
            <a:spLocks noGrp="1"/>
          </p:cNvSpPr>
          <p:nvPr>
            <p:ph type="title"/>
          </p:nvPr>
        </p:nvSpPr>
        <p:spPr/>
        <p:txBody>
          <a:bodyPr/>
          <a:lstStyle/>
          <a:p>
            <a:endParaRPr lang="en-IN"/>
          </a:p>
        </p:txBody>
      </p:sp>
      <p:sp>
        <p:nvSpPr>
          <p:cNvPr id="8" name="Text Placeholder 7">
            <a:extLst>
              <a:ext uri="{FF2B5EF4-FFF2-40B4-BE49-F238E27FC236}">
                <a16:creationId xmlns:a16="http://schemas.microsoft.com/office/drawing/2014/main" id="{A20FD4DB-48B6-4B1D-A68C-A42C4423A35F}"/>
              </a:ext>
            </a:extLst>
          </p:cNvPr>
          <p:cNvSpPr>
            <a:spLocks noGrp="1"/>
          </p:cNvSpPr>
          <p:nvPr>
            <p:ph type="body" idx="1"/>
          </p:nvPr>
        </p:nvSpPr>
        <p:spPr/>
        <p:txBody>
          <a:bodyPr/>
          <a:lstStyle/>
          <a:p>
            <a:endParaRPr lang="en-IN" dirty="0"/>
          </a:p>
        </p:txBody>
      </p:sp>
      <p:pic>
        <p:nvPicPr>
          <p:cNvPr id="5" name="Content Placeholder 4">
            <a:extLst>
              <a:ext uri="{FF2B5EF4-FFF2-40B4-BE49-F238E27FC236}">
                <a16:creationId xmlns:a16="http://schemas.microsoft.com/office/drawing/2014/main" id="{371AE587-1FA4-4603-A75C-84BB2366E602}"/>
              </a:ext>
            </a:extLst>
          </p:cNvPr>
          <p:cNvPicPr>
            <a:picLocks noGrp="1" noChangeAspect="1"/>
          </p:cNvPicPr>
          <p:nvPr>
            <p:ph idx="4294967295"/>
          </p:nvPr>
        </p:nvPicPr>
        <p:blipFill>
          <a:blip r:embed="rId2"/>
          <a:stretch>
            <a:fillRect/>
          </a:stretch>
        </p:blipFill>
        <p:spPr>
          <a:xfrm>
            <a:off x="4526197" y="1634944"/>
            <a:ext cx="4063167" cy="3001067"/>
          </a:xfrm>
          <a:prstGeom prst="rect">
            <a:avLst/>
          </a:prstGeom>
        </p:spPr>
      </p:pic>
      <p:pic>
        <p:nvPicPr>
          <p:cNvPr id="4" name="Picture 3">
            <a:extLst>
              <a:ext uri="{FF2B5EF4-FFF2-40B4-BE49-F238E27FC236}">
                <a16:creationId xmlns:a16="http://schemas.microsoft.com/office/drawing/2014/main" id="{379AA39E-E193-4CBF-8910-49D42A06C0D3}"/>
              </a:ext>
            </a:extLst>
          </p:cNvPr>
          <p:cNvPicPr>
            <a:picLocks noChangeAspect="1"/>
          </p:cNvPicPr>
          <p:nvPr/>
        </p:nvPicPr>
        <p:blipFill>
          <a:blip r:embed="rId3"/>
          <a:stretch>
            <a:fillRect/>
          </a:stretch>
        </p:blipFill>
        <p:spPr>
          <a:xfrm>
            <a:off x="74708" y="1605208"/>
            <a:ext cx="4262912" cy="2352195"/>
          </a:xfrm>
          <a:prstGeom prst="rect">
            <a:avLst/>
          </a:prstGeom>
        </p:spPr>
      </p:pic>
      <p:sp>
        <p:nvSpPr>
          <p:cNvPr id="6" name="Rectangle 5">
            <a:extLst>
              <a:ext uri="{FF2B5EF4-FFF2-40B4-BE49-F238E27FC236}">
                <a16:creationId xmlns:a16="http://schemas.microsoft.com/office/drawing/2014/main" id="{B2AC71F5-3B44-499D-AA47-2319077CCDE8}"/>
              </a:ext>
            </a:extLst>
          </p:cNvPr>
          <p:cNvSpPr/>
          <p:nvPr/>
        </p:nvSpPr>
        <p:spPr>
          <a:xfrm>
            <a:off x="746022" y="4181907"/>
            <a:ext cx="2945219" cy="584790"/>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latin typeface="Bahnschrift" panose="020B0502040204020203" pitchFamily="34" charset="0"/>
              </a:rPr>
              <a:t>32-bit version of Splunk Enterprise</a:t>
            </a:r>
            <a:endParaRPr lang="en-IN" dirty="0">
              <a:latin typeface="Bahnschrift" panose="020B0502040204020203" pitchFamily="34" charset="0"/>
            </a:endParaRPr>
          </a:p>
        </p:txBody>
      </p:sp>
    </p:spTree>
    <p:extLst>
      <p:ext uri="{BB962C8B-B14F-4D97-AF65-F5344CB8AC3E}">
        <p14:creationId xmlns:p14="http://schemas.microsoft.com/office/powerpoint/2010/main" val="303433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76E48-B423-42E1-805D-5259DE61A866}"/>
              </a:ext>
            </a:extLst>
          </p:cNvPr>
          <p:cNvSpPr>
            <a:spLocks noGrp="1"/>
          </p:cNvSpPr>
          <p:nvPr>
            <p:ph type="title"/>
          </p:nvPr>
        </p:nvSpPr>
        <p:spPr/>
        <p:txBody>
          <a:bodyPr/>
          <a:lstStyle/>
          <a:p>
            <a:endParaRPr lang="en-IN"/>
          </a:p>
        </p:txBody>
      </p:sp>
      <p:sp>
        <p:nvSpPr>
          <p:cNvPr id="8" name="Text Placeholder 7">
            <a:extLst>
              <a:ext uri="{FF2B5EF4-FFF2-40B4-BE49-F238E27FC236}">
                <a16:creationId xmlns:a16="http://schemas.microsoft.com/office/drawing/2014/main" id="{A20FD4DB-48B6-4B1D-A68C-A42C4423A35F}"/>
              </a:ext>
            </a:extLst>
          </p:cNvPr>
          <p:cNvSpPr>
            <a:spLocks noGrp="1"/>
          </p:cNvSpPr>
          <p:nvPr>
            <p:ph type="body" idx="1"/>
          </p:nvPr>
        </p:nvSpPr>
        <p:spPr/>
        <p:txBody>
          <a:bodyPr/>
          <a:lstStyle/>
          <a:p>
            <a:endParaRPr lang="en-IN" dirty="0"/>
          </a:p>
        </p:txBody>
      </p:sp>
      <p:pic>
        <p:nvPicPr>
          <p:cNvPr id="5" name="Content Placeholder 4">
            <a:extLst>
              <a:ext uri="{FF2B5EF4-FFF2-40B4-BE49-F238E27FC236}">
                <a16:creationId xmlns:a16="http://schemas.microsoft.com/office/drawing/2014/main" id="{371AE587-1FA4-4603-A75C-84BB2366E602}"/>
              </a:ext>
            </a:extLst>
          </p:cNvPr>
          <p:cNvPicPr>
            <a:picLocks noGrp="1" noChangeAspect="1"/>
          </p:cNvPicPr>
          <p:nvPr>
            <p:ph idx="4294967295"/>
          </p:nvPr>
        </p:nvPicPr>
        <p:blipFill>
          <a:blip r:embed="rId2"/>
          <a:stretch>
            <a:fillRect/>
          </a:stretch>
        </p:blipFill>
        <p:spPr>
          <a:xfrm>
            <a:off x="4526197" y="1634944"/>
            <a:ext cx="4063167" cy="3001067"/>
          </a:xfrm>
          <a:prstGeom prst="rect">
            <a:avLst/>
          </a:prstGeom>
        </p:spPr>
      </p:pic>
      <p:pic>
        <p:nvPicPr>
          <p:cNvPr id="4" name="Picture 3">
            <a:extLst>
              <a:ext uri="{FF2B5EF4-FFF2-40B4-BE49-F238E27FC236}">
                <a16:creationId xmlns:a16="http://schemas.microsoft.com/office/drawing/2014/main" id="{379AA39E-E193-4CBF-8910-49D42A06C0D3}"/>
              </a:ext>
            </a:extLst>
          </p:cNvPr>
          <p:cNvPicPr>
            <a:picLocks noChangeAspect="1"/>
          </p:cNvPicPr>
          <p:nvPr/>
        </p:nvPicPr>
        <p:blipFill>
          <a:blip r:embed="rId3"/>
          <a:stretch>
            <a:fillRect/>
          </a:stretch>
        </p:blipFill>
        <p:spPr>
          <a:xfrm>
            <a:off x="74708" y="1605208"/>
            <a:ext cx="4262912" cy="2352195"/>
          </a:xfrm>
          <a:prstGeom prst="rect">
            <a:avLst/>
          </a:prstGeom>
        </p:spPr>
      </p:pic>
      <p:sp>
        <p:nvSpPr>
          <p:cNvPr id="6" name="Rectangle 5">
            <a:extLst>
              <a:ext uri="{FF2B5EF4-FFF2-40B4-BE49-F238E27FC236}">
                <a16:creationId xmlns:a16="http://schemas.microsoft.com/office/drawing/2014/main" id="{B2AC71F5-3B44-499D-AA47-2319077CCDE8}"/>
              </a:ext>
            </a:extLst>
          </p:cNvPr>
          <p:cNvSpPr/>
          <p:nvPr/>
        </p:nvSpPr>
        <p:spPr>
          <a:xfrm>
            <a:off x="746022" y="4181907"/>
            <a:ext cx="2945219" cy="584790"/>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latin typeface="Bahnschrift" panose="020B0502040204020203" pitchFamily="34" charset="0"/>
              </a:rPr>
              <a:t>32-bit version of Splunk Enterprise</a:t>
            </a:r>
            <a:endParaRPr lang="en-IN" dirty="0">
              <a:latin typeface="Bahnschrift" panose="020B0502040204020203" pitchFamily="34" charset="0"/>
            </a:endParaRPr>
          </a:p>
        </p:txBody>
      </p:sp>
      <p:sp>
        <p:nvSpPr>
          <p:cNvPr id="7" name="Multiplication Sign 6">
            <a:extLst>
              <a:ext uri="{FF2B5EF4-FFF2-40B4-BE49-F238E27FC236}">
                <a16:creationId xmlns:a16="http://schemas.microsoft.com/office/drawing/2014/main" id="{05C0B4C4-3307-4FCA-AF23-7D311DC3904F}"/>
              </a:ext>
            </a:extLst>
          </p:cNvPr>
          <p:cNvSpPr/>
          <p:nvPr/>
        </p:nvSpPr>
        <p:spPr>
          <a:xfrm>
            <a:off x="3151779" y="1876647"/>
            <a:ext cx="3094074" cy="2169042"/>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87080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3">
            <a:extLst>
              <a:ext uri="{FF2B5EF4-FFF2-40B4-BE49-F238E27FC236}">
                <a16:creationId xmlns:a16="http://schemas.microsoft.com/office/drawing/2014/main" id="{5643CFB4-686C-46D1-8C0F-06FB3944DBB8}"/>
              </a:ext>
            </a:extLst>
          </p:cNvPr>
          <p:cNvPicPr>
            <a:picLocks noChangeAspect="1"/>
          </p:cNvPicPr>
          <p:nvPr/>
        </p:nvPicPr>
        <p:blipFill>
          <a:blip r:embed="rId2"/>
          <a:stretch>
            <a:fillRect/>
          </a:stretch>
        </p:blipFill>
        <p:spPr>
          <a:xfrm>
            <a:off x="4572000" y="1605208"/>
            <a:ext cx="4851285" cy="2384530"/>
          </a:xfrm>
          <a:prstGeom prst="rect">
            <a:avLst/>
          </a:prstGeom>
        </p:spPr>
      </p:pic>
      <p:sp>
        <p:nvSpPr>
          <p:cNvPr id="5" name="Title 4">
            <a:extLst>
              <a:ext uri="{FF2B5EF4-FFF2-40B4-BE49-F238E27FC236}">
                <a16:creationId xmlns:a16="http://schemas.microsoft.com/office/drawing/2014/main" id="{DD3022C0-B407-490E-97C1-E317E6235508}"/>
              </a:ext>
            </a:extLst>
          </p:cNvPr>
          <p:cNvSpPr>
            <a:spLocks noGrp="1"/>
          </p:cNvSpPr>
          <p:nvPr>
            <p:ph type="title"/>
          </p:nvPr>
        </p:nvSpPr>
        <p:spPr/>
        <p:txBody>
          <a:bodyPr/>
          <a:lstStyle/>
          <a:p>
            <a:endParaRPr lang="en-IN" dirty="0"/>
          </a:p>
        </p:txBody>
      </p:sp>
      <p:sp>
        <p:nvSpPr>
          <p:cNvPr id="6" name="Text Placeholder 5">
            <a:extLst>
              <a:ext uri="{FF2B5EF4-FFF2-40B4-BE49-F238E27FC236}">
                <a16:creationId xmlns:a16="http://schemas.microsoft.com/office/drawing/2014/main" id="{DB340913-B5BD-47C0-AFDF-2C491E54BA6D}"/>
              </a:ext>
            </a:extLst>
          </p:cNvPr>
          <p:cNvSpPr>
            <a:spLocks noGrp="1"/>
          </p:cNvSpPr>
          <p:nvPr>
            <p:ph type="body" idx="1"/>
          </p:nvPr>
        </p:nvSpPr>
        <p:spPr/>
        <p:txBody>
          <a:bodyPr/>
          <a:lstStyle/>
          <a:p>
            <a:endParaRPr lang="en-IN"/>
          </a:p>
        </p:txBody>
      </p:sp>
      <p:pic>
        <p:nvPicPr>
          <p:cNvPr id="4" name="Picture 3">
            <a:extLst>
              <a:ext uri="{FF2B5EF4-FFF2-40B4-BE49-F238E27FC236}">
                <a16:creationId xmlns:a16="http://schemas.microsoft.com/office/drawing/2014/main" id="{379AA39E-E193-4CBF-8910-49D42A06C0D3}"/>
              </a:ext>
            </a:extLst>
          </p:cNvPr>
          <p:cNvPicPr>
            <a:picLocks noChangeAspect="1"/>
          </p:cNvPicPr>
          <p:nvPr/>
        </p:nvPicPr>
        <p:blipFill>
          <a:blip r:embed="rId3"/>
          <a:stretch>
            <a:fillRect/>
          </a:stretch>
        </p:blipFill>
        <p:spPr>
          <a:xfrm>
            <a:off x="74708" y="1605208"/>
            <a:ext cx="4422864" cy="2440454"/>
          </a:xfrm>
          <a:prstGeom prst="rect">
            <a:avLst/>
          </a:prstGeom>
        </p:spPr>
      </p:pic>
      <p:sp>
        <p:nvSpPr>
          <p:cNvPr id="2" name="Multiplication Sign 1">
            <a:extLst>
              <a:ext uri="{FF2B5EF4-FFF2-40B4-BE49-F238E27FC236}">
                <a16:creationId xmlns:a16="http://schemas.microsoft.com/office/drawing/2014/main" id="{D2202E6D-1C14-4710-8F77-091A4BA8AFB5}"/>
              </a:ext>
            </a:extLst>
          </p:cNvPr>
          <p:cNvSpPr/>
          <p:nvPr/>
        </p:nvSpPr>
        <p:spPr>
          <a:xfrm>
            <a:off x="3099671" y="1259958"/>
            <a:ext cx="3094074" cy="2169042"/>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08311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F73EE-69D1-47F3-AD10-7040AED3AAB2}"/>
              </a:ext>
            </a:extLst>
          </p:cNvPr>
          <p:cNvSpPr>
            <a:spLocks noGrp="1"/>
          </p:cNvSpPr>
          <p:nvPr>
            <p:ph type="title"/>
          </p:nvPr>
        </p:nvSpPr>
        <p:spPr>
          <a:xfrm>
            <a:off x="863731" y="1694749"/>
            <a:ext cx="7886700" cy="2852737"/>
          </a:xfrm>
        </p:spPr>
        <p:txBody>
          <a:bodyPr/>
          <a:lstStyle/>
          <a:p>
            <a:pPr algn="ctr"/>
            <a:r>
              <a:rPr lang="en-IN" i="0" u="none" strike="noStrike" dirty="0">
                <a:solidFill>
                  <a:srgbClr val="2D2D2D"/>
                </a:solidFill>
                <a:effectLst/>
                <a:latin typeface="Bahnschrift" panose="020B0502040204020203" pitchFamily="34" charset="0"/>
              </a:rPr>
              <a:t>Before you install</a:t>
            </a:r>
            <a:br>
              <a:rPr lang="en-IN" i="0" dirty="0">
                <a:solidFill>
                  <a:srgbClr val="2D2D2D"/>
                </a:solidFill>
                <a:effectLst/>
                <a:latin typeface="Bahnschrift" panose="020B0502040204020203" pitchFamily="34" charset="0"/>
              </a:rPr>
            </a:br>
            <a:endParaRPr lang="en-IN" dirty="0">
              <a:latin typeface="Bahnschrift" panose="020B0502040204020203" pitchFamily="34" charset="0"/>
            </a:endParaRPr>
          </a:p>
        </p:txBody>
      </p:sp>
    </p:spTree>
    <p:extLst>
      <p:ext uri="{BB962C8B-B14F-4D97-AF65-F5344CB8AC3E}">
        <p14:creationId xmlns:p14="http://schemas.microsoft.com/office/powerpoint/2010/main" val="629569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628520-6729-42D3-AFA7-7935F46FEB6A}"/>
              </a:ext>
            </a:extLst>
          </p:cNvPr>
          <p:cNvSpPr>
            <a:spLocks noGrp="1"/>
          </p:cNvSpPr>
          <p:nvPr>
            <p:ph idx="1"/>
          </p:nvPr>
        </p:nvSpPr>
        <p:spPr>
          <a:xfrm>
            <a:off x="338363" y="1628145"/>
            <a:ext cx="8251002" cy="5004884"/>
          </a:xfrm>
        </p:spPr>
        <p:txBody>
          <a:bodyPr/>
          <a:lstStyle/>
          <a:p>
            <a:pPr algn="just"/>
            <a:r>
              <a:rPr lang="en-US" i="0" dirty="0">
                <a:effectLst/>
              </a:rPr>
              <a:t>Choose the Windows user Splunk should run as</a:t>
            </a:r>
          </a:p>
          <a:p>
            <a:pPr algn="just"/>
            <a:r>
              <a:rPr lang="en-US" i="0" dirty="0">
                <a:effectLst/>
              </a:rPr>
              <a:t>Disable or limit antivirus software if able</a:t>
            </a:r>
          </a:p>
          <a:p>
            <a:pPr algn="just"/>
            <a:r>
              <a:rPr lang="en-US" i="0" dirty="0">
                <a:effectLst/>
              </a:rPr>
              <a:t>Consider installing Splunk software into a directory with a short path name</a:t>
            </a:r>
            <a:endParaRPr lang="en-IN" dirty="0"/>
          </a:p>
        </p:txBody>
      </p:sp>
      <p:sp>
        <p:nvSpPr>
          <p:cNvPr id="3" name="Title 2">
            <a:extLst>
              <a:ext uri="{FF2B5EF4-FFF2-40B4-BE49-F238E27FC236}">
                <a16:creationId xmlns:a16="http://schemas.microsoft.com/office/drawing/2014/main" id="{7E888974-B693-45AC-AD64-B28EBB4949AC}"/>
              </a:ext>
            </a:extLst>
          </p:cNvPr>
          <p:cNvSpPr>
            <a:spLocks noGrp="1"/>
          </p:cNvSpPr>
          <p:nvPr>
            <p:ph type="title"/>
          </p:nvPr>
        </p:nvSpPr>
        <p:spPr/>
        <p:txBody>
          <a:bodyPr>
            <a:normAutofit/>
          </a:bodyPr>
          <a:lstStyle/>
          <a:p>
            <a:r>
              <a:rPr lang="en-IN" sz="4000" dirty="0"/>
              <a:t>Before you install</a:t>
            </a:r>
          </a:p>
        </p:txBody>
      </p:sp>
    </p:spTree>
    <p:extLst>
      <p:ext uri="{BB962C8B-B14F-4D97-AF65-F5344CB8AC3E}">
        <p14:creationId xmlns:p14="http://schemas.microsoft.com/office/powerpoint/2010/main" val="1687935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8956E34-B337-4CAD-962A-C51B0606768F}"/>
              </a:ext>
            </a:extLst>
          </p:cNvPr>
          <p:cNvPicPr>
            <a:picLocks noGrp="1" noChangeAspect="1"/>
          </p:cNvPicPr>
          <p:nvPr>
            <p:ph idx="1"/>
          </p:nvPr>
        </p:nvPicPr>
        <p:blipFill>
          <a:blip r:embed="rId2"/>
          <a:stretch>
            <a:fillRect/>
          </a:stretch>
        </p:blipFill>
        <p:spPr>
          <a:xfrm>
            <a:off x="1274911" y="2238754"/>
            <a:ext cx="6654137" cy="3461344"/>
          </a:xfrm>
          <a:ln>
            <a:solidFill>
              <a:schemeClr val="tx1"/>
            </a:solidFill>
          </a:ln>
          <a:effectLst>
            <a:outerShdw blurRad="63500" sx="102000" sy="102000" algn="ctr" rotWithShape="0">
              <a:prstClr val="black">
                <a:alpha val="40000"/>
              </a:prstClr>
            </a:outerShdw>
          </a:effectLst>
        </p:spPr>
      </p:pic>
      <p:sp>
        <p:nvSpPr>
          <p:cNvPr id="3" name="Title 2">
            <a:extLst>
              <a:ext uri="{FF2B5EF4-FFF2-40B4-BE49-F238E27FC236}">
                <a16:creationId xmlns:a16="http://schemas.microsoft.com/office/drawing/2014/main" id="{7E888974-B693-45AC-AD64-B28EBB4949AC}"/>
              </a:ext>
            </a:extLst>
          </p:cNvPr>
          <p:cNvSpPr>
            <a:spLocks noGrp="1"/>
          </p:cNvSpPr>
          <p:nvPr>
            <p:ph type="title"/>
          </p:nvPr>
        </p:nvSpPr>
        <p:spPr/>
        <p:txBody>
          <a:bodyPr/>
          <a:lstStyle/>
          <a:p>
            <a:r>
              <a:rPr lang="en-US" b="1" i="0" dirty="0">
                <a:effectLst/>
                <a:latin typeface="Bahnschrift" panose="020B0502040204020203" pitchFamily="34" charset="0"/>
              </a:rPr>
              <a:t>Disable or limit antivirus software if able</a:t>
            </a:r>
          </a:p>
        </p:txBody>
      </p:sp>
    </p:spTree>
    <p:extLst>
      <p:ext uri="{BB962C8B-B14F-4D97-AF65-F5344CB8AC3E}">
        <p14:creationId xmlns:p14="http://schemas.microsoft.com/office/powerpoint/2010/main" val="1111729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F360B8-C4DC-4BAC-A4C9-D089AD176CDB}"/>
              </a:ext>
            </a:extLst>
          </p:cNvPr>
          <p:cNvSpPr>
            <a:spLocks noGrp="1"/>
          </p:cNvSpPr>
          <p:nvPr>
            <p:ph type="title"/>
          </p:nvPr>
        </p:nvSpPr>
        <p:spPr/>
        <p:txBody>
          <a:bodyPr>
            <a:normAutofit fontScale="90000"/>
          </a:bodyPr>
          <a:lstStyle/>
          <a:p>
            <a:br>
              <a:rPr lang="en-US" b="1" i="0" dirty="0">
                <a:effectLst/>
                <a:latin typeface="Bahnschrift" panose="020B0502040204020203" pitchFamily="34" charset="0"/>
              </a:rPr>
            </a:br>
            <a:r>
              <a:rPr lang="en-US" sz="4000" b="1" i="0" dirty="0">
                <a:effectLst/>
                <a:latin typeface="Bahnschrift" panose="020B0502040204020203" pitchFamily="34" charset="0"/>
              </a:rPr>
              <a:t>Choose the Windows user Splunk should run as</a:t>
            </a:r>
            <a:br>
              <a:rPr lang="en-US" b="1" i="0" dirty="0">
                <a:effectLst/>
                <a:latin typeface="Bahnschrift" panose="020B0502040204020203" pitchFamily="34" charset="0"/>
              </a:rPr>
            </a:br>
            <a:endParaRPr lang="en-IN" dirty="0">
              <a:latin typeface="Bahnschrift" panose="020B0502040204020203" pitchFamily="34" charset="0"/>
            </a:endParaRPr>
          </a:p>
        </p:txBody>
      </p:sp>
      <p:sp>
        <p:nvSpPr>
          <p:cNvPr id="4" name="Rectangle 3">
            <a:extLst>
              <a:ext uri="{FF2B5EF4-FFF2-40B4-BE49-F238E27FC236}">
                <a16:creationId xmlns:a16="http://schemas.microsoft.com/office/drawing/2014/main" id="{06EE37C6-F1F0-402C-82DA-2E9534EAA577}"/>
              </a:ext>
            </a:extLst>
          </p:cNvPr>
          <p:cNvSpPr/>
          <p:nvPr/>
        </p:nvSpPr>
        <p:spPr>
          <a:xfrm>
            <a:off x="2587547" y="2391466"/>
            <a:ext cx="3903194" cy="1341084"/>
          </a:xfrm>
          <a:prstGeom prst="rect">
            <a:avLst/>
          </a:prstGeom>
          <a:solidFill>
            <a:srgbClr val="44525A"/>
          </a:solidFill>
          <a:ln>
            <a:solidFill>
              <a:srgbClr val="4452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latin typeface="Bahnschrift" panose="020B0502040204020203" pitchFamily="34" charset="0"/>
              </a:rPr>
              <a:t>\Program Files\Splunk</a:t>
            </a:r>
          </a:p>
        </p:txBody>
      </p:sp>
    </p:spTree>
    <p:extLst>
      <p:ext uri="{BB962C8B-B14F-4D97-AF65-F5344CB8AC3E}">
        <p14:creationId xmlns:p14="http://schemas.microsoft.com/office/powerpoint/2010/main" val="3521079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F360B8-C4DC-4BAC-A4C9-D089AD176CDB}"/>
              </a:ext>
            </a:extLst>
          </p:cNvPr>
          <p:cNvSpPr>
            <a:spLocks noGrp="1"/>
          </p:cNvSpPr>
          <p:nvPr>
            <p:ph type="title"/>
          </p:nvPr>
        </p:nvSpPr>
        <p:spPr/>
        <p:txBody>
          <a:bodyPr>
            <a:normAutofit fontScale="90000"/>
          </a:bodyPr>
          <a:lstStyle/>
          <a:p>
            <a:br>
              <a:rPr lang="en-US" b="1" i="0" dirty="0">
                <a:effectLst/>
                <a:latin typeface="Bahnschrift" panose="020B0502040204020203" pitchFamily="34" charset="0"/>
              </a:rPr>
            </a:br>
            <a:r>
              <a:rPr lang="en-US" sz="4000" b="1" i="0" dirty="0">
                <a:effectLst/>
                <a:latin typeface="Bahnschrift" panose="020B0502040204020203" pitchFamily="34" charset="0"/>
              </a:rPr>
              <a:t>Choose the Windows user Splunk should run as</a:t>
            </a:r>
            <a:br>
              <a:rPr lang="en-US" b="1" i="0" dirty="0">
                <a:effectLst/>
                <a:latin typeface="Bahnschrift" panose="020B0502040204020203" pitchFamily="34" charset="0"/>
              </a:rPr>
            </a:br>
            <a:endParaRPr lang="en-IN" dirty="0">
              <a:latin typeface="Bahnschrift" panose="020B0502040204020203" pitchFamily="34" charset="0"/>
            </a:endParaRPr>
          </a:p>
        </p:txBody>
      </p:sp>
      <p:pic>
        <p:nvPicPr>
          <p:cNvPr id="2" name="Picture 1">
            <a:extLst>
              <a:ext uri="{FF2B5EF4-FFF2-40B4-BE49-F238E27FC236}">
                <a16:creationId xmlns:a16="http://schemas.microsoft.com/office/drawing/2014/main" id="{84F9AC31-B978-4795-A791-7F7EC17717B6}"/>
              </a:ext>
            </a:extLst>
          </p:cNvPr>
          <p:cNvPicPr>
            <a:picLocks noChangeAspect="1"/>
          </p:cNvPicPr>
          <p:nvPr/>
        </p:nvPicPr>
        <p:blipFill>
          <a:blip r:embed="rId2"/>
          <a:stretch>
            <a:fillRect/>
          </a:stretch>
        </p:blipFill>
        <p:spPr>
          <a:xfrm>
            <a:off x="378731" y="1611348"/>
            <a:ext cx="8386537" cy="3840300"/>
          </a:xfrm>
          <a:prstGeom prst="rect">
            <a:avLst/>
          </a:prstGeom>
          <a:ln>
            <a:solidFill>
              <a:schemeClr val="tx1"/>
            </a:solidFill>
          </a:ln>
          <a:effectLst>
            <a:outerShdw blurRad="63500" sx="102000" sy="102000" algn="ctr" rotWithShape="0">
              <a:prstClr val="black">
                <a:alpha val="40000"/>
              </a:prstClr>
            </a:outerShdw>
          </a:effectLst>
        </p:spPr>
      </p:pic>
      <p:sp>
        <p:nvSpPr>
          <p:cNvPr id="6" name="Rectangle 2">
            <a:extLst>
              <a:ext uri="{FF2B5EF4-FFF2-40B4-BE49-F238E27FC236}">
                <a16:creationId xmlns:a16="http://schemas.microsoft.com/office/drawing/2014/main" id="{13F4649C-FDB0-4172-AD51-B4B1A779FB00}"/>
              </a:ext>
            </a:extLst>
          </p:cNvPr>
          <p:cNvSpPr>
            <a:spLocks noChangeArrowheads="1"/>
          </p:cNvSpPr>
          <p:nvPr/>
        </p:nvSpPr>
        <p:spPr bwMode="auto">
          <a:xfrm>
            <a:off x="149379" y="5686222"/>
            <a:ext cx="8650471" cy="1015663"/>
          </a:xfrm>
          <a:prstGeom prst="rect">
            <a:avLst/>
          </a:prstGeom>
          <a:solidFill>
            <a:srgbClr val="44525A"/>
          </a:solidFill>
          <a:ln>
            <a:noFill/>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bg1"/>
                </a:solidFill>
                <a:effectLst/>
                <a:latin typeface="Bahnschrift" panose="020B0502040204020203" pitchFamily="34" charset="0"/>
                <a:ea typeface="Calibri" panose="020F0502020204030204" pitchFamily="34" charset="0"/>
                <a:cs typeface="Arial" panose="020B0604020202020204" pitchFamily="34" charset="0"/>
              </a:rPr>
              <a:t>The Windows API has a path limitation of </a:t>
            </a:r>
            <a:r>
              <a:rPr kumimoji="0" lang="en-US" altLang="en-US" sz="2000" b="0" i="0" u="none" strike="noStrike" cap="none" normalizeH="0" baseline="0" dirty="0">
                <a:ln>
                  <a:noFill/>
                </a:ln>
                <a:solidFill>
                  <a:schemeClr val="bg1"/>
                </a:solidFill>
                <a:effectLst/>
                <a:latin typeface="Bahnschrift" panose="020B0502040204020203" pitchFamily="34" charset="0"/>
                <a:ea typeface="Calibri" panose="020F0502020204030204" pitchFamily="34" charset="0"/>
                <a:cs typeface="Courier New" panose="02070309020205020404" pitchFamily="49" charset="0"/>
              </a:rPr>
              <a:t>MAX_PATH</a:t>
            </a:r>
            <a:r>
              <a:rPr kumimoji="0" lang="en-US" altLang="en-US" sz="2000" b="0" i="0" u="none" strike="noStrike" cap="none" normalizeH="0" baseline="0" dirty="0">
                <a:ln>
                  <a:noFill/>
                </a:ln>
                <a:solidFill>
                  <a:schemeClr val="bg1"/>
                </a:solidFill>
                <a:effectLst/>
                <a:latin typeface="Bahnschrift" panose="020B0502040204020203" pitchFamily="34" charset="0"/>
                <a:ea typeface="Calibri" panose="020F0502020204030204" pitchFamily="34" charset="0"/>
                <a:cs typeface="Arial" panose="020B0604020202020204" pitchFamily="34" charset="0"/>
              </a:rPr>
              <a:t> which Microsoft defines as 260 characters including the drive letter, colon, backslash,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bg1"/>
                </a:solidFill>
                <a:effectLst/>
                <a:latin typeface="Bahnschrift" panose="020B0502040204020203" pitchFamily="34" charset="0"/>
                <a:ea typeface="Calibri" panose="020F0502020204030204" pitchFamily="34" charset="0"/>
                <a:cs typeface="Arial" panose="020B0604020202020204" pitchFamily="34" charset="0"/>
              </a:rPr>
              <a:t>256-characters for the path, and a null terminating character.</a:t>
            </a:r>
            <a:endParaRPr kumimoji="0" lang="en-US" altLang="en-US" sz="2000" b="0" i="0" u="none" strike="noStrike" cap="none" normalizeH="0" baseline="0" dirty="0">
              <a:ln>
                <a:noFill/>
              </a:ln>
              <a:solidFill>
                <a:schemeClr val="bg1"/>
              </a:solidFill>
              <a:effectLst/>
              <a:latin typeface="Bahnschrift" panose="020B0502040204020203" pitchFamily="34" charset="0"/>
            </a:endParaRPr>
          </a:p>
        </p:txBody>
      </p:sp>
    </p:spTree>
    <p:extLst>
      <p:ext uri="{BB962C8B-B14F-4D97-AF65-F5344CB8AC3E}">
        <p14:creationId xmlns:p14="http://schemas.microsoft.com/office/powerpoint/2010/main" val="3768073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F321DC-C27A-451A-ACF6-998608CB63C9}"/>
              </a:ext>
            </a:extLst>
          </p:cNvPr>
          <p:cNvSpPr>
            <a:spLocks noGrp="1"/>
          </p:cNvSpPr>
          <p:nvPr>
            <p:ph idx="1"/>
          </p:nvPr>
        </p:nvSpPr>
        <p:spPr/>
        <p:txBody>
          <a:bodyPr/>
          <a:lstStyle/>
          <a:p>
            <a:r>
              <a:rPr lang="en-US" b="0" i="0" dirty="0">
                <a:solidFill>
                  <a:srgbClr val="000000"/>
                </a:solidFill>
                <a:effectLst/>
              </a:rPr>
              <a:t> Installing the software into a directory with a short path length</a:t>
            </a:r>
          </a:p>
          <a:p>
            <a:pPr marL="0" indent="0">
              <a:buNone/>
            </a:pPr>
            <a:endParaRPr lang="en-IN" dirty="0"/>
          </a:p>
        </p:txBody>
      </p:sp>
      <p:sp>
        <p:nvSpPr>
          <p:cNvPr id="3" name="Title 2">
            <a:extLst>
              <a:ext uri="{FF2B5EF4-FFF2-40B4-BE49-F238E27FC236}">
                <a16:creationId xmlns:a16="http://schemas.microsoft.com/office/drawing/2014/main" id="{7056FFFD-54A2-4152-9DB2-62B731DF498A}"/>
              </a:ext>
            </a:extLst>
          </p:cNvPr>
          <p:cNvSpPr>
            <a:spLocks noGrp="1"/>
          </p:cNvSpPr>
          <p:nvPr>
            <p:ph type="title"/>
          </p:nvPr>
        </p:nvSpPr>
        <p:spPr/>
        <p:txBody>
          <a:bodyPr>
            <a:normAutofit fontScale="90000"/>
          </a:bodyPr>
          <a:lstStyle/>
          <a:p>
            <a:br>
              <a:rPr lang="en-US" b="1" i="0" dirty="0">
                <a:effectLst/>
                <a:latin typeface="Bahnschrift" panose="020B0502040204020203" pitchFamily="34" charset="0"/>
              </a:rPr>
            </a:br>
            <a:r>
              <a:rPr lang="en-US" sz="4000" b="1" i="0" dirty="0">
                <a:effectLst/>
                <a:latin typeface="Bahnschrift" panose="020B0502040204020203" pitchFamily="34" charset="0"/>
              </a:rPr>
              <a:t>Choose the Windows user Splunk should run as</a:t>
            </a:r>
            <a:br>
              <a:rPr lang="en-US" b="1" i="0" dirty="0">
                <a:effectLst/>
                <a:latin typeface="Bahnschrift" panose="020B0502040204020203" pitchFamily="34" charset="0"/>
              </a:rPr>
            </a:br>
            <a:r>
              <a:rPr lang="en-US" b="1" i="0" dirty="0">
                <a:effectLst/>
                <a:latin typeface="Bahnschrift" panose="020B0502040204020203" pitchFamily="34" charset="0"/>
              </a:rPr>
              <a:t>	</a:t>
            </a:r>
            <a:endParaRPr lang="en-IN" dirty="0"/>
          </a:p>
        </p:txBody>
      </p:sp>
      <p:sp>
        <p:nvSpPr>
          <p:cNvPr id="4" name="Rectangle 3">
            <a:extLst>
              <a:ext uri="{FF2B5EF4-FFF2-40B4-BE49-F238E27FC236}">
                <a16:creationId xmlns:a16="http://schemas.microsoft.com/office/drawing/2014/main" id="{110EE360-9C57-4446-B968-49B9461E4A60}"/>
              </a:ext>
            </a:extLst>
          </p:cNvPr>
          <p:cNvSpPr/>
          <p:nvPr/>
        </p:nvSpPr>
        <p:spPr>
          <a:xfrm>
            <a:off x="2484358" y="3673986"/>
            <a:ext cx="3976401" cy="1152847"/>
          </a:xfrm>
          <a:prstGeom prst="rect">
            <a:avLst/>
          </a:prstGeom>
          <a:solidFill>
            <a:srgbClr val="44525A"/>
          </a:solidFill>
          <a:ln>
            <a:solidFill>
              <a:srgbClr val="4452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IN" sz="2600" dirty="0">
                <a:effectLst/>
                <a:latin typeface="Bahnschrift" panose="020B0502040204020203" pitchFamily="34" charset="0"/>
                <a:ea typeface="Calibri" panose="020F0502020204030204" pitchFamily="34" charset="0"/>
                <a:cs typeface="Times New Roman" panose="02020603050405020304" pitchFamily="18" charset="0"/>
              </a:rPr>
              <a:t>C:\Splunk or D:\SPL</a:t>
            </a:r>
          </a:p>
        </p:txBody>
      </p:sp>
    </p:spTree>
    <p:extLst>
      <p:ext uri="{BB962C8B-B14F-4D97-AF65-F5344CB8AC3E}">
        <p14:creationId xmlns:p14="http://schemas.microsoft.com/office/powerpoint/2010/main" val="2511517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52ED9-94C3-4FF1-8106-C9BC5C9CDB83}"/>
              </a:ext>
            </a:extLst>
          </p:cNvPr>
          <p:cNvSpPr>
            <a:spLocks noGrp="1"/>
          </p:cNvSpPr>
          <p:nvPr>
            <p:ph type="title"/>
          </p:nvPr>
        </p:nvSpPr>
        <p:spPr>
          <a:xfrm>
            <a:off x="743809" y="1994552"/>
            <a:ext cx="7886700" cy="2852737"/>
          </a:xfrm>
        </p:spPr>
        <p:txBody>
          <a:bodyPr>
            <a:normAutofit fontScale="90000"/>
          </a:bodyPr>
          <a:lstStyle/>
          <a:p>
            <a:pPr algn="ctr"/>
            <a:r>
              <a:rPr lang="en-IN" b="1" i="0" u="none" strike="noStrike" dirty="0">
                <a:solidFill>
                  <a:srgbClr val="2D2D2D"/>
                </a:solidFill>
                <a:effectLst/>
                <a:latin typeface="Bahnschrift" panose="020B0502040204020203" pitchFamily="34" charset="0"/>
              </a:rPr>
              <a:t>Install Splunk Enterprise via the GUI installer</a:t>
            </a:r>
            <a:br>
              <a:rPr lang="en-IN" b="1" i="0" dirty="0">
                <a:solidFill>
                  <a:srgbClr val="2D2D2D"/>
                </a:solidFill>
                <a:effectLst/>
                <a:latin typeface="Bahnschrift" panose="020B0502040204020203" pitchFamily="34" charset="0"/>
              </a:rPr>
            </a:br>
            <a:endParaRPr lang="en-IN" dirty="0">
              <a:latin typeface="Bahnschrift" panose="020B0502040204020203" pitchFamily="34" charset="0"/>
            </a:endParaRPr>
          </a:p>
        </p:txBody>
      </p:sp>
    </p:spTree>
    <p:extLst>
      <p:ext uri="{BB962C8B-B14F-4D97-AF65-F5344CB8AC3E}">
        <p14:creationId xmlns:p14="http://schemas.microsoft.com/office/powerpoint/2010/main" val="63014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E36C9C-1AC9-43AC-B637-AD2B9E37B5C8}"/>
              </a:ext>
            </a:extLst>
          </p:cNvPr>
          <p:cNvSpPr>
            <a:spLocks noGrp="1"/>
          </p:cNvSpPr>
          <p:nvPr>
            <p:ph idx="1"/>
          </p:nvPr>
        </p:nvSpPr>
        <p:spPr/>
        <p:txBody>
          <a:bodyPr/>
          <a:lstStyle/>
          <a:p>
            <a:pPr marL="514350" indent="-514350">
              <a:buFont typeface="+mj-lt"/>
              <a:buAutoNum type="arabicPeriod"/>
            </a:pPr>
            <a:r>
              <a:rPr lang="en-IN" dirty="0"/>
              <a:t>https://www.splunk.com/en_us/download.html</a:t>
            </a:r>
          </a:p>
        </p:txBody>
      </p:sp>
      <p:sp>
        <p:nvSpPr>
          <p:cNvPr id="5" name="Title 4">
            <a:extLst>
              <a:ext uri="{FF2B5EF4-FFF2-40B4-BE49-F238E27FC236}">
                <a16:creationId xmlns:a16="http://schemas.microsoft.com/office/drawing/2014/main" id="{8FC0CB0C-D610-42EA-870E-E723C9AFA289}"/>
              </a:ext>
            </a:extLst>
          </p:cNvPr>
          <p:cNvSpPr>
            <a:spLocks noGrp="1"/>
          </p:cNvSpPr>
          <p:nvPr>
            <p:ph type="title"/>
          </p:nvPr>
        </p:nvSpPr>
        <p:spPr/>
        <p:txBody>
          <a:bodyPr/>
          <a:lstStyle/>
          <a:p>
            <a:r>
              <a:rPr lang="en-IN" sz="3600" b="1" i="0" u="none" strike="noStrike" dirty="0">
                <a:effectLst/>
                <a:latin typeface="Bahnschrift" panose="020B0502040204020203" pitchFamily="34" charset="0"/>
              </a:rPr>
              <a:t>Install Splunk Enterprise via the GUI installer</a:t>
            </a:r>
            <a:endParaRPr lang="en-IN" b="1" dirty="0"/>
          </a:p>
        </p:txBody>
      </p:sp>
    </p:spTree>
    <p:extLst>
      <p:ext uri="{BB962C8B-B14F-4D97-AF65-F5344CB8AC3E}">
        <p14:creationId xmlns:p14="http://schemas.microsoft.com/office/powerpoint/2010/main" val="1820676280"/>
      </p:ext>
    </p:extLst>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E36C9C-1AC9-43AC-B637-AD2B9E37B5C8}"/>
              </a:ext>
            </a:extLst>
          </p:cNvPr>
          <p:cNvSpPr>
            <a:spLocks noGrp="1"/>
          </p:cNvSpPr>
          <p:nvPr>
            <p:ph idx="1"/>
          </p:nvPr>
        </p:nvSpPr>
        <p:spPr/>
        <p:txBody>
          <a:bodyPr/>
          <a:lstStyle/>
          <a:p>
            <a:pPr indent="-514350" marL="514350">
              <a:buFont typeface="+mj-lt"/>
              <a:buAutoNum type="arabicPeriod"/>
            </a:pPr>
            <a:r>
              <a:rPr dirty="0" lang="en-IN"/>
              <a:t>https://www.splunk.com/en_us/download.html</a:t>
            </a:r>
          </a:p>
        </p:txBody>
      </p:sp>
      <p:pic>
        <p:nvPicPr>
          <p:cNvPr id="5" name="Picture 4">
            <a:extLst>
              <a:ext uri="{FF2B5EF4-FFF2-40B4-BE49-F238E27FC236}">
                <a16:creationId xmlns:a16="http://schemas.microsoft.com/office/drawing/2014/main" id="{AEC45217-493A-4CBF-B954-31589159B3EC}"/>
              </a:ext>
            </a:extLst>
          </p:cNvPr>
          <p:cNvPicPr>
            <a:picLocks noChangeAspect="1"/>
          </p:cNvPicPr>
          <p:nvPr/>
        </p:nvPicPr>
        <p:blipFill rotWithShape="1">
          <a:blip r:embed="rId2"/>
          <a:srcRect b="-56" r="10"/>
          <a:stretch/>
        </p:blipFill>
        <p:spPr>
          <a:xfrm>
            <a:off x="119921" y="2470557"/>
            <a:ext cx="8772329" cy="4020184"/>
          </a:xfrm>
          <a:prstGeom prst="rect">
            <a:avLst/>
          </a:prstGeom>
        </p:spPr>
      </p:pic>
      <p:sp>
        <p:nvSpPr>
          <p:cNvPr id="6" name="Title 5">
            <a:extLst>
              <a:ext uri="{FF2B5EF4-FFF2-40B4-BE49-F238E27FC236}">
                <a16:creationId xmlns:a16="http://schemas.microsoft.com/office/drawing/2014/main" id="{5B48DC0E-1B39-4505-8D2C-53F9DD36F0B9}"/>
              </a:ext>
            </a:extLst>
          </p:cNvPr>
          <p:cNvSpPr>
            <a:spLocks noGrp="1"/>
          </p:cNvSpPr>
          <p:nvPr>
            <p:ph type="title"/>
          </p:nvPr>
        </p:nvSpPr>
        <p:spPr/>
        <p:txBody>
          <a:bodyPr>
            <a:normAutofit/>
          </a:bodyPr>
          <a:lstStyle/>
          <a:p>
            <a:r>
              <a:rPr b="1" dirty="0" i="0" lang="en-IN" strike="noStrike" u="none">
                <a:effectLst/>
                <a:latin charset="0" panose="020B0502040204020203" pitchFamily="34" typeface="Bahnschrift"/>
              </a:rPr>
              <a:t>Install Splunk Enterprise via the GUI installer</a:t>
            </a:r>
            <a:endParaRPr dirty="0" lang="en-IN"/>
          </a:p>
        </p:txBody>
      </p:sp>
    </p:spTree>
    <p:extLst>
      <p:ext uri="{BB962C8B-B14F-4D97-AF65-F5344CB8AC3E}">
        <p14:creationId xmlns:p14="http://schemas.microsoft.com/office/powerpoint/2010/main" val="1872216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E36C9C-1AC9-43AC-B637-AD2B9E37B5C8}"/>
              </a:ext>
            </a:extLst>
          </p:cNvPr>
          <p:cNvSpPr>
            <a:spLocks noGrp="1"/>
          </p:cNvSpPr>
          <p:nvPr>
            <p:ph idx="1"/>
          </p:nvPr>
        </p:nvSpPr>
        <p:spPr/>
        <p:txBody>
          <a:bodyPr/>
          <a:lstStyle/>
          <a:p>
            <a:pPr marL="514350" indent="-514350">
              <a:buFont typeface="+mj-lt"/>
              <a:buAutoNum type="arabicPeriod"/>
            </a:pPr>
            <a:r>
              <a:rPr lang="en-IN" dirty="0">
                <a:hlinkClick r:id="rId2"/>
              </a:rPr>
              <a:t>https://www.splunk.com/en_us/download.html</a:t>
            </a:r>
            <a:endParaRPr lang="en-IN" dirty="0"/>
          </a:p>
          <a:p>
            <a:pPr marL="514350" indent="-514350">
              <a:buFont typeface="+mj-lt"/>
              <a:buAutoNum type="arabicPeriod"/>
            </a:pPr>
            <a:r>
              <a:rPr lang="en-IN" dirty="0"/>
              <a:t>Double click the splunk.msi file.</a:t>
            </a:r>
          </a:p>
          <a:p>
            <a:pPr marL="514350" indent="-514350">
              <a:buFont typeface="+mj-lt"/>
              <a:buAutoNum type="arabicPeriod"/>
            </a:pPr>
            <a:endParaRPr lang="en-IN" dirty="0"/>
          </a:p>
        </p:txBody>
      </p:sp>
      <p:pic>
        <p:nvPicPr>
          <p:cNvPr id="4" name="Picture 3">
            <a:extLst>
              <a:ext uri="{FF2B5EF4-FFF2-40B4-BE49-F238E27FC236}">
                <a16:creationId xmlns:a16="http://schemas.microsoft.com/office/drawing/2014/main" id="{F356DE68-CF2E-44C1-ABD2-D5E5E3885425}"/>
              </a:ext>
            </a:extLst>
          </p:cNvPr>
          <p:cNvPicPr>
            <a:picLocks noChangeAspect="1"/>
          </p:cNvPicPr>
          <p:nvPr/>
        </p:nvPicPr>
        <p:blipFill>
          <a:blip r:embed="rId3"/>
          <a:stretch>
            <a:fillRect/>
          </a:stretch>
        </p:blipFill>
        <p:spPr>
          <a:xfrm>
            <a:off x="2563318" y="3105349"/>
            <a:ext cx="4655666" cy="3590036"/>
          </a:xfrm>
          <a:prstGeom prst="rect">
            <a:avLst/>
          </a:prstGeom>
        </p:spPr>
      </p:pic>
      <p:sp>
        <p:nvSpPr>
          <p:cNvPr id="6" name="Title 5">
            <a:extLst>
              <a:ext uri="{FF2B5EF4-FFF2-40B4-BE49-F238E27FC236}">
                <a16:creationId xmlns:a16="http://schemas.microsoft.com/office/drawing/2014/main" id="{63C4CF06-BA8C-425B-9993-81A6836E00A4}"/>
              </a:ext>
            </a:extLst>
          </p:cNvPr>
          <p:cNvSpPr>
            <a:spLocks noGrp="1"/>
          </p:cNvSpPr>
          <p:nvPr>
            <p:ph type="title"/>
          </p:nvPr>
        </p:nvSpPr>
        <p:spPr/>
        <p:txBody>
          <a:bodyPr/>
          <a:lstStyle/>
          <a:p>
            <a:r>
              <a:rPr lang="en-IN" sz="3600" b="1" i="0" u="none" strike="noStrike" dirty="0">
                <a:effectLst/>
                <a:latin typeface="Bahnschrift" panose="020B0502040204020203" pitchFamily="34" charset="0"/>
              </a:rPr>
              <a:t>Install Splunk Enterprise via the GUI installer</a:t>
            </a:r>
            <a:endParaRPr lang="en-IN" dirty="0"/>
          </a:p>
        </p:txBody>
      </p:sp>
    </p:spTree>
    <p:extLst>
      <p:ext uri="{BB962C8B-B14F-4D97-AF65-F5344CB8AC3E}">
        <p14:creationId xmlns:p14="http://schemas.microsoft.com/office/powerpoint/2010/main" val="339551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2C965E4-2139-4689-A21B-58C8B0B041E3}"/>
              </a:ext>
            </a:extLst>
          </p:cNvPr>
          <p:cNvPicPr>
            <a:picLocks noGrp="1" noChangeAspect="1"/>
          </p:cNvPicPr>
          <p:nvPr>
            <p:ph idx="1"/>
          </p:nvPr>
        </p:nvPicPr>
        <p:blipFill>
          <a:blip r:embed="rId2"/>
          <a:stretch>
            <a:fillRect/>
          </a:stretch>
        </p:blipFill>
        <p:spPr>
          <a:xfrm>
            <a:off x="1415140" y="1693889"/>
            <a:ext cx="6325313" cy="4908706"/>
          </a:xfrm>
        </p:spPr>
      </p:pic>
      <p:sp>
        <p:nvSpPr>
          <p:cNvPr id="4" name="Title 3">
            <a:extLst>
              <a:ext uri="{FF2B5EF4-FFF2-40B4-BE49-F238E27FC236}">
                <a16:creationId xmlns:a16="http://schemas.microsoft.com/office/drawing/2014/main" id="{8AE98B73-3E46-4A8F-8BB6-6AC259141076}"/>
              </a:ext>
            </a:extLst>
          </p:cNvPr>
          <p:cNvSpPr>
            <a:spLocks noGrp="1"/>
          </p:cNvSpPr>
          <p:nvPr>
            <p:ph type="title"/>
          </p:nvPr>
        </p:nvSpPr>
        <p:spPr/>
        <p:txBody>
          <a:bodyPr/>
          <a:lstStyle/>
          <a:p>
            <a:r>
              <a:rPr lang="en-IN" sz="3600" b="1" i="0" u="none" strike="noStrike" dirty="0">
                <a:effectLst/>
                <a:latin typeface="Bahnschrift" panose="020B0502040204020203" pitchFamily="34" charset="0"/>
              </a:rPr>
              <a:t>Install Splunk Enterprise via the GUI installer</a:t>
            </a:r>
            <a:endParaRPr lang="en-IN" dirty="0"/>
          </a:p>
        </p:txBody>
      </p:sp>
    </p:spTree>
    <p:extLst>
      <p:ext uri="{BB962C8B-B14F-4D97-AF65-F5344CB8AC3E}">
        <p14:creationId xmlns:p14="http://schemas.microsoft.com/office/powerpoint/2010/main" val="2116886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2C965E4-2139-4689-A21B-58C8B0B041E3}"/>
              </a:ext>
            </a:extLst>
          </p:cNvPr>
          <p:cNvPicPr>
            <a:picLocks noGrp="1" noChangeAspect="1"/>
          </p:cNvPicPr>
          <p:nvPr>
            <p:ph idx="1"/>
          </p:nvPr>
        </p:nvPicPr>
        <p:blipFill rotWithShape="1">
          <a:blip r:embed="rId2"/>
          <a:srcRect l="44196" t="90268"/>
          <a:stretch/>
        </p:blipFill>
        <p:spPr>
          <a:xfrm>
            <a:off x="143490" y="3163529"/>
            <a:ext cx="8822622" cy="1194020"/>
          </a:xfrm>
        </p:spPr>
      </p:pic>
      <p:sp>
        <p:nvSpPr>
          <p:cNvPr id="4" name="Title 3">
            <a:extLst>
              <a:ext uri="{FF2B5EF4-FFF2-40B4-BE49-F238E27FC236}">
                <a16:creationId xmlns:a16="http://schemas.microsoft.com/office/drawing/2014/main" id="{E231AD87-0CA0-4F4E-B9A2-35593C25B8DE}"/>
              </a:ext>
            </a:extLst>
          </p:cNvPr>
          <p:cNvSpPr>
            <a:spLocks noGrp="1"/>
          </p:cNvSpPr>
          <p:nvPr>
            <p:ph type="title"/>
          </p:nvPr>
        </p:nvSpPr>
        <p:spPr/>
        <p:txBody>
          <a:bodyPr/>
          <a:lstStyle/>
          <a:p>
            <a:r>
              <a:rPr lang="en-IN" sz="3600" b="1" i="0" u="none" strike="noStrike" dirty="0">
                <a:effectLst/>
                <a:latin typeface="Bahnschrift" panose="020B0502040204020203" pitchFamily="34" charset="0"/>
              </a:rPr>
              <a:t>Install Splunk Enterprise via the GUI installer</a:t>
            </a:r>
            <a:endParaRPr lang="en-IN" dirty="0"/>
          </a:p>
        </p:txBody>
      </p:sp>
    </p:spTree>
    <p:extLst>
      <p:ext uri="{BB962C8B-B14F-4D97-AF65-F5344CB8AC3E}">
        <p14:creationId xmlns:p14="http://schemas.microsoft.com/office/powerpoint/2010/main" val="871793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F438F-37B2-49C8-A0F0-7CD4DAF57AC4}"/>
              </a:ext>
            </a:extLst>
          </p:cNvPr>
          <p:cNvSpPr>
            <a:spLocks noGrp="1"/>
          </p:cNvSpPr>
          <p:nvPr>
            <p:ph type="title"/>
          </p:nvPr>
        </p:nvSpPr>
        <p:spPr>
          <a:xfrm>
            <a:off x="638878" y="1484886"/>
            <a:ext cx="7886700" cy="2852737"/>
          </a:xfrm>
        </p:spPr>
        <p:txBody>
          <a:bodyPr/>
          <a:lstStyle/>
          <a:p>
            <a:pPr algn="ctr"/>
            <a:r>
              <a:rPr lang="en-US" b="1" i="0" dirty="0">
                <a:effectLst/>
                <a:latin typeface="Bahnschrift" panose="020B0502040204020203" pitchFamily="34" charset="0"/>
              </a:rPr>
              <a:t>Customize options during the installation</a:t>
            </a:r>
            <a:endParaRPr lang="en-IN" dirty="0"/>
          </a:p>
        </p:txBody>
      </p:sp>
    </p:spTree>
    <p:extLst>
      <p:ext uri="{BB962C8B-B14F-4D97-AF65-F5344CB8AC3E}">
        <p14:creationId xmlns:p14="http://schemas.microsoft.com/office/powerpoint/2010/main" val="443253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60E35BF-032B-46BD-973D-E4E9731BC16C}"/>
              </a:ext>
            </a:extLst>
          </p:cNvPr>
          <p:cNvPicPr>
            <a:picLocks noGrp="1" noChangeAspect="1"/>
          </p:cNvPicPr>
          <p:nvPr>
            <p:ph idx="1"/>
          </p:nvPr>
        </p:nvPicPr>
        <p:blipFill>
          <a:blip r:embed="rId2"/>
          <a:stretch>
            <a:fillRect/>
          </a:stretch>
        </p:blipFill>
        <p:spPr>
          <a:xfrm>
            <a:off x="1706562" y="1469035"/>
            <a:ext cx="5925790" cy="4575513"/>
          </a:xfrm>
        </p:spPr>
      </p:pic>
      <p:sp>
        <p:nvSpPr>
          <p:cNvPr id="9" name="TextBox 8">
            <a:extLst>
              <a:ext uri="{FF2B5EF4-FFF2-40B4-BE49-F238E27FC236}">
                <a16:creationId xmlns:a16="http://schemas.microsoft.com/office/drawing/2014/main" id="{0A153E49-EA2F-4FEA-B8E5-56C8B9B536B2}"/>
              </a:ext>
            </a:extLst>
          </p:cNvPr>
          <p:cNvSpPr txBox="1"/>
          <p:nvPr/>
        </p:nvSpPr>
        <p:spPr>
          <a:xfrm>
            <a:off x="2966485" y="6282173"/>
            <a:ext cx="3062175" cy="400110"/>
          </a:xfrm>
          <a:prstGeom prst="rect">
            <a:avLst/>
          </a:prstGeom>
          <a:solidFill>
            <a:srgbClr val="44525A"/>
          </a:solidFill>
        </p:spPr>
        <p:txBody>
          <a:bodyPr wrap="square">
            <a:spAutoFit/>
          </a:bodyPr>
          <a:lstStyle/>
          <a:p>
            <a:pPr algn="ctr"/>
            <a:r>
              <a:rPr lang="en-IN" sz="2000" b="0" i="0" dirty="0">
                <a:solidFill>
                  <a:schemeClr val="bg1"/>
                </a:solidFill>
                <a:effectLst/>
                <a:latin typeface="Bahnschrift" panose="020B0502040204020203" pitchFamily="34" charset="0"/>
              </a:rPr>
              <a:t>Install Splunk Enterprise </a:t>
            </a:r>
            <a:endParaRPr lang="en-IN" sz="2000" dirty="0">
              <a:solidFill>
                <a:schemeClr val="bg1"/>
              </a:solidFill>
              <a:latin typeface="Bahnschrift" panose="020B0502040204020203" pitchFamily="34" charset="0"/>
            </a:endParaRPr>
          </a:p>
        </p:txBody>
      </p:sp>
      <p:sp>
        <p:nvSpPr>
          <p:cNvPr id="4" name="Title 3">
            <a:extLst>
              <a:ext uri="{FF2B5EF4-FFF2-40B4-BE49-F238E27FC236}">
                <a16:creationId xmlns:a16="http://schemas.microsoft.com/office/drawing/2014/main" id="{1C630EB4-6E05-40D1-9A79-A99899D4013D}"/>
              </a:ext>
            </a:extLst>
          </p:cNvPr>
          <p:cNvSpPr>
            <a:spLocks noGrp="1"/>
          </p:cNvSpPr>
          <p:nvPr>
            <p:ph type="title"/>
          </p:nvPr>
        </p:nvSpPr>
        <p:spPr/>
        <p:txBody>
          <a:bodyPr/>
          <a:lstStyle/>
          <a:p>
            <a:r>
              <a:rPr lang="en-IN" sz="3600" b="1" i="0" u="none" strike="noStrike" dirty="0">
                <a:effectLst/>
                <a:latin typeface="Bahnschrift" panose="020B0502040204020203" pitchFamily="34" charset="0"/>
              </a:rPr>
              <a:t>Install Splunk Enterprise via the GUI installer</a:t>
            </a:r>
            <a:endParaRPr lang="en-IN" dirty="0"/>
          </a:p>
        </p:txBody>
      </p:sp>
    </p:spTree>
    <p:extLst>
      <p:ext uri="{BB962C8B-B14F-4D97-AF65-F5344CB8AC3E}">
        <p14:creationId xmlns:p14="http://schemas.microsoft.com/office/powerpoint/2010/main" val="3701175098"/>
      </p:ext>
    </p:extLst>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0267A58-FA88-4369-A5CB-8B96CED58011}"/>
              </a:ext>
            </a:extLst>
          </p:cNvPr>
          <p:cNvPicPr>
            <a:picLocks noChangeAspect="1" noGrp="1"/>
          </p:cNvPicPr>
          <p:nvPr>
            <p:ph idx="1"/>
          </p:nvPr>
        </p:nvPicPr>
        <p:blipFill rotWithShape="1">
          <a:blip r:embed="rId2"/>
          <a:srcRect b="66" r="77"/>
          <a:stretch/>
        </p:blipFill>
        <p:spPr>
          <a:xfrm>
            <a:off x="2278766" y="1559152"/>
            <a:ext cx="4646428" cy="4899468"/>
          </a:xfrm>
          <a:prstGeom prst="rect">
            <a:avLst/>
          </a:prstGeom>
          <a:ln>
            <a:solidFill>
              <a:schemeClr val="tx1"/>
            </a:solidFill>
          </a:ln>
          <a:effectLst>
            <a:outerShdw algn="ctr" blurRad="63500" rotWithShape="0" sx="102000" sy="102000">
              <a:prstClr val="black">
                <a:alpha val="40000"/>
              </a:prstClr>
            </a:outerShdw>
          </a:effectLst>
        </p:spPr>
      </p:pic>
      <p:sp>
        <p:nvSpPr>
          <p:cNvPr id="6" name="Rectangle: Rounded Corners 5">
            <a:extLst>
              <a:ext uri="{FF2B5EF4-FFF2-40B4-BE49-F238E27FC236}">
                <a16:creationId xmlns:a16="http://schemas.microsoft.com/office/drawing/2014/main" id="{76F83111-123D-4022-A6C0-BF490D5BA914}"/>
              </a:ext>
            </a:extLst>
          </p:cNvPr>
          <p:cNvSpPr/>
          <p:nvPr/>
        </p:nvSpPr>
        <p:spPr>
          <a:xfrm>
            <a:off x="3636335" y="3827721"/>
            <a:ext cx="1988288" cy="446567"/>
          </a:xfrm>
          <a:prstGeom prst="roundRect">
            <a:avLst/>
          </a:prstGeom>
          <a:solidFill>
            <a:schemeClr val="accent2">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IN"/>
          </a:p>
        </p:txBody>
      </p:sp>
      <p:sp>
        <p:nvSpPr>
          <p:cNvPr id="10" name="Rectangle: Rounded Corners 9">
            <a:extLst>
              <a:ext uri="{FF2B5EF4-FFF2-40B4-BE49-F238E27FC236}">
                <a16:creationId xmlns:a16="http://schemas.microsoft.com/office/drawing/2014/main" id="{1B186A2B-21A5-44E9-B73C-48882030D9E4}"/>
              </a:ext>
            </a:extLst>
          </p:cNvPr>
          <p:cNvSpPr/>
          <p:nvPr/>
        </p:nvSpPr>
        <p:spPr>
          <a:xfrm>
            <a:off x="3636335" y="4862623"/>
            <a:ext cx="1988288" cy="446567"/>
          </a:xfrm>
          <a:prstGeom prst="roundRect">
            <a:avLst/>
          </a:prstGeom>
          <a:solidFill>
            <a:schemeClr val="accent2">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IN"/>
          </a:p>
        </p:txBody>
      </p:sp>
      <p:sp>
        <p:nvSpPr>
          <p:cNvPr id="4" name="Title 3">
            <a:extLst>
              <a:ext uri="{FF2B5EF4-FFF2-40B4-BE49-F238E27FC236}">
                <a16:creationId xmlns:a16="http://schemas.microsoft.com/office/drawing/2014/main" id="{4194BE12-5981-48E9-B3DE-3681F88D3D21}"/>
              </a:ext>
            </a:extLst>
          </p:cNvPr>
          <p:cNvSpPr>
            <a:spLocks noGrp="1"/>
          </p:cNvSpPr>
          <p:nvPr>
            <p:ph type="title"/>
          </p:nvPr>
        </p:nvSpPr>
        <p:spPr/>
        <p:txBody>
          <a:bodyPr/>
          <a:lstStyle/>
          <a:p>
            <a:r>
              <a:rPr b="1" dirty="0" i="0" lang="en-US">
                <a:effectLst/>
                <a:latin charset="0" panose="020B0502040204020203" pitchFamily="34" typeface="Bahnschrift"/>
              </a:rPr>
              <a:t>Customize options during the installation</a:t>
            </a:r>
            <a:endParaRPr dirty="0" lang="en-IN"/>
          </a:p>
        </p:txBody>
      </p:sp>
    </p:spTree>
    <p:extLst>
      <p:ext uri="{BB962C8B-B14F-4D97-AF65-F5344CB8AC3E}">
        <p14:creationId xmlns:p14="http://schemas.microsoft.com/office/powerpoint/2010/main" val="2480116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2D6004-B53F-4ECD-8A93-02A27D3BEEE8}"/>
              </a:ext>
            </a:extLst>
          </p:cNvPr>
          <p:cNvSpPr>
            <a:spLocks noGrp="1"/>
          </p:cNvSpPr>
          <p:nvPr>
            <p:ph type="title"/>
          </p:nvPr>
        </p:nvSpPr>
        <p:spPr>
          <a:xfrm>
            <a:off x="338362" y="0"/>
            <a:ext cx="8400904" cy="1371600"/>
          </a:xfrm>
        </p:spPr>
        <p:txBody>
          <a:bodyPr/>
          <a:lstStyle/>
          <a:p>
            <a:r>
              <a:rPr lang="en-US" b="1" i="0" dirty="0">
                <a:effectLst/>
                <a:latin typeface="Bahnschrift" panose="020B0502040204020203" pitchFamily="34" charset="0"/>
              </a:rPr>
              <a:t>Customize options during the installation</a:t>
            </a:r>
            <a:endParaRPr lang="en-IN" dirty="0"/>
          </a:p>
        </p:txBody>
      </p:sp>
      <p:sp>
        <p:nvSpPr>
          <p:cNvPr id="4" name="Content Placeholder 3">
            <a:extLst>
              <a:ext uri="{FF2B5EF4-FFF2-40B4-BE49-F238E27FC236}">
                <a16:creationId xmlns:a16="http://schemas.microsoft.com/office/drawing/2014/main" id="{FD87527E-C141-4CCF-9FCA-381030CC1A0E}"/>
              </a:ext>
            </a:extLst>
          </p:cNvPr>
          <p:cNvSpPr>
            <a:spLocks noGrp="1"/>
          </p:cNvSpPr>
          <p:nvPr>
            <p:ph idx="1"/>
          </p:nvPr>
        </p:nvSpPr>
        <p:spPr>
          <a:xfrm>
            <a:off x="323371" y="1523214"/>
            <a:ext cx="8386537" cy="5004884"/>
          </a:xfrm>
        </p:spPr>
        <p:txBody>
          <a:bodyPr>
            <a:normAutofit/>
          </a:bodyPr>
          <a:lstStyle/>
          <a:p>
            <a:pPr algn="just"/>
            <a:r>
              <a:rPr lang="en-US" sz="2600" b="0" i="0" dirty="0">
                <a:solidFill>
                  <a:srgbClr val="000000"/>
                </a:solidFill>
                <a:effectLst/>
              </a:rPr>
              <a:t>These services install and run as the user you specify on the "Choose the user Splunk Enterprise should run as" panel. You can choose to run Splunk Enterprise as the Local System user, or another user.</a:t>
            </a:r>
          </a:p>
          <a:p>
            <a:pPr algn="just"/>
            <a:r>
              <a:rPr lang="en-US" sz="2600" dirty="0">
                <a:solidFill>
                  <a:srgbClr val="000000"/>
                </a:solidFill>
              </a:rPr>
              <a:t>domain\username format</a:t>
            </a:r>
            <a:endParaRPr lang="en-IN" sz="2600" dirty="0"/>
          </a:p>
        </p:txBody>
      </p:sp>
    </p:spTree>
    <p:extLst>
      <p:ext uri="{BB962C8B-B14F-4D97-AF65-F5344CB8AC3E}">
        <p14:creationId xmlns:p14="http://schemas.microsoft.com/office/powerpoint/2010/main" val="86021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2D6004-B53F-4ECD-8A93-02A27D3BEEE8}"/>
              </a:ext>
            </a:extLst>
          </p:cNvPr>
          <p:cNvSpPr>
            <a:spLocks noGrp="1"/>
          </p:cNvSpPr>
          <p:nvPr>
            <p:ph type="title"/>
          </p:nvPr>
        </p:nvSpPr>
        <p:spPr>
          <a:xfrm>
            <a:off x="338362" y="0"/>
            <a:ext cx="8445874" cy="1371600"/>
          </a:xfrm>
        </p:spPr>
        <p:txBody>
          <a:bodyPr/>
          <a:lstStyle/>
          <a:p>
            <a:r>
              <a:rPr lang="en-US" b="1" i="0" dirty="0">
                <a:effectLst/>
                <a:latin typeface="Bahnschrift" panose="020B0502040204020203" pitchFamily="34" charset="0"/>
              </a:rPr>
              <a:t>Customize options during the installation</a:t>
            </a:r>
            <a:endParaRPr lang="en-IN" dirty="0"/>
          </a:p>
        </p:txBody>
      </p:sp>
      <p:sp>
        <p:nvSpPr>
          <p:cNvPr id="4" name="Content Placeholder 3">
            <a:extLst>
              <a:ext uri="{FF2B5EF4-FFF2-40B4-BE49-F238E27FC236}">
                <a16:creationId xmlns:a16="http://schemas.microsoft.com/office/drawing/2014/main" id="{FD87527E-C141-4CCF-9FCA-381030CC1A0E}"/>
              </a:ext>
            </a:extLst>
          </p:cNvPr>
          <p:cNvSpPr>
            <a:spLocks noGrp="1"/>
          </p:cNvSpPr>
          <p:nvPr>
            <p:ph idx="1"/>
          </p:nvPr>
        </p:nvSpPr>
        <p:spPr>
          <a:xfrm>
            <a:off x="233431" y="1463252"/>
            <a:ext cx="8505835" cy="5282321"/>
          </a:xfrm>
        </p:spPr>
        <p:txBody>
          <a:bodyPr>
            <a:normAutofit/>
          </a:bodyPr>
          <a:lstStyle/>
          <a:p>
            <a:pPr algn="just"/>
            <a:r>
              <a:rPr lang="en-US" sz="2600" b="0" i="0" dirty="0">
                <a:solidFill>
                  <a:srgbClr val="000000"/>
                </a:solidFill>
                <a:effectLst/>
              </a:rPr>
              <a:t>These services install and run as the user you specify on the "Choose the user Splunk Enterprise should run as" panel. You can choose to run Splunk Enterprise as the Local System user, or another user.</a:t>
            </a:r>
          </a:p>
          <a:p>
            <a:pPr algn="just"/>
            <a:r>
              <a:rPr lang="en-US" sz="2600" dirty="0">
                <a:solidFill>
                  <a:srgbClr val="000000"/>
                </a:solidFill>
              </a:rPr>
              <a:t>domain\username format.</a:t>
            </a:r>
          </a:p>
        </p:txBody>
      </p:sp>
    </p:spTree>
    <p:extLst>
      <p:ext uri="{BB962C8B-B14F-4D97-AF65-F5344CB8AC3E}">
        <p14:creationId xmlns:p14="http://schemas.microsoft.com/office/powerpoint/2010/main" val="1033942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2D6004-B53F-4ECD-8A93-02A27D3BEEE8}"/>
              </a:ext>
            </a:extLst>
          </p:cNvPr>
          <p:cNvSpPr>
            <a:spLocks noGrp="1"/>
          </p:cNvSpPr>
          <p:nvPr>
            <p:ph type="title"/>
          </p:nvPr>
        </p:nvSpPr>
        <p:spPr>
          <a:xfrm>
            <a:off x="338362" y="0"/>
            <a:ext cx="8445874" cy="1371600"/>
          </a:xfrm>
        </p:spPr>
        <p:txBody>
          <a:bodyPr/>
          <a:lstStyle/>
          <a:p>
            <a:r>
              <a:rPr lang="en-US" b="1" i="0" dirty="0">
                <a:effectLst/>
                <a:latin typeface="Bahnschrift" panose="020B0502040204020203" pitchFamily="34" charset="0"/>
              </a:rPr>
              <a:t>Customize options during the installation</a:t>
            </a:r>
            <a:endParaRPr lang="en-IN" dirty="0"/>
          </a:p>
        </p:txBody>
      </p:sp>
      <p:sp>
        <p:nvSpPr>
          <p:cNvPr id="4" name="Content Placeholder 3">
            <a:extLst>
              <a:ext uri="{FF2B5EF4-FFF2-40B4-BE49-F238E27FC236}">
                <a16:creationId xmlns:a16="http://schemas.microsoft.com/office/drawing/2014/main" id="{FD87527E-C141-4CCF-9FCA-381030CC1A0E}"/>
              </a:ext>
            </a:extLst>
          </p:cNvPr>
          <p:cNvSpPr>
            <a:spLocks noGrp="1"/>
          </p:cNvSpPr>
          <p:nvPr>
            <p:ph idx="1"/>
          </p:nvPr>
        </p:nvSpPr>
        <p:spPr>
          <a:xfrm>
            <a:off x="233432" y="1463252"/>
            <a:ext cx="8490844" cy="5282321"/>
          </a:xfrm>
        </p:spPr>
        <p:txBody>
          <a:bodyPr>
            <a:normAutofit/>
          </a:bodyPr>
          <a:lstStyle/>
          <a:p>
            <a:pPr algn="just"/>
            <a:r>
              <a:rPr lang="en-US" b="0" i="0" dirty="0">
                <a:solidFill>
                  <a:srgbClr val="000000"/>
                </a:solidFill>
                <a:effectLst/>
              </a:rPr>
              <a:t>Splunk Enterprise must run under </a:t>
            </a:r>
          </a:p>
          <a:p>
            <a:pPr lvl="1" algn="just"/>
            <a:r>
              <a:rPr lang="en-US" sz="2600" b="0" i="0" dirty="0">
                <a:solidFill>
                  <a:srgbClr val="000000"/>
                </a:solidFill>
                <a:effectLst/>
              </a:rPr>
              <a:t>either the Local System account or a valid user account with a valid password and local administrator privileges. </a:t>
            </a:r>
            <a:endParaRPr lang="en-IN" sz="2600" dirty="0"/>
          </a:p>
        </p:txBody>
      </p:sp>
    </p:spTree>
    <p:extLst>
      <p:ext uri="{BB962C8B-B14F-4D97-AF65-F5344CB8AC3E}">
        <p14:creationId xmlns:p14="http://schemas.microsoft.com/office/powerpoint/2010/main" val="13830028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61D4287-2A36-4947-B39D-E27DD50D06C2}"/>
              </a:ext>
            </a:extLst>
          </p:cNvPr>
          <p:cNvPicPr>
            <a:picLocks noGrp="1" noChangeAspect="1"/>
          </p:cNvPicPr>
          <p:nvPr>
            <p:ph idx="1"/>
          </p:nvPr>
        </p:nvPicPr>
        <p:blipFill>
          <a:blip r:embed="rId2"/>
          <a:stretch>
            <a:fillRect/>
          </a:stretch>
        </p:blipFill>
        <p:spPr>
          <a:xfrm>
            <a:off x="1517382" y="1703727"/>
            <a:ext cx="5906232" cy="4562162"/>
          </a:xfrm>
          <a:ln>
            <a:solidFill>
              <a:schemeClr val="tx1"/>
            </a:solidFill>
          </a:ln>
          <a:effectLst>
            <a:outerShdw blurRad="63500" sx="102000" sy="102000" algn="ctr" rotWithShape="0">
              <a:prstClr val="black">
                <a:alpha val="40000"/>
              </a:prstClr>
            </a:outerShdw>
          </a:effectLst>
        </p:spPr>
      </p:pic>
      <p:sp>
        <p:nvSpPr>
          <p:cNvPr id="4" name="Title 3">
            <a:extLst>
              <a:ext uri="{FF2B5EF4-FFF2-40B4-BE49-F238E27FC236}">
                <a16:creationId xmlns:a16="http://schemas.microsoft.com/office/drawing/2014/main" id="{021564D1-2C71-4225-AC89-9247FAAF8F27}"/>
              </a:ext>
            </a:extLst>
          </p:cNvPr>
          <p:cNvSpPr>
            <a:spLocks noGrp="1"/>
          </p:cNvSpPr>
          <p:nvPr>
            <p:ph type="title"/>
          </p:nvPr>
        </p:nvSpPr>
        <p:spPr/>
        <p:txBody>
          <a:bodyPr/>
          <a:lstStyle/>
          <a:p>
            <a:r>
              <a:rPr lang="en-US" b="1" i="0" dirty="0">
                <a:effectLst/>
                <a:latin typeface="Bahnschrift" panose="020B0502040204020203" pitchFamily="34" charset="0"/>
              </a:rPr>
              <a:t>Customize options during the installation</a:t>
            </a:r>
            <a:endParaRPr lang="en-IN" dirty="0"/>
          </a:p>
        </p:txBody>
      </p:sp>
    </p:spTree>
    <p:extLst>
      <p:ext uri="{BB962C8B-B14F-4D97-AF65-F5344CB8AC3E}">
        <p14:creationId xmlns:p14="http://schemas.microsoft.com/office/powerpoint/2010/main" val="2488567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9A0139C-5B87-4B8C-80CE-383D927BDB19}"/>
              </a:ext>
            </a:extLst>
          </p:cNvPr>
          <p:cNvPicPr>
            <a:picLocks noGrp="1" noChangeAspect="1"/>
          </p:cNvPicPr>
          <p:nvPr>
            <p:ph idx="1"/>
          </p:nvPr>
        </p:nvPicPr>
        <p:blipFill>
          <a:blip r:embed="rId2"/>
          <a:stretch>
            <a:fillRect/>
          </a:stretch>
        </p:blipFill>
        <p:spPr>
          <a:xfrm>
            <a:off x="1569021" y="1628775"/>
            <a:ext cx="6107101" cy="4727055"/>
          </a:xfrm>
          <a:ln>
            <a:solidFill>
              <a:schemeClr val="tx1"/>
            </a:solidFill>
          </a:ln>
          <a:effectLst>
            <a:outerShdw blurRad="63500" sx="102000" sy="102000" algn="ctr" rotWithShape="0">
              <a:prstClr val="black">
                <a:alpha val="40000"/>
              </a:prstClr>
            </a:outerShdw>
          </a:effectLst>
        </p:spPr>
      </p:pic>
      <p:sp>
        <p:nvSpPr>
          <p:cNvPr id="4" name="Title 3">
            <a:extLst>
              <a:ext uri="{FF2B5EF4-FFF2-40B4-BE49-F238E27FC236}">
                <a16:creationId xmlns:a16="http://schemas.microsoft.com/office/drawing/2014/main" id="{2EF67C81-0219-4047-836D-C2F988F34FE1}"/>
              </a:ext>
            </a:extLst>
          </p:cNvPr>
          <p:cNvSpPr>
            <a:spLocks noGrp="1"/>
          </p:cNvSpPr>
          <p:nvPr>
            <p:ph type="title"/>
          </p:nvPr>
        </p:nvSpPr>
        <p:spPr/>
        <p:txBody>
          <a:bodyPr/>
          <a:lstStyle/>
          <a:p>
            <a:r>
              <a:rPr lang="en-US" b="1" i="0" dirty="0">
                <a:effectLst/>
                <a:latin typeface="Bahnschrift" panose="020B0502040204020203" pitchFamily="34" charset="0"/>
              </a:rPr>
              <a:t>Customize options during the installation</a:t>
            </a:r>
            <a:endParaRPr lang="en-IN" dirty="0"/>
          </a:p>
        </p:txBody>
      </p:sp>
    </p:spTree>
    <p:extLst>
      <p:ext uri="{BB962C8B-B14F-4D97-AF65-F5344CB8AC3E}">
        <p14:creationId xmlns:p14="http://schemas.microsoft.com/office/powerpoint/2010/main" val="4157116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DFA524BD-8CD4-4B40-A1F0-96EBF7E9D1D9}"/>
              </a:ext>
            </a:extLst>
          </p:cNvPr>
          <p:cNvPicPr>
            <a:picLocks noGrp="1" noChangeAspect="1"/>
          </p:cNvPicPr>
          <p:nvPr>
            <p:ph idx="1"/>
          </p:nvPr>
        </p:nvPicPr>
        <p:blipFill>
          <a:blip r:embed="rId2"/>
          <a:stretch>
            <a:fillRect/>
          </a:stretch>
        </p:blipFill>
        <p:spPr>
          <a:xfrm>
            <a:off x="1602526" y="1628775"/>
            <a:ext cx="6042457" cy="4639048"/>
          </a:xfrm>
          <a:ln>
            <a:solidFill>
              <a:schemeClr val="tx1"/>
            </a:solidFill>
          </a:ln>
          <a:effectLst>
            <a:outerShdw blurRad="63500" sx="102000" sy="102000" algn="ctr" rotWithShape="0">
              <a:prstClr val="black">
                <a:alpha val="40000"/>
              </a:prstClr>
            </a:outerShdw>
          </a:effectLst>
        </p:spPr>
      </p:pic>
      <p:sp>
        <p:nvSpPr>
          <p:cNvPr id="4" name="Title 3">
            <a:extLst>
              <a:ext uri="{FF2B5EF4-FFF2-40B4-BE49-F238E27FC236}">
                <a16:creationId xmlns:a16="http://schemas.microsoft.com/office/drawing/2014/main" id="{DBB02966-7CCB-46B0-B0DA-4474D2776242}"/>
              </a:ext>
            </a:extLst>
          </p:cNvPr>
          <p:cNvSpPr>
            <a:spLocks noGrp="1"/>
          </p:cNvSpPr>
          <p:nvPr>
            <p:ph type="title"/>
          </p:nvPr>
        </p:nvSpPr>
        <p:spPr/>
        <p:txBody>
          <a:bodyPr/>
          <a:lstStyle/>
          <a:p>
            <a:r>
              <a:rPr lang="en-US" b="1" i="0" dirty="0">
                <a:effectLst/>
                <a:latin typeface="Bahnschrift" panose="020B0502040204020203" pitchFamily="34" charset="0"/>
              </a:rPr>
              <a:t>Customize options during the installation</a:t>
            </a:r>
            <a:endParaRPr lang="en-IN" dirty="0"/>
          </a:p>
        </p:txBody>
      </p:sp>
    </p:spTree>
    <p:extLst>
      <p:ext uri="{BB962C8B-B14F-4D97-AF65-F5344CB8AC3E}">
        <p14:creationId xmlns:p14="http://schemas.microsoft.com/office/powerpoint/2010/main" val="37920045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B593C72-8D38-4065-885A-31C7B2874D69}"/>
              </a:ext>
            </a:extLst>
          </p:cNvPr>
          <p:cNvPicPr>
            <a:picLocks noGrp="1" noChangeAspect="1"/>
          </p:cNvPicPr>
          <p:nvPr>
            <p:ph idx="1"/>
          </p:nvPr>
        </p:nvPicPr>
        <p:blipFill>
          <a:blip r:embed="rId2"/>
          <a:stretch>
            <a:fillRect/>
          </a:stretch>
        </p:blipFill>
        <p:spPr>
          <a:xfrm>
            <a:off x="1612833" y="1718716"/>
            <a:ext cx="5927220" cy="4565014"/>
          </a:xfrm>
          <a:ln>
            <a:solidFill>
              <a:schemeClr val="tx1"/>
            </a:solidFill>
          </a:ln>
          <a:effectLst>
            <a:outerShdw blurRad="63500" sx="102000" sy="102000" algn="ctr" rotWithShape="0">
              <a:prstClr val="black">
                <a:alpha val="40000"/>
              </a:prstClr>
            </a:outerShdw>
          </a:effectLst>
        </p:spPr>
      </p:pic>
      <p:sp>
        <p:nvSpPr>
          <p:cNvPr id="3" name="Title 2">
            <a:extLst>
              <a:ext uri="{FF2B5EF4-FFF2-40B4-BE49-F238E27FC236}">
                <a16:creationId xmlns:a16="http://schemas.microsoft.com/office/drawing/2014/main" id="{C0199AA4-537E-4FDF-BB5D-18FB958B0284}"/>
              </a:ext>
            </a:extLst>
          </p:cNvPr>
          <p:cNvSpPr>
            <a:spLocks noGrp="1"/>
          </p:cNvSpPr>
          <p:nvPr>
            <p:ph type="title"/>
          </p:nvPr>
        </p:nvSpPr>
        <p:spPr/>
        <p:txBody>
          <a:bodyPr/>
          <a:lstStyle/>
          <a:p>
            <a:r>
              <a:rPr lang="en-IN" b="1" i="0" dirty="0">
                <a:effectLst/>
                <a:latin typeface="Bahnschrift" panose="020B0502040204020203" pitchFamily="34" charset="0"/>
              </a:rPr>
              <a:t>Complete the installation</a:t>
            </a:r>
            <a:endParaRPr lang="en-IN" dirty="0">
              <a:latin typeface="Bahnschrift" panose="020B0502040204020203" pitchFamily="34" charset="0"/>
            </a:endParaRPr>
          </a:p>
        </p:txBody>
      </p:sp>
    </p:spTree>
    <p:extLst>
      <p:ext uri="{BB962C8B-B14F-4D97-AF65-F5344CB8AC3E}">
        <p14:creationId xmlns:p14="http://schemas.microsoft.com/office/powerpoint/2010/main" val="3955778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A1E3B-55F3-47DB-B119-34D00AF9F84A}"/>
              </a:ext>
            </a:extLst>
          </p:cNvPr>
          <p:cNvSpPr>
            <a:spLocks noGrp="1"/>
          </p:cNvSpPr>
          <p:nvPr>
            <p:ph type="title"/>
          </p:nvPr>
        </p:nvSpPr>
        <p:spPr>
          <a:xfrm>
            <a:off x="668858" y="2189424"/>
            <a:ext cx="7886700" cy="2852737"/>
          </a:xfrm>
        </p:spPr>
        <p:txBody>
          <a:bodyPr/>
          <a:lstStyle/>
          <a:p>
            <a:pPr algn="ctr"/>
            <a:r>
              <a:rPr lang="en-IN" b="1" i="0" u="none" strike="noStrike" dirty="0">
                <a:solidFill>
                  <a:srgbClr val="2D2D2D"/>
                </a:solidFill>
                <a:effectLst/>
                <a:latin typeface="Bahnschrift" panose="020B0502040204020203" pitchFamily="34" charset="0"/>
              </a:rPr>
              <a:t>Install or upgrade license</a:t>
            </a:r>
            <a:br>
              <a:rPr lang="en-IN" b="1" i="0" dirty="0">
                <a:solidFill>
                  <a:srgbClr val="2D2D2D"/>
                </a:solidFill>
                <a:effectLst/>
                <a:latin typeface="Bahnschrift" panose="020B0502040204020203" pitchFamily="34" charset="0"/>
              </a:rPr>
            </a:br>
            <a:endParaRPr lang="en-IN" dirty="0">
              <a:latin typeface="Bahnschrift" panose="020B0502040204020203" pitchFamily="34" charset="0"/>
            </a:endParaRPr>
          </a:p>
        </p:txBody>
      </p:sp>
    </p:spTree>
    <p:extLst>
      <p:ext uri="{BB962C8B-B14F-4D97-AF65-F5344CB8AC3E}">
        <p14:creationId xmlns:p14="http://schemas.microsoft.com/office/powerpoint/2010/main" val="15265426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6144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1231</TotalTime>
  <Words>421</Words>
  <Application>Microsoft Office PowerPoint</Application>
  <PresentationFormat>On-screen Show (4:3)</PresentationFormat>
  <Paragraphs>46</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Bahnschrift</vt:lpstr>
      <vt:lpstr>Bahnschrift SemiBold</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Before you install </vt:lpstr>
      <vt:lpstr>Before you install</vt:lpstr>
      <vt:lpstr>Disable or limit antivirus software if able</vt:lpstr>
      <vt:lpstr> Choose the Windows user Splunk should run as </vt:lpstr>
      <vt:lpstr> Choose the Windows user Splunk should run as </vt:lpstr>
      <vt:lpstr> Choose the Windows user Splunk should run as  </vt:lpstr>
      <vt:lpstr>Install Splunk Enterprise via the GUI installer </vt:lpstr>
      <vt:lpstr>Install Splunk Enterprise via the GUI installer</vt:lpstr>
      <vt:lpstr>Install Splunk Enterprise via the GUI installer</vt:lpstr>
      <vt:lpstr>Install Splunk Enterprise via the GUI installer</vt:lpstr>
      <vt:lpstr>Install Splunk Enterprise via the GUI installer</vt:lpstr>
      <vt:lpstr>Install Splunk Enterprise via the GUI installer</vt:lpstr>
      <vt:lpstr>Customize options during the installation</vt:lpstr>
      <vt:lpstr>Install Splunk Enterprise via the GUI installer</vt:lpstr>
      <vt:lpstr>Customize options during the installation</vt:lpstr>
      <vt:lpstr>Customize options during the installation</vt:lpstr>
      <vt:lpstr>Customize options during the installation</vt:lpstr>
      <vt:lpstr>Customize options during the installation</vt:lpstr>
      <vt:lpstr>Customize options during the installation</vt:lpstr>
      <vt:lpstr>Customize options during the installation</vt:lpstr>
      <vt:lpstr>Customize options during the installation</vt:lpstr>
      <vt:lpstr>Complete the installation</vt:lpstr>
      <vt:lpstr>Install or upgrade license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video recording 1</dc:creator>
  <cp:lastModifiedBy>video recording2</cp:lastModifiedBy>
  <cp:revision>115</cp:revision>
  <dcterms:created xsi:type="dcterms:W3CDTF">2021-05-13T17:45:44Z</dcterms:created>
  <dcterms:modified xsi:type="dcterms:W3CDTF">2021-10-05T09:20:36Z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590498</vt:lpwstr>
  </property>
  <property fmtid="{D5CDD505-2E9C-101B-9397-08002B2CF9AE}" name="NXPowerLiteSettings" pid="3">
    <vt:lpwstr>E700052003A000</vt:lpwstr>
  </property>
  <property fmtid="{D5CDD505-2E9C-101B-9397-08002B2CF9AE}" name="NXPowerLiteVersion" pid="4">
    <vt:lpwstr>D9.1.4</vt:lpwstr>
  </property>
</Properties>
</file>