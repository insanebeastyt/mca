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6"/>
  </p:handoutMasterIdLst>
  <p:sldIdLst>
    <p:sldId id="266" r:id="rId2"/>
    <p:sldId id="261" r:id="rId3"/>
    <p:sldId id="267" r:id="rId4"/>
    <p:sldId id="263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E1E4E6"/>
    <a:srgbClr val="618495"/>
    <a:srgbClr val="44525B"/>
    <a:srgbClr val="072235"/>
    <a:srgbClr val="453A38"/>
    <a:srgbClr val="B8B192"/>
    <a:srgbClr val="473B39"/>
    <a:srgbClr val="302C31"/>
    <a:srgbClr val="63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53" autoAdjust="0"/>
    <p:restoredTop sz="94660"/>
  </p:normalViewPr>
  <p:slideViewPr>
    <p:cSldViewPr snapToGrid="0">
      <p:cViewPr varScale="1">
        <p:scale>
          <a:sx n="60" d="100"/>
          <a:sy n="60" d="100"/>
        </p:scale>
        <p:origin x="1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830800" cy="3773150"/>
          </a:xfrm>
        </p:spPr>
        <p:txBody>
          <a:bodyPr/>
          <a:lstStyle/>
          <a:p>
            <a:pPr algn="just"/>
            <a:r>
              <a:rPr lang="en-US" dirty="0"/>
              <a:t>Learn install Splunk enterprise on </a:t>
            </a:r>
            <a:r>
              <a:rPr lang="en-US" dirty="0" err="1"/>
              <a:t>linux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F164A5-CB08-4A5F-A3BC-0FA79BBEF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362508-53AC-47B5-94ED-3AEC2A741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260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1227</TotalTime>
  <Words>6</Words>
  <Application>Microsoft Office PowerPoint</Application>
  <PresentationFormat>On-screen Show (4:3)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Rajni Bhalla</cp:lastModifiedBy>
  <cp:revision>108</cp:revision>
  <dcterms:created xsi:type="dcterms:W3CDTF">2021-05-13T17:45:44Z</dcterms:created>
  <dcterms:modified xsi:type="dcterms:W3CDTF">2021-10-07T04:03:45Z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219154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