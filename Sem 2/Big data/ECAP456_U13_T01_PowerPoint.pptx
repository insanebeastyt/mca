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officedocument.drawingml.diagramData+xml" PartName="/ppt/diagrams/data3.xml"/>
  <Override ContentType="application/vnd.openxmlformats-officedocument.drawingml.diagramLayout+xml" PartName="/ppt/diagrams/layout3.xml"/>
  <Override ContentType="application/vnd.openxmlformats-officedocument.drawingml.diagramStyle+xml" PartName="/ppt/diagrams/quickStyle3.xml"/>
  <Override ContentType="application/vnd.openxmlformats-officedocument.drawingml.diagramColors+xml" PartName="/ppt/diagrams/colors3.xml"/>
  <Override ContentType="application/vnd.ms-office.drawingml.diagramDrawing+xml" PartName="/ppt/diagrams/drawing3.xml"/>
  <Override ContentType="application/vnd.openxmlformats-officedocument.drawingml.diagramData+xml" PartName="/ppt/diagrams/data4.xml"/>
  <Override ContentType="application/vnd.openxmlformats-officedocument.drawingml.diagramLayout+xml" PartName="/ppt/diagrams/layout4.xml"/>
  <Override ContentType="application/vnd.openxmlformats-officedocument.drawingml.diagramStyle+xml" PartName="/ppt/diagrams/quickStyle4.xml"/>
  <Override ContentType="application/vnd.openxmlformats-officedocument.drawingml.diagramColors+xml" PartName="/ppt/diagrams/colors4.xml"/>
  <Override ContentType="application/vnd.ms-office.drawingml.diagramDrawing+xml" PartName="/ppt/diagrams/drawing4.xml"/>
  <Override ContentType="application/vnd.openxmlformats-officedocument.drawingml.diagramData+xml" PartName="/ppt/diagrams/data5.xml"/>
  <Override ContentType="application/vnd.openxmlformats-officedocument.drawingml.diagramLayout+xml" PartName="/ppt/diagrams/layout5.xml"/>
  <Override ContentType="application/vnd.openxmlformats-officedocument.drawingml.diagramStyle+xml" PartName="/ppt/diagrams/quickStyle5.xml"/>
  <Override ContentType="application/vnd.openxmlformats-officedocument.drawingml.diagramColors+xml" PartName="/ppt/diagrams/colors5.xml"/>
  <Override ContentType="application/vnd.ms-office.drawingml.diagramDrawing+xml" PartName="/ppt/diagrams/drawing5.xml"/>
  <Override ContentType="application/vnd.openxmlformats-officedocument.drawingml.diagramData+xml" PartName="/ppt/diagrams/data6.xml"/>
  <Override ContentType="application/vnd.openxmlformats-officedocument.drawingml.diagramLayout+xml" PartName="/ppt/diagrams/layout6.xml"/>
  <Override ContentType="application/vnd.openxmlformats-officedocument.drawingml.diagramStyle+xml" PartName="/ppt/diagrams/quickStyle6.xml"/>
  <Override ContentType="application/vnd.openxmlformats-officedocument.drawingml.diagramColors+xml" PartName="/ppt/diagrams/colors6.xml"/>
  <Override ContentType="application/vnd.ms-office.drawingml.diagramDrawing+xml" PartName="/ppt/diagrams/drawing6.xml"/>
  <Override ContentType="application/vnd.openxmlformats-officedocument.drawingml.diagramData+xml" PartName="/ppt/diagrams/data7.xml"/>
  <Override ContentType="application/vnd.openxmlformats-officedocument.drawingml.diagramLayout+xml" PartName="/ppt/diagrams/layout7.xml"/>
  <Override ContentType="application/vnd.openxmlformats-officedocument.drawingml.diagramStyle+xml" PartName="/ppt/diagrams/quickStyle7.xml"/>
  <Override ContentType="application/vnd.openxmlformats-officedocument.drawingml.diagramColors+xml" PartName="/ppt/diagrams/colors7.xml"/>
  <Override ContentType="application/vnd.ms-office.drawingml.diagramDrawing+xml" PartName="/ppt/diagrams/drawing7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1" Target="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8"/>
  </p:handoutMasterIdLst>
  <p:sldIdLst>
    <p:sldId id="266" r:id="rId2"/>
    <p:sldId id="261" r:id="rId3"/>
    <p:sldId id="268" r:id="rId4"/>
    <p:sldId id="271" r:id="rId5"/>
    <p:sldId id="273" r:id="rId6"/>
    <p:sldId id="275" r:id="rId7"/>
    <p:sldId id="277" r:id="rId8"/>
    <p:sldId id="279" r:id="rId9"/>
    <p:sldId id="332" r:id="rId10"/>
    <p:sldId id="341" r:id="rId11"/>
    <p:sldId id="350" r:id="rId12"/>
    <p:sldId id="281" r:id="rId13"/>
    <p:sldId id="352" r:id="rId14"/>
    <p:sldId id="355" r:id="rId15"/>
    <p:sldId id="358" r:id="rId16"/>
    <p:sldId id="360" r:id="rId17"/>
    <p:sldId id="286" r:id="rId18"/>
    <p:sldId id="361" r:id="rId19"/>
    <p:sldId id="287" r:id="rId20"/>
    <p:sldId id="288" r:id="rId21"/>
    <p:sldId id="292" r:id="rId22"/>
    <p:sldId id="296" r:id="rId23"/>
    <p:sldId id="300" r:id="rId24"/>
    <p:sldId id="309" r:id="rId25"/>
    <p:sldId id="310" r:id="rId26"/>
    <p:sldId id="315" r:id="rId27"/>
    <p:sldId id="316" r:id="rId28"/>
    <p:sldId id="319" r:id="rId29"/>
    <p:sldId id="322" r:id="rId30"/>
    <p:sldId id="325" r:id="rId31"/>
    <p:sldId id="327" r:id="rId32"/>
    <p:sldId id="328" r:id="rId33"/>
    <p:sldId id="329" r:id="rId34"/>
    <p:sldId id="330" r:id="rId35"/>
    <p:sldId id="331" r:id="rId36"/>
    <p:sldId id="263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3F4347"/>
    <a:srgbClr val="9F711C"/>
    <a:srgbClr val="E4E7E9"/>
    <a:srgbClr val="FFFFFF"/>
    <a:srgbClr val="618495"/>
    <a:srgbClr val="44525B"/>
    <a:srgbClr val="072235"/>
    <a:srgbClr val="453A38"/>
    <a:srgbClr val="B8B1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4" autoAdjust="0"/>
    <p:restoredTop sz="94660"/>
  </p:normalViewPr>
  <p:slideViewPr>
    <p:cSldViewPr snapToGrid="0">
      <p:cViewPr>
        <p:scale>
          <a:sx n="50" d="100"/>
          <a:sy n="50" d="100"/>
        </p:scale>
        <p:origin x="181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Reinforcement_learning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Reinforcement_learnin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264F93-DBF9-4A6D-A9E6-22EA53AFA31E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6A6C883-808B-4BB7-A030-6B4A3756A669}">
      <dgm:prSet/>
      <dgm:spPr/>
      <dgm:t>
        <a:bodyPr/>
        <a:lstStyle/>
        <a:p>
          <a:r>
            <a:rPr lang="en-US" b="0" i="0">
              <a:effectLst/>
              <a:latin typeface="Bahnschrift" panose="020B0502040204020203" pitchFamily="34" charset="0"/>
            </a:rPr>
            <a:t>Machine learning approaches are traditionally divided into four broad categories: 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B0CE38B2-E00F-4F6E-AA4A-65D380CAED62}" type="parTrans" cxnId="{A92D5841-505F-4F65-8E8B-FE888D245FD1}">
      <dgm:prSet/>
      <dgm:spPr/>
      <dgm:t>
        <a:bodyPr/>
        <a:lstStyle/>
        <a:p>
          <a:endParaRPr lang="en-IN"/>
        </a:p>
      </dgm:t>
    </dgm:pt>
    <dgm:pt modelId="{9E5D7BD4-B2EC-4CD9-AF99-A4A130C38099}" type="sibTrans" cxnId="{A92D5841-505F-4F65-8E8B-FE888D245FD1}">
      <dgm:prSet/>
      <dgm:spPr/>
      <dgm:t>
        <a:bodyPr/>
        <a:lstStyle/>
        <a:p>
          <a:endParaRPr lang="en-IN"/>
        </a:p>
      </dgm:t>
    </dgm:pt>
    <dgm:pt modelId="{15DD19F8-ADF2-42B9-AD50-929B80266F04}">
      <dgm:prSet/>
      <dgm:spPr/>
      <dgm:t>
        <a:bodyPr/>
        <a:lstStyle/>
        <a:p>
          <a:r>
            <a:rPr lang="en-IN" b="0" i="0" u="none" strike="noStrike" dirty="0">
              <a:effectLst/>
              <a:latin typeface="Bahnschrift" panose="020B0502040204020203" pitchFamily="34" charset="0"/>
            </a:rPr>
            <a:t>Supervised learning</a:t>
          </a:r>
          <a:endParaRPr lang="en-US" dirty="0">
            <a:latin typeface="Bahnschrift" panose="020B0502040204020203" pitchFamily="34" charset="0"/>
          </a:endParaRPr>
        </a:p>
      </dgm:t>
    </dgm:pt>
    <dgm:pt modelId="{CCE49760-7DFC-46FC-A5B1-CEF843D55558}" type="parTrans" cxnId="{274F7958-8E5F-4F35-8836-BCC6C062C0C2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13583EFA-AA87-4012-AEF2-B9FF50646A58}" type="sibTrans" cxnId="{274F7958-8E5F-4F35-8836-BCC6C062C0C2}">
      <dgm:prSet/>
      <dgm:spPr/>
      <dgm:t>
        <a:bodyPr/>
        <a:lstStyle/>
        <a:p>
          <a:endParaRPr lang="en-IN"/>
        </a:p>
      </dgm:t>
    </dgm:pt>
    <dgm:pt modelId="{B0337784-ACB9-495E-B903-D246E6F9091B}">
      <dgm:prSet/>
      <dgm:spPr/>
      <dgm:t>
        <a:bodyPr/>
        <a:lstStyle/>
        <a:p>
          <a:r>
            <a:rPr lang="en-IN" b="0" i="0" u="none" strike="noStrike" dirty="0">
              <a:effectLst/>
              <a:latin typeface="Bahnschrift" panose="020B0502040204020203" pitchFamily="34" charset="0"/>
            </a:rPr>
            <a:t>Unsupervised learning</a:t>
          </a:r>
          <a:endParaRPr lang="en-US" dirty="0">
            <a:latin typeface="Bahnschrift" panose="020B0502040204020203" pitchFamily="34" charset="0"/>
          </a:endParaRPr>
        </a:p>
      </dgm:t>
    </dgm:pt>
    <dgm:pt modelId="{A6F8484F-D565-4B81-9C75-12F830DC3A15}" type="parTrans" cxnId="{F58E20DF-F61D-4760-97E0-2BDBD53AC41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F3C205D7-DC70-4A91-BAA7-0721D4338CB4}" type="sibTrans" cxnId="{F58E20DF-F61D-4760-97E0-2BDBD53AC41B}">
      <dgm:prSet/>
      <dgm:spPr/>
      <dgm:t>
        <a:bodyPr/>
        <a:lstStyle/>
        <a:p>
          <a:endParaRPr lang="en-IN"/>
        </a:p>
      </dgm:t>
    </dgm:pt>
    <dgm:pt modelId="{F0FCFA19-B0CA-4723-B756-962A643776A4}">
      <dgm:prSet/>
      <dgm:spPr/>
      <dgm:t>
        <a:bodyPr/>
        <a:lstStyle/>
        <a:p>
          <a:r>
            <a:rPr lang="en-IN" b="0" i="0" u="none" strike="noStrike" dirty="0">
              <a:effectLst/>
              <a:latin typeface="Bahnschrift" panose="020B0502040204020203" pitchFamily="34" charset="0"/>
            </a:rPr>
            <a:t>Semi-supervised Learning</a:t>
          </a:r>
          <a:endParaRPr lang="en-IN" b="0" i="0" u="none" strike="noStrike" dirty="0">
            <a:effectLst/>
            <a:latin typeface="Bahnschrift" panose="020B0502040204020203" pitchFamily="34" charset="0"/>
            <a:hlinkClick xmlns:r="http://schemas.openxmlformats.org/officeDocument/2006/relationships" r:id="rId1" tooltip="Reinforcement learning"/>
          </a:endParaRPr>
        </a:p>
      </dgm:t>
    </dgm:pt>
    <dgm:pt modelId="{6FA4F190-B56A-4B5D-986F-3C0FA1C0045E}" type="parTrans" cxnId="{4C663DA1-1CB0-43F5-BF14-7E28B3A842A3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8F4923BA-A63C-4B37-89A6-D813132446DD}" type="sibTrans" cxnId="{4C663DA1-1CB0-43F5-BF14-7E28B3A842A3}">
      <dgm:prSet/>
      <dgm:spPr/>
      <dgm:t>
        <a:bodyPr/>
        <a:lstStyle/>
        <a:p>
          <a:endParaRPr lang="en-IN"/>
        </a:p>
      </dgm:t>
    </dgm:pt>
    <dgm:pt modelId="{2F81E413-5ECF-4C68-8EAD-36A2303D188D}">
      <dgm:prSet/>
      <dgm:spPr/>
      <dgm:t>
        <a:bodyPr/>
        <a:lstStyle/>
        <a:p>
          <a:r>
            <a:rPr lang="en-IN" b="0" i="0" u="none" strike="noStrike" dirty="0">
              <a:effectLst/>
              <a:latin typeface="Bahnschrift" panose="020B0502040204020203" pitchFamily="34" charset="0"/>
            </a:rPr>
            <a:t>Reinforcement learning</a:t>
          </a:r>
          <a:r>
            <a:rPr lang="en-IN" b="0" i="0" dirty="0">
              <a:effectLst/>
              <a:latin typeface="Bahnschrift" panose="020B0502040204020203" pitchFamily="34" charset="0"/>
            </a:rPr>
            <a:t>:</a:t>
          </a:r>
          <a:endParaRPr lang="en-US" dirty="0">
            <a:latin typeface="Bahnschrift" panose="020B0502040204020203" pitchFamily="34" charset="0"/>
          </a:endParaRPr>
        </a:p>
      </dgm:t>
    </dgm:pt>
    <dgm:pt modelId="{9B07D7B8-613B-470B-9794-0E2FD93A68F6}" type="parTrans" cxnId="{3B334FA5-55CF-428A-A20B-9623450E39E4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7AFECAE5-C38F-4DF2-8DAE-648D5DE7E2CC}" type="sibTrans" cxnId="{3B334FA5-55CF-428A-A20B-9623450E39E4}">
      <dgm:prSet/>
      <dgm:spPr/>
      <dgm:t>
        <a:bodyPr/>
        <a:lstStyle/>
        <a:p>
          <a:endParaRPr lang="en-IN"/>
        </a:p>
      </dgm:t>
    </dgm:pt>
    <dgm:pt modelId="{586F99B1-EF2F-4231-9E20-499735909C4A}" type="pres">
      <dgm:prSet presAssocID="{56264F93-DBF9-4A6D-A9E6-22EA53AFA31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E66BFA5-EA06-4005-8F3A-9204E1E0ED32}" type="pres">
      <dgm:prSet presAssocID="{F6A6C883-808B-4BB7-A030-6B4A3756A669}" presName="root1" presStyleCnt="0"/>
      <dgm:spPr/>
    </dgm:pt>
    <dgm:pt modelId="{324B1BFF-CF85-47FF-B0B4-126EB6F58F35}" type="pres">
      <dgm:prSet presAssocID="{F6A6C883-808B-4BB7-A030-6B4A3756A669}" presName="LevelOneTextNode" presStyleLbl="node0" presStyleIdx="0" presStyleCnt="1">
        <dgm:presLayoutVars>
          <dgm:chPref val="3"/>
        </dgm:presLayoutVars>
      </dgm:prSet>
      <dgm:spPr/>
    </dgm:pt>
    <dgm:pt modelId="{DEE7A8BC-C9FD-4C9D-B7FB-01E4A48F6798}" type="pres">
      <dgm:prSet presAssocID="{F6A6C883-808B-4BB7-A030-6B4A3756A669}" presName="level2hierChild" presStyleCnt="0"/>
      <dgm:spPr/>
    </dgm:pt>
    <dgm:pt modelId="{969A03C7-62EF-402C-8BD7-6E177C604007}" type="pres">
      <dgm:prSet presAssocID="{CCE49760-7DFC-46FC-A5B1-CEF843D55558}" presName="conn2-1" presStyleLbl="parChTrans1D2" presStyleIdx="0" presStyleCnt="4"/>
      <dgm:spPr/>
    </dgm:pt>
    <dgm:pt modelId="{75583159-DACC-46EB-98A9-60C11A4FC479}" type="pres">
      <dgm:prSet presAssocID="{CCE49760-7DFC-46FC-A5B1-CEF843D55558}" presName="connTx" presStyleLbl="parChTrans1D2" presStyleIdx="0" presStyleCnt="4"/>
      <dgm:spPr/>
    </dgm:pt>
    <dgm:pt modelId="{56722E58-222C-4A44-A3DA-5ED5604047AB}" type="pres">
      <dgm:prSet presAssocID="{15DD19F8-ADF2-42B9-AD50-929B80266F04}" presName="root2" presStyleCnt="0"/>
      <dgm:spPr/>
    </dgm:pt>
    <dgm:pt modelId="{5C8E4FE5-7951-4F93-A6E2-1BF8CFA8EF04}" type="pres">
      <dgm:prSet presAssocID="{15DD19F8-ADF2-42B9-AD50-929B80266F04}" presName="LevelTwoTextNode" presStyleLbl="node2" presStyleIdx="0" presStyleCnt="4">
        <dgm:presLayoutVars>
          <dgm:chPref val="3"/>
        </dgm:presLayoutVars>
      </dgm:prSet>
      <dgm:spPr/>
    </dgm:pt>
    <dgm:pt modelId="{D4BB7315-77D9-452F-9356-CBF767A2D003}" type="pres">
      <dgm:prSet presAssocID="{15DD19F8-ADF2-42B9-AD50-929B80266F04}" presName="level3hierChild" presStyleCnt="0"/>
      <dgm:spPr/>
    </dgm:pt>
    <dgm:pt modelId="{94C91F40-C797-420D-9D97-ACA8FFE1E0E8}" type="pres">
      <dgm:prSet presAssocID="{A6F8484F-D565-4B81-9C75-12F830DC3A15}" presName="conn2-1" presStyleLbl="parChTrans1D2" presStyleIdx="1" presStyleCnt="4"/>
      <dgm:spPr/>
    </dgm:pt>
    <dgm:pt modelId="{DCBD6A93-D81F-4C1F-96BD-5F6D503ACAAF}" type="pres">
      <dgm:prSet presAssocID="{A6F8484F-D565-4B81-9C75-12F830DC3A15}" presName="connTx" presStyleLbl="parChTrans1D2" presStyleIdx="1" presStyleCnt="4"/>
      <dgm:spPr/>
    </dgm:pt>
    <dgm:pt modelId="{721872C0-7B0B-4622-966D-712B4C3AD617}" type="pres">
      <dgm:prSet presAssocID="{B0337784-ACB9-495E-B903-D246E6F9091B}" presName="root2" presStyleCnt="0"/>
      <dgm:spPr/>
    </dgm:pt>
    <dgm:pt modelId="{BC134268-15F5-4CE4-9D8B-713D8A0F8C39}" type="pres">
      <dgm:prSet presAssocID="{B0337784-ACB9-495E-B903-D246E6F9091B}" presName="LevelTwoTextNode" presStyleLbl="node2" presStyleIdx="1" presStyleCnt="4">
        <dgm:presLayoutVars>
          <dgm:chPref val="3"/>
        </dgm:presLayoutVars>
      </dgm:prSet>
      <dgm:spPr/>
    </dgm:pt>
    <dgm:pt modelId="{EA78D361-F933-4AC2-BF71-F189957667C2}" type="pres">
      <dgm:prSet presAssocID="{B0337784-ACB9-495E-B903-D246E6F9091B}" presName="level3hierChild" presStyleCnt="0"/>
      <dgm:spPr/>
    </dgm:pt>
    <dgm:pt modelId="{1E326B9C-03E6-423E-BCE1-E143082E6E58}" type="pres">
      <dgm:prSet presAssocID="{6FA4F190-B56A-4B5D-986F-3C0FA1C0045E}" presName="conn2-1" presStyleLbl="parChTrans1D2" presStyleIdx="2" presStyleCnt="4"/>
      <dgm:spPr/>
    </dgm:pt>
    <dgm:pt modelId="{FA9C44BF-E928-45A9-B070-B971AC5F1A9F}" type="pres">
      <dgm:prSet presAssocID="{6FA4F190-B56A-4B5D-986F-3C0FA1C0045E}" presName="connTx" presStyleLbl="parChTrans1D2" presStyleIdx="2" presStyleCnt="4"/>
      <dgm:spPr/>
    </dgm:pt>
    <dgm:pt modelId="{656AEE8F-6464-4B3B-965B-72F35AF4497D}" type="pres">
      <dgm:prSet presAssocID="{F0FCFA19-B0CA-4723-B756-962A643776A4}" presName="root2" presStyleCnt="0"/>
      <dgm:spPr/>
    </dgm:pt>
    <dgm:pt modelId="{C1F2A2AA-2AED-4A6B-BE10-139CEC8790D7}" type="pres">
      <dgm:prSet presAssocID="{F0FCFA19-B0CA-4723-B756-962A643776A4}" presName="LevelTwoTextNode" presStyleLbl="node2" presStyleIdx="2" presStyleCnt="4">
        <dgm:presLayoutVars>
          <dgm:chPref val="3"/>
        </dgm:presLayoutVars>
      </dgm:prSet>
      <dgm:spPr/>
    </dgm:pt>
    <dgm:pt modelId="{5F1E51C8-3C6D-451C-9E7C-1D74A9F66E69}" type="pres">
      <dgm:prSet presAssocID="{F0FCFA19-B0CA-4723-B756-962A643776A4}" presName="level3hierChild" presStyleCnt="0"/>
      <dgm:spPr/>
    </dgm:pt>
    <dgm:pt modelId="{84902DCF-5285-404D-B2DC-DAD790719FBB}" type="pres">
      <dgm:prSet presAssocID="{9B07D7B8-613B-470B-9794-0E2FD93A68F6}" presName="conn2-1" presStyleLbl="parChTrans1D2" presStyleIdx="3" presStyleCnt="4"/>
      <dgm:spPr/>
    </dgm:pt>
    <dgm:pt modelId="{3653515A-4344-4ED6-B478-F0C151AFCEEC}" type="pres">
      <dgm:prSet presAssocID="{9B07D7B8-613B-470B-9794-0E2FD93A68F6}" presName="connTx" presStyleLbl="parChTrans1D2" presStyleIdx="3" presStyleCnt="4"/>
      <dgm:spPr/>
    </dgm:pt>
    <dgm:pt modelId="{CFCB74D5-F04F-4C42-8BBB-013342A51B54}" type="pres">
      <dgm:prSet presAssocID="{2F81E413-5ECF-4C68-8EAD-36A2303D188D}" presName="root2" presStyleCnt="0"/>
      <dgm:spPr/>
    </dgm:pt>
    <dgm:pt modelId="{777A8936-ADD4-45F6-906F-0290DCFD63BB}" type="pres">
      <dgm:prSet presAssocID="{2F81E413-5ECF-4C68-8EAD-36A2303D188D}" presName="LevelTwoTextNode" presStyleLbl="node2" presStyleIdx="3" presStyleCnt="4">
        <dgm:presLayoutVars>
          <dgm:chPref val="3"/>
        </dgm:presLayoutVars>
      </dgm:prSet>
      <dgm:spPr/>
    </dgm:pt>
    <dgm:pt modelId="{063DCF3C-5FAD-4E41-B221-6318B069963E}" type="pres">
      <dgm:prSet presAssocID="{2F81E413-5ECF-4C68-8EAD-36A2303D188D}" presName="level3hierChild" presStyleCnt="0"/>
      <dgm:spPr/>
    </dgm:pt>
  </dgm:ptLst>
  <dgm:cxnLst>
    <dgm:cxn modelId="{87A60300-99AC-47F5-8AA1-23740043E406}" type="presOf" srcId="{15DD19F8-ADF2-42B9-AD50-929B80266F04}" destId="{5C8E4FE5-7951-4F93-A6E2-1BF8CFA8EF04}" srcOrd="0" destOrd="0" presId="urn:microsoft.com/office/officeart/2005/8/layout/hierarchy2"/>
    <dgm:cxn modelId="{B8C1101F-10C4-4D5D-B3DB-229F03AAFEBB}" type="presOf" srcId="{F6A6C883-808B-4BB7-A030-6B4A3756A669}" destId="{324B1BFF-CF85-47FF-B0B4-126EB6F58F35}" srcOrd="0" destOrd="0" presId="urn:microsoft.com/office/officeart/2005/8/layout/hierarchy2"/>
    <dgm:cxn modelId="{409B8E28-DAD6-4A39-9B20-062F1AE9FD20}" type="presOf" srcId="{F0FCFA19-B0CA-4723-B756-962A643776A4}" destId="{C1F2A2AA-2AED-4A6B-BE10-139CEC8790D7}" srcOrd="0" destOrd="0" presId="urn:microsoft.com/office/officeart/2005/8/layout/hierarchy2"/>
    <dgm:cxn modelId="{C7124432-0723-4DF8-8FBC-342BAAB418A2}" type="presOf" srcId="{6FA4F190-B56A-4B5D-986F-3C0FA1C0045E}" destId="{FA9C44BF-E928-45A9-B070-B971AC5F1A9F}" srcOrd="1" destOrd="0" presId="urn:microsoft.com/office/officeart/2005/8/layout/hierarchy2"/>
    <dgm:cxn modelId="{41EFF360-F6B2-4A04-A802-5247D6C93928}" type="presOf" srcId="{B0337784-ACB9-495E-B903-D246E6F9091B}" destId="{BC134268-15F5-4CE4-9D8B-713D8A0F8C39}" srcOrd="0" destOrd="0" presId="urn:microsoft.com/office/officeart/2005/8/layout/hierarchy2"/>
    <dgm:cxn modelId="{A92D5841-505F-4F65-8E8B-FE888D245FD1}" srcId="{56264F93-DBF9-4A6D-A9E6-22EA53AFA31E}" destId="{F6A6C883-808B-4BB7-A030-6B4A3756A669}" srcOrd="0" destOrd="0" parTransId="{B0CE38B2-E00F-4F6E-AA4A-65D380CAED62}" sibTransId="{9E5D7BD4-B2EC-4CD9-AF99-A4A130C38099}"/>
    <dgm:cxn modelId="{B2BDD145-0F20-424B-AC55-7CEF3DCBC485}" type="presOf" srcId="{A6F8484F-D565-4B81-9C75-12F830DC3A15}" destId="{94C91F40-C797-420D-9D97-ACA8FFE1E0E8}" srcOrd="0" destOrd="0" presId="urn:microsoft.com/office/officeart/2005/8/layout/hierarchy2"/>
    <dgm:cxn modelId="{5C06F850-9D54-45F1-B119-E9F494623066}" type="presOf" srcId="{9B07D7B8-613B-470B-9794-0E2FD93A68F6}" destId="{84902DCF-5285-404D-B2DC-DAD790719FBB}" srcOrd="0" destOrd="0" presId="urn:microsoft.com/office/officeart/2005/8/layout/hierarchy2"/>
    <dgm:cxn modelId="{D432C975-8FEC-41F0-B87F-5D7F89FCE0FE}" type="presOf" srcId="{9B07D7B8-613B-470B-9794-0E2FD93A68F6}" destId="{3653515A-4344-4ED6-B478-F0C151AFCEEC}" srcOrd="1" destOrd="0" presId="urn:microsoft.com/office/officeart/2005/8/layout/hierarchy2"/>
    <dgm:cxn modelId="{274F7958-8E5F-4F35-8836-BCC6C062C0C2}" srcId="{F6A6C883-808B-4BB7-A030-6B4A3756A669}" destId="{15DD19F8-ADF2-42B9-AD50-929B80266F04}" srcOrd="0" destOrd="0" parTransId="{CCE49760-7DFC-46FC-A5B1-CEF843D55558}" sibTransId="{13583EFA-AA87-4012-AEF2-B9FF50646A58}"/>
    <dgm:cxn modelId="{15E00F86-C863-4E0C-8F7C-86C489FFA511}" type="presOf" srcId="{A6F8484F-D565-4B81-9C75-12F830DC3A15}" destId="{DCBD6A93-D81F-4C1F-96BD-5F6D503ACAAF}" srcOrd="1" destOrd="0" presId="urn:microsoft.com/office/officeart/2005/8/layout/hierarchy2"/>
    <dgm:cxn modelId="{7C81BA94-F34D-495F-996A-E7D9634F6AEC}" type="presOf" srcId="{6FA4F190-B56A-4B5D-986F-3C0FA1C0045E}" destId="{1E326B9C-03E6-423E-BCE1-E143082E6E58}" srcOrd="0" destOrd="0" presId="urn:microsoft.com/office/officeart/2005/8/layout/hierarchy2"/>
    <dgm:cxn modelId="{6747E495-2690-46F3-91EF-EAA7C83B9A09}" type="presOf" srcId="{CCE49760-7DFC-46FC-A5B1-CEF843D55558}" destId="{75583159-DACC-46EB-98A9-60C11A4FC479}" srcOrd="1" destOrd="0" presId="urn:microsoft.com/office/officeart/2005/8/layout/hierarchy2"/>
    <dgm:cxn modelId="{4C663DA1-1CB0-43F5-BF14-7E28B3A842A3}" srcId="{F6A6C883-808B-4BB7-A030-6B4A3756A669}" destId="{F0FCFA19-B0CA-4723-B756-962A643776A4}" srcOrd="2" destOrd="0" parTransId="{6FA4F190-B56A-4B5D-986F-3C0FA1C0045E}" sibTransId="{8F4923BA-A63C-4B37-89A6-D813132446DD}"/>
    <dgm:cxn modelId="{EF9E44A3-34C7-42E4-919F-D3533013B1E0}" type="presOf" srcId="{CCE49760-7DFC-46FC-A5B1-CEF843D55558}" destId="{969A03C7-62EF-402C-8BD7-6E177C604007}" srcOrd="0" destOrd="0" presId="urn:microsoft.com/office/officeart/2005/8/layout/hierarchy2"/>
    <dgm:cxn modelId="{3B334FA5-55CF-428A-A20B-9623450E39E4}" srcId="{F6A6C883-808B-4BB7-A030-6B4A3756A669}" destId="{2F81E413-5ECF-4C68-8EAD-36A2303D188D}" srcOrd="3" destOrd="0" parTransId="{9B07D7B8-613B-470B-9794-0E2FD93A68F6}" sibTransId="{7AFECAE5-C38F-4DF2-8DAE-648D5DE7E2CC}"/>
    <dgm:cxn modelId="{F58E20DF-F61D-4760-97E0-2BDBD53AC41B}" srcId="{F6A6C883-808B-4BB7-A030-6B4A3756A669}" destId="{B0337784-ACB9-495E-B903-D246E6F9091B}" srcOrd="1" destOrd="0" parTransId="{A6F8484F-D565-4B81-9C75-12F830DC3A15}" sibTransId="{F3C205D7-DC70-4A91-BAA7-0721D4338CB4}"/>
    <dgm:cxn modelId="{C3A67DE9-7E94-4D27-8EB9-939F6FD8B20B}" type="presOf" srcId="{56264F93-DBF9-4A6D-A9E6-22EA53AFA31E}" destId="{586F99B1-EF2F-4231-9E20-499735909C4A}" srcOrd="0" destOrd="0" presId="urn:microsoft.com/office/officeart/2005/8/layout/hierarchy2"/>
    <dgm:cxn modelId="{98CA23EF-FF1A-4EB6-A364-5041EFCEEDAF}" type="presOf" srcId="{2F81E413-5ECF-4C68-8EAD-36A2303D188D}" destId="{777A8936-ADD4-45F6-906F-0290DCFD63BB}" srcOrd="0" destOrd="0" presId="urn:microsoft.com/office/officeart/2005/8/layout/hierarchy2"/>
    <dgm:cxn modelId="{9FB6C524-7CD7-4F33-BA07-EADCB96ECB5E}" type="presParOf" srcId="{586F99B1-EF2F-4231-9E20-499735909C4A}" destId="{5E66BFA5-EA06-4005-8F3A-9204E1E0ED32}" srcOrd="0" destOrd="0" presId="urn:microsoft.com/office/officeart/2005/8/layout/hierarchy2"/>
    <dgm:cxn modelId="{DF0E5D6D-28AF-49B1-8A67-B939959DE4C3}" type="presParOf" srcId="{5E66BFA5-EA06-4005-8F3A-9204E1E0ED32}" destId="{324B1BFF-CF85-47FF-B0B4-126EB6F58F35}" srcOrd="0" destOrd="0" presId="urn:microsoft.com/office/officeart/2005/8/layout/hierarchy2"/>
    <dgm:cxn modelId="{B63B9A23-2CF5-4B91-A587-DFD72FAEE9CE}" type="presParOf" srcId="{5E66BFA5-EA06-4005-8F3A-9204E1E0ED32}" destId="{DEE7A8BC-C9FD-4C9D-B7FB-01E4A48F6798}" srcOrd="1" destOrd="0" presId="urn:microsoft.com/office/officeart/2005/8/layout/hierarchy2"/>
    <dgm:cxn modelId="{C1A3ACC8-FEF1-4727-AA4F-4BE45631F98E}" type="presParOf" srcId="{DEE7A8BC-C9FD-4C9D-B7FB-01E4A48F6798}" destId="{969A03C7-62EF-402C-8BD7-6E177C604007}" srcOrd="0" destOrd="0" presId="urn:microsoft.com/office/officeart/2005/8/layout/hierarchy2"/>
    <dgm:cxn modelId="{C874D074-1225-45B9-BEAD-90867A8FCE61}" type="presParOf" srcId="{969A03C7-62EF-402C-8BD7-6E177C604007}" destId="{75583159-DACC-46EB-98A9-60C11A4FC479}" srcOrd="0" destOrd="0" presId="urn:microsoft.com/office/officeart/2005/8/layout/hierarchy2"/>
    <dgm:cxn modelId="{675E69DD-A2BB-4AC8-A1FA-4CB070BF33D8}" type="presParOf" srcId="{DEE7A8BC-C9FD-4C9D-B7FB-01E4A48F6798}" destId="{56722E58-222C-4A44-A3DA-5ED5604047AB}" srcOrd="1" destOrd="0" presId="urn:microsoft.com/office/officeart/2005/8/layout/hierarchy2"/>
    <dgm:cxn modelId="{8C86C896-77F6-43C0-B04A-D4CC27FC978B}" type="presParOf" srcId="{56722E58-222C-4A44-A3DA-5ED5604047AB}" destId="{5C8E4FE5-7951-4F93-A6E2-1BF8CFA8EF04}" srcOrd="0" destOrd="0" presId="urn:microsoft.com/office/officeart/2005/8/layout/hierarchy2"/>
    <dgm:cxn modelId="{44688775-4960-4652-9944-9CEC710FFE94}" type="presParOf" srcId="{56722E58-222C-4A44-A3DA-5ED5604047AB}" destId="{D4BB7315-77D9-452F-9356-CBF767A2D003}" srcOrd="1" destOrd="0" presId="urn:microsoft.com/office/officeart/2005/8/layout/hierarchy2"/>
    <dgm:cxn modelId="{B00AFBB4-8E21-43E5-B6F6-95899763F3FE}" type="presParOf" srcId="{DEE7A8BC-C9FD-4C9D-B7FB-01E4A48F6798}" destId="{94C91F40-C797-420D-9D97-ACA8FFE1E0E8}" srcOrd="2" destOrd="0" presId="urn:microsoft.com/office/officeart/2005/8/layout/hierarchy2"/>
    <dgm:cxn modelId="{0A4EE27D-6DC5-4F85-BE26-1608D41E2DCC}" type="presParOf" srcId="{94C91F40-C797-420D-9D97-ACA8FFE1E0E8}" destId="{DCBD6A93-D81F-4C1F-96BD-5F6D503ACAAF}" srcOrd="0" destOrd="0" presId="urn:microsoft.com/office/officeart/2005/8/layout/hierarchy2"/>
    <dgm:cxn modelId="{7B33F332-9630-48A3-A455-049F20B3CE38}" type="presParOf" srcId="{DEE7A8BC-C9FD-4C9D-B7FB-01E4A48F6798}" destId="{721872C0-7B0B-4622-966D-712B4C3AD617}" srcOrd="3" destOrd="0" presId="urn:microsoft.com/office/officeart/2005/8/layout/hierarchy2"/>
    <dgm:cxn modelId="{287C704F-9067-4E74-91C5-B0430DC33531}" type="presParOf" srcId="{721872C0-7B0B-4622-966D-712B4C3AD617}" destId="{BC134268-15F5-4CE4-9D8B-713D8A0F8C39}" srcOrd="0" destOrd="0" presId="urn:microsoft.com/office/officeart/2005/8/layout/hierarchy2"/>
    <dgm:cxn modelId="{C784F808-C042-4DBF-97CA-C8673270A990}" type="presParOf" srcId="{721872C0-7B0B-4622-966D-712B4C3AD617}" destId="{EA78D361-F933-4AC2-BF71-F189957667C2}" srcOrd="1" destOrd="0" presId="urn:microsoft.com/office/officeart/2005/8/layout/hierarchy2"/>
    <dgm:cxn modelId="{BB8D38EA-8369-42A8-A754-7098A5E68B61}" type="presParOf" srcId="{DEE7A8BC-C9FD-4C9D-B7FB-01E4A48F6798}" destId="{1E326B9C-03E6-423E-BCE1-E143082E6E58}" srcOrd="4" destOrd="0" presId="urn:microsoft.com/office/officeart/2005/8/layout/hierarchy2"/>
    <dgm:cxn modelId="{EDFA1570-1E44-434A-8DEB-0D8C0B340B28}" type="presParOf" srcId="{1E326B9C-03E6-423E-BCE1-E143082E6E58}" destId="{FA9C44BF-E928-45A9-B070-B971AC5F1A9F}" srcOrd="0" destOrd="0" presId="urn:microsoft.com/office/officeart/2005/8/layout/hierarchy2"/>
    <dgm:cxn modelId="{12B7276A-F222-4531-B960-94D325D6EB86}" type="presParOf" srcId="{DEE7A8BC-C9FD-4C9D-B7FB-01E4A48F6798}" destId="{656AEE8F-6464-4B3B-965B-72F35AF4497D}" srcOrd="5" destOrd="0" presId="urn:microsoft.com/office/officeart/2005/8/layout/hierarchy2"/>
    <dgm:cxn modelId="{60DCA7F6-B223-4A2A-81FF-96763ABAD72B}" type="presParOf" srcId="{656AEE8F-6464-4B3B-965B-72F35AF4497D}" destId="{C1F2A2AA-2AED-4A6B-BE10-139CEC8790D7}" srcOrd="0" destOrd="0" presId="urn:microsoft.com/office/officeart/2005/8/layout/hierarchy2"/>
    <dgm:cxn modelId="{18DC865A-A051-4D68-A2D5-DC8198E97F88}" type="presParOf" srcId="{656AEE8F-6464-4B3B-965B-72F35AF4497D}" destId="{5F1E51C8-3C6D-451C-9E7C-1D74A9F66E69}" srcOrd="1" destOrd="0" presId="urn:microsoft.com/office/officeart/2005/8/layout/hierarchy2"/>
    <dgm:cxn modelId="{5F4C618E-157A-4A52-B5C8-C5FF39018C99}" type="presParOf" srcId="{DEE7A8BC-C9FD-4C9D-B7FB-01E4A48F6798}" destId="{84902DCF-5285-404D-B2DC-DAD790719FBB}" srcOrd="6" destOrd="0" presId="urn:microsoft.com/office/officeart/2005/8/layout/hierarchy2"/>
    <dgm:cxn modelId="{A0A6351A-056E-4BB5-B31F-47823AA7A724}" type="presParOf" srcId="{84902DCF-5285-404D-B2DC-DAD790719FBB}" destId="{3653515A-4344-4ED6-B478-F0C151AFCEEC}" srcOrd="0" destOrd="0" presId="urn:microsoft.com/office/officeart/2005/8/layout/hierarchy2"/>
    <dgm:cxn modelId="{5E982B9D-3E6C-4EB8-80CF-8DE1F347188E}" type="presParOf" srcId="{DEE7A8BC-C9FD-4C9D-B7FB-01E4A48F6798}" destId="{CFCB74D5-F04F-4C42-8BBB-013342A51B54}" srcOrd="7" destOrd="0" presId="urn:microsoft.com/office/officeart/2005/8/layout/hierarchy2"/>
    <dgm:cxn modelId="{C5F44E65-9C89-44D0-8C4A-07C9CBBF3CF9}" type="presParOf" srcId="{CFCB74D5-F04F-4C42-8BBB-013342A51B54}" destId="{777A8936-ADD4-45F6-906F-0290DCFD63BB}" srcOrd="0" destOrd="0" presId="urn:microsoft.com/office/officeart/2005/8/layout/hierarchy2"/>
    <dgm:cxn modelId="{795B2177-B9B4-4195-AB2E-DDACAA11AA2F}" type="presParOf" srcId="{CFCB74D5-F04F-4C42-8BBB-013342A51B54}" destId="{063DCF3C-5FAD-4E41-B221-6318B069963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1EF81A4-54DD-4AB7-8F70-824C2F120181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8922276-E71C-4F3E-8FAA-33C9DC44ADC8}">
      <dgm:prSet/>
      <dgm:spPr>
        <a:solidFill>
          <a:srgbClr val="44525A"/>
        </a:solidFill>
      </dgm:spPr>
      <dgm:t>
        <a:bodyPr/>
        <a:lstStyle/>
        <a:p>
          <a:r>
            <a:rPr lang="en-US" b="0" i="0" dirty="0">
              <a:effectLst/>
              <a:latin typeface="Bahnschrift" panose="020B0502040204020203" pitchFamily="34" charset="0"/>
            </a:rPr>
            <a:t>Various algorithms and computation techniques are used in supervised machine learning processes</a:t>
          </a:r>
        </a:p>
      </dgm:t>
    </dgm:pt>
    <dgm:pt modelId="{9065DA19-A36C-41DC-8E27-88778C92A1C8}" type="parTrans" cxnId="{F2B0ED20-ABAB-4183-B27A-D5B43D3E7565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5C3F4CCE-5020-4259-807B-97268A32B144}" type="sibTrans" cxnId="{F2B0ED20-ABAB-4183-B27A-D5B43D3E7565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2D9DEE68-5E79-478E-BF78-B2DB573D7FF2}">
      <dgm:prSet custT="1"/>
      <dgm:spPr>
        <a:solidFill>
          <a:schemeClr val="accent2"/>
        </a:solidFill>
      </dgm:spPr>
      <dgm:t>
        <a:bodyPr/>
        <a:lstStyle/>
        <a:p>
          <a:r>
            <a:rPr lang="en-IN" sz="2400" b="0" i="0">
              <a:effectLst/>
              <a:latin typeface="Bahnschrift" panose="020B0502040204020203" pitchFamily="34" charset="0"/>
            </a:rPr>
            <a:t>Neural networks</a:t>
          </a:r>
          <a:endParaRPr lang="en-IN" sz="2400" b="0" i="0" dirty="0">
            <a:effectLst/>
            <a:latin typeface="Bahnschrift" panose="020B0502040204020203" pitchFamily="34" charset="0"/>
          </a:endParaRPr>
        </a:p>
      </dgm:t>
    </dgm:pt>
    <dgm:pt modelId="{2282666D-C33D-4232-9227-F7751FAFA0FC}" type="parTrans" cxnId="{AA6F8C37-231F-41CF-84CA-C6CCEA3D0542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19268180-B86B-4F4C-8DDD-F0FD30CA4A30}" type="sibTrans" cxnId="{AA6F8C37-231F-41CF-84CA-C6CCEA3D0542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AA958D75-0D42-482C-A295-3186E8569760}">
      <dgm:prSet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IN" sz="2400" b="0" i="0">
              <a:effectLst/>
              <a:latin typeface="Bahnschrift" panose="020B0502040204020203" pitchFamily="34" charset="0"/>
            </a:rPr>
            <a:t>Naive Bayes</a:t>
          </a:r>
          <a:endParaRPr lang="en-IN" sz="2400" b="0" i="0" dirty="0">
            <a:effectLst/>
            <a:latin typeface="Bahnschrift" panose="020B0502040204020203" pitchFamily="34" charset="0"/>
          </a:endParaRPr>
        </a:p>
      </dgm:t>
    </dgm:pt>
    <dgm:pt modelId="{49F3D0C7-454F-49A0-857E-3C266E9B7047}" type="parTrans" cxnId="{BC44BAAC-EA4D-4AA6-8562-87AB41A0FA6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45B82FB-DFC4-4678-88B0-D0935376033B}" type="sibTrans" cxnId="{BC44BAAC-EA4D-4AA6-8562-87AB41A0FA61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07E4FFAB-B602-4972-A9F5-2B801A2AE05D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IN" sz="2400" b="0" i="0">
              <a:effectLst/>
              <a:latin typeface="Bahnschrift" panose="020B0502040204020203" pitchFamily="34" charset="0"/>
            </a:rPr>
            <a:t>Linear regression</a:t>
          </a:r>
          <a:endParaRPr lang="en-IN" sz="2400" b="0" i="0" dirty="0">
            <a:effectLst/>
            <a:latin typeface="Bahnschrift" panose="020B0502040204020203" pitchFamily="34" charset="0"/>
          </a:endParaRPr>
        </a:p>
      </dgm:t>
    </dgm:pt>
    <dgm:pt modelId="{B7EE8320-E366-4F91-BF52-608D0AA175EB}" type="parTrans" cxnId="{FA887ACA-CA5D-42D4-9309-E3D29C0BD49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2FC16820-C5B2-42BC-A961-9483B8EB40EA}" type="sibTrans" cxnId="{FA887ACA-CA5D-42D4-9309-E3D29C0BD49F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B0B18C16-9C85-45E7-A5C2-B4A1EFDB7D54}">
      <dgm:prSet custT="1"/>
      <dgm:spPr>
        <a:solidFill>
          <a:srgbClr val="002060"/>
        </a:solidFill>
      </dgm:spPr>
      <dgm:t>
        <a:bodyPr/>
        <a:lstStyle/>
        <a:p>
          <a:r>
            <a:rPr lang="en-IN" sz="2400" b="0" i="0">
              <a:effectLst/>
              <a:latin typeface="Bahnschrift" panose="020B0502040204020203" pitchFamily="34" charset="0"/>
            </a:rPr>
            <a:t>Logistic regression</a:t>
          </a:r>
          <a:endParaRPr lang="en-IN" sz="2400" b="0" i="0" dirty="0">
            <a:effectLst/>
            <a:latin typeface="Bahnschrift" panose="020B0502040204020203" pitchFamily="34" charset="0"/>
          </a:endParaRPr>
        </a:p>
      </dgm:t>
    </dgm:pt>
    <dgm:pt modelId="{8C1FAAF4-4CA8-473D-9C24-90E04B6D6074}" type="parTrans" cxnId="{9925AD9C-0224-4B07-8C5E-FFA6ECFE2D56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D965E530-2D0D-4EA7-9F33-8BF68878900F}" type="sibTrans" cxnId="{9925AD9C-0224-4B07-8C5E-FFA6ECFE2D56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C9EC6FD6-90AE-425C-9C7D-7E40FB0AF0E7}">
      <dgm:prSet custT="1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IN" sz="2400" b="0" i="0" dirty="0">
              <a:effectLst/>
              <a:latin typeface="Bahnschrift" panose="020B0502040204020203" pitchFamily="34" charset="0"/>
            </a:rPr>
            <a:t>Support vector machine (SVM)</a:t>
          </a:r>
        </a:p>
      </dgm:t>
    </dgm:pt>
    <dgm:pt modelId="{96FD0263-4D3B-410B-8975-2A1ADE38DAE3}" type="parTrans" cxnId="{2D7F3395-30FA-4A68-9790-799761719700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68CB27A0-2E76-4204-8A77-E6F33CE6DE63}" type="sibTrans" cxnId="{2D7F3395-30FA-4A68-9790-799761719700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1F95DF6A-8693-41B0-BE8D-D73002320540}">
      <dgm:prSet custT="1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en-IN" sz="2400" b="0" i="0">
              <a:effectLst/>
              <a:latin typeface="Bahnschrift" panose="020B0502040204020203" pitchFamily="34" charset="0"/>
            </a:rPr>
            <a:t>K-nearest neighbor</a:t>
          </a:r>
          <a:endParaRPr lang="en-IN" sz="2400" b="0" i="0" dirty="0">
            <a:effectLst/>
            <a:latin typeface="Bahnschrift" panose="020B0502040204020203" pitchFamily="34" charset="0"/>
          </a:endParaRPr>
        </a:p>
      </dgm:t>
    </dgm:pt>
    <dgm:pt modelId="{429BFDB3-C67F-44E2-9129-FE762C26CE13}" type="parTrans" cxnId="{C6E2BFA8-5A2A-4028-982E-901B80519730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FA1DDE40-8BE3-4AC8-AD2E-E4E733B0896B}" type="sibTrans" cxnId="{C6E2BFA8-5A2A-4028-982E-901B80519730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1A2F715D-0826-4B28-9781-A7316747A526}">
      <dgm:prSet custT="1"/>
      <dgm:spPr>
        <a:solidFill>
          <a:schemeClr val="accent1"/>
        </a:solidFill>
      </dgm:spPr>
      <dgm:t>
        <a:bodyPr/>
        <a:lstStyle/>
        <a:p>
          <a:r>
            <a:rPr lang="en-IN" sz="2400" b="0" i="0">
              <a:effectLst/>
              <a:latin typeface="Bahnschrift" panose="020B0502040204020203" pitchFamily="34" charset="0"/>
            </a:rPr>
            <a:t>Random forest</a:t>
          </a:r>
          <a:endParaRPr lang="en-IN" sz="2400" b="0" i="0" dirty="0">
            <a:effectLst/>
            <a:latin typeface="Bahnschrift" panose="020B0502040204020203" pitchFamily="34" charset="0"/>
          </a:endParaRPr>
        </a:p>
      </dgm:t>
    </dgm:pt>
    <dgm:pt modelId="{3BC2B3DB-FB72-44FA-993D-0915A1C641AD}" type="parTrans" cxnId="{1B085DB7-3DFA-4EFA-8E23-4D45865AE24D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ED3EADE-982C-4498-B1F6-17960131706F}" type="sibTrans" cxnId="{1B085DB7-3DFA-4EFA-8E23-4D45865AE24D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FC4C91CC-26C7-44D9-A780-D4ABCD34D6B2}" type="pres">
      <dgm:prSet presAssocID="{11EF81A4-54DD-4AB7-8F70-824C2F120181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1688FD8-0B03-445A-8D9E-0CF1F88738A6}" type="pres">
      <dgm:prSet presAssocID="{F8922276-E71C-4F3E-8FAA-33C9DC44ADC8}" presName="root1" presStyleCnt="0"/>
      <dgm:spPr/>
    </dgm:pt>
    <dgm:pt modelId="{8012FD88-C3D5-4BC1-908A-6139EB6D026D}" type="pres">
      <dgm:prSet presAssocID="{F8922276-E71C-4F3E-8FAA-33C9DC44ADC8}" presName="LevelOneTextNode" presStyleLbl="node0" presStyleIdx="0" presStyleCnt="1" custScaleX="227299" custScaleY="153678" custLinFactX="-171124" custLinFactNeighborX="-200000">
        <dgm:presLayoutVars>
          <dgm:chPref val="3"/>
        </dgm:presLayoutVars>
      </dgm:prSet>
      <dgm:spPr/>
    </dgm:pt>
    <dgm:pt modelId="{11BB7485-1E0D-4FF8-AF04-DA248B93E1BC}" type="pres">
      <dgm:prSet presAssocID="{F8922276-E71C-4F3E-8FAA-33C9DC44ADC8}" presName="level2hierChild" presStyleCnt="0"/>
      <dgm:spPr/>
    </dgm:pt>
    <dgm:pt modelId="{7906A08C-4CC0-406F-A96F-62778BDEF390}" type="pres">
      <dgm:prSet presAssocID="{2282666D-C33D-4232-9227-F7751FAFA0FC}" presName="conn2-1" presStyleLbl="parChTrans1D2" presStyleIdx="0" presStyleCnt="7"/>
      <dgm:spPr/>
    </dgm:pt>
    <dgm:pt modelId="{E6159A7A-C8B7-48E2-9247-A72EEBCC8DD5}" type="pres">
      <dgm:prSet presAssocID="{2282666D-C33D-4232-9227-F7751FAFA0FC}" presName="connTx" presStyleLbl="parChTrans1D2" presStyleIdx="0" presStyleCnt="7"/>
      <dgm:spPr/>
    </dgm:pt>
    <dgm:pt modelId="{DFD2738B-8428-4CBC-9DBE-8EC70A1E3A03}" type="pres">
      <dgm:prSet presAssocID="{2D9DEE68-5E79-478E-BF78-B2DB573D7FF2}" presName="root2" presStyleCnt="0"/>
      <dgm:spPr/>
    </dgm:pt>
    <dgm:pt modelId="{198F1BB1-19A2-436D-BF99-1DB5F264B393}" type="pres">
      <dgm:prSet presAssocID="{2D9DEE68-5E79-478E-BF78-B2DB573D7FF2}" presName="LevelTwoTextNode" presStyleLbl="node2" presStyleIdx="0" presStyleCnt="7" custScaleX="228507">
        <dgm:presLayoutVars>
          <dgm:chPref val="3"/>
        </dgm:presLayoutVars>
      </dgm:prSet>
      <dgm:spPr/>
    </dgm:pt>
    <dgm:pt modelId="{42F2036E-A269-4CDD-B7B0-F9C642FEAF2E}" type="pres">
      <dgm:prSet presAssocID="{2D9DEE68-5E79-478E-BF78-B2DB573D7FF2}" presName="level3hierChild" presStyleCnt="0"/>
      <dgm:spPr/>
    </dgm:pt>
    <dgm:pt modelId="{17CC7698-97C4-4212-B8BE-A61C8B9C2587}" type="pres">
      <dgm:prSet presAssocID="{49F3D0C7-454F-49A0-857E-3C266E9B7047}" presName="conn2-1" presStyleLbl="parChTrans1D2" presStyleIdx="1" presStyleCnt="7"/>
      <dgm:spPr/>
    </dgm:pt>
    <dgm:pt modelId="{B6B409C3-8236-40ED-8259-9C6D54125C6C}" type="pres">
      <dgm:prSet presAssocID="{49F3D0C7-454F-49A0-857E-3C266E9B7047}" presName="connTx" presStyleLbl="parChTrans1D2" presStyleIdx="1" presStyleCnt="7"/>
      <dgm:spPr/>
    </dgm:pt>
    <dgm:pt modelId="{BA12B18E-1C17-4FA0-B0D5-A2BD1083454B}" type="pres">
      <dgm:prSet presAssocID="{AA958D75-0D42-482C-A295-3186E8569760}" presName="root2" presStyleCnt="0"/>
      <dgm:spPr/>
    </dgm:pt>
    <dgm:pt modelId="{0F5D4D01-FF40-4D09-8A69-F1FC9B29BD9B}" type="pres">
      <dgm:prSet presAssocID="{AA958D75-0D42-482C-A295-3186E8569760}" presName="LevelTwoTextNode" presStyleLbl="node2" presStyleIdx="1" presStyleCnt="7" custScaleX="228507">
        <dgm:presLayoutVars>
          <dgm:chPref val="3"/>
        </dgm:presLayoutVars>
      </dgm:prSet>
      <dgm:spPr/>
    </dgm:pt>
    <dgm:pt modelId="{797CDF0B-074A-45C8-BD73-85915C5BB8F2}" type="pres">
      <dgm:prSet presAssocID="{AA958D75-0D42-482C-A295-3186E8569760}" presName="level3hierChild" presStyleCnt="0"/>
      <dgm:spPr/>
    </dgm:pt>
    <dgm:pt modelId="{44498C58-1148-4537-8462-34574618A437}" type="pres">
      <dgm:prSet presAssocID="{B7EE8320-E366-4F91-BF52-608D0AA175EB}" presName="conn2-1" presStyleLbl="parChTrans1D2" presStyleIdx="2" presStyleCnt="7"/>
      <dgm:spPr/>
    </dgm:pt>
    <dgm:pt modelId="{F4C9B96A-AABA-4104-9483-CF67E40233B9}" type="pres">
      <dgm:prSet presAssocID="{B7EE8320-E366-4F91-BF52-608D0AA175EB}" presName="connTx" presStyleLbl="parChTrans1D2" presStyleIdx="2" presStyleCnt="7"/>
      <dgm:spPr/>
    </dgm:pt>
    <dgm:pt modelId="{E7FA0220-B2DA-4F79-9E9D-952C97A88971}" type="pres">
      <dgm:prSet presAssocID="{07E4FFAB-B602-4972-A9F5-2B801A2AE05D}" presName="root2" presStyleCnt="0"/>
      <dgm:spPr/>
    </dgm:pt>
    <dgm:pt modelId="{B1DBBD90-6AF7-4646-9F9F-8CAC41C397DE}" type="pres">
      <dgm:prSet presAssocID="{07E4FFAB-B602-4972-A9F5-2B801A2AE05D}" presName="LevelTwoTextNode" presStyleLbl="node2" presStyleIdx="2" presStyleCnt="7" custScaleX="228507">
        <dgm:presLayoutVars>
          <dgm:chPref val="3"/>
        </dgm:presLayoutVars>
      </dgm:prSet>
      <dgm:spPr/>
    </dgm:pt>
    <dgm:pt modelId="{392BEA6C-222A-4367-9CB6-46F48A583A06}" type="pres">
      <dgm:prSet presAssocID="{07E4FFAB-B602-4972-A9F5-2B801A2AE05D}" presName="level3hierChild" presStyleCnt="0"/>
      <dgm:spPr/>
    </dgm:pt>
    <dgm:pt modelId="{BF414FDD-E466-4ED9-A36C-F56D0BE6BF16}" type="pres">
      <dgm:prSet presAssocID="{8C1FAAF4-4CA8-473D-9C24-90E04B6D6074}" presName="conn2-1" presStyleLbl="parChTrans1D2" presStyleIdx="3" presStyleCnt="7"/>
      <dgm:spPr/>
    </dgm:pt>
    <dgm:pt modelId="{47845EFD-E56F-46D7-AA63-88EF6A645185}" type="pres">
      <dgm:prSet presAssocID="{8C1FAAF4-4CA8-473D-9C24-90E04B6D6074}" presName="connTx" presStyleLbl="parChTrans1D2" presStyleIdx="3" presStyleCnt="7"/>
      <dgm:spPr/>
    </dgm:pt>
    <dgm:pt modelId="{1CC27F07-085E-47B3-AB34-EE08555818D4}" type="pres">
      <dgm:prSet presAssocID="{B0B18C16-9C85-45E7-A5C2-B4A1EFDB7D54}" presName="root2" presStyleCnt="0"/>
      <dgm:spPr/>
    </dgm:pt>
    <dgm:pt modelId="{1AB8D200-C759-478E-BF58-AE23BD5C102E}" type="pres">
      <dgm:prSet presAssocID="{B0B18C16-9C85-45E7-A5C2-B4A1EFDB7D54}" presName="LevelTwoTextNode" presStyleLbl="node2" presStyleIdx="3" presStyleCnt="7" custScaleX="228507">
        <dgm:presLayoutVars>
          <dgm:chPref val="3"/>
        </dgm:presLayoutVars>
      </dgm:prSet>
      <dgm:spPr/>
    </dgm:pt>
    <dgm:pt modelId="{483F8548-3F74-49BE-8A9E-B8B0796A26C1}" type="pres">
      <dgm:prSet presAssocID="{B0B18C16-9C85-45E7-A5C2-B4A1EFDB7D54}" presName="level3hierChild" presStyleCnt="0"/>
      <dgm:spPr/>
    </dgm:pt>
    <dgm:pt modelId="{B2CBBA3C-56A1-4956-9556-9B659D3C347E}" type="pres">
      <dgm:prSet presAssocID="{96FD0263-4D3B-410B-8975-2A1ADE38DAE3}" presName="conn2-1" presStyleLbl="parChTrans1D2" presStyleIdx="4" presStyleCnt="7"/>
      <dgm:spPr/>
    </dgm:pt>
    <dgm:pt modelId="{1C975CF6-D750-415C-BEE4-85AC5933E55D}" type="pres">
      <dgm:prSet presAssocID="{96FD0263-4D3B-410B-8975-2A1ADE38DAE3}" presName="connTx" presStyleLbl="parChTrans1D2" presStyleIdx="4" presStyleCnt="7"/>
      <dgm:spPr/>
    </dgm:pt>
    <dgm:pt modelId="{7D7A5A13-CA0D-420B-AAFE-8F9E9CD28CF5}" type="pres">
      <dgm:prSet presAssocID="{C9EC6FD6-90AE-425C-9C7D-7E40FB0AF0E7}" presName="root2" presStyleCnt="0"/>
      <dgm:spPr/>
    </dgm:pt>
    <dgm:pt modelId="{3B95A708-FA8D-450D-9A03-586F94D7C373}" type="pres">
      <dgm:prSet presAssocID="{C9EC6FD6-90AE-425C-9C7D-7E40FB0AF0E7}" presName="LevelTwoTextNode" presStyleLbl="node2" presStyleIdx="4" presStyleCnt="7" custScaleX="228507">
        <dgm:presLayoutVars>
          <dgm:chPref val="3"/>
        </dgm:presLayoutVars>
      </dgm:prSet>
      <dgm:spPr/>
    </dgm:pt>
    <dgm:pt modelId="{19C774DE-E0A5-4238-A8D6-75C5109FC810}" type="pres">
      <dgm:prSet presAssocID="{C9EC6FD6-90AE-425C-9C7D-7E40FB0AF0E7}" presName="level3hierChild" presStyleCnt="0"/>
      <dgm:spPr/>
    </dgm:pt>
    <dgm:pt modelId="{8B0A5735-236F-4DF8-9616-8801DB6A8F12}" type="pres">
      <dgm:prSet presAssocID="{429BFDB3-C67F-44E2-9129-FE762C26CE13}" presName="conn2-1" presStyleLbl="parChTrans1D2" presStyleIdx="5" presStyleCnt="7"/>
      <dgm:spPr/>
    </dgm:pt>
    <dgm:pt modelId="{FC90B99B-A9B6-4E47-915E-1A24AAF05178}" type="pres">
      <dgm:prSet presAssocID="{429BFDB3-C67F-44E2-9129-FE762C26CE13}" presName="connTx" presStyleLbl="parChTrans1D2" presStyleIdx="5" presStyleCnt="7"/>
      <dgm:spPr/>
    </dgm:pt>
    <dgm:pt modelId="{0D1CD779-C0B4-4C31-8A1E-DA88424E2188}" type="pres">
      <dgm:prSet presAssocID="{1F95DF6A-8693-41B0-BE8D-D73002320540}" presName="root2" presStyleCnt="0"/>
      <dgm:spPr/>
    </dgm:pt>
    <dgm:pt modelId="{73ADDD3B-7FB4-4AD6-803C-C0930AC7D4F3}" type="pres">
      <dgm:prSet presAssocID="{1F95DF6A-8693-41B0-BE8D-D73002320540}" presName="LevelTwoTextNode" presStyleLbl="node2" presStyleIdx="5" presStyleCnt="7" custScaleX="228507">
        <dgm:presLayoutVars>
          <dgm:chPref val="3"/>
        </dgm:presLayoutVars>
      </dgm:prSet>
      <dgm:spPr/>
    </dgm:pt>
    <dgm:pt modelId="{535EBA0D-F89B-49C8-AE5C-C2AA6640ED94}" type="pres">
      <dgm:prSet presAssocID="{1F95DF6A-8693-41B0-BE8D-D73002320540}" presName="level3hierChild" presStyleCnt="0"/>
      <dgm:spPr/>
    </dgm:pt>
    <dgm:pt modelId="{5AACB6BF-C447-4202-B774-A2F35DD54582}" type="pres">
      <dgm:prSet presAssocID="{3BC2B3DB-FB72-44FA-993D-0915A1C641AD}" presName="conn2-1" presStyleLbl="parChTrans1D2" presStyleIdx="6" presStyleCnt="7"/>
      <dgm:spPr/>
    </dgm:pt>
    <dgm:pt modelId="{BA82A835-81EA-4676-9476-0379A1CD69BA}" type="pres">
      <dgm:prSet presAssocID="{3BC2B3DB-FB72-44FA-993D-0915A1C641AD}" presName="connTx" presStyleLbl="parChTrans1D2" presStyleIdx="6" presStyleCnt="7"/>
      <dgm:spPr/>
    </dgm:pt>
    <dgm:pt modelId="{79F2FEEF-ECAE-4005-B160-56EC426EF267}" type="pres">
      <dgm:prSet presAssocID="{1A2F715D-0826-4B28-9781-A7316747A526}" presName="root2" presStyleCnt="0"/>
      <dgm:spPr/>
    </dgm:pt>
    <dgm:pt modelId="{02101E82-A332-4D80-AC76-9CB1E0CE043B}" type="pres">
      <dgm:prSet presAssocID="{1A2F715D-0826-4B28-9781-A7316747A526}" presName="LevelTwoTextNode" presStyleLbl="node2" presStyleIdx="6" presStyleCnt="7" custScaleX="228507">
        <dgm:presLayoutVars>
          <dgm:chPref val="3"/>
        </dgm:presLayoutVars>
      </dgm:prSet>
      <dgm:spPr/>
    </dgm:pt>
    <dgm:pt modelId="{25355B3A-E2D4-4F74-9297-A19275F9C3CC}" type="pres">
      <dgm:prSet presAssocID="{1A2F715D-0826-4B28-9781-A7316747A526}" presName="level3hierChild" presStyleCnt="0"/>
      <dgm:spPr/>
    </dgm:pt>
  </dgm:ptLst>
  <dgm:cxnLst>
    <dgm:cxn modelId="{51CED604-A0D1-444D-B879-899882B2D785}" type="presOf" srcId="{B7EE8320-E366-4F91-BF52-608D0AA175EB}" destId="{44498C58-1148-4537-8462-34574618A437}" srcOrd="0" destOrd="0" presId="urn:microsoft.com/office/officeart/2008/layout/HorizontalMultiLevelHierarchy"/>
    <dgm:cxn modelId="{4E1D100B-2A07-4D86-A0EC-A5855D2B9C00}" type="presOf" srcId="{8C1FAAF4-4CA8-473D-9C24-90E04B6D6074}" destId="{BF414FDD-E466-4ED9-A36C-F56D0BE6BF16}" srcOrd="0" destOrd="0" presId="urn:microsoft.com/office/officeart/2008/layout/HorizontalMultiLevelHierarchy"/>
    <dgm:cxn modelId="{70080D14-1B71-4AF9-B0F6-F821B6FE9B27}" type="presOf" srcId="{3BC2B3DB-FB72-44FA-993D-0915A1C641AD}" destId="{5AACB6BF-C447-4202-B774-A2F35DD54582}" srcOrd="0" destOrd="0" presId="urn:microsoft.com/office/officeart/2008/layout/HorizontalMultiLevelHierarchy"/>
    <dgm:cxn modelId="{0C916719-1107-4E7E-AF69-B45932E0006A}" type="presOf" srcId="{2282666D-C33D-4232-9227-F7751FAFA0FC}" destId="{7906A08C-4CC0-406F-A96F-62778BDEF390}" srcOrd="0" destOrd="0" presId="urn:microsoft.com/office/officeart/2008/layout/HorizontalMultiLevelHierarchy"/>
    <dgm:cxn modelId="{4789331E-92D3-4857-A9F3-47F129BB390A}" type="presOf" srcId="{49F3D0C7-454F-49A0-857E-3C266E9B7047}" destId="{B6B409C3-8236-40ED-8259-9C6D54125C6C}" srcOrd="1" destOrd="0" presId="urn:microsoft.com/office/officeart/2008/layout/HorizontalMultiLevelHierarchy"/>
    <dgm:cxn modelId="{F2B0ED20-ABAB-4183-B27A-D5B43D3E7565}" srcId="{11EF81A4-54DD-4AB7-8F70-824C2F120181}" destId="{F8922276-E71C-4F3E-8FAA-33C9DC44ADC8}" srcOrd="0" destOrd="0" parTransId="{9065DA19-A36C-41DC-8E27-88778C92A1C8}" sibTransId="{5C3F4CCE-5020-4259-807B-97268A32B144}"/>
    <dgm:cxn modelId="{37855E29-D3CD-4AAF-BEE5-029CB829BEA6}" type="presOf" srcId="{B7EE8320-E366-4F91-BF52-608D0AA175EB}" destId="{F4C9B96A-AABA-4104-9483-CF67E40233B9}" srcOrd="1" destOrd="0" presId="urn:microsoft.com/office/officeart/2008/layout/HorizontalMultiLevelHierarchy"/>
    <dgm:cxn modelId="{49A7962C-871B-41D0-9EC7-145F23E37310}" type="presOf" srcId="{07E4FFAB-B602-4972-A9F5-2B801A2AE05D}" destId="{B1DBBD90-6AF7-4646-9F9F-8CAC41C397DE}" srcOrd="0" destOrd="0" presId="urn:microsoft.com/office/officeart/2008/layout/HorizontalMultiLevelHierarchy"/>
    <dgm:cxn modelId="{AA6F8C37-231F-41CF-84CA-C6CCEA3D0542}" srcId="{F8922276-E71C-4F3E-8FAA-33C9DC44ADC8}" destId="{2D9DEE68-5E79-478E-BF78-B2DB573D7FF2}" srcOrd="0" destOrd="0" parTransId="{2282666D-C33D-4232-9227-F7751FAFA0FC}" sibTransId="{19268180-B86B-4F4C-8DDD-F0FD30CA4A30}"/>
    <dgm:cxn modelId="{24E2E563-A702-4530-98E7-B3ECEBE010AA}" type="presOf" srcId="{2282666D-C33D-4232-9227-F7751FAFA0FC}" destId="{E6159A7A-C8B7-48E2-9247-A72EEBCC8DD5}" srcOrd="1" destOrd="0" presId="urn:microsoft.com/office/officeart/2008/layout/HorizontalMultiLevelHierarchy"/>
    <dgm:cxn modelId="{1BB8B56B-AC17-4FCD-9DC2-6770797E3C24}" type="presOf" srcId="{F8922276-E71C-4F3E-8FAA-33C9DC44ADC8}" destId="{8012FD88-C3D5-4BC1-908A-6139EB6D026D}" srcOrd="0" destOrd="0" presId="urn:microsoft.com/office/officeart/2008/layout/HorizontalMultiLevelHierarchy"/>
    <dgm:cxn modelId="{AC57086F-C3B0-45F6-9579-9F00EF1398F4}" type="presOf" srcId="{8C1FAAF4-4CA8-473D-9C24-90E04B6D6074}" destId="{47845EFD-E56F-46D7-AA63-88EF6A645185}" srcOrd="1" destOrd="0" presId="urn:microsoft.com/office/officeart/2008/layout/HorizontalMultiLevelHierarchy"/>
    <dgm:cxn modelId="{D2E85D78-17CB-4C8A-93A0-C4DB757E5635}" type="presOf" srcId="{429BFDB3-C67F-44E2-9129-FE762C26CE13}" destId="{8B0A5735-236F-4DF8-9616-8801DB6A8F12}" srcOrd="0" destOrd="0" presId="urn:microsoft.com/office/officeart/2008/layout/HorizontalMultiLevelHierarchy"/>
    <dgm:cxn modelId="{E9F2837A-4397-43A9-934D-E0785C43910C}" type="presOf" srcId="{C9EC6FD6-90AE-425C-9C7D-7E40FB0AF0E7}" destId="{3B95A708-FA8D-450D-9A03-586F94D7C373}" srcOrd="0" destOrd="0" presId="urn:microsoft.com/office/officeart/2008/layout/HorizontalMultiLevelHierarchy"/>
    <dgm:cxn modelId="{C65DCF7F-BB08-4180-BBE8-128F69A4895E}" type="presOf" srcId="{96FD0263-4D3B-410B-8975-2A1ADE38DAE3}" destId="{B2CBBA3C-56A1-4956-9556-9B659D3C347E}" srcOrd="0" destOrd="0" presId="urn:microsoft.com/office/officeart/2008/layout/HorizontalMultiLevelHierarchy"/>
    <dgm:cxn modelId="{AF153E84-EF06-4336-88C9-77C737BA6356}" type="presOf" srcId="{2D9DEE68-5E79-478E-BF78-B2DB573D7FF2}" destId="{198F1BB1-19A2-436D-BF99-1DB5F264B393}" srcOrd="0" destOrd="0" presId="urn:microsoft.com/office/officeart/2008/layout/HorizontalMultiLevelHierarchy"/>
    <dgm:cxn modelId="{82251887-FAE0-4D48-8FA2-D754D955057A}" type="presOf" srcId="{B0B18C16-9C85-45E7-A5C2-B4A1EFDB7D54}" destId="{1AB8D200-C759-478E-BF58-AE23BD5C102E}" srcOrd="0" destOrd="0" presId="urn:microsoft.com/office/officeart/2008/layout/HorizontalMultiLevelHierarchy"/>
    <dgm:cxn modelId="{2D7F3395-30FA-4A68-9790-799761719700}" srcId="{F8922276-E71C-4F3E-8FAA-33C9DC44ADC8}" destId="{C9EC6FD6-90AE-425C-9C7D-7E40FB0AF0E7}" srcOrd="4" destOrd="0" parTransId="{96FD0263-4D3B-410B-8975-2A1ADE38DAE3}" sibTransId="{68CB27A0-2E76-4204-8A77-E6F33CE6DE63}"/>
    <dgm:cxn modelId="{C7F4889B-4189-4153-8960-E4C350C0E3B6}" type="presOf" srcId="{1F95DF6A-8693-41B0-BE8D-D73002320540}" destId="{73ADDD3B-7FB4-4AD6-803C-C0930AC7D4F3}" srcOrd="0" destOrd="0" presId="urn:microsoft.com/office/officeart/2008/layout/HorizontalMultiLevelHierarchy"/>
    <dgm:cxn modelId="{9925AD9C-0224-4B07-8C5E-FFA6ECFE2D56}" srcId="{F8922276-E71C-4F3E-8FAA-33C9DC44ADC8}" destId="{B0B18C16-9C85-45E7-A5C2-B4A1EFDB7D54}" srcOrd="3" destOrd="0" parTransId="{8C1FAAF4-4CA8-473D-9C24-90E04B6D6074}" sibTransId="{D965E530-2D0D-4EA7-9F33-8BF68878900F}"/>
    <dgm:cxn modelId="{4418039D-DC05-4A82-9896-DC77B880DC12}" type="presOf" srcId="{11EF81A4-54DD-4AB7-8F70-824C2F120181}" destId="{FC4C91CC-26C7-44D9-A780-D4ABCD34D6B2}" srcOrd="0" destOrd="0" presId="urn:microsoft.com/office/officeart/2008/layout/HorizontalMultiLevelHierarchy"/>
    <dgm:cxn modelId="{C6E2BFA8-5A2A-4028-982E-901B80519730}" srcId="{F8922276-E71C-4F3E-8FAA-33C9DC44ADC8}" destId="{1F95DF6A-8693-41B0-BE8D-D73002320540}" srcOrd="5" destOrd="0" parTransId="{429BFDB3-C67F-44E2-9129-FE762C26CE13}" sibTransId="{FA1DDE40-8BE3-4AC8-AD2E-E4E733B0896B}"/>
    <dgm:cxn modelId="{BC44BAAC-EA4D-4AA6-8562-87AB41A0FA61}" srcId="{F8922276-E71C-4F3E-8FAA-33C9DC44ADC8}" destId="{AA958D75-0D42-482C-A295-3186E8569760}" srcOrd="1" destOrd="0" parTransId="{49F3D0C7-454F-49A0-857E-3C266E9B7047}" sibTransId="{945B82FB-DFC4-4678-88B0-D0935376033B}"/>
    <dgm:cxn modelId="{55DFAAB1-9F2B-41ED-8198-B6BBA74DC8BF}" type="presOf" srcId="{96FD0263-4D3B-410B-8975-2A1ADE38DAE3}" destId="{1C975CF6-D750-415C-BEE4-85AC5933E55D}" srcOrd="1" destOrd="0" presId="urn:microsoft.com/office/officeart/2008/layout/HorizontalMultiLevelHierarchy"/>
    <dgm:cxn modelId="{1B085DB7-3DFA-4EFA-8E23-4D45865AE24D}" srcId="{F8922276-E71C-4F3E-8FAA-33C9DC44ADC8}" destId="{1A2F715D-0826-4B28-9781-A7316747A526}" srcOrd="6" destOrd="0" parTransId="{3BC2B3DB-FB72-44FA-993D-0915A1C641AD}" sibTransId="{9ED3EADE-982C-4498-B1F6-17960131706F}"/>
    <dgm:cxn modelId="{B73825C2-4F8E-420B-8452-68E917CD91FB}" type="presOf" srcId="{AA958D75-0D42-482C-A295-3186E8569760}" destId="{0F5D4D01-FF40-4D09-8A69-F1FC9B29BD9B}" srcOrd="0" destOrd="0" presId="urn:microsoft.com/office/officeart/2008/layout/HorizontalMultiLevelHierarchy"/>
    <dgm:cxn modelId="{529C9AC9-A730-474D-82D3-E789D08221C9}" type="presOf" srcId="{1A2F715D-0826-4B28-9781-A7316747A526}" destId="{02101E82-A332-4D80-AC76-9CB1E0CE043B}" srcOrd="0" destOrd="0" presId="urn:microsoft.com/office/officeart/2008/layout/HorizontalMultiLevelHierarchy"/>
    <dgm:cxn modelId="{FA887ACA-CA5D-42D4-9309-E3D29C0BD49F}" srcId="{F8922276-E71C-4F3E-8FAA-33C9DC44ADC8}" destId="{07E4FFAB-B602-4972-A9F5-2B801A2AE05D}" srcOrd="2" destOrd="0" parTransId="{B7EE8320-E366-4F91-BF52-608D0AA175EB}" sibTransId="{2FC16820-C5B2-42BC-A961-9483B8EB40EA}"/>
    <dgm:cxn modelId="{6445FEE4-21FA-41F8-AF21-9FBBE9FF00C8}" type="presOf" srcId="{429BFDB3-C67F-44E2-9129-FE762C26CE13}" destId="{FC90B99B-A9B6-4E47-915E-1A24AAF05178}" srcOrd="1" destOrd="0" presId="urn:microsoft.com/office/officeart/2008/layout/HorizontalMultiLevelHierarchy"/>
    <dgm:cxn modelId="{1B12C4EF-D5F1-426C-9232-2A9E461650D7}" type="presOf" srcId="{49F3D0C7-454F-49A0-857E-3C266E9B7047}" destId="{17CC7698-97C4-4212-B8BE-A61C8B9C2587}" srcOrd="0" destOrd="0" presId="urn:microsoft.com/office/officeart/2008/layout/HorizontalMultiLevelHierarchy"/>
    <dgm:cxn modelId="{568327FA-7913-4835-8684-9EE2E60E5F0B}" type="presOf" srcId="{3BC2B3DB-FB72-44FA-993D-0915A1C641AD}" destId="{BA82A835-81EA-4676-9476-0379A1CD69BA}" srcOrd="1" destOrd="0" presId="urn:microsoft.com/office/officeart/2008/layout/HorizontalMultiLevelHierarchy"/>
    <dgm:cxn modelId="{2D1A8032-8540-461C-A25A-7AA8DBAF7A24}" type="presParOf" srcId="{FC4C91CC-26C7-44D9-A780-D4ABCD34D6B2}" destId="{31688FD8-0B03-445A-8D9E-0CF1F88738A6}" srcOrd="0" destOrd="0" presId="urn:microsoft.com/office/officeart/2008/layout/HorizontalMultiLevelHierarchy"/>
    <dgm:cxn modelId="{74962DC6-C6A2-42B8-8FF1-85B465A918E8}" type="presParOf" srcId="{31688FD8-0B03-445A-8D9E-0CF1F88738A6}" destId="{8012FD88-C3D5-4BC1-908A-6139EB6D026D}" srcOrd="0" destOrd="0" presId="urn:microsoft.com/office/officeart/2008/layout/HorizontalMultiLevelHierarchy"/>
    <dgm:cxn modelId="{FBA10394-F3A6-4331-B971-D48EB9CA69BB}" type="presParOf" srcId="{31688FD8-0B03-445A-8D9E-0CF1F88738A6}" destId="{11BB7485-1E0D-4FF8-AF04-DA248B93E1BC}" srcOrd="1" destOrd="0" presId="urn:microsoft.com/office/officeart/2008/layout/HorizontalMultiLevelHierarchy"/>
    <dgm:cxn modelId="{EB65D95E-650B-4E18-89BB-161C70766FF4}" type="presParOf" srcId="{11BB7485-1E0D-4FF8-AF04-DA248B93E1BC}" destId="{7906A08C-4CC0-406F-A96F-62778BDEF390}" srcOrd="0" destOrd="0" presId="urn:microsoft.com/office/officeart/2008/layout/HorizontalMultiLevelHierarchy"/>
    <dgm:cxn modelId="{846DC837-644E-4524-B381-0A24FA579585}" type="presParOf" srcId="{7906A08C-4CC0-406F-A96F-62778BDEF390}" destId="{E6159A7A-C8B7-48E2-9247-A72EEBCC8DD5}" srcOrd="0" destOrd="0" presId="urn:microsoft.com/office/officeart/2008/layout/HorizontalMultiLevelHierarchy"/>
    <dgm:cxn modelId="{FAEEDD96-7081-41C8-8E38-3161294F7898}" type="presParOf" srcId="{11BB7485-1E0D-4FF8-AF04-DA248B93E1BC}" destId="{DFD2738B-8428-4CBC-9DBE-8EC70A1E3A03}" srcOrd="1" destOrd="0" presId="urn:microsoft.com/office/officeart/2008/layout/HorizontalMultiLevelHierarchy"/>
    <dgm:cxn modelId="{83183013-F210-4370-A50C-416801CD6458}" type="presParOf" srcId="{DFD2738B-8428-4CBC-9DBE-8EC70A1E3A03}" destId="{198F1BB1-19A2-436D-BF99-1DB5F264B393}" srcOrd="0" destOrd="0" presId="urn:microsoft.com/office/officeart/2008/layout/HorizontalMultiLevelHierarchy"/>
    <dgm:cxn modelId="{589D0687-685E-4CB3-8872-9D2F660D9248}" type="presParOf" srcId="{DFD2738B-8428-4CBC-9DBE-8EC70A1E3A03}" destId="{42F2036E-A269-4CDD-B7B0-F9C642FEAF2E}" srcOrd="1" destOrd="0" presId="urn:microsoft.com/office/officeart/2008/layout/HorizontalMultiLevelHierarchy"/>
    <dgm:cxn modelId="{A4FE3956-8700-4B81-BE8B-18627C7D520E}" type="presParOf" srcId="{11BB7485-1E0D-4FF8-AF04-DA248B93E1BC}" destId="{17CC7698-97C4-4212-B8BE-A61C8B9C2587}" srcOrd="2" destOrd="0" presId="urn:microsoft.com/office/officeart/2008/layout/HorizontalMultiLevelHierarchy"/>
    <dgm:cxn modelId="{EB325D95-385E-4DEF-949C-E297438F5825}" type="presParOf" srcId="{17CC7698-97C4-4212-B8BE-A61C8B9C2587}" destId="{B6B409C3-8236-40ED-8259-9C6D54125C6C}" srcOrd="0" destOrd="0" presId="urn:microsoft.com/office/officeart/2008/layout/HorizontalMultiLevelHierarchy"/>
    <dgm:cxn modelId="{14B1E3D7-98C6-46F3-9A08-F8AF58E747EE}" type="presParOf" srcId="{11BB7485-1E0D-4FF8-AF04-DA248B93E1BC}" destId="{BA12B18E-1C17-4FA0-B0D5-A2BD1083454B}" srcOrd="3" destOrd="0" presId="urn:microsoft.com/office/officeart/2008/layout/HorizontalMultiLevelHierarchy"/>
    <dgm:cxn modelId="{1B8DA826-86FD-49E7-99A2-DC062577002F}" type="presParOf" srcId="{BA12B18E-1C17-4FA0-B0D5-A2BD1083454B}" destId="{0F5D4D01-FF40-4D09-8A69-F1FC9B29BD9B}" srcOrd="0" destOrd="0" presId="urn:microsoft.com/office/officeart/2008/layout/HorizontalMultiLevelHierarchy"/>
    <dgm:cxn modelId="{535B45BA-C4EB-4DC1-9B8D-6636F12B02B3}" type="presParOf" srcId="{BA12B18E-1C17-4FA0-B0D5-A2BD1083454B}" destId="{797CDF0B-074A-45C8-BD73-85915C5BB8F2}" srcOrd="1" destOrd="0" presId="urn:microsoft.com/office/officeart/2008/layout/HorizontalMultiLevelHierarchy"/>
    <dgm:cxn modelId="{6113E1FA-7A51-42EF-AD60-1CD49F17FFC8}" type="presParOf" srcId="{11BB7485-1E0D-4FF8-AF04-DA248B93E1BC}" destId="{44498C58-1148-4537-8462-34574618A437}" srcOrd="4" destOrd="0" presId="urn:microsoft.com/office/officeart/2008/layout/HorizontalMultiLevelHierarchy"/>
    <dgm:cxn modelId="{FCACDE0B-7625-480F-A56E-62D6F459D108}" type="presParOf" srcId="{44498C58-1148-4537-8462-34574618A437}" destId="{F4C9B96A-AABA-4104-9483-CF67E40233B9}" srcOrd="0" destOrd="0" presId="urn:microsoft.com/office/officeart/2008/layout/HorizontalMultiLevelHierarchy"/>
    <dgm:cxn modelId="{431D2507-61CC-49D9-8DCE-4AD1AE736C8B}" type="presParOf" srcId="{11BB7485-1E0D-4FF8-AF04-DA248B93E1BC}" destId="{E7FA0220-B2DA-4F79-9E9D-952C97A88971}" srcOrd="5" destOrd="0" presId="urn:microsoft.com/office/officeart/2008/layout/HorizontalMultiLevelHierarchy"/>
    <dgm:cxn modelId="{E518E71B-B705-4AE6-A2E7-F9263086B4C3}" type="presParOf" srcId="{E7FA0220-B2DA-4F79-9E9D-952C97A88971}" destId="{B1DBBD90-6AF7-4646-9F9F-8CAC41C397DE}" srcOrd="0" destOrd="0" presId="urn:microsoft.com/office/officeart/2008/layout/HorizontalMultiLevelHierarchy"/>
    <dgm:cxn modelId="{C91E844C-7FB1-4A53-A414-8D5317DD49D7}" type="presParOf" srcId="{E7FA0220-B2DA-4F79-9E9D-952C97A88971}" destId="{392BEA6C-222A-4367-9CB6-46F48A583A06}" srcOrd="1" destOrd="0" presId="urn:microsoft.com/office/officeart/2008/layout/HorizontalMultiLevelHierarchy"/>
    <dgm:cxn modelId="{20E33427-3AFA-409D-9CE9-4ECD6B3B529D}" type="presParOf" srcId="{11BB7485-1E0D-4FF8-AF04-DA248B93E1BC}" destId="{BF414FDD-E466-4ED9-A36C-F56D0BE6BF16}" srcOrd="6" destOrd="0" presId="urn:microsoft.com/office/officeart/2008/layout/HorizontalMultiLevelHierarchy"/>
    <dgm:cxn modelId="{055C40E4-0F2A-4637-B817-EDA4A8F1CD8B}" type="presParOf" srcId="{BF414FDD-E466-4ED9-A36C-F56D0BE6BF16}" destId="{47845EFD-E56F-46D7-AA63-88EF6A645185}" srcOrd="0" destOrd="0" presId="urn:microsoft.com/office/officeart/2008/layout/HorizontalMultiLevelHierarchy"/>
    <dgm:cxn modelId="{8F67C398-0B22-49C9-AA2E-983837D17796}" type="presParOf" srcId="{11BB7485-1E0D-4FF8-AF04-DA248B93E1BC}" destId="{1CC27F07-085E-47B3-AB34-EE08555818D4}" srcOrd="7" destOrd="0" presId="urn:microsoft.com/office/officeart/2008/layout/HorizontalMultiLevelHierarchy"/>
    <dgm:cxn modelId="{265F6ABF-D3F1-43C8-831A-3AB71C337424}" type="presParOf" srcId="{1CC27F07-085E-47B3-AB34-EE08555818D4}" destId="{1AB8D200-C759-478E-BF58-AE23BD5C102E}" srcOrd="0" destOrd="0" presId="urn:microsoft.com/office/officeart/2008/layout/HorizontalMultiLevelHierarchy"/>
    <dgm:cxn modelId="{8D327385-B37E-41E3-A15C-3652A7D242B1}" type="presParOf" srcId="{1CC27F07-085E-47B3-AB34-EE08555818D4}" destId="{483F8548-3F74-49BE-8A9E-B8B0796A26C1}" srcOrd="1" destOrd="0" presId="urn:microsoft.com/office/officeart/2008/layout/HorizontalMultiLevelHierarchy"/>
    <dgm:cxn modelId="{97E7A308-650C-441B-8169-F607BAE4CE3C}" type="presParOf" srcId="{11BB7485-1E0D-4FF8-AF04-DA248B93E1BC}" destId="{B2CBBA3C-56A1-4956-9556-9B659D3C347E}" srcOrd="8" destOrd="0" presId="urn:microsoft.com/office/officeart/2008/layout/HorizontalMultiLevelHierarchy"/>
    <dgm:cxn modelId="{41C2122C-8A7D-498F-9B57-4B01791C52F4}" type="presParOf" srcId="{B2CBBA3C-56A1-4956-9556-9B659D3C347E}" destId="{1C975CF6-D750-415C-BEE4-85AC5933E55D}" srcOrd="0" destOrd="0" presId="urn:microsoft.com/office/officeart/2008/layout/HorizontalMultiLevelHierarchy"/>
    <dgm:cxn modelId="{69BFE3DB-C363-45AF-A076-8AD5C768DDBF}" type="presParOf" srcId="{11BB7485-1E0D-4FF8-AF04-DA248B93E1BC}" destId="{7D7A5A13-CA0D-420B-AAFE-8F9E9CD28CF5}" srcOrd="9" destOrd="0" presId="urn:microsoft.com/office/officeart/2008/layout/HorizontalMultiLevelHierarchy"/>
    <dgm:cxn modelId="{51500E55-0009-49CD-8603-AF380A8AE633}" type="presParOf" srcId="{7D7A5A13-CA0D-420B-AAFE-8F9E9CD28CF5}" destId="{3B95A708-FA8D-450D-9A03-586F94D7C373}" srcOrd="0" destOrd="0" presId="urn:microsoft.com/office/officeart/2008/layout/HorizontalMultiLevelHierarchy"/>
    <dgm:cxn modelId="{216C5883-0FA5-469C-9E18-E4FE5E6CC37E}" type="presParOf" srcId="{7D7A5A13-CA0D-420B-AAFE-8F9E9CD28CF5}" destId="{19C774DE-E0A5-4238-A8D6-75C5109FC810}" srcOrd="1" destOrd="0" presId="urn:microsoft.com/office/officeart/2008/layout/HorizontalMultiLevelHierarchy"/>
    <dgm:cxn modelId="{ACD1E149-84E2-4F7C-9861-7D2A2FAD0CD5}" type="presParOf" srcId="{11BB7485-1E0D-4FF8-AF04-DA248B93E1BC}" destId="{8B0A5735-236F-4DF8-9616-8801DB6A8F12}" srcOrd="10" destOrd="0" presId="urn:microsoft.com/office/officeart/2008/layout/HorizontalMultiLevelHierarchy"/>
    <dgm:cxn modelId="{7FEC99D1-E0CF-43D2-A046-491C8D5FCE8F}" type="presParOf" srcId="{8B0A5735-236F-4DF8-9616-8801DB6A8F12}" destId="{FC90B99B-A9B6-4E47-915E-1A24AAF05178}" srcOrd="0" destOrd="0" presId="urn:microsoft.com/office/officeart/2008/layout/HorizontalMultiLevelHierarchy"/>
    <dgm:cxn modelId="{3B7440A2-8238-4E53-B0AE-F79C1683846B}" type="presParOf" srcId="{11BB7485-1E0D-4FF8-AF04-DA248B93E1BC}" destId="{0D1CD779-C0B4-4C31-8A1E-DA88424E2188}" srcOrd="11" destOrd="0" presId="urn:microsoft.com/office/officeart/2008/layout/HorizontalMultiLevelHierarchy"/>
    <dgm:cxn modelId="{83CE26B3-5C15-4DEB-AE5C-F3358A80362C}" type="presParOf" srcId="{0D1CD779-C0B4-4C31-8A1E-DA88424E2188}" destId="{73ADDD3B-7FB4-4AD6-803C-C0930AC7D4F3}" srcOrd="0" destOrd="0" presId="urn:microsoft.com/office/officeart/2008/layout/HorizontalMultiLevelHierarchy"/>
    <dgm:cxn modelId="{82FC1632-ECB2-4466-BFE7-41F40CAB9D0E}" type="presParOf" srcId="{0D1CD779-C0B4-4C31-8A1E-DA88424E2188}" destId="{535EBA0D-F89B-49C8-AE5C-C2AA6640ED94}" srcOrd="1" destOrd="0" presId="urn:microsoft.com/office/officeart/2008/layout/HorizontalMultiLevelHierarchy"/>
    <dgm:cxn modelId="{AF231C9C-6453-4D47-AE8C-4C7B5373D7BA}" type="presParOf" srcId="{11BB7485-1E0D-4FF8-AF04-DA248B93E1BC}" destId="{5AACB6BF-C447-4202-B774-A2F35DD54582}" srcOrd="12" destOrd="0" presId="urn:microsoft.com/office/officeart/2008/layout/HorizontalMultiLevelHierarchy"/>
    <dgm:cxn modelId="{3C6DD7D1-BE1B-49E9-8AD4-FF5BABECD580}" type="presParOf" srcId="{5AACB6BF-C447-4202-B774-A2F35DD54582}" destId="{BA82A835-81EA-4676-9476-0379A1CD69BA}" srcOrd="0" destOrd="0" presId="urn:microsoft.com/office/officeart/2008/layout/HorizontalMultiLevelHierarchy"/>
    <dgm:cxn modelId="{84729AC5-5ED6-4A0E-8760-9F2B0BC626DD}" type="presParOf" srcId="{11BB7485-1E0D-4FF8-AF04-DA248B93E1BC}" destId="{79F2FEEF-ECAE-4005-B160-56EC426EF267}" srcOrd="13" destOrd="0" presId="urn:microsoft.com/office/officeart/2008/layout/HorizontalMultiLevelHierarchy"/>
    <dgm:cxn modelId="{BA13BBFA-FD3C-41CB-9E9D-EE9810DD3C7C}" type="presParOf" srcId="{79F2FEEF-ECAE-4005-B160-56EC426EF267}" destId="{02101E82-A332-4D80-AC76-9CB1E0CE043B}" srcOrd="0" destOrd="0" presId="urn:microsoft.com/office/officeart/2008/layout/HorizontalMultiLevelHierarchy"/>
    <dgm:cxn modelId="{F8641667-5332-47ED-AE75-A3DA9B5C1822}" type="presParOf" srcId="{79F2FEEF-ECAE-4005-B160-56EC426EF267}" destId="{25355B3A-E2D4-4F74-9297-A19275F9C3CC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863418-B533-4C21-82B6-20A136826A5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19E7027F-76F6-46CE-B96C-416831BE9D93}">
      <dgm:prSet custT="1"/>
      <dgm:spPr/>
      <dgm:t>
        <a:bodyPr/>
        <a:lstStyle/>
        <a:p>
          <a:r>
            <a:rPr lang="en-US" sz="1800" b="0" i="0" dirty="0">
              <a:effectLst/>
              <a:latin typeface="Bahnschrift" panose="020B0502040204020203" pitchFamily="34" charset="0"/>
            </a:rPr>
            <a:t>A variety of commercial applications, including the following, may be built and advanced using supervised learning models:</a:t>
          </a:r>
        </a:p>
      </dgm:t>
    </dgm:pt>
    <dgm:pt modelId="{49B472EC-14CC-49A2-B7A3-2B7E3A186604}" type="parTrans" cxnId="{EE3310F7-4C8C-43E1-9979-A1F3DFCBADB7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520A4419-1811-4458-AC12-D78BE893DBA7}" type="sibTrans" cxnId="{EE3310F7-4C8C-43E1-9979-A1F3DFCBADB7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859731EA-DCAB-40D2-9C22-FF3B03640B78}">
      <dgm:prSet custT="1"/>
      <dgm:spPr/>
      <dgm:t>
        <a:bodyPr/>
        <a:lstStyle/>
        <a:p>
          <a:r>
            <a:rPr lang="en-IN" sz="1800" b="0" i="0" dirty="0">
              <a:effectLst/>
              <a:latin typeface="Bahnschrift" panose="020B0502040204020203" pitchFamily="34" charset="0"/>
            </a:rPr>
            <a:t>Image- and object-recognition</a:t>
          </a:r>
          <a:endParaRPr lang="en-US" sz="1800" b="0" dirty="0">
            <a:latin typeface="Bahnschrift" panose="020B0502040204020203" pitchFamily="34" charset="0"/>
          </a:endParaRPr>
        </a:p>
      </dgm:t>
    </dgm:pt>
    <dgm:pt modelId="{3F924731-10DC-47D6-A1EA-6751D3356E47}" type="parTrans" cxnId="{091E5D87-5296-47C7-BA66-318D48190626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422EA14A-B210-4A44-84D7-E76D30941308}" type="sibTrans" cxnId="{091E5D87-5296-47C7-BA66-318D48190626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E8637ED0-BD5B-44B8-83B7-26E4C35B6517}">
      <dgm:prSet custT="1"/>
      <dgm:spPr/>
      <dgm:t>
        <a:bodyPr/>
        <a:lstStyle/>
        <a:p>
          <a:r>
            <a:rPr lang="en-IN" sz="1800" b="0" i="0" dirty="0">
              <a:effectLst/>
              <a:latin typeface="Bahnschrift" panose="020B0502040204020203" pitchFamily="34" charset="0"/>
            </a:rPr>
            <a:t>Predictive analytics</a:t>
          </a:r>
          <a:endParaRPr lang="en-US" sz="1800" b="0" i="0" dirty="0">
            <a:effectLst/>
            <a:latin typeface="Bahnschrift" panose="020B0502040204020203" pitchFamily="34" charset="0"/>
          </a:endParaRPr>
        </a:p>
      </dgm:t>
    </dgm:pt>
    <dgm:pt modelId="{908BA76B-D1B7-45A0-806A-6CBF058CB85B}" type="parTrans" cxnId="{E4D3467F-AF29-4478-B713-673716D5EF7B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C95FCE35-BC74-40CD-B27C-529877C6E242}" type="sibTrans" cxnId="{E4D3467F-AF29-4478-B713-673716D5EF7B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F1111C2C-17C0-4F8C-A81E-BAA03E4C67BB}">
      <dgm:prSet custT="1"/>
      <dgm:spPr/>
      <dgm:t>
        <a:bodyPr/>
        <a:lstStyle/>
        <a:p>
          <a:r>
            <a:rPr lang="en-IN" sz="1800" b="0" i="0">
              <a:effectLst/>
              <a:latin typeface="Bahnschrift" panose="020B0502040204020203" pitchFamily="34" charset="0"/>
            </a:rPr>
            <a:t>Customer sentiment analysis</a:t>
          </a:r>
          <a:endParaRPr lang="en-US" sz="1800" b="0" dirty="0">
            <a:latin typeface="Bahnschrift" panose="020B0502040204020203" pitchFamily="34" charset="0"/>
          </a:endParaRPr>
        </a:p>
      </dgm:t>
    </dgm:pt>
    <dgm:pt modelId="{C1BA4C57-0C85-427D-B66B-470BA464A00B}" type="parTrans" cxnId="{5C47EE0A-80FF-4AA8-86DC-DE07DEFB96D3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A56B2021-4759-47EE-B6F8-C9331DE0CC95}" type="sibTrans" cxnId="{5C47EE0A-80FF-4AA8-86DC-DE07DEFB96D3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86F1A823-174A-4116-A3D4-8D6B440C4A67}">
      <dgm:prSet custT="1"/>
      <dgm:spPr/>
      <dgm:t>
        <a:bodyPr/>
        <a:lstStyle/>
        <a:p>
          <a:r>
            <a:rPr lang="en-IN" sz="1800" b="0" i="0">
              <a:effectLst/>
              <a:latin typeface="Bahnschrift" panose="020B0502040204020203" pitchFamily="34" charset="0"/>
            </a:rPr>
            <a:t>Spam detection</a:t>
          </a:r>
          <a:endParaRPr lang="en-IN" sz="1800" b="0" dirty="0">
            <a:latin typeface="Bahnschrift" panose="020B0502040204020203" pitchFamily="34" charset="0"/>
          </a:endParaRPr>
        </a:p>
      </dgm:t>
    </dgm:pt>
    <dgm:pt modelId="{DCABEE16-438D-4585-86C7-050BD74298BD}" type="parTrans" cxnId="{97600E87-ECAF-4BF9-9C54-DF05051181B4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142438DB-337E-460A-9361-E4F2053E1296}" type="sibTrans" cxnId="{97600E87-ECAF-4BF9-9C54-DF05051181B4}">
      <dgm:prSet/>
      <dgm:spPr/>
      <dgm:t>
        <a:bodyPr/>
        <a:lstStyle/>
        <a:p>
          <a:endParaRPr lang="en-IN" sz="1800" b="0">
            <a:latin typeface="Bahnschrift" panose="020B0502040204020203" pitchFamily="34" charset="0"/>
          </a:endParaRPr>
        </a:p>
      </dgm:t>
    </dgm:pt>
    <dgm:pt modelId="{FC723AD4-8FD9-4B50-9CAD-2BBC1EAF04F8}" type="pres">
      <dgm:prSet presAssocID="{AE863418-B533-4C21-82B6-20A136826A5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B08D53C-73AD-4493-8649-0219BB882F5B}" type="pres">
      <dgm:prSet presAssocID="{19E7027F-76F6-46CE-B96C-416831BE9D93}" presName="hierRoot1" presStyleCnt="0"/>
      <dgm:spPr/>
    </dgm:pt>
    <dgm:pt modelId="{E8A76CBE-349F-40F2-962F-5D54EF960300}" type="pres">
      <dgm:prSet presAssocID="{19E7027F-76F6-46CE-B96C-416831BE9D93}" presName="composite" presStyleCnt="0"/>
      <dgm:spPr/>
    </dgm:pt>
    <dgm:pt modelId="{866C5DAA-121B-48A2-B20F-CAAF1338B6EC}" type="pres">
      <dgm:prSet presAssocID="{19E7027F-76F6-46CE-B96C-416831BE9D93}" presName="background" presStyleLbl="node0" presStyleIdx="0" presStyleCnt="1"/>
      <dgm:spPr/>
    </dgm:pt>
    <dgm:pt modelId="{38E5D197-29EF-4E24-8378-F58C9926903E}" type="pres">
      <dgm:prSet presAssocID="{19E7027F-76F6-46CE-B96C-416831BE9D93}" presName="text" presStyleLbl="fgAcc0" presStyleIdx="0" presStyleCnt="1" custScaleX="353625" custScaleY="153330">
        <dgm:presLayoutVars>
          <dgm:chPref val="3"/>
        </dgm:presLayoutVars>
      </dgm:prSet>
      <dgm:spPr/>
    </dgm:pt>
    <dgm:pt modelId="{C45D8E41-99C5-4022-986D-108FC22FBBBA}" type="pres">
      <dgm:prSet presAssocID="{19E7027F-76F6-46CE-B96C-416831BE9D93}" presName="hierChild2" presStyleCnt="0"/>
      <dgm:spPr/>
    </dgm:pt>
    <dgm:pt modelId="{C0E06EEA-F7BE-47CA-A615-868D9BCA510A}" type="pres">
      <dgm:prSet presAssocID="{3F924731-10DC-47D6-A1EA-6751D3356E47}" presName="Name10" presStyleLbl="parChTrans1D2" presStyleIdx="0" presStyleCnt="4"/>
      <dgm:spPr/>
    </dgm:pt>
    <dgm:pt modelId="{4509A2E7-9554-445E-9C62-511FD81CCF59}" type="pres">
      <dgm:prSet presAssocID="{859731EA-DCAB-40D2-9C22-FF3B03640B78}" presName="hierRoot2" presStyleCnt="0"/>
      <dgm:spPr/>
    </dgm:pt>
    <dgm:pt modelId="{7407654D-1CFC-4155-B31C-3C1BFC4E08B7}" type="pres">
      <dgm:prSet presAssocID="{859731EA-DCAB-40D2-9C22-FF3B03640B78}" presName="composite2" presStyleCnt="0"/>
      <dgm:spPr/>
    </dgm:pt>
    <dgm:pt modelId="{4819CD7B-C2DF-483E-94F0-0EAC63A914C0}" type="pres">
      <dgm:prSet presAssocID="{859731EA-DCAB-40D2-9C22-FF3B03640B78}" presName="background2" presStyleLbl="node2" presStyleIdx="0" presStyleCnt="4"/>
      <dgm:spPr/>
    </dgm:pt>
    <dgm:pt modelId="{958D7D89-BDFA-4949-B182-8E91F320206F}" type="pres">
      <dgm:prSet presAssocID="{859731EA-DCAB-40D2-9C22-FF3B03640B78}" presName="text2" presStyleLbl="fgAcc2" presStyleIdx="0" presStyleCnt="4">
        <dgm:presLayoutVars>
          <dgm:chPref val="3"/>
        </dgm:presLayoutVars>
      </dgm:prSet>
      <dgm:spPr/>
    </dgm:pt>
    <dgm:pt modelId="{1AFF9572-7B93-489D-BB6B-A65BFAFEFB9F}" type="pres">
      <dgm:prSet presAssocID="{859731EA-DCAB-40D2-9C22-FF3B03640B78}" presName="hierChild3" presStyleCnt="0"/>
      <dgm:spPr/>
    </dgm:pt>
    <dgm:pt modelId="{9D73936A-C442-4BB0-8B93-56D49564BEEB}" type="pres">
      <dgm:prSet presAssocID="{908BA76B-D1B7-45A0-806A-6CBF058CB85B}" presName="Name10" presStyleLbl="parChTrans1D2" presStyleIdx="1" presStyleCnt="4"/>
      <dgm:spPr/>
    </dgm:pt>
    <dgm:pt modelId="{00DDC208-0B93-4012-9D67-935A0490D6C8}" type="pres">
      <dgm:prSet presAssocID="{E8637ED0-BD5B-44B8-83B7-26E4C35B6517}" presName="hierRoot2" presStyleCnt="0"/>
      <dgm:spPr/>
    </dgm:pt>
    <dgm:pt modelId="{C3567C7F-9D50-4403-BBAD-B8FF317EE1E1}" type="pres">
      <dgm:prSet presAssocID="{E8637ED0-BD5B-44B8-83B7-26E4C35B6517}" presName="composite2" presStyleCnt="0"/>
      <dgm:spPr/>
    </dgm:pt>
    <dgm:pt modelId="{4D2E4BFB-6953-4C06-96D7-330F6302A053}" type="pres">
      <dgm:prSet presAssocID="{E8637ED0-BD5B-44B8-83B7-26E4C35B6517}" presName="background2" presStyleLbl="node2" presStyleIdx="1" presStyleCnt="4"/>
      <dgm:spPr/>
    </dgm:pt>
    <dgm:pt modelId="{334BDFE2-28C8-4161-BF6D-83278AD365CC}" type="pres">
      <dgm:prSet presAssocID="{E8637ED0-BD5B-44B8-83B7-26E4C35B6517}" presName="text2" presStyleLbl="fgAcc2" presStyleIdx="1" presStyleCnt="4">
        <dgm:presLayoutVars>
          <dgm:chPref val="3"/>
        </dgm:presLayoutVars>
      </dgm:prSet>
      <dgm:spPr/>
    </dgm:pt>
    <dgm:pt modelId="{92F00CF2-8A31-470D-9E6E-7FBE2D1B5F70}" type="pres">
      <dgm:prSet presAssocID="{E8637ED0-BD5B-44B8-83B7-26E4C35B6517}" presName="hierChild3" presStyleCnt="0"/>
      <dgm:spPr/>
    </dgm:pt>
    <dgm:pt modelId="{E04C7B2F-2977-42F2-9CCB-641A4E3A8060}" type="pres">
      <dgm:prSet presAssocID="{C1BA4C57-0C85-427D-B66B-470BA464A00B}" presName="Name10" presStyleLbl="parChTrans1D2" presStyleIdx="2" presStyleCnt="4"/>
      <dgm:spPr/>
    </dgm:pt>
    <dgm:pt modelId="{5EA9E435-7E7B-4B53-9F28-D27D9B2026D7}" type="pres">
      <dgm:prSet presAssocID="{F1111C2C-17C0-4F8C-A81E-BAA03E4C67BB}" presName="hierRoot2" presStyleCnt="0"/>
      <dgm:spPr/>
    </dgm:pt>
    <dgm:pt modelId="{9B77AE20-CC91-4357-B4C2-63BCEF100982}" type="pres">
      <dgm:prSet presAssocID="{F1111C2C-17C0-4F8C-A81E-BAA03E4C67BB}" presName="composite2" presStyleCnt="0"/>
      <dgm:spPr/>
    </dgm:pt>
    <dgm:pt modelId="{FA999104-BCBB-418E-BAAA-86F66DEEDFA4}" type="pres">
      <dgm:prSet presAssocID="{F1111C2C-17C0-4F8C-A81E-BAA03E4C67BB}" presName="background2" presStyleLbl="node2" presStyleIdx="2" presStyleCnt="4"/>
      <dgm:spPr/>
    </dgm:pt>
    <dgm:pt modelId="{B3BDDED1-6E9E-447D-8FF8-A7059A27B32A}" type="pres">
      <dgm:prSet presAssocID="{F1111C2C-17C0-4F8C-A81E-BAA03E4C67BB}" presName="text2" presStyleLbl="fgAcc2" presStyleIdx="2" presStyleCnt="4">
        <dgm:presLayoutVars>
          <dgm:chPref val="3"/>
        </dgm:presLayoutVars>
      </dgm:prSet>
      <dgm:spPr/>
    </dgm:pt>
    <dgm:pt modelId="{C3655BE7-45C1-4EC4-996D-453CB907C4D4}" type="pres">
      <dgm:prSet presAssocID="{F1111C2C-17C0-4F8C-A81E-BAA03E4C67BB}" presName="hierChild3" presStyleCnt="0"/>
      <dgm:spPr/>
    </dgm:pt>
    <dgm:pt modelId="{9412086E-F4EF-47DF-8097-E95C2800B8FA}" type="pres">
      <dgm:prSet presAssocID="{DCABEE16-438D-4585-86C7-050BD74298BD}" presName="Name10" presStyleLbl="parChTrans1D2" presStyleIdx="3" presStyleCnt="4"/>
      <dgm:spPr/>
    </dgm:pt>
    <dgm:pt modelId="{8EDBD034-0C90-4C0F-9C16-9F6AFF26DE88}" type="pres">
      <dgm:prSet presAssocID="{86F1A823-174A-4116-A3D4-8D6B440C4A67}" presName="hierRoot2" presStyleCnt="0"/>
      <dgm:spPr/>
    </dgm:pt>
    <dgm:pt modelId="{239904F4-EC66-43D4-A8EE-A6C6B104C350}" type="pres">
      <dgm:prSet presAssocID="{86F1A823-174A-4116-A3D4-8D6B440C4A67}" presName="composite2" presStyleCnt="0"/>
      <dgm:spPr/>
    </dgm:pt>
    <dgm:pt modelId="{8CA5C3C7-8D4D-499D-879B-D5FF3BA3C3F1}" type="pres">
      <dgm:prSet presAssocID="{86F1A823-174A-4116-A3D4-8D6B440C4A67}" presName="background2" presStyleLbl="node2" presStyleIdx="3" presStyleCnt="4"/>
      <dgm:spPr/>
    </dgm:pt>
    <dgm:pt modelId="{4F8048E0-F710-4B7C-BD7C-EAE9B6BB6C9B}" type="pres">
      <dgm:prSet presAssocID="{86F1A823-174A-4116-A3D4-8D6B440C4A67}" presName="text2" presStyleLbl="fgAcc2" presStyleIdx="3" presStyleCnt="4">
        <dgm:presLayoutVars>
          <dgm:chPref val="3"/>
        </dgm:presLayoutVars>
      </dgm:prSet>
      <dgm:spPr/>
    </dgm:pt>
    <dgm:pt modelId="{98382B07-C96D-41BD-8A20-4D1C7A27A646}" type="pres">
      <dgm:prSet presAssocID="{86F1A823-174A-4116-A3D4-8D6B440C4A67}" presName="hierChild3" presStyleCnt="0"/>
      <dgm:spPr/>
    </dgm:pt>
  </dgm:ptLst>
  <dgm:cxnLst>
    <dgm:cxn modelId="{A092DC08-DF1E-4260-AF40-325293EBE10C}" type="presOf" srcId="{19E7027F-76F6-46CE-B96C-416831BE9D93}" destId="{38E5D197-29EF-4E24-8378-F58C9926903E}" srcOrd="0" destOrd="0" presId="urn:microsoft.com/office/officeart/2005/8/layout/hierarchy1"/>
    <dgm:cxn modelId="{5C47EE0A-80FF-4AA8-86DC-DE07DEFB96D3}" srcId="{19E7027F-76F6-46CE-B96C-416831BE9D93}" destId="{F1111C2C-17C0-4F8C-A81E-BAA03E4C67BB}" srcOrd="2" destOrd="0" parTransId="{C1BA4C57-0C85-427D-B66B-470BA464A00B}" sibTransId="{A56B2021-4759-47EE-B6F8-C9331DE0CC95}"/>
    <dgm:cxn modelId="{235D1829-622F-44F8-B6D0-75AC7D242FFD}" type="presOf" srcId="{AE863418-B533-4C21-82B6-20A136826A5F}" destId="{FC723AD4-8FD9-4B50-9CAD-2BBC1EAF04F8}" srcOrd="0" destOrd="0" presId="urn:microsoft.com/office/officeart/2005/8/layout/hierarchy1"/>
    <dgm:cxn modelId="{D8B6B839-9BDC-4960-BEF6-AA2A1194B09A}" type="presOf" srcId="{86F1A823-174A-4116-A3D4-8D6B440C4A67}" destId="{4F8048E0-F710-4B7C-BD7C-EAE9B6BB6C9B}" srcOrd="0" destOrd="0" presId="urn:microsoft.com/office/officeart/2005/8/layout/hierarchy1"/>
    <dgm:cxn modelId="{C2E5D46A-AC73-47A7-8771-50E6D0681B0C}" type="presOf" srcId="{3F924731-10DC-47D6-A1EA-6751D3356E47}" destId="{C0E06EEA-F7BE-47CA-A615-868D9BCA510A}" srcOrd="0" destOrd="0" presId="urn:microsoft.com/office/officeart/2005/8/layout/hierarchy1"/>
    <dgm:cxn modelId="{6CCFB26B-73BF-44F0-A5B4-0265765A060A}" type="presOf" srcId="{859731EA-DCAB-40D2-9C22-FF3B03640B78}" destId="{958D7D89-BDFA-4949-B182-8E91F320206F}" srcOrd="0" destOrd="0" presId="urn:microsoft.com/office/officeart/2005/8/layout/hierarchy1"/>
    <dgm:cxn modelId="{F35E727E-27F9-40AC-8EE7-410AA41A3815}" type="presOf" srcId="{C1BA4C57-0C85-427D-B66B-470BA464A00B}" destId="{E04C7B2F-2977-42F2-9CCB-641A4E3A8060}" srcOrd="0" destOrd="0" presId="urn:microsoft.com/office/officeart/2005/8/layout/hierarchy1"/>
    <dgm:cxn modelId="{E4D3467F-AF29-4478-B713-673716D5EF7B}" srcId="{19E7027F-76F6-46CE-B96C-416831BE9D93}" destId="{E8637ED0-BD5B-44B8-83B7-26E4C35B6517}" srcOrd="1" destOrd="0" parTransId="{908BA76B-D1B7-45A0-806A-6CBF058CB85B}" sibTransId="{C95FCE35-BC74-40CD-B27C-529877C6E242}"/>
    <dgm:cxn modelId="{97600E87-ECAF-4BF9-9C54-DF05051181B4}" srcId="{19E7027F-76F6-46CE-B96C-416831BE9D93}" destId="{86F1A823-174A-4116-A3D4-8D6B440C4A67}" srcOrd="3" destOrd="0" parTransId="{DCABEE16-438D-4585-86C7-050BD74298BD}" sibTransId="{142438DB-337E-460A-9361-E4F2053E1296}"/>
    <dgm:cxn modelId="{091E5D87-5296-47C7-BA66-318D48190626}" srcId="{19E7027F-76F6-46CE-B96C-416831BE9D93}" destId="{859731EA-DCAB-40D2-9C22-FF3B03640B78}" srcOrd="0" destOrd="0" parTransId="{3F924731-10DC-47D6-A1EA-6751D3356E47}" sibTransId="{422EA14A-B210-4A44-84D7-E76D30941308}"/>
    <dgm:cxn modelId="{7F40CEA6-6C45-4688-8C89-808F27483754}" type="presOf" srcId="{DCABEE16-438D-4585-86C7-050BD74298BD}" destId="{9412086E-F4EF-47DF-8097-E95C2800B8FA}" srcOrd="0" destOrd="0" presId="urn:microsoft.com/office/officeart/2005/8/layout/hierarchy1"/>
    <dgm:cxn modelId="{513777AF-9C15-45C9-90C6-8428DA92B3AE}" type="presOf" srcId="{E8637ED0-BD5B-44B8-83B7-26E4C35B6517}" destId="{334BDFE2-28C8-4161-BF6D-83278AD365CC}" srcOrd="0" destOrd="0" presId="urn:microsoft.com/office/officeart/2005/8/layout/hierarchy1"/>
    <dgm:cxn modelId="{60B866C1-0531-4222-AE41-7AEEC6ED0FE0}" type="presOf" srcId="{908BA76B-D1B7-45A0-806A-6CBF058CB85B}" destId="{9D73936A-C442-4BB0-8B93-56D49564BEEB}" srcOrd="0" destOrd="0" presId="urn:microsoft.com/office/officeart/2005/8/layout/hierarchy1"/>
    <dgm:cxn modelId="{D732E8C6-9AE6-4004-A42E-F63960BD9D09}" type="presOf" srcId="{F1111C2C-17C0-4F8C-A81E-BAA03E4C67BB}" destId="{B3BDDED1-6E9E-447D-8FF8-A7059A27B32A}" srcOrd="0" destOrd="0" presId="urn:microsoft.com/office/officeart/2005/8/layout/hierarchy1"/>
    <dgm:cxn modelId="{EE3310F7-4C8C-43E1-9979-A1F3DFCBADB7}" srcId="{AE863418-B533-4C21-82B6-20A136826A5F}" destId="{19E7027F-76F6-46CE-B96C-416831BE9D93}" srcOrd="0" destOrd="0" parTransId="{49B472EC-14CC-49A2-B7A3-2B7E3A186604}" sibTransId="{520A4419-1811-4458-AC12-D78BE893DBA7}"/>
    <dgm:cxn modelId="{C5B18E49-D209-48A8-A5B4-0C4439000F7B}" type="presParOf" srcId="{FC723AD4-8FD9-4B50-9CAD-2BBC1EAF04F8}" destId="{3B08D53C-73AD-4493-8649-0219BB882F5B}" srcOrd="0" destOrd="0" presId="urn:microsoft.com/office/officeart/2005/8/layout/hierarchy1"/>
    <dgm:cxn modelId="{BCE4D779-4AE6-47A1-ACA6-D94D8785D636}" type="presParOf" srcId="{3B08D53C-73AD-4493-8649-0219BB882F5B}" destId="{E8A76CBE-349F-40F2-962F-5D54EF960300}" srcOrd="0" destOrd="0" presId="urn:microsoft.com/office/officeart/2005/8/layout/hierarchy1"/>
    <dgm:cxn modelId="{24C61EC4-C4FA-4F02-8790-8147C7BDD0BC}" type="presParOf" srcId="{E8A76CBE-349F-40F2-962F-5D54EF960300}" destId="{866C5DAA-121B-48A2-B20F-CAAF1338B6EC}" srcOrd="0" destOrd="0" presId="urn:microsoft.com/office/officeart/2005/8/layout/hierarchy1"/>
    <dgm:cxn modelId="{582D1E0A-AC43-4EE8-87D5-5715A5FEA338}" type="presParOf" srcId="{E8A76CBE-349F-40F2-962F-5D54EF960300}" destId="{38E5D197-29EF-4E24-8378-F58C9926903E}" srcOrd="1" destOrd="0" presId="urn:microsoft.com/office/officeart/2005/8/layout/hierarchy1"/>
    <dgm:cxn modelId="{AFD23906-282E-4CB9-9DAF-A554677157B4}" type="presParOf" srcId="{3B08D53C-73AD-4493-8649-0219BB882F5B}" destId="{C45D8E41-99C5-4022-986D-108FC22FBBBA}" srcOrd="1" destOrd="0" presId="urn:microsoft.com/office/officeart/2005/8/layout/hierarchy1"/>
    <dgm:cxn modelId="{C0966A6C-9005-4ACC-97B2-E0924506BEEF}" type="presParOf" srcId="{C45D8E41-99C5-4022-986D-108FC22FBBBA}" destId="{C0E06EEA-F7BE-47CA-A615-868D9BCA510A}" srcOrd="0" destOrd="0" presId="urn:microsoft.com/office/officeart/2005/8/layout/hierarchy1"/>
    <dgm:cxn modelId="{63A11C34-51EC-4091-A374-B84E477D4031}" type="presParOf" srcId="{C45D8E41-99C5-4022-986D-108FC22FBBBA}" destId="{4509A2E7-9554-445E-9C62-511FD81CCF59}" srcOrd="1" destOrd="0" presId="urn:microsoft.com/office/officeart/2005/8/layout/hierarchy1"/>
    <dgm:cxn modelId="{E0EBAD4B-B274-4FFA-9F6C-DC448527DDB3}" type="presParOf" srcId="{4509A2E7-9554-445E-9C62-511FD81CCF59}" destId="{7407654D-1CFC-4155-B31C-3C1BFC4E08B7}" srcOrd="0" destOrd="0" presId="urn:microsoft.com/office/officeart/2005/8/layout/hierarchy1"/>
    <dgm:cxn modelId="{3EF0965D-1F80-4F9C-ACAF-F08A8EC11624}" type="presParOf" srcId="{7407654D-1CFC-4155-B31C-3C1BFC4E08B7}" destId="{4819CD7B-C2DF-483E-94F0-0EAC63A914C0}" srcOrd="0" destOrd="0" presId="urn:microsoft.com/office/officeart/2005/8/layout/hierarchy1"/>
    <dgm:cxn modelId="{F79B2A8A-1C4F-4B5F-B249-1664FD290FEF}" type="presParOf" srcId="{7407654D-1CFC-4155-B31C-3C1BFC4E08B7}" destId="{958D7D89-BDFA-4949-B182-8E91F320206F}" srcOrd="1" destOrd="0" presId="urn:microsoft.com/office/officeart/2005/8/layout/hierarchy1"/>
    <dgm:cxn modelId="{5D565D6D-3FC6-4553-A848-6334624791A8}" type="presParOf" srcId="{4509A2E7-9554-445E-9C62-511FD81CCF59}" destId="{1AFF9572-7B93-489D-BB6B-A65BFAFEFB9F}" srcOrd="1" destOrd="0" presId="urn:microsoft.com/office/officeart/2005/8/layout/hierarchy1"/>
    <dgm:cxn modelId="{3DDBCC65-A446-4789-A01B-5FE40644E28F}" type="presParOf" srcId="{C45D8E41-99C5-4022-986D-108FC22FBBBA}" destId="{9D73936A-C442-4BB0-8B93-56D49564BEEB}" srcOrd="2" destOrd="0" presId="urn:microsoft.com/office/officeart/2005/8/layout/hierarchy1"/>
    <dgm:cxn modelId="{B8556F4D-2B5D-4A4E-B3E5-1AD4B9FC9BBA}" type="presParOf" srcId="{C45D8E41-99C5-4022-986D-108FC22FBBBA}" destId="{00DDC208-0B93-4012-9D67-935A0490D6C8}" srcOrd="3" destOrd="0" presId="urn:microsoft.com/office/officeart/2005/8/layout/hierarchy1"/>
    <dgm:cxn modelId="{310D3B4B-A6F7-4013-9D28-D4CD28DA92CB}" type="presParOf" srcId="{00DDC208-0B93-4012-9D67-935A0490D6C8}" destId="{C3567C7F-9D50-4403-BBAD-B8FF317EE1E1}" srcOrd="0" destOrd="0" presId="urn:microsoft.com/office/officeart/2005/8/layout/hierarchy1"/>
    <dgm:cxn modelId="{22069A30-43DE-44F9-B4EA-D2694B058547}" type="presParOf" srcId="{C3567C7F-9D50-4403-BBAD-B8FF317EE1E1}" destId="{4D2E4BFB-6953-4C06-96D7-330F6302A053}" srcOrd="0" destOrd="0" presId="urn:microsoft.com/office/officeart/2005/8/layout/hierarchy1"/>
    <dgm:cxn modelId="{05B7687D-B4C2-4FFB-88C6-64C6EA58A789}" type="presParOf" srcId="{C3567C7F-9D50-4403-BBAD-B8FF317EE1E1}" destId="{334BDFE2-28C8-4161-BF6D-83278AD365CC}" srcOrd="1" destOrd="0" presId="urn:microsoft.com/office/officeart/2005/8/layout/hierarchy1"/>
    <dgm:cxn modelId="{E08769A0-3C0E-46F0-8D0C-C81E4C63A75C}" type="presParOf" srcId="{00DDC208-0B93-4012-9D67-935A0490D6C8}" destId="{92F00CF2-8A31-470D-9E6E-7FBE2D1B5F70}" srcOrd="1" destOrd="0" presId="urn:microsoft.com/office/officeart/2005/8/layout/hierarchy1"/>
    <dgm:cxn modelId="{72355F76-70EB-4123-A6D8-FD34D0E2E6E5}" type="presParOf" srcId="{C45D8E41-99C5-4022-986D-108FC22FBBBA}" destId="{E04C7B2F-2977-42F2-9CCB-641A4E3A8060}" srcOrd="4" destOrd="0" presId="urn:microsoft.com/office/officeart/2005/8/layout/hierarchy1"/>
    <dgm:cxn modelId="{F259BF8F-A5C3-4368-8222-C19D1B5DBF40}" type="presParOf" srcId="{C45D8E41-99C5-4022-986D-108FC22FBBBA}" destId="{5EA9E435-7E7B-4B53-9F28-D27D9B2026D7}" srcOrd="5" destOrd="0" presId="urn:microsoft.com/office/officeart/2005/8/layout/hierarchy1"/>
    <dgm:cxn modelId="{9663F361-14D2-4889-B977-963BD4013E30}" type="presParOf" srcId="{5EA9E435-7E7B-4B53-9F28-D27D9B2026D7}" destId="{9B77AE20-CC91-4357-B4C2-63BCEF100982}" srcOrd="0" destOrd="0" presId="urn:microsoft.com/office/officeart/2005/8/layout/hierarchy1"/>
    <dgm:cxn modelId="{BF9214CE-6827-4F13-9C77-1378072A7FD2}" type="presParOf" srcId="{9B77AE20-CC91-4357-B4C2-63BCEF100982}" destId="{FA999104-BCBB-418E-BAAA-86F66DEEDFA4}" srcOrd="0" destOrd="0" presId="urn:microsoft.com/office/officeart/2005/8/layout/hierarchy1"/>
    <dgm:cxn modelId="{FCCCF373-E847-4CE3-A9E6-5B6CDEB440D8}" type="presParOf" srcId="{9B77AE20-CC91-4357-B4C2-63BCEF100982}" destId="{B3BDDED1-6E9E-447D-8FF8-A7059A27B32A}" srcOrd="1" destOrd="0" presId="urn:microsoft.com/office/officeart/2005/8/layout/hierarchy1"/>
    <dgm:cxn modelId="{F50DA801-2099-4E5E-9B7F-8EA332B361AB}" type="presParOf" srcId="{5EA9E435-7E7B-4B53-9F28-D27D9B2026D7}" destId="{C3655BE7-45C1-4EC4-996D-453CB907C4D4}" srcOrd="1" destOrd="0" presId="urn:microsoft.com/office/officeart/2005/8/layout/hierarchy1"/>
    <dgm:cxn modelId="{E36F06CE-918B-4ACB-AB75-30038D178794}" type="presParOf" srcId="{C45D8E41-99C5-4022-986D-108FC22FBBBA}" destId="{9412086E-F4EF-47DF-8097-E95C2800B8FA}" srcOrd="6" destOrd="0" presId="urn:microsoft.com/office/officeart/2005/8/layout/hierarchy1"/>
    <dgm:cxn modelId="{38AC0F9E-9A52-465F-A8CC-3837CBB9859B}" type="presParOf" srcId="{C45D8E41-99C5-4022-986D-108FC22FBBBA}" destId="{8EDBD034-0C90-4C0F-9C16-9F6AFF26DE88}" srcOrd="7" destOrd="0" presId="urn:microsoft.com/office/officeart/2005/8/layout/hierarchy1"/>
    <dgm:cxn modelId="{A2243D89-9595-4960-9F1E-1E1A33E378C5}" type="presParOf" srcId="{8EDBD034-0C90-4C0F-9C16-9F6AFF26DE88}" destId="{239904F4-EC66-43D4-A8EE-A6C6B104C350}" srcOrd="0" destOrd="0" presId="urn:microsoft.com/office/officeart/2005/8/layout/hierarchy1"/>
    <dgm:cxn modelId="{6DD9CD08-713D-4DC7-8980-68571E483354}" type="presParOf" srcId="{239904F4-EC66-43D4-A8EE-A6C6B104C350}" destId="{8CA5C3C7-8D4D-499D-879B-D5FF3BA3C3F1}" srcOrd="0" destOrd="0" presId="urn:microsoft.com/office/officeart/2005/8/layout/hierarchy1"/>
    <dgm:cxn modelId="{8D5E53EE-C551-4B7F-845E-EB260069742B}" type="presParOf" srcId="{239904F4-EC66-43D4-A8EE-A6C6B104C350}" destId="{4F8048E0-F710-4B7C-BD7C-EAE9B6BB6C9B}" srcOrd="1" destOrd="0" presId="urn:microsoft.com/office/officeart/2005/8/layout/hierarchy1"/>
    <dgm:cxn modelId="{06EA19D3-78E1-4438-BE26-BEADE7DB2294}" type="presParOf" srcId="{8EDBD034-0C90-4C0F-9C16-9F6AFF26DE88}" destId="{98382B07-C96D-41BD-8A20-4D1C7A27A6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C1A2D0F-B83C-436C-8F74-C3C21BBB97BD}" type="doc">
      <dgm:prSet loTypeId="urn:microsoft.com/office/officeart/2005/8/layout/hierarchy4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7E71D7F-03D7-4908-B3C9-737D5A369A5E}">
      <dgm:prSet/>
      <dgm:spPr/>
      <dgm:t>
        <a:bodyPr/>
        <a:lstStyle/>
        <a:p>
          <a:r>
            <a:rPr lang="en-US" b="0" i="0">
              <a:effectLst/>
              <a:latin typeface="urw-din"/>
            </a:rPr>
            <a:t>A Semi-Supervised algorithm assumes the three factors about the data</a:t>
          </a:r>
          <a:endParaRPr lang="en-US" b="0" i="0" dirty="0">
            <a:effectLst/>
            <a:latin typeface="urw-din"/>
          </a:endParaRPr>
        </a:p>
      </dgm:t>
    </dgm:pt>
    <dgm:pt modelId="{BFA199DB-76B3-4A74-9A00-F2B7AC73DE27}" type="parTrans" cxnId="{EAA3362C-B39B-4DED-AA7E-0EF583E27C2A}">
      <dgm:prSet/>
      <dgm:spPr/>
      <dgm:t>
        <a:bodyPr/>
        <a:lstStyle/>
        <a:p>
          <a:endParaRPr lang="en-IN"/>
        </a:p>
      </dgm:t>
    </dgm:pt>
    <dgm:pt modelId="{52C2A267-4953-4710-9BF1-EBD555719C7A}" type="sibTrans" cxnId="{EAA3362C-B39B-4DED-AA7E-0EF583E27C2A}">
      <dgm:prSet/>
      <dgm:spPr/>
      <dgm:t>
        <a:bodyPr/>
        <a:lstStyle/>
        <a:p>
          <a:endParaRPr lang="en-IN"/>
        </a:p>
      </dgm:t>
    </dgm:pt>
    <dgm:pt modelId="{B4608D84-BB98-4ABE-951B-6F3DA29D426C}">
      <dgm:prSet/>
      <dgm:spPr/>
      <dgm:t>
        <a:bodyPr/>
        <a:lstStyle/>
        <a:p>
          <a:r>
            <a:rPr lang="en-IN" b="1" i="0">
              <a:effectLst/>
              <a:latin typeface="urw-din"/>
            </a:rPr>
            <a:t>Continuity Assumption</a:t>
          </a:r>
          <a:endParaRPr lang="en-US" dirty="0">
            <a:latin typeface="urw-din"/>
          </a:endParaRPr>
        </a:p>
      </dgm:t>
    </dgm:pt>
    <dgm:pt modelId="{765128BB-9E4A-49E4-BF2E-6397C508456A}" type="parTrans" cxnId="{0A8B0335-A169-49F4-8DD5-4CDF4397B7DE}">
      <dgm:prSet/>
      <dgm:spPr/>
      <dgm:t>
        <a:bodyPr/>
        <a:lstStyle/>
        <a:p>
          <a:endParaRPr lang="en-IN"/>
        </a:p>
      </dgm:t>
    </dgm:pt>
    <dgm:pt modelId="{EEDFB631-05E9-4E86-A563-38C0949F3CA5}" type="sibTrans" cxnId="{0A8B0335-A169-49F4-8DD5-4CDF4397B7DE}">
      <dgm:prSet/>
      <dgm:spPr/>
      <dgm:t>
        <a:bodyPr/>
        <a:lstStyle/>
        <a:p>
          <a:endParaRPr lang="en-IN"/>
        </a:p>
      </dgm:t>
    </dgm:pt>
    <dgm:pt modelId="{38EA4562-2F82-4E41-AAB6-505FAE47572E}">
      <dgm:prSet/>
      <dgm:spPr/>
      <dgm:t>
        <a:bodyPr/>
        <a:lstStyle/>
        <a:p>
          <a:r>
            <a:rPr lang="en-IN" b="1" i="0">
              <a:effectLst/>
              <a:latin typeface="urw-din"/>
            </a:rPr>
            <a:t>Cluster Assumption</a:t>
          </a:r>
          <a:endParaRPr lang="en-US" b="1" i="0" dirty="0">
            <a:effectLst/>
            <a:latin typeface="urw-din"/>
          </a:endParaRPr>
        </a:p>
      </dgm:t>
    </dgm:pt>
    <dgm:pt modelId="{BEB7BC94-FCBC-46D6-AE5F-DC8D1003FEC9}" type="parTrans" cxnId="{87B304E0-6C7D-4154-97AD-AF9531705E3D}">
      <dgm:prSet/>
      <dgm:spPr/>
      <dgm:t>
        <a:bodyPr/>
        <a:lstStyle/>
        <a:p>
          <a:endParaRPr lang="en-IN"/>
        </a:p>
      </dgm:t>
    </dgm:pt>
    <dgm:pt modelId="{39909081-A239-4388-8797-46A0111A5A91}" type="sibTrans" cxnId="{87B304E0-6C7D-4154-97AD-AF9531705E3D}">
      <dgm:prSet/>
      <dgm:spPr/>
      <dgm:t>
        <a:bodyPr/>
        <a:lstStyle/>
        <a:p>
          <a:endParaRPr lang="en-IN"/>
        </a:p>
      </dgm:t>
    </dgm:pt>
    <dgm:pt modelId="{0099D4E5-CEC8-443A-BDBB-9E84AACC72EE}">
      <dgm:prSet/>
      <dgm:spPr/>
      <dgm:t>
        <a:bodyPr/>
        <a:lstStyle/>
        <a:p>
          <a:r>
            <a:rPr lang="en-IN" b="1" i="0">
              <a:effectLst/>
              <a:latin typeface="urw-din"/>
            </a:rPr>
            <a:t>Manifold Assumption</a:t>
          </a:r>
          <a:endParaRPr lang="en-IN" dirty="0"/>
        </a:p>
      </dgm:t>
    </dgm:pt>
    <dgm:pt modelId="{5C03155E-AFD0-433C-8822-7B6CDC2945D5}" type="parTrans" cxnId="{1A104E59-A471-41E0-ABD0-2E8EB43C578B}">
      <dgm:prSet/>
      <dgm:spPr/>
      <dgm:t>
        <a:bodyPr/>
        <a:lstStyle/>
        <a:p>
          <a:endParaRPr lang="en-IN"/>
        </a:p>
      </dgm:t>
    </dgm:pt>
    <dgm:pt modelId="{675B7D2F-00F0-4A47-B337-4FB64FA78873}" type="sibTrans" cxnId="{1A104E59-A471-41E0-ABD0-2E8EB43C578B}">
      <dgm:prSet/>
      <dgm:spPr/>
      <dgm:t>
        <a:bodyPr/>
        <a:lstStyle/>
        <a:p>
          <a:endParaRPr lang="en-IN"/>
        </a:p>
      </dgm:t>
    </dgm:pt>
    <dgm:pt modelId="{5DF3A95B-6D54-4355-9659-E7873080D9CE}" type="pres">
      <dgm:prSet presAssocID="{CC1A2D0F-B83C-436C-8F74-C3C21BBB97B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31F2909-DCEB-4E3F-8330-A4608D9F97AA}" type="pres">
      <dgm:prSet presAssocID="{17E71D7F-03D7-4908-B3C9-737D5A369A5E}" presName="vertOne" presStyleCnt="0"/>
      <dgm:spPr/>
    </dgm:pt>
    <dgm:pt modelId="{3EB0EE99-B880-42B4-9573-A3A8A0D30C05}" type="pres">
      <dgm:prSet presAssocID="{17E71D7F-03D7-4908-B3C9-737D5A369A5E}" presName="txOne" presStyleLbl="node0" presStyleIdx="0" presStyleCnt="1">
        <dgm:presLayoutVars>
          <dgm:chPref val="3"/>
        </dgm:presLayoutVars>
      </dgm:prSet>
      <dgm:spPr/>
    </dgm:pt>
    <dgm:pt modelId="{D9E60867-CB56-4625-BD41-0F441D7D36BF}" type="pres">
      <dgm:prSet presAssocID="{17E71D7F-03D7-4908-B3C9-737D5A369A5E}" presName="parTransOne" presStyleCnt="0"/>
      <dgm:spPr/>
    </dgm:pt>
    <dgm:pt modelId="{CE2564DA-B2AF-4CEC-A6F6-32F8B2FA2243}" type="pres">
      <dgm:prSet presAssocID="{17E71D7F-03D7-4908-B3C9-737D5A369A5E}" presName="horzOne" presStyleCnt="0"/>
      <dgm:spPr/>
    </dgm:pt>
    <dgm:pt modelId="{898AB2F5-753D-40AE-BB7D-9AFB8B736874}" type="pres">
      <dgm:prSet presAssocID="{B4608D84-BB98-4ABE-951B-6F3DA29D426C}" presName="vertTwo" presStyleCnt="0"/>
      <dgm:spPr/>
    </dgm:pt>
    <dgm:pt modelId="{9F281B3A-EE93-412F-948F-EF9025FB16C8}" type="pres">
      <dgm:prSet presAssocID="{B4608D84-BB98-4ABE-951B-6F3DA29D426C}" presName="txTwo" presStyleLbl="node2" presStyleIdx="0" presStyleCnt="3">
        <dgm:presLayoutVars>
          <dgm:chPref val="3"/>
        </dgm:presLayoutVars>
      </dgm:prSet>
      <dgm:spPr/>
    </dgm:pt>
    <dgm:pt modelId="{47C8D780-F9EF-48E3-AE36-3663342E2BAC}" type="pres">
      <dgm:prSet presAssocID="{B4608D84-BB98-4ABE-951B-6F3DA29D426C}" presName="horzTwo" presStyleCnt="0"/>
      <dgm:spPr/>
    </dgm:pt>
    <dgm:pt modelId="{2512FA87-55DB-45B6-AEE9-EE351B8F395C}" type="pres">
      <dgm:prSet presAssocID="{EEDFB631-05E9-4E86-A563-38C0949F3CA5}" presName="sibSpaceTwo" presStyleCnt="0"/>
      <dgm:spPr/>
    </dgm:pt>
    <dgm:pt modelId="{F7BFBBFF-4BFB-408B-A33D-340468B22821}" type="pres">
      <dgm:prSet presAssocID="{38EA4562-2F82-4E41-AAB6-505FAE47572E}" presName="vertTwo" presStyleCnt="0"/>
      <dgm:spPr/>
    </dgm:pt>
    <dgm:pt modelId="{54DCBFDC-0B75-40C3-9727-E38448DE373D}" type="pres">
      <dgm:prSet presAssocID="{38EA4562-2F82-4E41-AAB6-505FAE47572E}" presName="txTwo" presStyleLbl="node2" presStyleIdx="1" presStyleCnt="3">
        <dgm:presLayoutVars>
          <dgm:chPref val="3"/>
        </dgm:presLayoutVars>
      </dgm:prSet>
      <dgm:spPr/>
    </dgm:pt>
    <dgm:pt modelId="{16136F2F-A674-4F8D-8CD1-7B68545EED5E}" type="pres">
      <dgm:prSet presAssocID="{38EA4562-2F82-4E41-AAB6-505FAE47572E}" presName="horzTwo" presStyleCnt="0"/>
      <dgm:spPr/>
    </dgm:pt>
    <dgm:pt modelId="{C572EFEF-44D0-4656-8165-D4118C06AE3C}" type="pres">
      <dgm:prSet presAssocID="{39909081-A239-4388-8797-46A0111A5A91}" presName="sibSpaceTwo" presStyleCnt="0"/>
      <dgm:spPr/>
    </dgm:pt>
    <dgm:pt modelId="{3852FDFC-A231-45EB-8AE8-09C32406FCA3}" type="pres">
      <dgm:prSet presAssocID="{0099D4E5-CEC8-443A-BDBB-9E84AACC72EE}" presName="vertTwo" presStyleCnt="0"/>
      <dgm:spPr/>
    </dgm:pt>
    <dgm:pt modelId="{17739D36-398E-4556-8775-311AE5CD658F}" type="pres">
      <dgm:prSet presAssocID="{0099D4E5-CEC8-443A-BDBB-9E84AACC72EE}" presName="txTwo" presStyleLbl="node2" presStyleIdx="2" presStyleCnt="3">
        <dgm:presLayoutVars>
          <dgm:chPref val="3"/>
        </dgm:presLayoutVars>
      </dgm:prSet>
      <dgm:spPr/>
    </dgm:pt>
    <dgm:pt modelId="{5CA52B16-8836-4C15-9189-FA3F36A1E0CF}" type="pres">
      <dgm:prSet presAssocID="{0099D4E5-CEC8-443A-BDBB-9E84AACC72EE}" presName="horzTwo" presStyleCnt="0"/>
      <dgm:spPr/>
    </dgm:pt>
  </dgm:ptLst>
  <dgm:cxnLst>
    <dgm:cxn modelId="{EAA3362C-B39B-4DED-AA7E-0EF583E27C2A}" srcId="{CC1A2D0F-B83C-436C-8F74-C3C21BBB97BD}" destId="{17E71D7F-03D7-4908-B3C9-737D5A369A5E}" srcOrd="0" destOrd="0" parTransId="{BFA199DB-76B3-4A74-9A00-F2B7AC73DE27}" sibTransId="{52C2A267-4953-4710-9BF1-EBD555719C7A}"/>
    <dgm:cxn modelId="{0A8B0335-A169-49F4-8DD5-4CDF4397B7DE}" srcId="{17E71D7F-03D7-4908-B3C9-737D5A369A5E}" destId="{B4608D84-BB98-4ABE-951B-6F3DA29D426C}" srcOrd="0" destOrd="0" parTransId="{765128BB-9E4A-49E4-BF2E-6397C508456A}" sibTransId="{EEDFB631-05E9-4E86-A563-38C0949F3CA5}"/>
    <dgm:cxn modelId="{8818C364-9D4A-4B26-B91E-11C510F0B16C}" type="presOf" srcId="{B4608D84-BB98-4ABE-951B-6F3DA29D426C}" destId="{9F281B3A-EE93-412F-948F-EF9025FB16C8}" srcOrd="0" destOrd="0" presId="urn:microsoft.com/office/officeart/2005/8/layout/hierarchy4"/>
    <dgm:cxn modelId="{299E846F-F775-4AA1-8B0B-D2F3762D7531}" type="presOf" srcId="{0099D4E5-CEC8-443A-BDBB-9E84AACC72EE}" destId="{17739D36-398E-4556-8775-311AE5CD658F}" srcOrd="0" destOrd="0" presId="urn:microsoft.com/office/officeart/2005/8/layout/hierarchy4"/>
    <dgm:cxn modelId="{1A104E59-A471-41E0-ABD0-2E8EB43C578B}" srcId="{17E71D7F-03D7-4908-B3C9-737D5A369A5E}" destId="{0099D4E5-CEC8-443A-BDBB-9E84AACC72EE}" srcOrd="2" destOrd="0" parTransId="{5C03155E-AFD0-433C-8822-7B6CDC2945D5}" sibTransId="{675B7D2F-00F0-4A47-B337-4FB64FA78873}"/>
    <dgm:cxn modelId="{8DA4FFAA-DA5E-4635-8AA3-4D6425CDDD7D}" type="presOf" srcId="{CC1A2D0F-B83C-436C-8F74-C3C21BBB97BD}" destId="{5DF3A95B-6D54-4355-9659-E7873080D9CE}" srcOrd="0" destOrd="0" presId="urn:microsoft.com/office/officeart/2005/8/layout/hierarchy4"/>
    <dgm:cxn modelId="{E16319CA-F120-492E-81B0-D59946AA87DF}" type="presOf" srcId="{17E71D7F-03D7-4908-B3C9-737D5A369A5E}" destId="{3EB0EE99-B880-42B4-9573-A3A8A0D30C05}" srcOrd="0" destOrd="0" presId="urn:microsoft.com/office/officeart/2005/8/layout/hierarchy4"/>
    <dgm:cxn modelId="{87B304E0-6C7D-4154-97AD-AF9531705E3D}" srcId="{17E71D7F-03D7-4908-B3C9-737D5A369A5E}" destId="{38EA4562-2F82-4E41-AAB6-505FAE47572E}" srcOrd="1" destOrd="0" parTransId="{BEB7BC94-FCBC-46D6-AE5F-DC8D1003FEC9}" sibTransId="{39909081-A239-4388-8797-46A0111A5A91}"/>
    <dgm:cxn modelId="{3DE472EF-0B59-446E-99FE-843A03BE9BFE}" type="presOf" srcId="{38EA4562-2F82-4E41-AAB6-505FAE47572E}" destId="{54DCBFDC-0B75-40C3-9727-E38448DE373D}" srcOrd="0" destOrd="0" presId="urn:microsoft.com/office/officeart/2005/8/layout/hierarchy4"/>
    <dgm:cxn modelId="{1381890D-5E77-464C-AD8B-D5BC9823E9A4}" type="presParOf" srcId="{5DF3A95B-6D54-4355-9659-E7873080D9CE}" destId="{C31F2909-DCEB-4E3F-8330-A4608D9F97AA}" srcOrd="0" destOrd="0" presId="urn:microsoft.com/office/officeart/2005/8/layout/hierarchy4"/>
    <dgm:cxn modelId="{EF583830-4008-43D6-9034-7F3EC220343A}" type="presParOf" srcId="{C31F2909-DCEB-4E3F-8330-A4608D9F97AA}" destId="{3EB0EE99-B880-42B4-9573-A3A8A0D30C05}" srcOrd="0" destOrd="0" presId="urn:microsoft.com/office/officeart/2005/8/layout/hierarchy4"/>
    <dgm:cxn modelId="{43A5CE96-B247-4399-A0CB-BCD269F26818}" type="presParOf" srcId="{C31F2909-DCEB-4E3F-8330-A4608D9F97AA}" destId="{D9E60867-CB56-4625-BD41-0F441D7D36BF}" srcOrd="1" destOrd="0" presId="urn:microsoft.com/office/officeart/2005/8/layout/hierarchy4"/>
    <dgm:cxn modelId="{D575E7BB-83C4-498E-B6D0-E6FDECE63C37}" type="presParOf" srcId="{C31F2909-DCEB-4E3F-8330-A4608D9F97AA}" destId="{CE2564DA-B2AF-4CEC-A6F6-32F8B2FA2243}" srcOrd="2" destOrd="0" presId="urn:microsoft.com/office/officeart/2005/8/layout/hierarchy4"/>
    <dgm:cxn modelId="{7904727C-0AC8-4E23-999C-9B6CF3C01E40}" type="presParOf" srcId="{CE2564DA-B2AF-4CEC-A6F6-32F8B2FA2243}" destId="{898AB2F5-753D-40AE-BB7D-9AFB8B736874}" srcOrd="0" destOrd="0" presId="urn:microsoft.com/office/officeart/2005/8/layout/hierarchy4"/>
    <dgm:cxn modelId="{3D1B1AFE-02A3-4801-ADFA-4066340C88F3}" type="presParOf" srcId="{898AB2F5-753D-40AE-BB7D-9AFB8B736874}" destId="{9F281B3A-EE93-412F-948F-EF9025FB16C8}" srcOrd="0" destOrd="0" presId="urn:microsoft.com/office/officeart/2005/8/layout/hierarchy4"/>
    <dgm:cxn modelId="{4A5C9DB4-CF16-4674-B3A2-EF01776B658C}" type="presParOf" srcId="{898AB2F5-753D-40AE-BB7D-9AFB8B736874}" destId="{47C8D780-F9EF-48E3-AE36-3663342E2BAC}" srcOrd="1" destOrd="0" presId="urn:microsoft.com/office/officeart/2005/8/layout/hierarchy4"/>
    <dgm:cxn modelId="{D55480DF-9801-47CB-8B65-E55BEA08D096}" type="presParOf" srcId="{CE2564DA-B2AF-4CEC-A6F6-32F8B2FA2243}" destId="{2512FA87-55DB-45B6-AEE9-EE351B8F395C}" srcOrd="1" destOrd="0" presId="urn:microsoft.com/office/officeart/2005/8/layout/hierarchy4"/>
    <dgm:cxn modelId="{726B19BE-367A-456B-9668-4184925B4B9F}" type="presParOf" srcId="{CE2564DA-B2AF-4CEC-A6F6-32F8B2FA2243}" destId="{F7BFBBFF-4BFB-408B-A33D-340468B22821}" srcOrd="2" destOrd="0" presId="urn:microsoft.com/office/officeart/2005/8/layout/hierarchy4"/>
    <dgm:cxn modelId="{A8040FA9-5C4D-4201-918D-D369E2640943}" type="presParOf" srcId="{F7BFBBFF-4BFB-408B-A33D-340468B22821}" destId="{54DCBFDC-0B75-40C3-9727-E38448DE373D}" srcOrd="0" destOrd="0" presId="urn:microsoft.com/office/officeart/2005/8/layout/hierarchy4"/>
    <dgm:cxn modelId="{DDB12BA2-C711-4A1F-98B2-B850C68D7E59}" type="presParOf" srcId="{F7BFBBFF-4BFB-408B-A33D-340468B22821}" destId="{16136F2F-A674-4F8D-8CD1-7B68545EED5E}" srcOrd="1" destOrd="0" presId="urn:microsoft.com/office/officeart/2005/8/layout/hierarchy4"/>
    <dgm:cxn modelId="{D0025D5C-B438-4E0B-AE09-002BF600EC69}" type="presParOf" srcId="{CE2564DA-B2AF-4CEC-A6F6-32F8B2FA2243}" destId="{C572EFEF-44D0-4656-8165-D4118C06AE3C}" srcOrd="3" destOrd="0" presId="urn:microsoft.com/office/officeart/2005/8/layout/hierarchy4"/>
    <dgm:cxn modelId="{6259EE8A-2A11-4DA0-A35B-A7EA27CB854A}" type="presParOf" srcId="{CE2564DA-B2AF-4CEC-A6F6-32F8B2FA2243}" destId="{3852FDFC-A231-45EB-8AE8-09C32406FCA3}" srcOrd="4" destOrd="0" presId="urn:microsoft.com/office/officeart/2005/8/layout/hierarchy4"/>
    <dgm:cxn modelId="{87954DAC-25E4-4F1A-B892-3906250E92CB}" type="presParOf" srcId="{3852FDFC-A231-45EB-8AE8-09C32406FCA3}" destId="{17739D36-398E-4556-8775-311AE5CD658F}" srcOrd="0" destOrd="0" presId="urn:microsoft.com/office/officeart/2005/8/layout/hierarchy4"/>
    <dgm:cxn modelId="{77CA90CB-CB5E-4302-B22C-86130BCC80A9}" type="presParOf" srcId="{3852FDFC-A231-45EB-8AE8-09C32406FCA3}" destId="{5CA52B16-8836-4C15-9189-FA3F36A1E0CF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FCCDC29-5673-4C3F-BBAD-BBC534317330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612E3879-D533-4883-859B-4D028A0A95AC}">
      <dgm:prSet/>
      <dgm:spPr/>
      <dgm:t>
        <a:bodyPr/>
        <a:lstStyle/>
        <a:p>
          <a:r>
            <a:rPr lang="en-US" b="0" i="0">
              <a:effectLst/>
              <a:latin typeface="Source Sans Pro" panose="020B0503030403020204" pitchFamily="34" charset="0"/>
            </a:rPr>
            <a:t>There are three approaches to implement a Reinforcement Learning algorithm.</a:t>
          </a:r>
          <a:endParaRPr lang="en-US" b="0" i="0" dirty="0">
            <a:effectLst/>
            <a:latin typeface="Source Sans Pro" panose="020B0503030403020204" pitchFamily="34" charset="0"/>
          </a:endParaRPr>
        </a:p>
      </dgm:t>
    </dgm:pt>
    <dgm:pt modelId="{53423EFE-5D94-4611-A97A-4F7C5896387C}" type="parTrans" cxnId="{0CC4502B-36B9-4DA2-A976-E7AF7D185A0A}">
      <dgm:prSet/>
      <dgm:spPr/>
      <dgm:t>
        <a:bodyPr/>
        <a:lstStyle/>
        <a:p>
          <a:endParaRPr lang="en-IN"/>
        </a:p>
      </dgm:t>
    </dgm:pt>
    <dgm:pt modelId="{4548B548-BAE8-44A6-82CA-24B385043B3B}" type="sibTrans" cxnId="{0CC4502B-36B9-4DA2-A976-E7AF7D185A0A}">
      <dgm:prSet/>
      <dgm:spPr/>
      <dgm:t>
        <a:bodyPr/>
        <a:lstStyle/>
        <a:p>
          <a:endParaRPr lang="en-IN"/>
        </a:p>
      </dgm:t>
    </dgm:pt>
    <dgm:pt modelId="{25031E0D-8984-422B-AD2C-C65ECFEEB219}">
      <dgm:prSet/>
      <dgm:spPr/>
      <dgm:t>
        <a:bodyPr/>
        <a:lstStyle/>
        <a:p>
          <a:r>
            <a:rPr lang="en-IN" b="1" i="0">
              <a:effectLst/>
              <a:latin typeface="Source Sans Pro" panose="020B0503030403020204" pitchFamily="34" charset="0"/>
            </a:rPr>
            <a:t>Value-Based</a:t>
          </a:r>
          <a:endParaRPr lang="en-IN" b="1" i="0" dirty="0">
            <a:effectLst/>
            <a:latin typeface="Source Sans Pro" panose="020B0503030403020204" pitchFamily="34" charset="0"/>
          </a:endParaRPr>
        </a:p>
      </dgm:t>
    </dgm:pt>
    <dgm:pt modelId="{B980A68B-2720-4F03-B94A-9EEEC0BA1928}" type="parTrans" cxnId="{80DE3A6D-D7C2-4EDF-B45E-9C27F03EB82E}">
      <dgm:prSet/>
      <dgm:spPr/>
      <dgm:t>
        <a:bodyPr/>
        <a:lstStyle/>
        <a:p>
          <a:endParaRPr lang="en-IN"/>
        </a:p>
      </dgm:t>
    </dgm:pt>
    <dgm:pt modelId="{08469ABD-3DC2-4143-9515-ED24C55E2242}" type="sibTrans" cxnId="{80DE3A6D-D7C2-4EDF-B45E-9C27F03EB82E}">
      <dgm:prSet/>
      <dgm:spPr/>
      <dgm:t>
        <a:bodyPr/>
        <a:lstStyle/>
        <a:p>
          <a:endParaRPr lang="en-IN"/>
        </a:p>
      </dgm:t>
    </dgm:pt>
    <dgm:pt modelId="{5033B5C5-DBC8-464B-964E-9DD9E3C42238}">
      <dgm:prSet/>
      <dgm:spPr/>
      <dgm:t>
        <a:bodyPr/>
        <a:lstStyle/>
        <a:p>
          <a:r>
            <a:rPr lang="en-IN" b="1" i="0" dirty="0">
              <a:effectLst/>
              <a:latin typeface="Source Sans Pro" panose="020B0503030403020204" pitchFamily="34" charset="0"/>
            </a:rPr>
            <a:t>Policy-based</a:t>
          </a:r>
        </a:p>
      </dgm:t>
    </dgm:pt>
    <dgm:pt modelId="{6385E1CA-AFD7-492D-8E31-212C9CD8A96B}" type="parTrans" cxnId="{0A828FF1-40A4-46B6-9BAD-09A6C0B38EE8}">
      <dgm:prSet/>
      <dgm:spPr/>
      <dgm:t>
        <a:bodyPr/>
        <a:lstStyle/>
        <a:p>
          <a:endParaRPr lang="en-IN"/>
        </a:p>
      </dgm:t>
    </dgm:pt>
    <dgm:pt modelId="{19DEDEF6-5454-461A-9E5C-CC3275495208}" type="sibTrans" cxnId="{0A828FF1-40A4-46B6-9BAD-09A6C0B38EE8}">
      <dgm:prSet/>
      <dgm:spPr/>
      <dgm:t>
        <a:bodyPr/>
        <a:lstStyle/>
        <a:p>
          <a:endParaRPr lang="en-IN"/>
        </a:p>
      </dgm:t>
    </dgm:pt>
    <dgm:pt modelId="{1F424CD4-1E9D-4BDC-A4EE-694C65D4A8DB}">
      <dgm:prSet/>
      <dgm:spPr/>
      <dgm:t>
        <a:bodyPr/>
        <a:lstStyle/>
        <a:p>
          <a:r>
            <a:rPr lang="en-IN" b="1" i="0">
              <a:effectLst/>
              <a:latin typeface="Source Sans Pro" panose="020B0503030403020204" pitchFamily="34" charset="0"/>
            </a:rPr>
            <a:t>Model-Based</a:t>
          </a:r>
          <a:endParaRPr lang="en-IN" b="1" i="0" dirty="0">
            <a:effectLst/>
            <a:latin typeface="Source Sans Pro" panose="020B0503030403020204" pitchFamily="34" charset="0"/>
          </a:endParaRPr>
        </a:p>
      </dgm:t>
    </dgm:pt>
    <dgm:pt modelId="{5F2E3EB0-9535-439E-A56A-4F7794CE1111}" type="parTrans" cxnId="{69D1BFA1-5813-46DD-B85A-042215FE2B08}">
      <dgm:prSet/>
      <dgm:spPr/>
      <dgm:t>
        <a:bodyPr/>
        <a:lstStyle/>
        <a:p>
          <a:endParaRPr lang="en-IN"/>
        </a:p>
      </dgm:t>
    </dgm:pt>
    <dgm:pt modelId="{D0A45B05-929F-45D7-9472-30797B607989}" type="sibTrans" cxnId="{69D1BFA1-5813-46DD-B85A-042215FE2B08}">
      <dgm:prSet/>
      <dgm:spPr/>
      <dgm:t>
        <a:bodyPr/>
        <a:lstStyle/>
        <a:p>
          <a:endParaRPr lang="en-IN"/>
        </a:p>
      </dgm:t>
    </dgm:pt>
    <dgm:pt modelId="{47CB31FA-B96A-40B7-B5C8-E4F0A2969F21}">
      <dgm:prSet/>
      <dgm:spPr/>
      <dgm:t>
        <a:bodyPr/>
        <a:lstStyle/>
        <a:p>
          <a:r>
            <a:rPr lang="en-IN" b="1" i="0">
              <a:effectLst/>
              <a:latin typeface="Source Sans Pro" panose="020B0503030403020204" pitchFamily="34" charset="0"/>
            </a:rPr>
            <a:t>n</a:t>
          </a:r>
          <a:r>
            <a:rPr lang="en-IN" b="1" i="0" dirty="0">
              <a:effectLst/>
              <a:latin typeface="Source Sans Pro" panose="020B0503030403020204" pitchFamily="34" charset="0"/>
            </a:rPr>
            <a:t>{a/s) = P\A, = a\S, =S]</a:t>
          </a:r>
        </a:p>
      </dgm:t>
    </dgm:pt>
    <dgm:pt modelId="{0AC9E5AD-ED7E-43B0-8BCF-ADCD7EF1AB83}" type="parTrans" cxnId="{076F01F5-EB20-457E-8153-4BB33852EACA}">
      <dgm:prSet/>
      <dgm:spPr/>
      <dgm:t>
        <a:bodyPr/>
        <a:lstStyle/>
        <a:p>
          <a:endParaRPr lang="en-IN"/>
        </a:p>
      </dgm:t>
    </dgm:pt>
    <dgm:pt modelId="{BF6D1BD5-EB08-4319-B7AF-72BE64A9EF49}" type="sibTrans" cxnId="{076F01F5-EB20-457E-8153-4BB33852EACA}">
      <dgm:prSet/>
      <dgm:spPr/>
      <dgm:t>
        <a:bodyPr/>
        <a:lstStyle/>
        <a:p>
          <a:endParaRPr lang="en-IN"/>
        </a:p>
      </dgm:t>
    </dgm:pt>
    <dgm:pt modelId="{F5B916FC-BC63-431C-A69B-97641200D12D}" type="pres">
      <dgm:prSet presAssocID="{7FCCDC29-5673-4C3F-BBAD-BBC53431733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C417964-4876-4B97-A58E-A5D9B5293DB0}" type="pres">
      <dgm:prSet presAssocID="{612E3879-D533-4883-859B-4D028A0A95AC}" presName="root1" presStyleCnt="0"/>
      <dgm:spPr/>
    </dgm:pt>
    <dgm:pt modelId="{067093B4-29D6-4F2B-8243-AFFB9420314B}" type="pres">
      <dgm:prSet presAssocID="{612E3879-D533-4883-859B-4D028A0A95AC}" presName="LevelOneTextNode" presStyleLbl="node0" presStyleIdx="0" presStyleCnt="1" custScaleY="165973">
        <dgm:presLayoutVars>
          <dgm:chPref val="3"/>
        </dgm:presLayoutVars>
      </dgm:prSet>
      <dgm:spPr/>
    </dgm:pt>
    <dgm:pt modelId="{65F7BBA2-25FD-4E6B-858B-A8E10805C596}" type="pres">
      <dgm:prSet presAssocID="{612E3879-D533-4883-859B-4D028A0A95AC}" presName="level2hierChild" presStyleCnt="0"/>
      <dgm:spPr/>
    </dgm:pt>
    <dgm:pt modelId="{EE2DD004-CD2A-4F7B-9344-A185BE17EDBC}" type="pres">
      <dgm:prSet presAssocID="{B980A68B-2720-4F03-B94A-9EEEC0BA1928}" presName="conn2-1" presStyleLbl="parChTrans1D2" presStyleIdx="0" presStyleCnt="3"/>
      <dgm:spPr/>
    </dgm:pt>
    <dgm:pt modelId="{199FDCFE-CD81-4338-A525-CB11042C2A1C}" type="pres">
      <dgm:prSet presAssocID="{B980A68B-2720-4F03-B94A-9EEEC0BA1928}" presName="connTx" presStyleLbl="parChTrans1D2" presStyleIdx="0" presStyleCnt="3"/>
      <dgm:spPr/>
    </dgm:pt>
    <dgm:pt modelId="{2E8B6D6A-1BBD-4D20-8601-5ADF4BEA48A5}" type="pres">
      <dgm:prSet presAssocID="{25031E0D-8984-422B-AD2C-C65ECFEEB219}" presName="root2" presStyleCnt="0"/>
      <dgm:spPr/>
    </dgm:pt>
    <dgm:pt modelId="{AF41F4A0-AD37-4925-A7BA-5B67A714269E}" type="pres">
      <dgm:prSet presAssocID="{25031E0D-8984-422B-AD2C-C65ECFEEB219}" presName="LevelTwoTextNode" presStyleLbl="node2" presStyleIdx="0" presStyleCnt="3">
        <dgm:presLayoutVars>
          <dgm:chPref val="3"/>
        </dgm:presLayoutVars>
      </dgm:prSet>
      <dgm:spPr/>
    </dgm:pt>
    <dgm:pt modelId="{E2D844D1-451D-42C8-A636-0082E26CAA5A}" type="pres">
      <dgm:prSet presAssocID="{25031E0D-8984-422B-AD2C-C65ECFEEB219}" presName="level3hierChild" presStyleCnt="0"/>
      <dgm:spPr/>
    </dgm:pt>
    <dgm:pt modelId="{066F8E61-6A9B-459A-8113-C4742A642386}" type="pres">
      <dgm:prSet presAssocID="{6385E1CA-AFD7-492D-8E31-212C9CD8A96B}" presName="conn2-1" presStyleLbl="parChTrans1D2" presStyleIdx="1" presStyleCnt="3"/>
      <dgm:spPr/>
    </dgm:pt>
    <dgm:pt modelId="{847E873B-FD90-4FDE-85B1-A0AD3BFC2343}" type="pres">
      <dgm:prSet presAssocID="{6385E1CA-AFD7-492D-8E31-212C9CD8A96B}" presName="connTx" presStyleLbl="parChTrans1D2" presStyleIdx="1" presStyleCnt="3"/>
      <dgm:spPr/>
    </dgm:pt>
    <dgm:pt modelId="{56CEC8ED-7615-44A6-A076-C259A5D77EA2}" type="pres">
      <dgm:prSet presAssocID="{5033B5C5-DBC8-464B-964E-9DD9E3C42238}" presName="root2" presStyleCnt="0"/>
      <dgm:spPr/>
    </dgm:pt>
    <dgm:pt modelId="{9746A1D5-2DC0-4A8D-8770-552F3EDCF844}" type="pres">
      <dgm:prSet presAssocID="{5033B5C5-DBC8-464B-964E-9DD9E3C42238}" presName="LevelTwoTextNode" presStyleLbl="node2" presStyleIdx="1" presStyleCnt="3">
        <dgm:presLayoutVars>
          <dgm:chPref val="3"/>
        </dgm:presLayoutVars>
      </dgm:prSet>
      <dgm:spPr/>
    </dgm:pt>
    <dgm:pt modelId="{FFFAC200-9FE6-4A55-87BE-CFB88056FD95}" type="pres">
      <dgm:prSet presAssocID="{5033B5C5-DBC8-464B-964E-9DD9E3C42238}" presName="level3hierChild" presStyleCnt="0"/>
      <dgm:spPr/>
    </dgm:pt>
    <dgm:pt modelId="{98546ECA-8667-4496-8024-66F457D3B13A}" type="pres">
      <dgm:prSet presAssocID="{0AC9E5AD-ED7E-43B0-8BCF-ADCD7EF1AB83}" presName="conn2-1" presStyleLbl="parChTrans1D3" presStyleIdx="0" presStyleCnt="1"/>
      <dgm:spPr/>
    </dgm:pt>
    <dgm:pt modelId="{EA36313F-43E3-48EB-B4D5-E30E5CEDC9CA}" type="pres">
      <dgm:prSet presAssocID="{0AC9E5AD-ED7E-43B0-8BCF-ADCD7EF1AB83}" presName="connTx" presStyleLbl="parChTrans1D3" presStyleIdx="0" presStyleCnt="1"/>
      <dgm:spPr/>
    </dgm:pt>
    <dgm:pt modelId="{A70DB15E-E518-462C-B760-D6E62EA910AA}" type="pres">
      <dgm:prSet presAssocID="{47CB31FA-B96A-40B7-B5C8-E4F0A2969F21}" presName="root2" presStyleCnt="0"/>
      <dgm:spPr/>
    </dgm:pt>
    <dgm:pt modelId="{6A3CCBB7-DDC1-4761-955A-D7B2164C48C8}" type="pres">
      <dgm:prSet presAssocID="{47CB31FA-B96A-40B7-B5C8-E4F0A2969F21}" presName="LevelTwoTextNode" presStyleLbl="node3" presStyleIdx="0" presStyleCnt="1">
        <dgm:presLayoutVars>
          <dgm:chPref val="3"/>
        </dgm:presLayoutVars>
      </dgm:prSet>
      <dgm:spPr/>
    </dgm:pt>
    <dgm:pt modelId="{BD4A8C6E-1505-40A7-99D0-34F07F0DA24F}" type="pres">
      <dgm:prSet presAssocID="{47CB31FA-B96A-40B7-B5C8-E4F0A2969F21}" presName="level3hierChild" presStyleCnt="0"/>
      <dgm:spPr/>
    </dgm:pt>
    <dgm:pt modelId="{A3CA18B0-26BF-4A1D-A72F-A60E166135D5}" type="pres">
      <dgm:prSet presAssocID="{5F2E3EB0-9535-439E-A56A-4F7794CE1111}" presName="conn2-1" presStyleLbl="parChTrans1D2" presStyleIdx="2" presStyleCnt="3"/>
      <dgm:spPr/>
    </dgm:pt>
    <dgm:pt modelId="{9ADDC003-6B6A-40E3-897A-3C3CD7BFE88D}" type="pres">
      <dgm:prSet presAssocID="{5F2E3EB0-9535-439E-A56A-4F7794CE1111}" presName="connTx" presStyleLbl="parChTrans1D2" presStyleIdx="2" presStyleCnt="3"/>
      <dgm:spPr/>
    </dgm:pt>
    <dgm:pt modelId="{1ED086F6-8A12-4A54-B9F2-A6F99DD0FAB0}" type="pres">
      <dgm:prSet presAssocID="{1F424CD4-1E9D-4BDC-A4EE-694C65D4A8DB}" presName="root2" presStyleCnt="0"/>
      <dgm:spPr/>
    </dgm:pt>
    <dgm:pt modelId="{F519B859-E756-4DEC-9881-2DA4A26380D1}" type="pres">
      <dgm:prSet presAssocID="{1F424CD4-1E9D-4BDC-A4EE-694C65D4A8DB}" presName="LevelTwoTextNode" presStyleLbl="node2" presStyleIdx="2" presStyleCnt="3">
        <dgm:presLayoutVars>
          <dgm:chPref val="3"/>
        </dgm:presLayoutVars>
      </dgm:prSet>
      <dgm:spPr/>
    </dgm:pt>
    <dgm:pt modelId="{2B89CDD8-F113-42F0-A46A-9937A4E5DA71}" type="pres">
      <dgm:prSet presAssocID="{1F424CD4-1E9D-4BDC-A4EE-694C65D4A8DB}" presName="level3hierChild" presStyleCnt="0"/>
      <dgm:spPr/>
    </dgm:pt>
  </dgm:ptLst>
  <dgm:cxnLst>
    <dgm:cxn modelId="{C1988109-BDBE-4601-B82A-75086293AB12}" type="presOf" srcId="{47CB31FA-B96A-40B7-B5C8-E4F0A2969F21}" destId="{6A3CCBB7-DDC1-4761-955A-D7B2164C48C8}" srcOrd="0" destOrd="0" presId="urn:microsoft.com/office/officeart/2005/8/layout/hierarchy2"/>
    <dgm:cxn modelId="{1E860019-87A4-4D4A-BA78-DBFB3549AA6A}" type="presOf" srcId="{6385E1CA-AFD7-492D-8E31-212C9CD8A96B}" destId="{847E873B-FD90-4FDE-85B1-A0AD3BFC2343}" srcOrd="1" destOrd="0" presId="urn:microsoft.com/office/officeart/2005/8/layout/hierarchy2"/>
    <dgm:cxn modelId="{0CC4502B-36B9-4DA2-A976-E7AF7D185A0A}" srcId="{7FCCDC29-5673-4C3F-BBAD-BBC534317330}" destId="{612E3879-D533-4883-859B-4D028A0A95AC}" srcOrd="0" destOrd="0" parTransId="{53423EFE-5D94-4611-A97A-4F7C5896387C}" sibTransId="{4548B548-BAE8-44A6-82CA-24B385043B3B}"/>
    <dgm:cxn modelId="{77DE6333-684C-4C82-97EA-E6FDA576C159}" type="presOf" srcId="{B980A68B-2720-4F03-B94A-9EEEC0BA1928}" destId="{199FDCFE-CD81-4338-A525-CB11042C2A1C}" srcOrd="1" destOrd="0" presId="urn:microsoft.com/office/officeart/2005/8/layout/hierarchy2"/>
    <dgm:cxn modelId="{6FBC9435-5611-4BE3-A15B-8827218C4470}" type="presOf" srcId="{0AC9E5AD-ED7E-43B0-8BCF-ADCD7EF1AB83}" destId="{EA36313F-43E3-48EB-B4D5-E30E5CEDC9CA}" srcOrd="1" destOrd="0" presId="urn:microsoft.com/office/officeart/2005/8/layout/hierarchy2"/>
    <dgm:cxn modelId="{31D8973B-9B63-4374-BEEA-D469F021A9AF}" type="presOf" srcId="{25031E0D-8984-422B-AD2C-C65ECFEEB219}" destId="{AF41F4A0-AD37-4925-A7BA-5B67A714269E}" srcOrd="0" destOrd="0" presId="urn:microsoft.com/office/officeart/2005/8/layout/hierarchy2"/>
    <dgm:cxn modelId="{2FAD5A5B-9609-4D28-BD3B-818597DD146C}" type="presOf" srcId="{5F2E3EB0-9535-439E-A56A-4F7794CE1111}" destId="{9ADDC003-6B6A-40E3-897A-3C3CD7BFE88D}" srcOrd="1" destOrd="0" presId="urn:microsoft.com/office/officeart/2005/8/layout/hierarchy2"/>
    <dgm:cxn modelId="{80DE3A6D-D7C2-4EDF-B45E-9C27F03EB82E}" srcId="{612E3879-D533-4883-859B-4D028A0A95AC}" destId="{25031E0D-8984-422B-AD2C-C65ECFEEB219}" srcOrd="0" destOrd="0" parTransId="{B980A68B-2720-4F03-B94A-9EEEC0BA1928}" sibTransId="{08469ABD-3DC2-4143-9515-ED24C55E2242}"/>
    <dgm:cxn modelId="{58DE1150-62AF-40DE-8307-094BB54EC58E}" type="presOf" srcId="{1F424CD4-1E9D-4BDC-A4EE-694C65D4A8DB}" destId="{F519B859-E756-4DEC-9881-2DA4A26380D1}" srcOrd="0" destOrd="0" presId="urn:microsoft.com/office/officeart/2005/8/layout/hierarchy2"/>
    <dgm:cxn modelId="{9E531D8D-58A4-4BDC-BEA5-3CF1A45FD0D6}" type="presOf" srcId="{0AC9E5AD-ED7E-43B0-8BCF-ADCD7EF1AB83}" destId="{98546ECA-8667-4496-8024-66F457D3B13A}" srcOrd="0" destOrd="0" presId="urn:microsoft.com/office/officeart/2005/8/layout/hierarchy2"/>
    <dgm:cxn modelId="{BCD42990-9AD4-40E6-86EC-D6A7AAC0F18B}" type="presOf" srcId="{5F2E3EB0-9535-439E-A56A-4F7794CE1111}" destId="{A3CA18B0-26BF-4A1D-A72F-A60E166135D5}" srcOrd="0" destOrd="0" presId="urn:microsoft.com/office/officeart/2005/8/layout/hierarchy2"/>
    <dgm:cxn modelId="{69D1BFA1-5813-46DD-B85A-042215FE2B08}" srcId="{612E3879-D533-4883-859B-4D028A0A95AC}" destId="{1F424CD4-1E9D-4BDC-A4EE-694C65D4A8DB}" srcOrd="2" destOrd="0" parTransId="{5F2E3EB0-9535-439E-A56A-4F7794CE1111}" sibTransId="{D0A45B05-929F-45D7-9472-30797B607989}"/>
    <dgm:cxn modelId="{A348B8B7-8475-4BF1-A3F3-0A16CCBBB54A}" type="presOf" srcId="{B980A68B-2720-4F03-B94A-9EEEC0BA1928}" destId="{EE2DD004-CD2A-4F7B-9344-A185BE17EDBC}" srcOrd="0" destOrd="0" presId="urn:microsoft.com/office/officeart/2005/8/layout/hierarchy2"/>
    <dgm:cxn modelId="{BF0AA3D6-1D1A-4076-999C-823E7273C0F0}" type="presOf" srcId="{7FCCDC29-5673-4C3F-BBAD-BBC534317330}" destId="{F5B916FC-BC63-431C-A69B-97641200D12D}" srcOrd="0" destOrd="0" presId="urn:microsoft.com/office/officeart/2005/8/layout/hierarchy2"/>
    <dgm:cxn modelId="{0A828FF1-40A4-46B6-9BAD-09A6C0B38EE8}" srcId="{612E3879-D533-4883-859B-4D028A0A95AC}" destId="{5033B5C5-DBC8-464B-964E-9DD9E3C42238}" srcOrd="1" destOrd="0" parTransId="{6385E1CA-AFD7-492D-8E31-212C9CD8A96B}" sibTransId="{19DEDEF6-5454-461A-9E5C-CC3275495208}"/>
    <dgm:cxn modelId="{076F01F5-EB20-457E-8153-4BB33852EACA}" srcId="{5033B5C5-DBC8-464B-964E-9DD9E3C42238}" destId="{47CB31FA-B96A-40B7-B5C8-E4F0A2969F21}" srcOrd="0" destOrd="0" parTransId="{0AC9E5AD-ED7E-43B0-8BCF-ADCD7EF1AB83}" sibTransId="{BF6D1BD5-EB08-4319-B7AF-72BE64A9EF49}"/>
    <dgm:cxn modelId="{E72E90F6-7B07-4C1F-8219-6AD0E93F2FBB}" type="presOf" srcId="{612E3879-D533-4883-859B-4D028A0A95AC}" destId="{067093B4-29D6-4F2B-8243-AFFB9420314B}" srcOrd="0" destOrd="0" presId="urn:microsoft.com/office/officeart/2005/8/layout/hierarchy2"/>
    <dgm:cxn modelId="{FF69BFFA-F66E-4A26-87FF-7167611CD61F}" type="presOf" srcId="{6385E1CA-AFD7-492D-8E31-212C9CD8A96B}" destId="{066F8E61-6A9B-459A-8113-C4742A642386}" srcOrd="0" destOrd="0" presId="urn:microsoft.com/office/officeart/2005/8/layout/hierarchy2"/>
    <dgm:cxn modelId="{CC72EFFC-084B-4CC5-81B7-7DA58F7E8F4D}" type="presOf" srcId="{5033B5C5-DBC8-464B-964E-9DD9E3C42238}" destId="{9746A1D5-2DC0-4A8D-8770-552F3EDCF844}" srcOrd="0" destOrd="0" presId="urn:microsoft.com/office/officeart/2005/8/layout/hierarchy2"/>
    <dgm:cxn modelId="{DF22D0C4-14CE-4F02-99DD-33CC18A94BEA}" type="presParOf" srcId="{F5B916FC-BC63-431C-A69B-97641200D12D}" destId="{BC417964-4876-4B97-A58E-A5D9B5293DB0}" srcOrd="0" destOrd="0" presId="urn:microsoft.com/office/officeart/2005/8/layout/hierarchy2"/>
    <dgm:cxn modelId="{61EBEC4B-CDA5-4689-AD66-FD32CB2235FA}" type="presParOf" srcId="{BC417964-4876-4B97-A58E-A5D9B5293DB0}" destId="{067093B4-29D6-4F2B-8243-AFFB9420314B}" srcOrd="0" destOrd="0" presId="urn:microsoft.com/office/officeart/2005/8/layout/hierarchy2"/>
    <dgm:cxn modelId="{ECC3148E-305B-4FD6-A369-348FE1A9953C}" type="presParOf" srcId="{BC417964-4876-4B97-A58E-A5D9B5293DB0}" destId="{65F7BBA2-25FD-4E6B-858B-A8E10805C596}" srcOrd="1" destOrd="0" presId="urn:microsoft.com/office/officeart/2005/8/layout/hierarchy2"/>
    <dgm:cxn modelId="{AEC53BC4-8CA7-41EF-B884-A3D7A172C347}" type="presParOf" srcId="{65F7BBA2-25FD-4E6B-858B-A8E10805C596}" destId="{EE2DD004-CD2A-4F7B-9344-A185BE17EDBC}" srcOrd="0" destOrd="0" presId="urn:microsoft.com/office/officeart/2005/8/layout/hierarchy2"/>
    <dgm:cxn modelId="{297504EE-7E9B-4325-B603-238F688B55E5}" type="presParOf" srcId="{EE2DD004-CD2A-4F7B-9344-A185BE17EDBC}" destId="{199FDCFE-CD81-4338-A525-CB11042C2A1C}" srcOrd="0" destOrd="0" presId="urn:microsoft.com/office/officeart/2005/8/layout/hierarchy2"/>
    <dgm:cxn modelId="{860CCE1C-C749-49A1-9EFE-3BD4490E71E7}" type="presParOf" srcId="{65F7BBA2-25FD-4E6B-858B-A8E10805C596}" destId="{2E8B6D6A-1BBD-4D20-8601-5ADF4BEA48A5}" srcOrd="1" destOrd="0" presId="urn:microsoft.com/office/officeart/2005/8/layout/hierarchy2"/>
    <dgm:cxn modelId="{A58F3C5C-0D61-4DB6-8144-9CD96896FDC7}" type="presParOf" srcId="{2E8B6D6A-1BBD-4D20-8601-5ADF4BEA48A5}" destId="{AF41F4A0-AD37-4925-A7BA-5B67A714269E}" srcOrd="0" destOrd="0" presId="urn:microsoft.com/office/officeart/2005/8/layout/hierarchy2"/>
    <dgm:cxn modelId="{810A010D-BC2B-43D9-A7B1-74B0CA08BA97}" type="presParOf" srcId="{2E8B6D6A-1BBD-4D20-8601-5ADF4BEA48A5}" destId="{E2D844D1-451D-42C8-A636-0082E26CAA5A}" srcOrd="1" destOrd="0" presId="urn:microsoft.com/office/officeart/2005/8/layout/hierarchy2"/>
    <dgm:cxn modelId="{7DACC28F-02F9-497B-A530-D21E9416B01D}" type="presParOf" srcId="{65F7BBA2-25FD-4E6B-858B-A8E10805C596}" destId="{066F8E61-6A9B-459A-8113-C4742A642386}" srcOrd="2" destOrd="0" presId="urn:microsoft.com/office/officeart/2005/8/layout/hierarchy2"/>
    <dgm:cxn modelId="{C0EF5A59-724D-406E-98DE-2E03145635D4}" type="presParOf" srcId="{066F8E61-6A9B-459A-8113-C4742A642386}" destId="{847E873B-FD90-4FDE-85B1-A0AD3BFC2343}" srcOrd="0" destOrd="0" presId="urn:microsoft.com/office/officeart/2005/8/layout/hierarchy2"/>
    <dgm:cxn modelId="{04CFE0C3-C038-4F7D-B5ED-AC105EC51A92}" type="presParOf" srcId="{65F7BBA2-25FD-4E6B-858B-A8E10805C596}" destId="{56CEC8ED-7615-44A6-A076-C259A5D77EA2}" srcOrd="3" destOrd="0" presId="urn:microsoft.com/office/officeart/2005/8/layout/hierarchy2"/>
    <dgm:cxn modelId="{EF360C0C-404A-4D77-8B1B-785CDC8E70B2}" type="presParOf" srcId="{56CEC8ED-7615-44A6-A076-C259A5D77EA2}" destId="{9746A1D5-2DC0-4A8D-8770-552F3EDCF844}" srcOrd="0" destOrd="0" presId="urn:microsoft.com/office/officeart/2005/8/layout/hierarchy2"/>
    <dgm:cxn modelId="{7855174B-CAE0-4CBD-8631-1A3A119A3F3F}" type="presParOf" srcId="{56CEC8ED-7615-44A6-A076-C259A5D77EA2}" destId="{FFFAC200-9FE6-4A55-87BE-CFB88056FD95}" srcOrd="1" destOrd="0" presId="urn:microsoft.com/office/officeart/2005/8/layout/hierarchy2"/>
    <dgm:cxn modelId="{23CA81F9-129A-40E5-89C9-5DC071A33A9B}" type="presParOf" srcId="{FFFAC200-9FE6-4A55-87BE-CFB88056FD95}" destId="{98546ECA-8667-4496-8024-66F457D3B13A}" srcOrd="0" destOrd="0" presId="urn:microsoft.com/office/officeart/2005/8/layout/hierarchy2"/>
    <dgm:cxn modelId="{865766F7-A381-412A-898D-87FCFF438064}" type="presParOf" srcId="{98546ECA-8667-4496-8024-66F457D3B13A}" destId="{EA36313F-43E3-48EB-B4D5-E30E5CEDC9CA}" srcOrd="0" destOrd="0" presId="urn:microsoft.com/office/officeart/2005/8/layout/hierarchy2"/>
    <dgm:cxn modelId="{3A1CDE38-0E61-46D3-A204-49BEDF5D0119}" type="presParOf" srcId="{FFFAC200-9FE6-4A55-87BE-CFB88056FD95}" destId="{A70DB15E-E518-462C-B760-D6E62EA910AA}" srcOrd="1" destOrd="0" presId="urn:microsoft.com/office/officeart/2005/8/layout/hierarchy2"/>
    <dgm:cxn modelId="{CDBC4EC0-B575-4820-8EAE-34AAD1386ACC}" type="presParOf" srcId="{A70DB15E-E518-462C-B760-D6E62EA910AA}" destId="{6A3CCBB7-DDC1-4761-955A-D7B2164C48C8}" srcOrd="0" destOrd="0" presId="urn:microsoft.com/office/officeart/2005/8/layout/hierarchy2"/>
    <dgm:cxn modelId="{E62DB38F-56AF-4C7F-B208-2123F94E3886}" type="presParOf" srcId="{A70DB15E-E518-462C-B760-D6E62EA910AA}" destId="{BD4A8C6E-1505-40A7-99D0-34F07F0DA24F}" srcOrd="1" destOrd="0" presId="urn:microsoft.com/office/officeart/2005/8/layout/hierarchy2"/>
    <dgm:cxn modelId="{F8D3CE8B-6E9D-4584-9719-3E476FE279D5}" type="presParOf" srcId="{65F7BBA2-25FD-4E6B-858B-A8E10805C596}" destId="{A3CA18B0-26BF-4A1D-A72F-A60E166135D5}" srcOrd="4" destOrd="0" presId="urn:microsoft.com/office/officeart/2005/8/layout/hierarchy2"/>
    <dgm:cxn modelId="{19C700C4-1EB8-4217-879D-FFC0B5DC0C51}" type="presParOf" srcId="{A3CA18B0-26BF-4A1D-A72F-A60E166135D5}" destId="{9ADDC003-6B6A-40E3-897A-3C3CD7BFE88D}" srcOrd="0" destOrd="0" presId="urn:microsoft.com/office/officeart/2005/8/layout/hierarchy2"/>
    <dgm:cxn modelId="{C24FBB41-9486-4EDE-AE5F-F2BA8EFB126F}" type="presParOf" srcId="{65F7BBA2-25FD-4E6B-858B-A8E10805C596}" destId="{1ED086F6-8A12-4A54-B9F2-A6F99DD0FAB0}" srcOrd="5" destOrd="0" presId="urn:microsoft.com/office/officeart/2005/8/layout/hierarchy2"/>
    <dgm:cxn modelId="{C0679B20-070A-48B2-8863-FC52F5B97F23}" type="presParOf" srcId="{1ED086F6-8A12-4A54-B9F2-A6F99DD0FAB0}" destId="{F519B859-E756-4DEC-9881-2DA4A26380D1}" srcOrd="0" destOrd="0" presId="urn:microsoft.com/office/officeart/2005/8/layout/hierarchy2"/>
    <dgm:cxn modelId="{B754CF9B-9886-4AB0-B530-659E4973FEA9}" type="presParOf" srcId="{1ED086F6-8A12-4A54-B9F2-A6F99DD0FAB0}" destId="{2B89CDD8-F113-42F0-A46A-9937A4E5DA7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51D2FDD-CA5D-44D4-9127-A3A6CBA0BEA4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575EB3C0-EBF0-4839-99E0-7B88EF15A2A9}">
      <dgm:prSet/>
      <dgm:spPr/>
      <dgm:t>
        <a:bodyPr/>
        <a:lstStyle/>
        <a:p>
          <a:r>
            <a:rPr lang="en-US" dirty="0">
              <a:latin typeface="Bahnschrift" panose="020B0502040204020203" pitchFamily="34" charset="0"/>
            </a:rPr>
            <a:t>Two kinds of reinforcement learning methods are:</a:t>
          </a:r>
        </a:p>
      </dgm:t>
    </dgm:pt>
    <dgm:pt modelId="{B1050BF7-034C-4B7A-A042-32F1B1ADC107}" type="parTrans" cxnId="{7C45F9F4-E6E9-49B7-9373-0F9A3919225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5EDAD9E2-0564-4039-9448-EDAF0B09BF9E}" type="sibTrans" cxnId="{7C45F9F4-E6E9-49B7-9373-0F9A3919225B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DDC7F60C-0309-4960-8FAB-5EA7B0988BE6}">
      <dgm:prSet/>
      <dgm:spPr/>
      <dgm:t>
        <a:bodyPr/>
        <a:lstStyle/>
        <a:p>
          <a:r>
            <a:rPr lang="en-IN" b="1" i="0">
              <a:effectLst/>
              <a:latin typeface="Bahnschrift" panose="020B0502040204020203" pitchFamily="34" charset="0"/>
            </a:rPr>
            <a:t>Positive</a:t>
          </a:r>
          <a:endParaRPr lang="en-IN" b="1" i="0" dirty="0">
            <a:effectLst/>
            <a:latin typeface="Bahnschrift" panose="020B0502040204020203" pitchFamily="34" charset="0"/>
          </a:endParaRPr>
        </a:p>
      </dgm:t>
    </dgm:pt>
    <dgm:pt modelId="{59460B42-39B2-443F-ABEB-7CC7ED44170D}" type="parTrans" cxnId="{41D1B3DA-BB82-416C-A61A-A05EA2EC140E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08670CBD-4FB0-434F-B0EC-AE95E6EEBFFA}" type="sibTrans" cxnId="{41D1B3DA-BB82-416C-A61A-A05EA2EC140E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6042E551-188B-4A89-B352-D2164A602EF7}">
      <dgm:prSet/>
      <dgm:spPr/>
      <dgm:t>
        <a:bodyPr/>
        <a:lstStyle/>
        <a:p>
          <a:r>
            <a:rPr lang="en-US">
              <a:latin typeface="Bahnschrift" panose="020B0502040204020203" pitchFamily="34" charset="0"/>
            </a:rPr>
            <a:t>Negative</a:t>
          </a:r>
          <a:endParaRPr lang="en-IN" dirty="0">
            <a:latin typeface="Bahnschrift" panose="020B0502040204020203" pitchFamily="34" charset="0"/>
          </a:endParaRPr>
        </a:p>
      </dgm:t>
    </dgm:pt>
    <dgm:pt modelId="{31C07A08-3F0F-42F7-9AF4-C145803A4C67}" type="parTrans" cxnId="{029BD8B6-7D2B-4DE2-9409-8506690BC28C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3E6C2407-8276-4A34-B88B-9D13603ADA75}" type="sibTrans" cxnId="{029BD8B6-7D2B-4DE2-9409-8506690BC28C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4E5D5CF1-B24E-44FB-B1D1-CD4A09E94771}" type="pres">
      <dgm:prSet presAssocID="{851D2FDD-CA5D-44D4-9127-A3A6CBA0BEA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D9B1E6F-7C7B-410F-9422-4A198258E117}" type="pres">
      <dgm:prSet presAssocID="{575EB3C0-EBF0-4839-99E0-7B88EF15A2A9}" presName="root1" presStyleCnt="0"/>
      <dgm:spPr/>
    </dgm:pt>
    <dgm:pt modelId="{EF15D439-FE47-45DC-81BD-C820EC3F36B8}" type="pres">
      <dgm:prSet presAssocID="{575EB3C0-EBF0-4839-99E0-7B88EF15A2A9}" presName="LevelOneTextNode" presStyleLbl="node0" presStyleIdx="0" presStyleCnt="1">
        <dgm:presLayoutVars>
          <dgm:chPref val="3"/>
        </dgm:presLayoutVars>
      </dgm:prSet>
      <dgm:spPr/>
    </dgm:pt>
    <dgm:pt modelId="{1A71CECA-198C-44C7-AD5F-2A20A2E1CE49}" type="pres">
      <dgm:prSet presAssocID="{575EB3C0-EBF0-4839-99E0-7B88EF15A2A9}" presName="level2hierChild" presStyleCnt="0"/>
      <dgm:spPr/>
    </dgm:pt>
    <dgm:pt modelId="{1164F442-6AFF-44FE-862C-D7E2BFB18CFB}" type="pres">
      <dgm:prSet presAssocID="{59460B42-39B2-443F-ABEB-7CC7ED44170D}" presName="conn2-1" presStyleLbl="parChTrans1D2" presStyleIdx="0" presStyleCnt="2"/>
      <dgm:spPr/>
    </dgm:pt>
    <dgm:pt modelId="{BC30195F-B38E-4DE3-8182-8165255E9708}" type="pres">
      <dgm:prSet presAssocID="{59460B42-39B2-443F-ABEB-7CC7ED44170D}" presName="connTx" presStyleLbl="parChTrans1D2" presStyleIdx="0" presStyleCnt="2"/>
      <dgm:spPr/>
    </dgm:pt>
    <dgm:pt modelId="{34B6F81D-1BF6-47A2-88BA-BF809C6A99A3}" type="pres">
      <dgm:prSet presAssocID="{DDC7F60C-0309-4960-8FAB-5EA7B0988BE6}" presName="root2" presStyleCnt="0"/>
      <dgm:spPr/>
    </dgm:pt>
    <dgm:pt modelId="{2912AE06-E7D3-4DA2-891E-B0266AE7BF0C}" type="pres">
      <dgm:prSet presAssocID="{DDC7F60C-0309-4960-8FAB-5EA7B0988BE6}" presName="LevelTwoTextNode" presStyleLbl="node2" presStyleIdx="0" presStyleCnt="2">
        <dgm:presLayoutVars>
          <dgm:chPref val="3"/>
        </dgm:presLayoutVars>
      </dgm:prSet>
      <dgm:spPr/>
    </dgm:pt>
    <dgm:pt modelId="{DD920989-1340-4644-9DED-45DF0AB2B75A}" type="pres">
      <dgm:prSet presAssocID="{DDC7F60C-0309-4960-8FAB-5EA7B0988BE6}" presName="level3hierChild" presStyleCnt="0"/>
      <dgm:spPr/>
    </dgm:pt>
    <dgm:pt modelId="{ABAA6E75-E744-4DDA-ABC2-7ED401D5A539}" type="pres">
      <dgm:prSet presAssocID="{31C07A08-3F0F-42F7-9AF4-C145803A4C67}" presName="conn2-1" presStyleLbl="parChTrans1D2" presStyleIdx="1" presStyleCnt="2"/>
      <dgm:spPr/>
    </dgm:pt>
    <dgm:pt modelId="{87204259-BE97-487D-A0B1-ADE60DA9C6AE}" type="pres">
      <dgm:prSet presAssocID="{31C07A08-3F0F-42F7-9AF4-C145803A4C67}" presName="connTx" presStyleLbl="parChTrans1D2" presStyleIdx="1" presStyleCnt="2"/>
      <dgm:spPr/>
    </dgm:pt>
    <dgm:pt modelId="{3DE7A52C-6DBD-43B6-ADDA-9934BFA65493}" type="pres">
      <dgm:prSet presAssocID="{6042E551-188B-4A89-B352-D2164A602EF7}" presName="root2" presStyleCnt="0"/>
      <dgm:spPr/>
    </dgm:pt>
    <dgm:pt modelId="{F1294C58-0F94-4E9A-A700-92E613DDA08B}" type="pres">
      <dgm:prSet presAssocID="{6042E551-188B-4A89-B352-D2164A602EF7}" presName="LevelTwoTextNode" presStyleLbl="node2" presStyleIdx="1" presStyleCnt="2">
        <dgm:presLayoutVars>
          <dgm:chPref val="3"/>
        </dgm:presLayoutVars>
      </dgm:prSet>
      <dgm:spPr/>
    </dgm:pt>
    <dgm:pt modelId="{B42776C0-57C1-4886-BF70-2BE8D6DF4E3C}" type="pres">
      <dgm:prSet presAssocID="{6042E551-188B-4A89-B352-D2164A602EF7}" presName="level3hierChild" presStyleCnt="0"/>
      <dgm:spPr/>
    </dgm:pt>
  </dgm:ptLst>
  <dgm:cxnLst>
    <dgm:cxn modelId="{06202B05-5168-4640-853C-B9FB9CEEA732}" type="presOf" srcId="{31C07A08-3F0F-42F7-9AF4-C145803A4C67}" destId="{87204259-BE97-487D-A0B1-ADE60DA9C6AE}" srcOrd="1" destOrd="0" presId="urn:microsoft.com/office/officeart/2005/8/layout/hierarchy2"/>
    <dgm:cxn modelId="{B83E6D09-7507-460E-A0E9-1F3BCF581825}" type="presOf" srcId="{575EB3C0-EBF0-4839-99E0-7B88EF15A2A9}" destId="{EF15D439-FE47-45DC-81BD-C820EC3F36B8}" srcOrd="0" destOrd="0" presId="urn:microsoft.com/office/officeart/2005/8/layout/hierarchy2"/>
    <dgm:cxn modelId="{C627835C-5FEB-417B-887B-6A7CE617D536}" type="presOf" srcId="{31C07A08-3F0F-42F7-9AF4-C145803A4C67}" destId="{ABAA6E75-E744-4DDA-ABC2-7ED401D5A539}" srcOrd="0" destOrd="0" presId="urn:microsoft.com/office/officeart/2005/8/layout/hierarchy2"/>
    <dgm:cxn modelId="{017EE460-F539-4421-AE21-B60505816622}" type="presOf" srcId="{6042E551-188B-4A89-B352-D2164A602EF7}" destId="{F1294C58-0F94-4E9A-A700-92E613DDA08B}" srcOrd="0" destOrd="0" presId="urn:microsoft.com/office/officeart/2005/8/layout/hierarchy2"/>
    <dgm:cxn modelId="{86BD1465-FAD0-4EEA-A00A-B80DEE7E00F8}" type="presOf" srcId="{851D2FDD-CA5D-44D4-9127-A3A6CBA0BEA4}" destId="{4E5D5CF1-B24E-44FB-B1D1-CD4A09E94771}" srcOrd="0" destOrd="0" presId="urn:microsoft.com/office/officeart/2005/8/layout/hierarchy2"/>
    <dgm:cxn modelId="{098F6D79-D500-47C0-94C1-C0CFAE77722D}" type="presOf" srcId="{DDC7F60C-0309-4960-8FAB-5EA7B0988BE6}" destId="{2912AE06-E7D3-4DA2-891E-B0266AE7BF0C}" srcOrd="0" destOrd="0" presId="urn:microsoft.com/office/officeart/2005/8/layout/hierarchy2"/>
    <dgm:cxn modelId="{7F4E987D-D591-4C6E-A32A-322A1E743629}" type="presOf" srcId="{59460B42-39B2-443F-ABEB-7CC7ED44170D}" destId="{1164F442-6AFF-44FE-862C-D7E2BFB18CFB}" srcOrd="0" destOrd="0" presId="urn:microsoft.com/office/officeart/2005/8/layout/hierarchy2"/>
    <dgm:cxn modelId="{029BD8B6-7D2B-4DE2-9409-8506690BC28C}" srcId="{575EB3C0-EBF0-4839-99E0-7B88EF15A2A9}" destId="{6042E551-188B-4A89-B352-D2164A602EF7}" srcOrd="1" destOrd="0" parTransId="{31C07A08-3F0F-42F7-9AF4-C145803A4C67}" sibTransId="{3E6C2407-8276-4A34-B88B-9D13603ADA75}"/>
    <dgm:cxn modelId="{41D1B3DA-BB82-416C-A61A-A05EA2EC140E}" srcId="{575EB3C0-EBF0-4839-99E0-7B88EF15A2A9}" destId="{DDC7F60C-0309-4960-8FAB-5EA7B0988BE6}" srcOrd="0" destOrd="0" parTransId="{59460B42-39B2-443F-ABEB-7CC7ED44170D}" sibTransId="{08670CBD-4FB0-434F-B0EC-AE95E6EEBFFA}"/>
    <dgm:cxn modelId="{7C45F9F4-E6E9-49B7-9373-0F9A3919225B}" srcId="{851D2FDD-CA5D-44D4-9127-A3A6CBA0BEA4}" destId="{575EB3C0-EBF0-4839-99E0-7B88EF15A2A9}" srcOrd="0" destOrd="0" parTransId="{B1050BF7-034C-4B7A-A042-32F1B1ADC107}" sibTransId="{5EDAD9E2-0564-4039-9448-EDAF0B09BF9E}"/>
    <dgm:cxn modelId="{F05969FF-53C2-4016-B548-67298AA01B19}" type="presOf" srcId="{59460B42-39B2-443F-ABEB-7CC7ED44170D}" destId="{BC30195F-B38E-4DE3-8182-8165255E9708}" srcOrd="1" destOrd="0" presId="urn:microsoft.com/office/officeart/2005/8/layout/hierarchy2"/>
    <dgm:cxn modelId="{F55C7459-32C7-473B-97EA-76D72DC11CDA}" type="presParOf" srcId="{4E5D5CF1-B24E-44FB-B1D1-CD4A09E94771}" destId="{BD9B1E6F-7C7B-410F-9422-4A198258E117}" srcOrd="0" destOrd="0" presId="urn:microsoft.com/office/officeart/2005/8/layout/hierarchy2"/>
    <dgm:cxn modelId="{52F88803-53BD-42DC-BCDF-2A001F2110E5}" type="presParOf" srcId="{BD9B1E6F-7C7B-410F-9422-4A198258E117}" destId="{EF15D439-FE47-45DC-81BD-C820EC3F36B8}" srcOrd="0" destOrd="0" presId="urn:microsoft.com/office/officeart/2005/8/layout/hierarchy2"/>
    <dgm:cxn modelId="{B7B4AA2F-A0AD-4268-85DC-3B6289A8A662}" type="presParOf" srcId="{BD9B1E6F-7C7B-410F-9422-4A198258E117}" destId="{1A71CECA-198C-44C7-AD5F-2A20A2E1CE49}" srcOrd="1" destOrd="0" presId="urn:microsoft.com/office/officeart/2005/8/layout/hierarchy2"/>
    <dgm:cxn modelId="{EAB9ACCB-695B-40E4-8C34-1FC25AB4897F}" type="presParOf" srcId="{1A71CECA-198C-44C7-AD5F-2A20A2E1CE49}" destId="{1164F442-6AFF-44FE-862C-D7E2BFB18CFB}" srcOrd="0" destOrd="0" presId="urn:microsoft.com/office/officeart/2005/8/layout/hierarchy2"/>
    <dgm:cxn modelId="{7516DBFC-81DA-4BAE-866E-BC6BF238A27B}" type="presParOf" srcId="{1164F442-6AFF-44FE-862C-D7E2BFB18CFB}" destId="{BC30195F-B38E-4DE3-8182-8165255E9708}" srcOrd="0" destOrd="0" presId="urn:microsoft.com/office/officeart/2005/8/layout/hierarchy2"/>
    <dgm:cxn modelId="{5BE1A2A9-77C5-4C43-9E91-C942B7ECF00D}" type="presParOf" srcId="{1A71CECA-198C-44C7-AD5F-2A20A2E1CE49}" destId="{34B6F81D-1BF6-47A2-88BA-BF809C6A99A3}" srcOrd="1" destOrd="0" presId="urn:microsoft.com/office/officeart/2005/8/layout/hierarchy2"/>
    <dgm:cxn modelId="{E413D760-67E2-4A2C-9580-66800D137239}" type="presParOf" srcId="{34B6F81D-1BF6-47A2-88BA-BF809C6A99A3}" destId="{2912AE06-E7D3-4DA2-891E-B0266AE7BF0C}" srcOrd="0" destOrd="0" presId="urn:microsoft.com/office/officeart/2005/8/layout/hierarchy2"/>
    <dgm:cxn modelId="{493F7B4F-7937-4CB0-8BF6-9AF478022768}" type="presParOf" srcId="{34B6F81D-1BF6-47A2-88BA-BF809C6A99A3}" destId="{DD920989-1340-4644-9DED-45DF0AB2B75A}" srcOrd="1" destOrd="0" presId="urn:microsoft.com/office/officeart/2005/8/layout/hierarchy2"/>
    <dgm:cxn modelId="{DDE9DD0F-5B44-4258-BB1F-D6CF3676BE1A}" type="presParOf" srcId="{1A71CECA-198C-44C7-AD5F-2A20A2E1CE49}" destId="{ABAA6E75-E744-4DDA-ABC2-7ED401D5A539}" srcOrd="2" destOrd="0" presId="urn:microsoft.com/office/officeart/2005/8/layout/hierarchy2"/>
    <dgm:cxn modelId="{E76E7030-3C19-465B-9A17-EB81A95F8985}" type="presParOf" srcId="{ABAA6E75-E744-4DDA-ABC2-7ED401D5A539}" destId="{87204259-BE97-487D-A0B1-ADE60DA9C6AE}" srcOrd="0" destOrd="0" presId="urn:microsoft.com/office/officeart/2005/8/layout/hierarchy2"/>
    <dgm:cxn modelId="{26BA7B03-0D6E-4F0D-8F4F-1C84C3FAA610}" type="presParOf" srcId="{1A71CECA-198C-44C7-AD5F-2A20A2E1CE49}" destId="{3DE7A52C-6DBD-43B6-ADDA-9934BFA65493}" srcOrd="3" destOrd="0" presId="urn:microsoft.com/office/officeart/2005/8/layout/hierarchy2"/>
    <dgm:cxn modelId="{BFC44F4F-6233-4B0A-A32F-4D29168A45BF}" type="presParOf" srcId="{3DE7A52C-6DBD-43B6-ADDA-9934BFA65493}" destId="{F1294C58-0F94-4E9A-A700-92E613DDA08B}" srcOrd="0" destOrd="0" presId="urn:microsoft.com/office/officeart/2005/8/layout/hierarchy2"/>
    <dgm:cxn modelId="{2CA4877A-963D-4EC0-8A1F-0207CC4F55D6}" type="presParOf" srcId="{3DE7A52C-6DBD-43B6-ADDA-9934BFA65493}" destId="{B42776C0-57C1-4886-BF70-2BE8D6DF4E3C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BC6251B-DE1C-47BB-9F60-AE8DDD0D2667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B43B41B2-C34E-433B-B2ED-716526921A1F}">
      <dgm:prSet/>
      <dgm:spPr/>
      <dgm:t>
        <a:bodyPr/>
        <a:lstStyle/>
        <a:p>
          <a:r>
            <a:rPr lang="en-US" b="0" i="0">
              <a:effectLst/>
              <a:latin typeface="Bahnschrift" panose="020B0502040204020203" pitchFamily="34" charset="0"/>
            </a:rPr>
            <a:t>There are two important learning models in reinforcement learning: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2E3BEA68-447B-4842-A12F-87AB5DEC309E}" type="parTrans" cxnId="{A62B8E4C-81AA-4140-B601-CE9D9E1685C6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8C48CDF-E571-4B67-B004-BAD8C90FB7C1}" type="sibTrans" cxnId="{A62B8E4C-81AA-4140-B601-CE9D9E1685C6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42D2BF8B-6BF3-4A6B-8FEE-75BBB18DB3BC}">
      <dgm:prSet/>
      <dgm:spPr/>
      <dgm:t>
        <a:bodyPr/>
        <a:lstStyle/>
        <a:p>
          <a:r>
            <a:rPr lang="en-US" b="0" i="0">
              <a:effectLst/>
              <a:latin typeface="Bahnschrift" panose="020B0502040204020203" pitchFamily="34" charset="0"/>
            </a:rPr>
            <a:t>Markov Decision Process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74D35D1C-EAA1-49B8-9A6C-12384FE97958}" type="parTrans" cxnId="{E71E29C6-0FDC-4CC7-B90C-7E74A1EECEA4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B3B20EB4-86E3-4D6E-A8C0-6254D9956F5D}" type="sibTrans" cxnId="{E71E29C6-0FDC-4CC7-B90C-7E74A1EECEA4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737B4F64-0213-43E1-8EF1-6424C33A692B}">
      <dgm:prSet/>
      <dgm:spPr/>
      <dgm:t>
        <a:bodyPr/>
        <a:lstStyle/>
        <a:p>
          <a:r>
            <a:rPr lang="en-US" b="0" i="0">
              <a:effectLst/>
              <a:latin typeface="Bahnschrift" panose="020B0502040204020203" pitchFamily="34" charset="0"/>
            </a:rPr>
            <a:t>Q learning</a:t>
          </a:r>
          <a:endParaRPr lang="en-US" b="0" i="0" dirty="0">
            <a:effectLst/>
            <a:latin typeface="Bahnschrift" panose="020B0502040204020203" pitchFamily="34" charset="0"/>
          </a:endParaRPr>
        </a:p>
      </dgm:t>
    </dgm:pt>
    <dgm:pt modelId="{AD1F3856-DE07-47D1-A850-93D51044C742}" type="parTrans" cxnId="{49E93EAE-2A7B-417A-A34A-BCDBAB21A702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9AED1AF1-F3F2-48EF-932D-B141E88875D9}" type="sibTrans" cxnId="{49E93EAE-2A7B-417A-A34A-BCDBAB21A702}">
      <dgm:prSet/>
      <dgm:spPr/>
      <dgm:t>
        <a:bodyPr/>
        <a:lstStyle/>
        <a:p>
          <a:endParaRPr lang="en-IN">
            <a:latin typeface="Bahnschrift" panose="020B0502040204020203" pitchFamily="34" charset="0"/>
          </a:endParaRPr>
        </a:p>
      </dgm:t>
    </dgm:pt>
    <dgm:pt modelId="{1DE6509C-F09E-4F18-8AFA-74B8FEE31E9B}" type="pres">
      <dgm:prSet presAssocID="{ABC6251B-DE1C-47BB-9F60-AE8DDD0D266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3BEF656-9054-4718-B212-860DC6CC2F3E}" type="pres">
      <dgm:prSet presAssocID="{B43B41B2-C34E-433B-B2ED-716526921A1F}" presName="root1" presStyleCnt="0"/>
      <dgm:spPr/>
    </dgm:pt>
    <dgm:pt modelId="{633E3741-A87A-44C2-BD43-CA9D01B32091}" type="pres">
      <dgm:prSet presAssocID="{B43B41B2-C34E-433B-B2ED-716526921A1F}" presName="LevelOneTextNode" presStyleLbl="node0" presStyleIdx="0" presStyleCnt="1">
        <dgm:presLayoutVars>
          <dgm:chPref val="3"/>
        </dgm:presLayoutVars>
      </dgm:prSet>
      <dgm:spPr/>
    </dgm:pt>
    <dgm:pt modelId="{16E91A7C-D43C-449B-88A4-F0DCA98D6D94}" type="pres">
      <dgm:prSet presAssocID="{B43B41B2-C34E-433B-B2ED-716526921A1F}" presName="level2hierChild" presStyleCnt="0"/>
      <dgm:spPr/>
    </dgm:pt>
    <dgm:pt modelId="{ABC29EAF-0221-4E86-A637-539BB09988D7}" type="pres">
      <dgm:prSet presAssocID="{74D35D1C-EAA1-49B8-9A6C-12384FE97958}" presName="conn2-1" presStyleLbl="parChTrans1D2" presStyleIdx="0" presStyleCnt="2"/>
      <dgm:spPr/>
    </dgm:pt>
    <dgm:pt modelId="{74DE5131-FD56-481F-B46F-53762E2D4461}" type="pres">
      <dgm:prSet presAssocID="{74D35D1C-EAA1-49B8-9A6C-12384FE97958}" presName="connTx" presStyleLbl="parChTrans1D2" presStyleIdx="0" presStyleCnt="2"/>
      <dgm:spPr/>
    </dgm:pt>
    <dgm:pt modelId="{704DA426-E89C-4075-8803-1699AA6945F9}" type="pres">
      <dgm:prSet presAssocID="{42D2BF8B-6BF3-4A6B-8FEE-75BBB18DB3BC}" presName="root2" presStyleCnt="0"/>
      <dgm:spPr/>
    </dgm:pt>
    <dgm:pt modelId="{FA330834-344A-4E7F-94A3-3FF2BC8F8DE2}" type="pres">
      <dgm:prSet presAssocID="{42D2BF8B-6BF3-4A6B-8FEE-75BBB18DB3BC}" presName="LevelTwoTextNode" presStyleLbl="node2" presStyleIdx="0" presStyleCnt="2">
        <dgm:presLayoutVars>
          <dgm:chPref val="3"/>
        </dgm:presLayoutVars>
      </dgm:prSet>
      <dgm:spPr/>
    </dgm:pt>
    <dgm:pt modelId="{DF13B239-F81C-4766-A7BF-93DD3E35B19C}" type="pres">
      <dgm:prSet presAssocID="{42D2BF8B-6BF3-4A6B-8FEE-75BBB18DB3BC}" presName="level3hierChild" presStyleCnt="0"/>
      <dgm:spPr/>
    </dgm:pt>
    <dgm:pt modelId="{5EDCAB24-1E72-4B3C-A42F-6683ABF055BB}" type="pres">
      <dgm:prSet presAssocID="{AD1F3856-DE07-47D1-A850-93D51044C742}" presName="conn2-1" presStyleLbl="parChTrans1D2" presStyleIdx="1" presStyleCnt="2"/>
      <dgm:spPr/>
    </dgm:pt>
    <dgm:pt modelId="{F798D26A-A8A6-42B4-B27E-05A1DA43ED45}" type="pres">
      <dgm:prSet presAssocID="{AD1F3856-DE07-47D1-A850-93D51044C742}" presName="connTx" presStyleLbl="parChTrans1D2" presStyleIdx="1" presStyleCnt="2"/>
      <dgm:spPr/>
    </dgm:pt>
    <dgm:pt modelId="{78FBF1A1-27ED-4E32-B12F-2FCF265E6C09}" type="pres">
      <dgm:prSet presAssocID="{737B4F64-0213-43E1-8EF1-6424C33A692B}" presName="root2" presStyleCnt="0"/>
      <dgm:spPr/>
    </dgm:pt>
    <dgm:pt modelId="{6C6092A5-3563-4C66-82B8-BE55A5E9F060}" type="pres">
      <dgm:prSet presAssocID="{737B4F64-0213-43E1-8EF1-6424C33A692B}" presName="LevelTwoTextNode" presStyleLbl="node2" presStyleIdx="1" presStyleCnt="2">
        <dgm:presLayoutVars>
          <dgm:chPref val="3"/>
        </dgm:presLayoutVars>
      </dgm:prSet>
      <dgm:spPr/>
    </dgm:pt>
    <dgm:pt modelId="{714036ED-47A6-44B1-8D10-CAF86453500E}" type="pres">
      <dgm:prSet presAssocID="{737B4F64-0213-43E1-8EF1-6424C33A692B}" presName="level3hierChild" presStyleCnt="0"/>
      <dgm:spPr/>
    </dgm:pt>
  </dgm:ptLst>
  <dgm:cxnLst>
    <dgm:cxn modelId="{A62B8E4C-81AA-4140-B601-CE9D9E1685C6}" srcId="{ABC6251B-DE1C-47BB-9F60-AE8DDD0D2667}" destId="{B43B41B2-C34E-433B-B2ED-716526921A1F}" srcOrd="0" destOrd="0" parTransId="{2E3BEA68-447B-4842-A12F-87AB5DEC309E}" sibTransId="{98C48CDF-E571-4B67-B004-BAD8C90FB7C1}"/>
    <dgm:cxn modelId="{1400DC7E-92B4-4DBA-9849-71908A4F74BC}" type="presOf" srcId="{B43B41B2-C34E-433B-B2ED-716526921A1F}" destId="{633E3741-A87A-44C2-BD43-CA9D01B32091}" srcOrd="0" destOrd="0" presId="urn:microsoft.com/office/officeart/2005/8/layout/hierarchy2"/>
    <dgm:cxn modelId="{E4A8D781-7232-4A33-A6A0-C6939635EC91}" type="presOf" srcId="{42D2BF8B-6BF3-4A6B-8FEE-75BBB18DB3BC}" destId="{FA330834-344A-4E7F-94A3-3FF2BC8F8DE2}" srcOrd="0" destOrd="0" presId="urn:microsoft.com/office/officeart/2005/8/layout/hierarchy2"/>
    <dgm:cxn modelId="{CB306B86-A0C6-4015-812E-AA854F1F9DC7}" type="presOf" srcId="{74D35D1C-EAA1-49B8-9A6C-12384FE97958}" destId="{74DE5131-FD56-481F-B46F-53762E2D4461}" srcOrd="1" destOrd="0" presId="urn:microsoft.com/office/officeart/2005/8/layout/hierarchy2"/>
    <dgm:cxn modelId="{49E93EAE-2A7B-417A-A34A-BCDBAB21A702}" srcId="{B43B41B2-C34E-433B-B2ED-716526921A1F}" destId="{737B4F64-0213-43E1-8EF1-6424C33A692B}" srcOrd="1" destOrd="0" parTransId="{AD1F3856-DE07-47D1-A850-93D51044C742}" sibTransId="{9AED1AF1-F3F2-48EF-932D-B141E88875D9}"/>
    <dgm:cxn modelId="{DC492EB3-950D-4C85-9048-FC491999CEBB}" type="presOf" srcId="{ABC6251B-DE1C-47BB-9F60-AE8DDD0D2667}" destId="{1DE6509C-F09E-4F18-8AFA-74B8FEE31E9B}" srcOrd="0" destOrd="0" presId="urn:microsoft.com/office/officeart/2005/8/layout/hierarchy2"/>
    <dgm:cxn modelId="{741814BA-747F-43BF-8F36-8B7F4BE8FC9B}" type="presOf" srcId="{AD1F3856-DE07-47D1-A850-93D51044C742}" destId="{F798D26A-A8A6-42B4-B27E-05A1DA43ED45}" srcOrd="1" destOrd="0" presId="urn:microsoft.com/office/officeart/2005/8/layout/hierarchy2"/>
    <dgm:cxn modelId="{6B944EBA-9BF9-4057-AD0A-738FEE7DDE0C}" type="presOf" srcId="{737B4F64-0213-43E1-8EF1-6424C33A692B}" destId="{6C6092A5-3563-4C66-82B8-BE55A5E9F060}" srcOrd="0" destOrd="0" presId="urn:microsoft.com/office/officeart/2005/8/layout/hierarchy2"/>
    <dgm:cxn modelId="{E71E29C6-0FDC-4CC7-B90C-7E74A1EECEA4}" srcId="{B43B41B2-C34E-433B-B2ED-716526921A1F}" destId="{42D2BF8B-6BF3-4A6B-8FEE-75BBB18DB3BC}" srcOrd="0" destOrd="0" parTransId="{74D35D1C-EAA1-49B8-9A6C-12384FE97958}" sibTransId="{B3B20EB4-86E3-4D6E-A8C0-6254D9956F5D}"/>
    <dgm:cxn modelId="{CD5017D0-A2AA-4AEF-B266-3A9D8C7D654F}" type="presOf" srcId="{AD1F3856-DE07-47D1-A850-93D51044C742}" destId="{5EDCAB24-1E72-4B3C-A42F-6683ABF055BB}" srcOrd="0" destOrd="0" presId="urn:microsoft.com/office/officeart/2005/8/layout/hierarchy2"/>
    <dgm:cxn modelId="{531859E3-CB4E-473F-80F7-7914F737DC5D}" type="presOf" srcId="{74D35D1C-EAA1-49B8-9A6C-12384FE97958}" destId="{ABC29EAF-0221-4E86-A637-539BB09988D7}" srcOrd="0" destOrd="0" presId="urn:microsoft.com/office/officeart/2005/8/layout/hierarchy2"/>
    <dgm:cxn modelId="{52F1B442-71F9-4710-9CFC-6157A44CFAD8}" type="presParOf" srcId="{1DE6509C-F09E-4F18-8AFA-74B8FEE31E9B}" destId="{33BEF656-9054-4718-B212-860DC6CC2F3E}" srcOrd="0" destOrd="0" presId="urn:microsoft.com/office/officeart/2005/8/layout/hierarchy2"/>
    <dgm:cxn modelId="{7209AC87-9321-4E65-A16B-0216E94CD95F}" type="presParOf" srcId="{33BEF656-9054-4718-B212-860DC6CC2F3E}" destId="{633E3741-A87A-44C2-BD43-CA9D01B32091}" srcOrd="0" destOrd="0" presId="urn:microsoft.com/office/officeart/2005/8/layout/hierarchy2"/>
    <dgm:cxn modelId="{C54AC7B7-FB5C-43B6-8606-D25693BCC006}" type="presParOf" srcId="{33BEF656-9054-4718-B212-860DC6CC2F3E}" destId="{16E91A7C-D43C-449B-88A4-F0DCA98D6D94}" srcOrd="1" destOrd="0" presId="urn:microsoft.com/office/officeart/2005/8/layout/hierarchy2"/>
    <dgm:cxn modelId="{11B51EA6-8C71-4216-9A69-DC891EF7BC6D}" type="presParOf" srcId="{16E91A7C-D43C-449B-88A4-F0DCA98D6D94}" destId="{ABC29EAF-0221-4E86-A637-539BB09988D7}" srcOrd="0" destOrd="0" presId="urn:microsoft.com/office/officeart/2005/8/layout/hierarchy2"/>
    <dgm:cxn modelId="{701954A4-BE0F-4FBA-B0D8-9334157B11FF}" type="presParOf" srcId="{ABC29EAF-0221-4E86-A637-539BB09988D7}" destId="{74DE5131-FD56-481F-B46F-53762E2D4461}" srcOrd="0" destOrd="0" presId="urn:microsoft.com/office/officeart/2005/8/layout/hierarchy2"/>
    <dgm:cxn modelId="{67AAF39E-58EC-4059-9F50-DB7B3FBA9A1D}" type="presParOf" srcId="{16E91A7C-D43C-449B-88A4-F0DCA98D6D94}" destId="{704DA426-E89C-4075-8803-1699AA6945F9}" srcOrd="1" destOrd="0" presId="urn:microsoft.com/office/officeart/2005/8/layout/hierarchy2"/>
    <dgm:cxn modelId="{23E15E2F-DE97-48F7-A157-D7A757BF0906}" type="presParOf" srcId="{704DA426-E89C-4075-8803-1699AA6945F9}" destId="{FA330834-344A-4E7F-94A3-3FF2BC8F8DE2}" srcOrd="0" destOrd="0" presId="urn:microsoft.com/office/officeart/2005/8/layout/hierarchy2"/>
    <dgm:cxn modelId="{DB29B6C4-0CB6-42D0-B6B0-D3AA7364A523}" type="presParOf" srcId="{704DA426-E89C-4075-8803-1699AA6945F9}" destId="{DF13B239-F81C-4766-A7BF-93DD3E35B19C}" srcOrd="1" destOrd="0" presId="urn:microsoft.com/office/officeart/2005/8/layout/hierarchy2"/>
    <dgm:cxn modelId="{980489E0-4BB2-4155-9B8A-C9E896207938}" type="presParOf" srcId="{16E91A7C-D43C-449B-88A4-F0DCA98D6D94}" destId="{5EDCAB24-1E72-4B3C-A42F-6683ABF055BB}" srcOrd="2" destOrd="0" presId="urn:microsoft.com/office/officeart/2005/8/layout/hierarchy2"/>
    <dgm:cxn modelId="{5972FCEE-4B6D-4DC7-9F73-66C0EB0FC958}" type="presParOf" srcId="{5EDCAB24-1E72-4B3C-A42F-6683ABF055BB}" destId="{F798D26A-A8A6-42B4-B27E-05A1DA43ED45}" srcOrd="0" destOrd="0" presId="urn:microsoft.com/office/officeart/2005/8/layout/hierarchy2"/>
    <dgm:cxn modelId="{ADE0213B-713E-4246-A7F7-D16EF868B7F0}" type="presParOf" srcId="{16E91A7C-D43C-449B-88A4-F0DCA98D6D94}" destId="{78FBF1A1-27ED-4E32-B12F-2FCF265E6C09}" srcOrd="3" destOrd="0" presId="urn:microsoft.com/office/officeart/2005/8/layout/hierarchy2"/>
    <dgm:cxn modelId="{BC90522A-1E92-4B0A-A17D-4BC85F6A98DB}" type="presParOf" srcId="{78FBF1A1-27ED-4E32-B12F-2FCF265E6C09}" destId="{6C6092A5-3563-4C66-82B8-BE55A5E9F060}" srcOrd="0" destOrd="0" presId="urn:microsoft.com/office/officeart/2005/8/layout/hierarchy2"/>
    <dgm:cxn modelId="{65FAE4F3-A66B-4520-BCB1-C2A145CED25B}" type="presParOf" srcId="{78FBF1A1-27ED-4E32-B12F-2FCF265E6C09}" destId="{714036ED-47A6-44B1-8D10-CAF86453500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4B1BFF-CF85-47FF-B0B4-126EB6F58F35}">
      <dsp:nvSpPr>
        <dsp:cNvPr id="0" name=""/>
        <dsp:cNvSpPr/>
      </dsp:nvSpPr>
      <dsp:spPr>
        <a:xfrm>
          <a:off x="1496020" y="1939949"/>
          <a:ext cx="2247800" cy="11239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>
              <a:effectLst/>
              <a:latin typeface="Bahnschrift" panose="020B0502040204020203" pitchFamily="34" charset="0"/>
            </a:rPr>
            <a:t>Machine learning approaches are traditionally divided into four broad categories: </a:t>
          </a:r>
          <a:endParaRPr lang="en-US" sz="1500" b="0" i="0" kern="1200" dirty="0">
            <a:effectLst/>
            <a:latin typeface="Bahnschrift" panose="020B0502040204020203" pitchFamily="34" charset="0"/>
          </a:endParaRPr>
        </a:p>
      </dsp:txBody>
      <dsp:txXfrm>
        <a:off x="1528938" y="1972867"/>
        <a:ext cx="2181964" cy="1058064"/>
      </dsp:txXfrm>
    </dsp:sp>
    <dsp:sp modelId="{969A03C7-62EF-402C-8BD7-6E177C604007}">
      <dsp:nvSpPr>
        <dsp:cNvPr id="0" name=""/>
        <dsp:cNvSpPr/>
      </dsp:nvSpPr>
      <dsp:spPr>
        <a:xfrm rot="17692822">
          <a:off x="3124844" y="1512321"/>
          <a:ext cx="213707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137073" y="2021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4139954" y="1479109"/>
        <a:ext cx="106853" cy="106853"/>
      </dsp:txXfrm>
    </dsp:sp>
    <dsp:sp modelId="{5C8E4FE5-7951-4F93-A6E2-1BF8CFA8EF04}">
      <dsp:nvSpPr>
        <dsp:cNvPr id="0" name=""/>
        <dsp:cNvSpPr/>
      </dsp:nvSpPr>
      <dsp:spPr>
        <a:xfrm>
          <a:off x="4642941" y="1221"/>
          <a:ext cx="2247800" cy="11239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strike="noStrike" kern="1200" dirty="0">
              <a:effectLst/>
              <a:latin typeface="Bahnschrift" panose="020B0502040204020203" pitchFamily="34" charset="0"/>
            </a:rPr>
            <a:t>Supervised learning</a:t>
          </a:r>
          <a:endParaRPr lang="en-US" sz="1500" kern="1200" dirty="0">
            <a:latin typeface="Bahnschrift" panose="020B0502040204020203" pitchFamily="34" charset="0"/>
          </a:endParaRPr>
        </a:p>
      </dsp:txBody>
      <dsp:txXfrm>
        <a:off x="4675859" y="34139"/>
        <a:ext cx="2181964" cy="1058064"/>
      </dsp:txXfrm>
    </dsp:sp>
    <dsp:sp modelId="{94C91F40-C797-420D-9D97-ACA8FFE1E0E8}">
      <dsp:nvSpPr>
        <dsp:cNvPr id="0" name=""/>
        <dsp:cNvSpPr/>
      </dsp:nvSpPr>
      <dsp:spPr>
        <a:xfrm rot="19457599">
          <a:off x="3639745" y="2158563"/>
          <a:ext cx="110727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107270" y="2021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4165699" y="2151096"/>
        <a:ext cx="55363" cy="55363"/>
      </dsp:txXfrm>
    </dsp:sp>
    <dsp:sp modelId="{BC134268-15F5-4CE4-9D8B-713D8A0F8C39}">
      <dsp:nvSpPr>
        <dsp:cNvPr id="0" name=""/>
        <dsp:cNvSpPr/>
      </dsp:nvSpPr>
      <dsp:spPr>
        <a:xfrm>
          <a:off x="4642941" y="1293707"/>
          <a:ext cx="2247800" cy="11239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strike="noStrike" kern="1200" dirty="0">
              <a:effectLst/>
              <a:latin typeface="Bahnschrift" panose="020B0502040204020203" pitchFamily="34" charset="0"/>
            </a:rPr>
            <a:t>Unsupervised learning</a:t>
          </a:r>
          <a:endParaRPr lang="en-US" sz="1500" kern="1200" dirty="0">
            <a:latin typeface="Bahnschrift" panose="020B0502040204020203" pitchFamily="34" charset="0"/>
          </a:endParaRPr>
        </a:p>
      </dsp:txBody>
      <dsp:txXfrm>
        <a:off x="4675859" y="1326625"/>
        <a:ext cx="2181964" cy="1058064"/>
      </dsp:txXfrm>
    </dsp:sp>
    <dsp:sp modelId="{1E326B9C-03E6-423E-BCE1-E143082E6E58}">
      <dsp:nvSpPr>
        <dsp:cNvPr id="0" name=""/>
        <dsp:cNvSpPr/>
      </dsp:nvSpPr>
      <dsp:spPr>
        <a:xfrm rot="2142401">
          <a:off x="3639745" y="2804806"/>
          <a:ext cx="1107270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107270" y="2021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4165699" y="2797339"/>
        <a:ext cx="55363" cy="55363"/>
      </dsp:txXfrm>
    </dsp:sp>
    <dsp:sp modelId="{C1F2A2AA-2AED-4A6B-BE10-139CEC8790D7}">
      <dsp:nvSpPr>
        <dsp:cNvPr id="0" name=""/>
        <dsp:cNvSpPr/>
      </dsp:nvSpPr>
      <dsp:spPr>
        <a:xfrm>
          <a:off x="4642941" y="2586192"/>
          <a:ext cx="2247800" cy="11239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strike="noStrike" kern="1200" dirty="0">
              <a:effectLst/>
              <a:latin typeface="Bahnschrift" panose="020B0502040204020203" pitchFamily="34" charset="0"/>
            </a:rPr>
            <a:t>Semi-supervised Learning</a:t>
          </a:r>
          <a:endParaRPr lang="en-IN" sz="1500" b="0" i="0" u="none" strike="noStrike" kern="1200" dirty="0">
            <a:effectLst/>
            <a:latin typeface="Bahnschrift" panose="020B0502040204020203" pitchFamily="34" charset="0"/>
            <a:hlinkClick xmlns:r="http://schemas.openxmlformats.org/officeDocument/2006/relationships" r:id="rId1" tooltip="Reinforcement learning"/>
          </a:endParaRPr>
        </a:p>
      </dsp:txBody>
      <dsp:txXfrm>
        <a:off x="4675859" y="2619110"/>
        <a:ext cx="2181964" cy="1058064"/>
      </dsp:txXfrm>
    </dsp:sp>
    <dsp:sp modelId="{84902DCF-5285-404D-B2DC-DAD790719FBB}">
      <dsp:nvSpPr>
        <dsp:cNvPr id="0" name=""/>
        <dsp:cNvSpPr/>
      </dsp:nvSpPr>
      <dsp:spPr>
        <a:xfrm rot="3907178">
          <a:off x="3124844" y="3451049"/>
          <a:ext cx="213707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137073" y="20214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4139954" y="3417837"/>
        <a:ext cx="106853" cy="106853"/>
      </dsp:txXfrm>
    </dsp:sp>
    <dsp:sp modelId="{777A8936-ADD4-45F6-906F-0290DCFD63BB}">
      <dsp:nvSpPr>
        <dsp:cNvPr id="0" name=""/>
        <dsp:cNvSpPr/>
      </dsp:nvSpPr>
      <dsp:spPr>
        <a:xfrm>
          <a:off x="4642941" y="3878677"/>
          <a:ext cx="2247800" cy="112390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b="0" i="0" u="none" strike="noStrike" kern="1200" dirty="0">
              <a:effectLst/>
              <a:latin typeface="Bahnschrift" panose="020B0502040204020203" pitchFamily="34" charset="0"/>
            </a:rPr>
            <a:t>Reinforcement learning</a:t>
          </a:r>
          <a:r>
            <a:rPr lang="en-IN" sz="1500" b="0" i="0" kern="1200" dirty="0">
              <a:effectLst/>
              <a:latin typeface="Bahnschrift" panose="020B0502040204020203" pitchFamily="34" charset="0"/>
            </a:rPr>
            <a:t>:</a:t>
          </a:r>
          <a:endParaRPr lang="en-US" sz="1500" kern="1200" dirty="0">
            <a:latin typeface="Bahnschrift" panose="020B0502040204020203" pitchFamily="34" charset="0"/>
          </a:endParaRPr>
        </a:p>
      </dsp:txBody>
      <dsp:txXfrm>
        <a:off x="4675859" y="3911595"/>
        <a:ext cx="2181964" cy="10580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ACB6BF-C447-4202-B774-A2F35DD54582}">
      <dsp:nvSpPr>
        <dsp:cNvPr id="0" name=""/>
        <dsp:cNvSpPr/>
      </dsp:nvSpPr>
      <dsp:spPr>
        <a:xfrm>
          <a:off x="1396822" y="2614538"/>
          <a:ext cx="1480848" cy="23044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40424" y="0"/>
              </a:lnTo>
              <a:lnTo>
                <a:pt x="740424" y="2304490"/>
              </a:lnTo>
              <a:lnTo>
                <a:pt x="1480848" y="230449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>
            <a:latin typeface="Bahnschrift" panose="020B0502040204020203" pitchFamily="34" charset="0"/>
          </a:endParaRPr>
        </a:p>
      </dsp:txBody>
      <dsp:txXfrm>
        <a:off x="2068764" y="3698301"/>
        <a:ext cx="136963" cy="136963"/>
      </dsp:txXfrm>
    </dsp:sp>
    <dsp:sp modelId="{8B0A5735-236F-4DF8-9616-8801DB6A8F12}">
      <dsp:nvSpPr>
        <dsp:cNvPr id="0" name=""/>
        <dsp:cNvSpPr/>
      </dsp:nvSpPr>
      <dsp:spPr>
        <a:xfrm>
          <a:off x="1396822" y="2614538"/>
          <a:ext cx="1480848" cy="153632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40424" y="0"/>
              </a:lnTo>
              <a:lnTo>
                <a:pt x="740424" y="1536326"/>
              </a:lnTo>
              <a:lnTo>
                <a:pt x="1480848" y="1536326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2083900" y="3329356"/>
        <a:ext cx="106691" cy="106691"/>
      </dsp:txXfrm>
    </dsp:sp>
    <dsp:sp modelId="{B2CBBA3C-56A1-4956-9556-9B659D3C347E}">
      <dsp:nvSpPr>
        <dsp:cNvPr id="0" name=""/>
        <dsp:cNvSpPr/>
      </dsp:nvSpPr>
      <dsp:spPr>
        <a:xfrm>
          <a:off x="1396822" y="2614538"/>
          <a:ext cx="1480848" cy="7681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740424" y="0"/>
              </a:lnTo>
              <a:lnTo>
                <a:pt x="740424" y="768163"/>
              </a:lnTo>
              <a:lnTo>
                <a:pt x="1480848" y="768163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latin typeface="Bahnschrift" panose="020B0502040204020203" pitchFamily="34" charset="0"/>
          </a:endParaRPr>
        </a:p>
      </dsp:txBody>
      <dsp:txXfrm>
        <a:off x="2095540" y="2956914"/>
        <a:ext cx="83411" cy="83411"/>
      </dsp:txXfrm>
    </dsp:sp>
    <dsp:sp modelId="{BF414FDD-E466-4ED9-A36C-F56D0BE6BF16}">
      <dsp:nvSpPr>
        <dsp:cNvPr id="0" name=""/>
        <dsp:cNvSpPr/>
      </dsp:nvSpPr>
      <dsp:spPr>
        <a:xfrm>
          <a:off x="1396822" y="2568818"/>
          <a:ext cx="148084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480848" y="457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>
            <a:latin typeface="Bahnschrift" panose="020B0502040204020203" pitchFamily="34" charset="0"/>
          </a:endParaRPr>
        </a:p>
      </dsp:txBody>
      <dsp:txXfrm>
        <a:off x="2100225" y="2577517"/>
        <a:ext cx="74042" cy="74042"/>
      </dsp:txXfrm>
    </dsp:sp>
    <dsp:sp modelId="{44498C58-1148-4537-8462-34574618A437}">
      <dsp:nvSpPr>
        <dsp:cNvPr id="0" name=""/>
        <dsp:cNvSpPr/>
      </dsp:nvSpPr>
      <dsp:spPr>
        <a:xfrm>
          <a:off x="1396822" y="1846375"/>
          <a:ext cx="1480848" cy="768163"/>
        </a:xfrm>
        <a:custGeom>
          <a:avLst/>
          <a:gdLst/>
          <a:ahLst/>
          <a:cxnLst/>
          <a:rect l="0" t="0" r="0" b="0"/>
          <a:pathLst>
            <a:path>
              <a:moveTo>
                <a:pt x="0" y="768163"/>
              </a:moveTo>
              <a:lnTo>
                <a:pt x="740424" y="768163"/>
              </a:lnTo>
              <a:lnTo>
                <a:pt x="740424" y="0"/>
              </a:lnTo>
              <a:lnTo>
                <a:pt x="1480848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latin typeface="Bahnschrift" panose="020B0502040204020203" pitchFamily="34" charset="0"/>
          </a:endParaRPr>
        </a:p>
      </dsp:txBody>
      <dsp:txXfrm>
        <a:off x="2095540" y="2188751"/>
        <a:ext cx="83411" cy="83411"/>
      </dsp:txXfrm>
    </dsp:sp>
    <dsp:sp modelId="{17CC7698-97C4-4212-B8BE-A61C8B9C2587}">
      <dsp:nvSpPr>
        <dsp:cNvPr id="0" name=""/>
        <dsp:cNvSpPr/>
      </dsp:nvSpPr>
      <dsp:spPr>
        <a:xfrm>
          <a:off x="1396822" y="1078211"/>
          <a:ext cx="1480848" cy="1536326"/>
        </a:xfrm>
        <a:custGeom>
          <a:avLst/>
          <a:gdLst/>
          <a:ahLst/>
          <a:cxnLst/>
          <a:rect l="0" t="0" r="0" b="0"/>
          <a:pathLst>
            <a:path>
              <a:moveTo>
                <a:pt x="0" y="1536326"/>
              </a:moveTo>
              <a:lnTo>
                <a:pt x="740424" y="1536326"/>
              </a:lnTo>
              <a:lnTo>
                <a:pt x="740424" y="0"/>
              </a:lnTo>
              <a:lnTo>
                <a:pt x="1480848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>
            <a:latin typeface="Bahnschrift" panose="020B0502040204020203" pitchFamily="34" charset="0"/>
          </a:endParaRPr>
        </a:p>
      </dsp:txBody>
      <dsp:txXfrm>
        <a:off x="2083900" y="1793029"/>
        <a:ext cx="106691" cy="106691"/>
      </dsp:txXfrm>
    </dsp:sp>
    <dsp:sp modelId="{7906A08C-4CC0-406F-A96F-62778BDEF390}">
      <dsp:nvSpPr>
        <dsp:cNvPr id="0" name=""/>
        <dsp:cNvSpPr/>
      </dsp:nvSpPr>
      <dsp:spPr>
        <a:xfrm>
          <a:off x="1396822" y="310048"/>
          <a:ext cx="1480848" cy="2304490"/>
        </a:xfrm>
        <a:custGeom>
          <a:avLst/>
          <a:gdLst/>
          <a:ahLst/>
          <a:cxnLst/>
          <a:rect l="0" t="0" r="0" b="0"/>
          <a:pathLst>
            <a:path>
              <a:moveTo>
                <a:pt x="0" y="2304490"/>
              </a:moveTo>
              <a:lnTo>
                <a:pt x="740424" y="2304490"/>
              </a:lnTo>
              <a:lnTo>
                <a:pt x="740424" y="0"/>
              </a:lnTo>
              <a:lnTo>
                <a:pt x="1480848" y="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900" kern="1200">
            <a:latin typeface="Bahnschrift" panose="020B0502040204020203" pitchFamily="34" charset="0"/>
          </a:endParaRPr>
        </a:p>
      </dsp:txBody>
      <dsp:txXfrm>
        <a:off x="2068764" y="1393811"/>
        <a:ext cx="136963" cy="136963"/>
      </dsp:txXfrm>
    </dsp:sp>
    <dsp:sp modelId="{8012FD88-C3D5-4BC1-908A-6139EB6D026D}">
      <dsp:nvSpPr>
        <dsp:cNvPr id="0" name=""/>
        <dsp:cNvSpPr/>
      </dsp:nvSpPr>
      <dsp:spPr>
        <a:xfrm rot="16200000">
          <a:off x="-1786848" y="1916127"/>
          <a:ext cx="4970518" cy="1396822"/>
        </a:xfrm>
        <a:prstGeom prst="rect">
          <a:avLst/>
        </a:prstGeom>
        <a:solidFill>
          <a:srgbClr val="44525A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>
              <a:effectLst/>
              <a:latin typeface="Bahnschrift" panose="020B0502040204020203" pitchFamily="34" charset="0"/>
            </a:rPr>
            <a:t>Various algorithms and computation techniques are used in supervised machine learning processes</a:t>
          </a:r>
        </a:p>
      </dsp:txBody>
      <dsp:txXfrm>
        <a:off x="-1786848" y="1916127"/>
        <a:ext cx="4970518" cy="1396822"/>
      </dsp:txXfrm>
    </dsp:sp>
    <dsp:sp modelId="{198F1BB1-19A2-436D-BF99-1DB5F264B393}">
      <dsp:nvSpPr>
        <dsp:cNvPr id="0" name=""/>
        <dsp:cNvSpPr/>
      </dsp:nvSpPr>
      <dsp:spPr>
        <a:xfrm>
          <a:off x="2877670" y="2782"/>
          <a:ext cx="4605926" cy="614530"/>
        </a:xfrm>
        <a:prstGeom prst="rect">
          <a:avLst/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>
              <a:effectLst/>
              <a:latin typeface="Bahnschrift" panose="020B0502040204020203" pitchFamily="34" charset="0"/>
            </a:rPr>
            <a:t>Neural networks</a:t>
          </a:r>
          <a:endParaRPr lang="en-IN" sz="2400" b="0" i="0" kern="1200" dirty="0">
            <a:effectLst/>
            <a:latin typeface="Bahnschrift" panose="020B0502040204020203" pitchFamily="34" charset="0"/>
          </a:endParaRPr>
        </a:p>
      </dsp:txBody>
      <dsp:txXfrm>
        <a:off x="2877670" y="2782"/>
        <a:ext cx="4605926" cy="614530"/>
      </dsp:txXfrm>
    </dsp:sp>
    <dsp:sp modelId="{0F5D4D01-FF40-4D09-8A69-F1FC9B29BD9B}">
      <dsp:nvSpPr>
        <dsp:cNvPr id="0" name=""/>
        <dsp:cNvSpPr/>
      </dsp:nvSpPr>
      <dsp:spPr>
        <a:xfrm>
          <a:off x="2877670" y="770946"/>
          <a:ext cx="4605926" cy="614530"/>
        </a:xfrm>
        <a:prstGeom prst="rect">
          <a:avLst/>
        </a:prstGeom>
        <a:solidFill>
          <a:schemeClr val="accent4">
            <a:lumMod val="50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>
              <a:effectLst/>
              <a:latin typeface="Bahnschrift" panose="020B0502040204020203" pitchFamily="34" charset="0"/>
            </a:rPr>
            <a:t>Naive Bayes</a:t>
          </a:r>
          <a:endParaRPr lang="en-IN" sz="2400" b="0" i="0" kern="1200" dirty="0">
            <a:effectLst/>
            <a:latin typeface="Bahnschrift" panose="020B0502040204020203" pitchFamily="34" charset="0"/>
          </a:endParaRPr>
        </a:p>
      </dsp:txBody>
      <dsp:txXfrm>
        <a:off x="2877670" y="770946"/>
        <a:ext cx="4605926" cy="614530"/>
      </dsp:txXfrm>
    </dsp:sp>
    <dsp:sp modelId="{B1DBBD90-6AF7-4646-9F9F-8CAC41C397DE}">
      <dsp:nvSpPr>
        <dsp:cNvPr id="0" name=""/>
        <dsp:cNvSpPr/>
      </dsp:nvSpPr>
      <dsp:spPr>
        <a:xfrm>
          <a:off x="2877670" y="1539109"/>
          <a:ext cx="4605926" cy="614530"/>
        </a:xfrm>
        <a:prstGeom prst="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>
              <a:effectLst/>
              <a:latin typeface="Bahnschrift" panose="020B0502040204020203" pitchFamily="34" charset="0"/>
            </a:rPr>
            <a:t>Linear regression</a:t>
          </a:r>
          <a:endParaRPr lang="en-IN" sz="2400" b="0" i="0" kern="1200" dirty="0">
            <a:effectLst/>
            <a:latin typeface="Bahnschrift" panose="020B0502040204020203" pitchFamily="34" charset="0"/>
          </a:endParaRPr>
        </a:p>
      </dsp:txBody>
      <dsp:txXfrm>
        <a:off x="2877670" y="1539109"/>
        <a:ext cx="4605926" cy="614530"/>
      </dsp:txXfrm>
    </dsp:sp>
    <dsp:sp modelId="{1AB8D200-C759-478E-BF58-AE23BD5C102E}">
      <dsp:nvSpPr>
        <dsp:cNvPr id="0" name=""/>
        <dsp:cNvSpPr/>
      </dsp:nvSpPr>
      <dsp:spPr>
        <a:xfrm>
          <a:off x="2877670" y="2307273"/>
          <a:ext cx="4605926" cy="614530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>
              <a:effectLst/>
              <a:latin typeface="Bahnschrift" panose="020B0502040204020203" pitchFamily="34" charset="0"/>
            </a:rPr>
            <a:t>Logistic regression</a:t>
          </a:r>
          <a:endParaRPr lang="en-IN" sz="2400" b="0" i="0" kern="1200" dirty="0">
            <a:effectLst/>
            <a:latin typeface="Bahnschrift" panose="020B0502040204020203" pitchFamily="34" charset="0"/>
          </a:endParaRPr>
        </a:p>
      </dsp:txBody>
      <dsp:txXfrm>
        <a:off x="2877670" y="2307273"/>
        <a:ext cx="4605926" cy="614530"/>
      </dsp:txXfrm>
    </dsp:sp>
    <dsp:sp modelId="{3B95A708-FA8D-450D-9A03-586F94D7C373}">
      <dsp:nvSpPr>
        <dsp:cNvPr id="0" name=""/>
        <dsp:cNvSpPr/>
      </dsp:nvSpPr>
      <dsp:spPr>
        <a:xfrm>
          <a:off x="2877670" y="3075436"/>
          <a:ext cx="4605926" cy="614530"/>
        </a:xfrm>
        <a:prstGeom prst="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 dirty="0">
              <a:effectLst/>
              <a:latin typeface="Bahnschrift" panose="020B0502040204020203" pitchFamily="34" charset="0"/>
            </a:rPr>
            <a:t>Support vector machine (SVM)</a:t>
          </a:r>
        </a:p>
      </dsp:txBody>
      <dsp:txXfrm>
        <a:off x="2877670" y="3075436"/>
        <a:ext cx="4605926" cy="614530"/>
      </dsp:txXfrm>
    </dsp:sp>
    <dsp:sp modelId="{73ADDD3B-7FB4-4AD6-803C-C0930AC7D4F3}">
      <dsp:nvSpPr>
        <dsp:cNvPr id="0" name=""/>
        <dsp:cNvSpPr/>
      </dsp:nvSpPr>
      <dsp:spPr>
        <a:xfrm>
          <a:off x="2877670" y="3843599"/>
          <a:ext cx="4605926" cy="614530"/>
        </a:xfrm>
        <a:prstGeom prst="rect">
          <a:avLst/>
        </a:prstGeom>
        <a:solidFill>
          <a:schemeClr val="tx2">
            <a:lumMod val="50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>
              <a:effectLst/>
              <a:latin typeface="Bahnschrift" panose="020B0502040204020203" pitchFamily="34" charset="0"/>
            </a:rPr>
            <a:t>K-nearest neighbor</a:t>
          </a:r>
          <a:endParaRPr lang="en-IN" sz="2400" b="0" i="0" kern="1200" dirty="0">
            <a:effectLst/>
            <a:latin typeface="Bahnschrift" panose="020B0502040204020203" pitchFamily="34" charset="0"/>
          </a:endParaRPr>
        </a:p>
      </dsp:txBody>
      <dsp:txXfrm>
        <a:off x="2877670" y="3843599"/>
        <a:ext cx="4605926" cy="614530"/>
      </dsp:txXfrm>
    </dsp:sp>
    <dsp:sp modelId="{02101E82-A332-4D80-AC76-9CB1E0CE043B}">
      <dsp:nvSpPr>
        <dsp:cNvPr id="0" name=""/>
        <dsp:cNvSpPr/>
      </dsp:nvSpPr>
      <dsp:spPr>
        <a:xfrm>
          <a:off x="2877670" y="4611763"/>
          <a:ext cx="4605926" cy="614530"/>
        </a:xfrm>
        <a:prstGeom prst="rect">
          <a:avLst/>
        </a:prstGeom>
        <a:solidFill>
          <a:schemeClr val="accent1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0" i="0" kern="1200">
              <a:effectLst/>
              <a:latin typeface="Bahnschrift" panose="020B0502040204020203" pitchFamily="34" charset="0"/>
            </a:rPr>
            <a:t>Random forest</a:t>
          </a:r>
          <a:endParaRPr lang="en-IN" sz="2400" b="0" i="0" kern="1200" dirty="0">
            <a:effectLst/>
            <a:latin typeface="Bahnschrift" panose="020B0502040204020203" pitchFamily="34" charset="0"/>
          </a:endParaRPr>
        </a:p>
      </dsp:txBody>
      <dsp:txXfrm>
        <a:off x="2877670" y="4611763"/>
        <a:ext cx="4605926" cy="6145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12086E-F4EF-47DF-8097-E95C2800B8FA}">
      <dsp:nvSpPr>
        <dsp:cNvPr id="0" name=""/>
        <dsp:cNvSpPr/>
      </dsp:nvSpPr>
      <dsp:spPr>
        <a:xfrm>
          <a:off x="4212321" y="2530550"/>
          <a:ext cx="3307695" cy="524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581"/>
              </a:lnTo>
              <a:lnTo>
                <a:pt x="3307695" y="357581"/>
              </a:lnTo>
              <a:lnTo>
                <a:pt x="3307695" y="524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4C7B2F-2977-42F2-9CCB-641A4E3A8060}">
      <dsp:nvSpPr>
        <dsp:cNvPr id="0" name=""/>
        <dsp:cNvSpPr/>
      </dsp:nvSpPr>
      <dsp:spPr>
        <a:xfrm>
          <a:off x="4212321" y="2530550"/>
          <a:ext cx="1102565" cy="5247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7581"/>
              </a:lnTo>
              <a:lnTo>
                <a:pt x="1102565" y="357581"/>
              </a:lnTo>
              <a:lnTo>
                <a:pt x="1102565" y="524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73936A-C442-4BB0-8B93-56D49564BEEB}">
      <dsp:nvSpPr>
        <dsp:cNvPr id="0" name=""/>
        <dsp:cNvSpPr/>
      </dsp:nvSpPr>
      <dsp:spPr>
        <a:xfrm>
          <a:off x="3109756" y="2530550"/>
          <a:ext cx="1102565" cy="524720"/>
        </a:xfrm>
        <a:custGeom>
          <a:avLst/>
          <a:gdLst/>
          <a:ahLst/>
          <a:cxnLst/>
          <a:rect l="0" t="0" r="0" b="0"/>
          <a:pathLst>
            <a:path>
              <a:moveTo>
                <a:pt x="1102565" y="0"/>
              </a:moveTo>
              <a:lnTo>
                <a:pt x="1102565" y="357581"/>
              </a:lnTo>
              <a:lnTo>
                <a:pt x="0" y="357581"/>
              </a:lnTo>
              <a:lnTo>
                <a:pt x="0" y="524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E06EEA-F7BE-47CA-A615-868D9BCA510A}">
      <dsp:nvSpPr>
        <dsp:cNvPr id="0" name=""/>
        <dsp:cNvSpPr/>
      </dsp:nvSpPr>
      <dsp:spPr>
        <a:xfrm>
          <a:off x="904625" y="2530550"/>
          <a:ext cx="3307695" cy="524720"/>
        </a:xfrm>
        <a:custGeom>
          <a:avLst/>
          <a:gdLst/>
          <a:ahLst/>
          <a:cxnLst/>
          <a:rect l="0" t="0" r="0" b="0"/>
          <a:pathLst>
            <a:path>
              <a:moveTo>
                <a:pt x="3307695" y="0"/>
              </a:moveTo>
              <a:lnTo>
                <a:pt x="3307695" y="357581"/>
              </a:lnTo>
              <a:lnTo>
                <a:pt x="0" y="357581"/>
              </a:lnTo>
              <a:lnTo>
                <a:pt x="0" y="524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6C5DAA-121B-48A2-B20F-CAAF1338B6EC}">
      <dsp:nvSpPr>
        <dsp:cNvPr id="0" name=""/>
        <dsp:cNvSpPr/>
      </dsp:nvSpPr>
      <dsp:spPr>
        <a:xfrm>
          <a:off x="1022274" y="773901"/>
          <a:ext cx="6380093" cy="17566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5D197-29EF-4E24-8378-F58C9926903E}">
      <dsp:nvSpPr>
        <dsp:cNvPr id="0" name=""/>
        <dsp:cNvSpPr/>
      </dsp:nvSpPr>
      <dsp:spPr>
        <a:xfrm>
          <a:off x="1222740" y="964344"/>
          <a:ext cx="6380093" cy="17566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effectLst/>
              <a:latin typeface="Bahnschrift" panose="020B0502040204020203" pitchFamily="34" charset="0"/>
            </a:rPr>
            <a:t>A variety of commercial applications, including the following, may be built and advanced using supervised learning models:</a:t>
          </a:r>
        </a:p>
      </dsp:txBody>
      <dsp:txXfrm>
        <a:off x="1274190" y="1015794"/>
        <a:ext cx="6277193" cy="1653748"/>
      </dsp:txXfrm>
    </dsp:sp>
    <dsp:sp modelId="{4819CD7B-C2DF-483E-94F0-0EAC63A914C0}">
      <dsp:nvSpPr>
        <dsp:cNvPr id="0" name=""/>
        <dsp:cNvSpPr/>
      </dsp:nvSpPr>
      <dsp:spPr>
        <a:xfrm>
          <a:off x="2526" y="3055271"/>
          <a:ext cx="1804197" cy="11456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8D7D89-BDFA-4949-B182-8E91F320206F}">
      <dsp:nvSpPr>
        <dsp:cNvPr id="0" name=""/>
        <dsp:cNvSpPr/>
      </dsp:nvSpPr>
      <dsp:spPr>
        <a:xfrm>
          <a:off x="202993" y="3245714"/>
          <a:ext cx="1804197" cy="1145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>
              <a:effectLst/>
              <a:latin typeface="Bahnschrift" panose="020B0502040204020203" pitchFamily="34" charset="0"/>
            </a:rPr>
            <a:t>Image- and object-recognition</a:t>
          </a:r>
          <a:endParaRPr lang="en-US" sz="1800" b="0" kern="1200" dirty="0">
            <a:latin typeface="Bahnschrift" panose="020B0502040204020203" pitchFamily="34" charset="0"/>
          </a:endParaRPr>
        </a:p>
      </dsp:txBody>
      <dsp:txXfrm>
        <a:off x="236548" y="3279269"/>
        <a:ext cx="1737087" cy="1078555"/>
      </dsp:txXfrm>
    </dsp:sp>
    <dsp:sp modelId="{4D2E4BFB-6953-4C06-96D7-330F6302A053}">
      <dsp:nvSpPr>
        <dsp:cNvPr id="0" name=""/>
        <dsp:cNvSpPr/>
      </dsp:nvSpPr>
      <dsp:spPr>
        <a:xfrm>
          <a:off x="2207657" y="3055271"/>
          <a:ext cx="1804197" cy="11456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BDFE2-28C8-4161-BF6D-83278AD365CC}">
      <dsp:nvSpPr>
        <dsp:cNvPr id="0" name=""/>
        <dsp:cNvSpPr/>
      </dsp:nvSpPr>
      <dsp:spPr>
        <a:xfrm>
          <a:off x="2408123" y="3245714"/>
          <a:ext cx="1804197" cy="1145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 dirty="0">
              <a:effectLst/>
              <a:latin typeface="Bahnschrift" panose="020B0502040204020203" pitchFamily="34" charset="0"/>
            </a:rPr>
            <a:t>Predictive analytics</a:t>
          </a:r>
          <a:endParaRPr lang="en-US" sz="1800" b="0" i="0" kern="1200" dirty="0">
            <a:effectLst/>
            <a:latin typeface="Bahnschrift" panose="020B0502040204020203" pitchFamily="34" charset="0"/>
          </a:endParaRPr>
        </a:p>
      </dsp:txBody>
      <dsp:txXfrm>
        <a:off x="2441678" y="3279269"/>
        <a:ext cx="1737087" cy="1078555"/>
      </dsp:txXfrm>
    </dsp:sp>
    <dsp:sp modelId="{FA999104-BCBB-418E-BAAA-86F66DEEDFA4}">
      <dsp:nvSpPr>
        <dsp:cNvPr id="0" name=""/>
        <dsp:cNvSpPr/>
      </dsp:nvSpPr>
      <dsp:spPr>
        <a:xfrm>
          <a:off x="4412787" y="3055271"/>
          <a:ext cx="1804197" cy="11456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DDED1-6E9E-447D-8FF8-A7059A27B32A}">
      <dsp:nvSpPr>
        <dsp:cNvPr id="0" name=""/>
        <dsp:cNvSpPr/>
      </dsp:nvSpPr>
      <dsp:spPr>
        <a:xfrm>
          <a:off x="4613254" y="3245714"/>
          <a:ext cx="1804197" cy="1145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>
              <a:effectLst/>
              <a:latin typeface="Bahnschrift" panose="020B0502040204020203" pitchFamily="34" charset="0"/>
            </a:rPr>
            <a:t>Customer sentiment analysis</a:t>
          </a:r>
          <a:endParaRPr lang="en-US" sz="1800" b="0" kern="1200" dirty="0">
            <a:latin typeface="Bahnschrift" panose="020B0502040204020203" pitchFamily="34" charset="0"/>
          </a:endParaRPr>
        </a:p>
      </dsp:txBody>
      <dsp:txXfrm>
        <a:off x="4646809" y="3279269"/>
        <a:ext cx="1737087" cy="1078555"/>
      </dsp:txXfrm>
    </dsp:sp>
    <dsp:sp modelId="{8CA5C3C7-8D4D-499D-879B-D5FF3BA3C3F1}">
      <dsp:nvSpPr>
        <dsp:cNvPr id="0" name=""/>
        <dsp:cNvSpPr/>
      </dsp:nvSpPr>
      <dsp:spPr>
        <a:xfrm>
          <a:off x="6617918" y="3055271"/>
          <a:ext cx="1804197" cy="114566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048E0-F710-4B7C-BD7C-EAE9B6BB6C9B}">
      <dsp:nvSpPr>
        <dsp:cNvPr id="0" name=""/>
        <dsp:cNvSpPr/>
      </dsp:nvSpPr>
      <dsp:spPr>
        <a:xfrm>
          <a:off x="6818384" y="3245714"/>
          <a:ext cx="1804197" cy="1145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0" i="0" kern="1200">
              <a:effectLst/>
              <a:latin typeface="Bahnschrift" panose="020B0502040204020203" pitchFamily="34" charset="0"/>
            </a:rPr>
            <a:t>Spam detection</a:t>
          </a:r>
          <a:endParaRPr lang="en-IN" sz="1800" b="0" kern="1200" dirty="0">
            <a:latin typeface="Bahnschrift" panose="020B0502040204020203" pitchFamily="34" charset="0"/>
          </a:endParaRPr>
        </a:p>
      </dsp:txBody>
      <dsp:txXfrm>
        <a:off x="6851939" y="3279269"/>
        <a:ext cx="1737087" cy="1078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B0EE99-B880-42B4-9573-A3A8A0D30C05}">
      <dsp:nvSpPr>
        <dsp:cNvPr id="0" name=""/>
        <dsp:cNvSpPr/>
      </dsp:nvSpPr>
      <dsp:spPr>
        <a:xfrm>
          <a:off x="3013" y="249"/>
          <a:ext cx="8380734" cy="238950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b="0" i="0" kern="1200">
              <a:effectLst/>
              <a:latin typeface="urw-din"/>
            </a:rPr>
            <a:t>A Semi-Supervised algorithm assumes the three factors about the data</a:t>
          </a:r>
          <a:endParaRPr lang="en-US" sz="4500" b="0" i="0" kern="1200" dirty="0">
            <a:effectLst/>
            <a:latin typeface="urw-din"/>
          </a:endParaRPr>
        </a:p>
      </dsp:txBody>
      <dsp:txXfrm>
        <a:off x="72999" y="70235"/>
        <a:ext cx="8240762" cy="2249537"/>
      </dsp:txXfrm>
    </dsp:sp>
    <dsp:sp modelId="{9F281B3A-EE93-412F-948F-EF9025FB16C8}">
      <dsp:nvSpPr>
        <dsp:cNvPr id="0" name=""/>
        <dsp:cNvSpPr/>
      </dsp:nvSpPr>
      <dsp:spPr>
        <a:xfrm>
          <a:off x="3013" y="2614040"/>
          <a:ext cx="2645433" cy="238950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i="0" kern="1200">
              <a:effectLst/>
              <a:latin typeface="urw-din"/>
            </a:rPr>
            <a:t>Continuity Assumption</a:t>
          </a:r>
          <a:endParaRPr lang="en-US" sz="3500" kern="1200" dirty="0">
            <a:latin typeface="urw-din"/>
          </a:endParaRPr>
        </a:p>
      </dsp:txBody>
      <dsp:txXfrm>
        <a:off x="72999" y="2684026"/>
        <a:ext cx="2505461" cy="2249537"/>
      </dsp:txXfrm>
    </dsp:sp>
    <dsp:sp modelId="{54DCBFDC-0B75-40C3-9727-E38448DE373D}">
      <dsp:nvSpPr>
        <dsp:cNvPr id="0" name=""/>
        <dsp:cNvSpPr/>
      </dsp:nvSpPr>
      <dsp:spPr>
        <a:xfrm>
          <a:off x="2870664" y="2614040"/>
          <a:ext cx="2645433" cy="238950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i="0" kern="1200">
              <a:effectLst/>
              <a:latin typeface="urw-din"/>
            </a:rPr>
            <a:t>Cluster Assumption</a:t>
          </a:r>
          <a:endParaRPr lang="en-US" sz="3500" b="1" i="0" kern="1200" dirty="0">
            <a:effectLst/>
            <a:latin typeface="urw-din"/>
          </a:endParaRPr>
        </a:p>
      </dsp:txBody>
      <dsp:txXfrm>
        <a:off x="2940650" y="2684026"/>
        <a:ext cx="2505461" cy="2249537"/>
      </dsp:txXfrm>
    </dsp:sp>
    <dsp:sp modelId="{17739D36-398E-4556-8775-311AE5CD658F}">
      <dsp:nvSpPr>
        <dsp:cNvPr id="0" name=""/>
        <dsp:cNvSpPr/>
      </dsp:nvSpPr>
      <dsp:spPr>
        <a:xfrm>
          <a:off x="5738314" y="2614040"/>
          <a:ext cx="2645433" cy="238950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b="1" i="0" kern="1200">
              <a:effectLst/>
              <a:latin typeface="urw-din"/>
            </a:rPr>
            <a:t>Manifold Assumption</a:t>
          </a:r>
          <a:endParaRPr lang="en-IN" sz="3500" kern="1200" dirty="0"/>
        </a:p>
      </dsp:txBody>
      <dsp:txXfrm>
        <a:off x="5808300" y="2684026"/>
        <a:ext cx="2505461" cy="224953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7093B4-29D6-4F2B-8243-AFFB9420314B}">
      <dsp:nvSpPr>
        <dsp:cNvPr id="0" name=""/>
        <dsp:cNvSpPr/>
      </dsp:nvSpPr>
      <dsp:spPr>
        <a:xfrm>
          <a:off x="1476" y="1586448"/>
          <a:ext cx="2206265" cy="18309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effectLst/>
              <a:latin typeface="Source Sans Pro" panose="020B0503030403020204" pitchFamily="34" charset="0"/>
            </a:rPr>
            <a:t>There are three approaches to implement a Reinforcement Learning algorithm.</a:t>
          </a:r>
          <a:endParaRPr lang="en-US" sz="1800" b="0" i="0" kern="1200" dirty="0">
            <a:effectLst/>
            <a:latin typeface="Source Sans Pro" panose="020B0503030403020204" pitchFamily="34" charset="0"/>
          </a:endParaRPr>
        </a:p>
      </dsp:txBody>
      <dsp:txXfrm>
        <a:off x="55101" y="1640073"/>
        <a:ext cx="2099015" cy="1723652"/>
      </dsp:txXfrm>
    </dsp:sp>
    <dsp:sp modelId="{EE2DD004-CD2A-4F7B-9344-A185BE17EDBC}">
      <dsp:nvSpPr>
        <dsp:cNvPr id="0" name=""/>
        <dsp:cNvSpPr/>
      </dsp:nvSpPr>
      <dsp:spPr>
        <a:xfrm rot="18289469">
          <a:off x="1876310" y="1847757"/>
          <a:ext cx="1545370" cy="39682"/>
        </a:xfrm>
        <a:custGeom>
          <a:avLst/>
          <a:gdLst/>
          <a:ahLst/>
          <a:cxnLst/>
          <a:rect l="0" t="0" r="0" b="0"/>
          <a:pathLst>
            <a:path>
              <a:moveTo>
                <a:pt x="0" y="19841"/>
              </a:moveTo>
              <a:lnTo>
                <a:pt x="1545370" y="1984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610361" y="1828964"/>
        <a:ext cx="77268" cy="77268"/>
      </dsp:txXfrm>
    </dsp:sp>
    <dsp:sp modelId="{AF41F4A0-AD37-4925-A7BA-5B67A714269E}">
      <dsp:nvSpPr>
        <dsp:cNvPr id="0" name=""/>
        <dsp:cNvSpPr/>
      </dsp:nvSpPr>
      <dsp:spPr>
        <a:xfrm>
          <a:off x="3090248" y="681731"/>
          <a:ext cx="2206265" cy="11031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>
              <a:effectLst/>
              <a:latin typeface="Source Sans Pro" panose="020B0503030403020204" pitchFamily="34" charset="0"/>
            </a:rPr>
            <a:t>Value-Based</a:t>
          </a:r>
          <a:endParaRPr lang="en-IN" sz="1800" b="1" i="0" kern="1200" dirty="0">
            <a:effectLst/>
            <a:latin typeface="Source Sans Pro" panose="020B0503030403020204" pitchFamily="34" charset="0"/>
          </a:endParaRPr>
        </a:p>
      </dsp:txBody>
      <dsp:txXfrm>
        <a:off x="3122558" y="714041"/>
        <a:ext cx="2141645" cy="1038512"/>
      </dsp:txXfrm>
    </dsp:sp>
    <dsp:sp modelId="{066F8E61-6A9B-459A-8113-C4742A642386}">
      <dsp:nvSpPr>
        <dsp:cNvPr id="0" name=""/>
        <dsp:cNvSpPr/>
      </dsp:nvSpPr>
      <dsp:spPr>
        <a:xfrm>
          <a:off x="2207742" y="2482058"/>
          <a:ext cx="882506" cy="39682"/>
        </a:xfrm>
        <a:custGeom>
          <a:avLst/>
          <a:gdLst/>
          <a:ahLst/>
          <a:cxnLst/>
          <a:rect l="0" t="0" r="0" b="0"/>
          <a:pathLst>
            <a:path>
              <a:moveTo>
                <a:pt x="0" y="19841"/>
              </a:moveTo>
              <a:lnTo>
                <a:pt x="882506" y="1984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626932" y="2479837"/>
        <a:ext cx="44125" cy="44125"/>
      </dsp:txXfrm>
    </dsp:sp>
    <dsp:sp modelId="{9746A1D5-2DC0-4A8D-8770-552F3EDCF844}">
      <dsp:nvSpPr>
        <dsp:cNvPr id="0" name=""/>
        <dsp:cNvSpPr/>
      </dsp:nvSpPr>
      <dsp:spPr>
        <a:xfrm>
          <a:off x="3090248" y="1950333"/>
          <a:ext cx="2206265" cy="11031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 dirty="0">
              <a:effectLst/>
              <a:latin typeface="Source Sans Pro" panose="020B0503030403020204" pitchFamily="34" charset="0"/>
            </a:rPr>
            <a:t>Policy-based</a:t>
          </a:r>
        </a:p>
      </dsp:txBody>
      <dsp:txXfrm>
        <a:off x="3122558" y="1982643"/>
        <a:ext cx="2141645" cy="1038512"/>
      </dsp:txXfrm>
    </dsp:sp>
    <dsp:sp modelId="{98546ECA-8667-4496-8024-66F457D3B13A}">
      <dsp:nvSpPr>
        <dsp:cNvPr id="0" name=""/>
        <dsp:cNvSpPr/>
      </dsp:nvSpPr>
      <dsp:spPr>
        <a:xfrm>
          <a:off x="5296513" y="2482058"/>
          <a:ext cx="882506" cy="39682"/>
        </a:xfrm>
        <a:custGeom>
          <a:avLst/>
          <a:gdLst/>
          <a:ahLst/>
          <a:cxnLst/>
          <a:rect l="0" t="0" r="0" b="0"/>
          <a:pathLst>
            <a:path>
              <a:moveTo>
                <a:pt x="0" y="19841"/>
              </a:moveTo>
              <a:lnTo>
                <a:pt x="882506" y="1984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715704" y="2479837"/>
        <a:ext cx="44125" cy="44125"/>
      </dsp:txXfrm>
    </dsp:sp>
    <dsp:sp modelId="{6A3CCBB7-DDC1-4761-955A-D7B2164C48C8}">
      <dsp:nvSpPr>
        <dsp:cNvPr id="0" name=""/>
        <dsp:cNvSpPr/>
      </dsp:nvSpPr>
      <dsp:spPr>
        <a:xfrm>
          <a:off x="6179019" y="1950333"/>
          <a:ext cx="2206265" cy="11031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>
              <a:effectLst/>
              <a:latin typeface="Source Sans Pro" panose="020B0503030403020204" pitchFamily="34" charset="0"/>
            </a:rPr>
            <a:t>n</a:t>
          </a:r>
          <a:r>
            <a:rPr lang="en-IN" sz="1800" b="1" i="0" kern="1200" dirty="0">
              <a:effectLst/>
              <a:latin typeface="Source Sans Pro" panose="020B0503030403020204" pitchFamily="34" charset="0"/>
            </a:rPr>
            <a:t>{a/s) = P\A, = a\S, =S]</a:t>
          </a:r>
        </a:p>
      </dsp:txBody>
      <dsp:txXfrm>
        <a:off x="6211329" y="1982643"/>
        <a:ext cx="2141645" cy="1038512"/>
      </dsp:txXfrm>
    </dsp:sp>
    <dsp:sp modelId="{A3CA18B0-26BF-4A1D-A72F-A60E166135D5}">
      <dsp:nvSpPr>
        <dsp:cNvPr id="0" name=""/>
        <dsp:cNvSpPr/>
      </dsp:nvSpPr>
      <dsp:spPr>
        <a:xfrm rot="3310531">
          <a:off x="1876310" y="3116359"/>
          <a:ext cx="1545370" cy="39682"/>
        </a:xfrm>
        <a:custGeom>
          <a:avLst/>
          <a:gdLst/>
          <a:ahLst/>
          <a:cxnLst/>
          <a:rect l="0" t="0" r="0" b="0"/>
          <a:pathLst>
            <a:path>
              <a:moveTo>
                <a:pt x="0" y="19841"/>
              </a:moveTo>
              <a:lnTo>
                <a:pt x="1545370" y="19841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610361" y="3097567"/>
        <a:ext cx="77268" cy="77268"/>
      </dsp:txXfrm>
    </dsp:sp>
    <dsp:sp modelId="{F519B859-E756-4DEC-9881-2DA4A26380D1}">
      <dsp:nvSpPr>
        <dsp:cNvPr id="0" name=""/>
        <dsp:cNvSpPr/>
      </dsp:nvSpPr>
      <dsp:spPr>
        <a:xfrm>
          <a:off x="3090248" y="3218936"/>
          <a:ext cx="2206265" cy="11031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i="0" kern="1200">
              <a:effectLst/>
              <a:latin typeface="Source Sans Pro" panose="020B0503030403020204" pitchFamily="34" charset="0"/>
            </a:rPr>
            <a:t>Model-Based</a:t>
          </a:r>
          <a:endParaRPr lang="en-IN" sz="1800" b="1" i="0" kern="1200" dirty="0">
            <a:effectLst/>
            <a:latin typeface="Source Sans Pro" panose="020B0503030403020204" pitchFamily="34" charset="0"/>
          </a:endParaRPr>
        </a:p>
      </dsp:txBody>
      <dsp:txXfrm>
        <a:off x="3122558" y="3251246"/>
        <a:ext cx="2141645" cy="10385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15D439-FE47-45DC-81BD-C820EC3F36B8}">
      <dsp:nvSpPr>
        <dsp:cNvPr id="0" name=""/>
        <dsp:cNvSpPr/>
      </dsp:nvSpPr>
      <dsp:spPr>
        <a:xfrm>
          <a:off x="743" y="1628433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>
              <a:latin typeface="Bahnschrift" panose="020B0502040204020203" pitchFamily="34" charset="0"/>
            </a:rPr>
            <a:t>Two kinds of reinforcement learning methods are:</a:t>
          </a:r>
        </a:p>
      </dsp:txBody>
      <dsp:txXfrm>
        <a:off x="51909" y="1679599"/>
        <a:ext cx="3391532" cy="1644600"/>
      </dsp:txXfrm>
    </dsp:sp>
    <dsp:sp modelId="{1164F442-6AFF-44FE-862C-D7E2BFB18CFB}">
      <dsp:nvSpPr>
        <dsp:cNvPr id="0" name=""/>
        <dsp:cNvSpPr/>
      </dsp:nvSpPr>
      <dsp:spPr>
        <a:xfrm rot="19457599">
          <a:off x="3332839" y="1968236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latin typeface="Bahnschrift" panose="020B0502040204020203" pitchFamily="34" charset="0"/>
          </a:endParaRPr>
        </a:p>
      </dsp:txBody>
      <dsp:txXfrm>
        <a:off x="4150353" y="1956629"/>
        <a:ext cx="86054" cy="86054"/>
      </dsp:txXfrm>
    </dsp:sp>
    <dsp:sp modelId="{2912AE06-E7D3-4DA2-891E-B0266AE7BF0C}">
      <dsp:nvSpPr>
        <dsp:cNvPr id="0" name=""/>
        <dsp:cNvSpPr/>
      </dsp:nvSpPr>
      <dsp:spPr>
        <a:xfrm>
          <a:off x="4892153" y="623947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i="0" kern="1200">
              <a:effectLst/>
              <a:latin typeface="Bahnschrift" panose="020B0502040204020203" pitchFamily="34" charset="0"/>
            </a:rPr>
            <a:t>Positive</a:t>
          </a:r>
          <a:endParaRPr lang="en-IN" sz="2900" b="1" i="0" kern="1200" dirty="0">
            <a:effectLst/>
            <a:latin typeface="Bahnschrift" panose="020B0502040204020203" pitchFamily="34" charset="0"/>
          </a:endParaRPr>
        </a:p>
      </dsp:txBody>
      <dsp:txXfrm>
        <a:off x="4943319" y="675113"/>
        <a:ext cx="3391532" cy="1644600"/>
      </dsp:txXfrm>
    </dsp:sp>
    <dsp:sp modelId="{ABAA6E75-E744-4DDA-ABC2-7ED401D5A539}">
      <dsp:nvSpPr>
        <dsp:cNvPr id="0" name=""/>
        <dsp:cNvSpPr/>
      </dsp:nvSpPr>
      <dsp:spPr>
        <a:xfrm rot="2142401">
          <a:off x="3332839" y="2972722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latin typeface="Bahnschrift" panose="020B0502040204020203" pitchFamily="34" charset="0"/>
          </a:endParaRPr>
        </a:p>
      </dsp:txBody>
      <dsp:txXfrm>
        <a:off x="4150353" y="2961115"/>
        <a:ext cx="86054" cy="86054"/>
      </dsp:txXfrm>
    </dsp:sp>
    <dsp:sp modelId="{F1294C58-0F94-4E9A-A700-92E613DDA08B}">
      <dsp:nvSpPr>
        <dsp:cNvPr id="0" name=""/>
        <dsp:cNvSpPr/>
      </dsp:nvSpPr>
      <dsp:spPr>
        <a:xfrm>
          <a:off x="4892153" y="2632919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>
              <a:latin typeface="Bahnschrift" panose="020B0502040204020203" pitchFamily="34" charset="0"/>
            </a:rPr>
            <a:t>Negative</a:t>
          </a:r>
          <a:endParaRPr lang="en-IN" sz="2900" kern="1200" dirty="0">
            <a:latin typeface="Bahnschrift" panose="020B0502040204020203" pitchFamily="34" charset="0"/>
          </a:endParaRPr>
        </a:p>
      </dsp:txBody>
      <dsp:txXfrm>
        <a:off x="4943319" y="2684085"/>
        <a:ext cx="3391532" cy="16446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3E3741-A87A-44C2-BD43-CA9D01B32091}">
      <dsp:nvSpPr>
        <dsp:cNvPr id="0" name=""/>
        <dsp:cNvSpPr/>
      </dsp:nvSpPr>
      <dsp:spPr>
        <a:xfrm>
          <a:off x="743" y="1628433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>
              <a:effectLst/>
              <a:latin typeface="Bahnschrift" panose="020B0502040204020203" pitchFamily="34" charset="0"/>
            </a:rPr>
            <a:t>There are two important learning models in reinforcement learning:</a:t>
          </a:r>
          <a:endParaRPr lang="en-US" sz="2500" b="0" i="0" kern="1200" dirty="0">
            <a:effectLst/>
            <a:latin typeface="Bahnschrift" panose="020B0502040204020203" pitchFamily="34" charset="0"/>
          </a:endParaRPr>
        </a:p>
      </dsp:txBody>
      <dsp:txXfrm>
        <a:off x="51909" y="1679599"/>
        <a:ext cx="3391532" cy="1644600"/>
      </dsp:txXfrm>
    </dsp:sp>
    <dsp:sp modelId="{ABC29EAF-0221-4E86-A637-539BB09988D7}">
      <dsp:nvSpPr>
        <dsp:cNvPr id="0" name=""/>
        <dsp:cNvSpPr/>
      </dsp:nvSpPr>
      <dsp:spPr>
        <a:xfrm rot="19457599">
          <a:off x="3332839" y="1968236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latin typeface="Bahnschrift" panose="020B0502040204020203" pitchFamily="34" charset="0"/>
          </a:endParaRPr>
        </a:p>
      </dsp:txBody>
      <dsp:txXfrm>
        <a:off x="4150353" y="1956629"/>
        <a:ext cx="86054" cy="86054"/>
      </dsp:txXfrm>
    </dsp:sp>
    <dsp:sp modelId="{FA330834-344A-4E7F-94A3-3FF2BC8F8DE2}">
      <dsp:nvSpPr>
        <dsp:cNvPr id="0" name=""/>
        <dsp:cNvSpPr/>
      </dsp:nvSpPr>
      <dsp:spPr>
        <a:xfrm>
          <a:off x="4892153" y="623947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>
              <a:effectLst/>
              <a:latin typeface="Bahnschrift" panose="020B0502040204020203" pitchFamily="34" charset="0"/>
            </a:rPr>
            <a:t>Markov Decision Process</a:t>
          </a:r>
          <a:endParaRPr lang="en-US" sz="2500" b="0" i="0" kern="1200" dirty="0">
            <a:effectLst/>
            <a:latin typeface="Bahnschrift" panose="020B0502040204020203" pitchFamily="34" charset="0"/>
          </a:endParaRPr>
        </a:p>
      </dsp:txBody>
      <dsp:txXfrm>
        <a:off x="4943319" y="675113"/>
        <a:ext cx="3391532" cy="1644600"/>
      </dsp:txXfrm>
    </dsp:sp>
    <dsp:sp modelId="{5EDCAB24-1E72-4B3C-A42F-6683ABF055BB}">
      <dsp:nvSpPr>
        <dsp:cNvPr id="0" name=""/>
        <dsp:cNvSpPr/>
      </dsp:nvSpPr>
      <dsp:spPr>
        <a:xfrm rot="2142401">
          <a:off x="3332839" y="2972722"/>
          <a:ext cx="1721082" cy="62841"/>
        </a:xfrm>
        <a:custGeom>
          <a:avLst/>
          <a:gdLst/>
          <a:ahLst/>
          <a:cxnLst/>
          <a:rect l="0" t="0" r="0" b="0"/>
          <a:pathLst>
            <a:path>
              <a:moveTo>
                <a:pt x="0" y="31420"/>
              </a:moveTo>
              <a:lnTo>
                <a:pt x="1721082" y="31420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>
            <a:latin typeface="Bahnschrift" panose="020B0502040204020203" pitchFamily="34" charset="0"/>
          </a:endParaRPr>
        </a:p>
      </dsp:txBody>
      <dsp:txXfrm>
        <a:off x="4150353" y="2961115"/>
        <a:ext cx="86054" cy="86054"/>
      </dsp:txXfrm>
    </dsp:sp>
    <dsp:sp modelId="{6C6092A5-3563-4C66-82B8-BE55A5E9F060}">
      <dsp:nvSpPr>
        <dsp:cNvPr id="0" name=""/>
        <dsp:cNvSpPr/>
      </dsp:nvSpPr>
      <dsp:spPr>
        <a:xfrm>
          <a:off x="4892153" y="2632919"/>
          <a:ext cx="3493864" cy="174693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>
              <a:effectLst/>
              <a:latin typeface="Bahnschrift" panose="020B0502040204020203" pitchFamily="34" charset="0"/>
            </a:rPr>
            <a:t>Q learning</a:t>
          </a:r>
          <a:endParaRPr lang="en-US" sz="2500" b="0" i="0" kern="1200" dirty="0">
            <a:effectLst/>
            <a:latin typeface="Bahnschrift" panose="020B0502040204020203" pitchFamily="34" charset="0"/>
          </a:endParaRPr>
        </a:p>
      </dsp:txBody>
      <dsp:txXfrm>
        <a:off x="4943319" y="2684085"/>
        <a:ext cx="3391532" cy="1644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 ?><Relationships xmlns="http://schemas.openxmlformats.org/package/2006/relationships"><Relationship Id="rId2" Target="../media/image4.jpeg" Type="http://schemas.openxmlformats.org/officeDocument/2006/relationships/image"/><Relationship Id="rId1" Target="../slideLayouts/slideLayout8.xml" Type="http://schemas.openxmlformats.org/officeDocument/2006/relationships/slideLayout"/></Relationships>
</file>

<file path=ppt/slides/_rels/slide4.xml.rels><?xml version="1.0" encoding="UTF-8" standalone="yes" ?><Relationships xmlns="http://schemas.openxmlformats.org/package/2006/relationships"><Relationship Id="rId3" Target="../media/image6.jpeg" Type="http://schemas.openxmlformats.org/officeDocument/2006/relationships/image"/><Relationship Id="rId7" Target="../media/image10.jpeg" Type="http://schemas.openxmlformats.org/officeDocument/2006/relationships/image"/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Relationship Id="rId6" Target="../media/image9.jpeg" Type="http://schemas.openxmlformats.org/officeDocument/2006/relationships/image"/><Relationship Id="rId5" Target="../media/image8.jpe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 ?><Relationships xmlns="http://schemas.openxmlformats.org/package/2006/relationships"><Relationship Id="rId2" Target="../media/image12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 ?><Relationships xmlns="http://schemas.openxmlformats.org/package/2006/relationships"><Relationship Id="rId2" Target="../media/image1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9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 ?><Relationships xmlns="http://schemas.openxmlformats.org/package/2006/relationships"><Relationship Id="rId2" Target="../media/image2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350" y="2818150"/>
            <a:ext cx="7734925" cy="3773150"/>
          </a:xfrm>
        </p:spPr>
        <p:txBody>
          <a:bodyPr/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</a:rPr>
              <a:t>learn </a:t>
            </a:r>
            <a:r>
              <a:rPr lang="en-IN" dirty="0">
                <a:solidFill>
                  <a:srgbClr val="000000"/>
                </a:solidFill>
              </a:rPr>
              <a:t>concepts of machine learning</a:t>
            </a:r>
            <a:r>
              <a:rPr lang="en-IN" b="0" i="0" dirty="0">
                <a:solidFill>
                  <a:srgbClr val="000000"/>
                </a:solidFill>
                <a:effectLst/>
              </a:rPr>
              <a:t>.</a:t>
            </a:r>
          </a:p>
          <a:p>
            <a:pPr algn="just"/>
            <a:r>
              <a:rPr lang="en-IN" dirty="0">
                <a:solidFill>
                  <a:srgbClr val="000000"/>
                </a:solidFill>
              </a:rPr>
              <a:t>learn four categories of machine 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FB45A4-F4E3-45E6-9B16-5AACE83837A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730583" y="570150"/>
            <a:ext cx="6543660" cy="43663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B7974B2-3C6B-44DA-B90A-F1340CF8A40C}"/>
              </a:ext>
            </a:extLst>
          </p:cNvPr>
          <p:cNvSpPr/>
          <p:nvPr/>
        </p:nvSpPr>
        <p:spPr>
          <a:xfrm>
            <a:off x="2350230" y="5273226"/>
            <a:ext cx="4443539" cy="101462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Artificial Intelligence</a:t>
            </a:r>
            <a:endParaRPr lang="en-IN" sz="2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46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A9FE70-5342-4A4A-86F0-3CCD0BED46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548" y="3578486"/>
            <a:ext cx="771633" cy="101931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703BB9D-95BA-438C-B170-4D7C210D6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6AB223-2402-4C49-AB11-D35D3F72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475" y="3578486"/>
            <a:ext cx="685896" cy="10574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88F18E-29FE-43A0-B25A-FBD0223D16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315" y="3578486"/>
            <a:ext cx="857370" cy="1152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303873-28C0-4605-B483-A31D6A4540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3859" y="1947913"/>
            <a:ext cx="1092485" cy="1481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1D5249-CD26-467D-811E-D93C278BA9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3859" y="3808179"/>
            <a:ext cx="1778343" cy="13308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ED0408-439E-4923-8FCD-B35AA277DE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3859" y="5518247"/>
            <a:ext cx="1846607" cy="110622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818FE8-93B8-4B22-A75C-165BC6055C7B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1536181" y="4088145"/>
            <a:ext cx="1002294" cy="190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005672-0435-449F-938E-29A08E34A931}"/>
              </a:ext>
            </a:extLst>
          </p:cNvPr>
          <p:cNvCxnSpPr/>
          <p:nvPr/>
        </p:nvCxnSpPr>
        <p:spPr>
          <a:xfrm>
            <a:off x="3224371" y="4069091"/>
            <a:ext cx="1002294" cy="190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9FD6E9-98C0-4DAF-83DC-405CED664EBC}"/>
              </a:ext>
            </a:extLst>
          </p:cNvPr>
          <p:cNvCxnSpPr/>
          <p:nvPr/>
        </p:nvCxnSpPr>
        <p:spPr>
          <a:xfrm>
            <a:off x="5030292" y="4154829"/>
            <a:ext cx="1002294" cy="1905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55312D-4234-4A2B-9C38-A9656DAE7E6E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5000685" y="2688457"/>
            <a:ext cx="1073174" cy="146637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EDE9F5-B463-421A-8FAF-C74932720B15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5000685" y="4154829"/>
            <a:ext cx="1073174" cy="191652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A5BE562-FF98-4CAC-9DCD-78AD54EA7778}"/>
              </a:ext>
            </a:extLst>
          </p:cNvPr>
          <p:cNvSpPr/>
          <p:nvPr/>
        </p:nvSpPr>
        <p:spPr>
          <a:xfrm>
            <a:off x="6105756" y="3429000"/>
            <a:ext cx="1092485" cy="26581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0AED363-2226-4C8D-A5D2-D4A4EF97CEFE}"/>
              </a:ext>
            </a:extLst>
          </p:cNvPr>
          <p:cNvSpPr/>
          <p:nvPr/>
        </p:nvSpPr>
        <p:spPr>
          <a:xfrm>
            <a:off x="6385829" y="5084514"/>
            <a:ext cx="1092485" cy="265814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Predict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319674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9A71C8-4519-47C2-8A1E-DC7EE5B3B17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99" r="-35"/>
          <a:stretch/>
        </p:blipFill>
        <p:spPr>
          <a:xfrm>
            <a:off x="1190846" y="2094613"/>
            <a:ext cx="5964865" cy="3030279"/>
          </a:xfrm>
          <a:prstGeom prst="rect">
            <a:avLst/>
          </a:prstGeom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7C679B3-552E-4F1B-9576-6C95F7EB3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Introduction</a:t>
            </a:r>
            <a:endParaRPr dirty="0"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959739-F6DC-4941-A9BE-8536B5522384}"/>
              </a:ext>
            </a:extLst>
          </p:cNvPr>
          <p:cNvSpPr txBox="1"/>
          <p:nvPr/>
        </p:nvSpPr>
        <p:spPr>
          <a:xfrm>
            <a:off x="1474307" y="5478444"/>
            <a:ext cx="5397942" cy="415498"/>
          </a:xfrm>
          <a:prstGeom prst="rect">
            <a:avLst/>
          </a:prstGeom>
          <a:solidFill>
            <a:srgbClr val="44525A"/>
          </a:solidFill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dirty="0" lang="en-US" sz="2100">
                <a:solidFill>
                  <a:schemeClr val="bg1"/>
                </a:solidFill>
                <a:latin charset="0" panose="020B0502040204020203" pitchFamily="34" typeface="Bahnschrift"/>
              </a:rPr>
              <a:t>S</a:t>
            </a:r>
            <a:r>
              <a:rPr b="0" dirty="0" i="0" lang="en-US" sz="21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tarts with observations or data</a:t>
            </a:r>
            <a:endParaRPr dirty="0" lang="en-IN" sz="21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341892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B58266-8EBC-4BB3-A085-878E53341D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9411" y="1613865"/>
            <a:ext cx="3604437" cy="467241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E2182B-A073-4933-AE14-540C16B8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104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693AA33-426F-44EA-ACF5-B4E6B1C5E5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0408569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D5CDDCC-B6D3-4DFC-9EDA-824412504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Machine Learning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807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9E8217-B01B-4259-A676-88CD162A7B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6984" y="1801915"/>
            <a:ext cx="8067915" cy="403395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A88E690-95A7-46E7-8A94-E2FD12BF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Supervised machine learning algorithms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529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EFAC04-4F82-4425-B2D5-C6659EE594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4759255"/>
              </p:ext>
            </p:extLst>
          </p:nvPr>
        </p:nvGraphicFramePr>
        <p:xfrm>
          <a:off x="577978" y="1403498"/>
          <a:ext cx="8561313" cy="5229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17663A8-7946-4D56-BA30-F5634E8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Supervised learning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368969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A53421-480E-437F-8980-76B68A0A7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0467529"/>
              </p:ext>
            </p:extLst>
          </p:nvPr>
        </p:nvGraphicFramePr>
        <p:xfrm>
          <a:off x="338137" y="1467293"/>
          <a:ext cx="8625109" cy="51652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19D8C54-12BE-4AF4-8BAD-7FBB01C26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Supervised learning examples</a:t>
            </a:r>
          </a:p>
        </p:txBody>
      </p:sp>
    </p:spTree>
    <p:extLst>
      <p:ext uri="{BB962C8B-B14F-4D97-AF65-F5344CB8AC3E}">
        <p14:creationId xmlns:p14="http://schemas.microsoft.com/office/powerpoint/2010/main" val="371121633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AdjustHandles="1" noChangeArrowheads="1" noChangeAspect="1" noChangeShapeType="1" noEditPoints="1" noGrp="1" noMove="1" noResize="1" noRot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descr="White bulbs with a yellow one standing out" id="4" name="Picture 3">
            <a:extLst>
              <a:ext uri="{FF2B5EF4-FFF2-40B4-BE49-F238E27FC236}">
                <a16:creationId xmlns:a16="http://schemas.microsoft.com/office/drawing/2014/main" id="{607062DF-5DAE-4730-88F8-7C1376E5DC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-2" r="14"/>
          <a:stretch/>
        </p:blipFill>
        <p:spPr>
          <a:xfrm>
            <a:off x="20" y="1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43E2F8-F52B-4F8A-8350-BC61601B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428999"/>
            <a:ext cx="9143980" cy="2900518"/>
          </a:xfrm>
        </p:spPr>
        <p:txBody>
          <a:bodyPr anchor="b" bIns="45720" lIns="91440" rIns="91440" rtlCol="0" tIns="45720" vert="horz">
            <a:normAutofit/>
          </a:bodyPr>
          <a:lstStyle/>
          <a:p>
            <a:pPr algn="ctr"/>
            <a:r>
              <a:rPr b="0" dirty="0" i="0" lang="en-US">
                <a:solidFill>
                  <a:srgbClr val="FFFFFF"/>
                </a:solidFill>
                <a:effectLst/>
                <a:latin charset="0" panose="020B0502040204020203" pitchFamily="34" typeface="Bahnschrift SemiBold"/>
              </a:rPr>
              <a:t>Challenges of supervised learning</a:t>
            </a:r>
            <a:endParaRPr dirty="0" lang="en-US">
              <a:solidFill>
                <a:srgbClr val="FFFFFF"/>
              </a:solidFill>
              <a:latin charset="0" panose="020B0502040204020203" pitchFamily="34" typeface="Bahnschrif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33763137"/>
      </p:ext>
    </p:extLst>
  </p:cSld>
  <p:clrMapOvr>
    <a:overrideClrMapping accent1="accent1" accent2="accent2" accent3="accent3" accent4="accent4" accent5="accent5" accent6="accent6" bg1="dk1" bg2="dk2" folHlink="folHlink" hlink="hlink" tx1="lt1" tx2="lt2"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88E690-95A7-46E7-8A94-E2FD12BF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Unsupervised machine learning algorithms </a:t>
            </a:r>
            <a:endParaRPr dirty="0"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EA94A90-7126-43BB-B1B6-2876075E4840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263"/>
          <a:stretch/>
        </p:blipFill>
        <p:spPr>
          <a:xfrm>
            <a:off x="550941" y="2773293"/>
            <a:ext cx="8025103" cy="2233051"/>
          </a:xfrm>
        </p:spPr>
      </p:pic>
    </p:spTree>
    <p:extLst>
      <p:ext uri="{BB962C8B-B14F-4D97-AF65-F5344CB8AC3E}">
        <p14:creationId xmlns:p14="http://schemas.microsoft.com/office/powerpoint/2010/main" val="2845207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3C9F2AB-F92B-4D37-9136-B772EB36A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047" y="1968071"/>
            <a:ext cx="4788472" cy="359135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415E230-F680-4FD2-B5F3-334380E35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Types of Unsupervised Learning Algorithm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9406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D2ED14-F67D-404C-B25A-430F8D1A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Unsupervised Learning algorithms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40AD46F-D269-4B3E-8672-4B04AC5E519B}"/>
              </a:ext>
            </a:extLst>
          </p:cNvPr>
          <p:cNvSpPr/>
          <p:nvPr/>
        </p:nvSpPr>
        <p:spPr>
          <a:xfrm>
            <a:off x="338362" y="1858780"/>
            <a:ext cx="8670727" cy="4766872"/>
          </a:xfrm>
          <a:custGeom>
            <a:avLst/>
            <a:gdLst>
              <a:gd name="connsiteX0" fmla="*/ 0 w 8670727"/>
              <a:gd name="connsiteY0" fmla="*/ 0 h 3118500"/>
              <a:gd name="connsiteX1" fmla="*/ 8670727 w 8670727"/>
              <a:gd name="connsiteY1" fmla="*/ 0 h 3118500"/>
              <a:gd name="connsiteX2" fmla="*/ 8670727 w 8670727"/>
              <a:gd name="connsiteY2" fmla="*/ 3118500 h 3118500"/>
              <a:gd name="connsiteX3" fmla="*/ 0 w 8670727"/>
              <a:gd name="connsiteY3" fmla="*/ 3118500 h 3118500"/>
              <a:gd name="connsiteX4" fmla="*/ 0 w 8670727"/>
              <a:gd name="connsiteY4" fmla="*/ 0 h 311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70727" h="3118500">
                <a:moveTo>
                  <a:pt x="0" y="0"/>
                </a:moveTo>
                <a:lnTo>
                  <a:pt x="8670727" y="0"/>
                </a:lnTo>
                <a:lnTo>
                  <a:pt x="8670727" y="3118500"/>
                </a:lnTo>
                <a:lnTo>
                  <a:pt x="0" y="3118500"/>
                </a:lnTo>
                <a:lnTo>
                  <a:pt x="0" y="0"/>
                </a:lnTo>
                <a:close/>
              </a:path>
            </a:pathLst>
          </a:custGeom>
          <a:scene3d>
            <a:camera prst="orthographicFront"/>
            <a:lightRig rig="flat" dir="t"/>
          </a:scene3d>
          <a:sp3d z="190500" extrusionH="12700" prstMaterial="plastic">
            <a:bevelT w="50800" h="50800"/>
          </a:sp3d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2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672945" tIns="374904" rIns="672945" bIns="128016" numCol="1" spcCol="1270" anchor="ctr" anchorCtr="0">
            <a:noAutofit/>
          </a:bodyPr>
          <a:lstStyle/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>
                <a:latin typeface="Bahnschrift" panose="020B0502040204020203" pitchFamily="34" charset="0"/>
              </a:rPr>
              <a:t>K-means clustering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>
                <a:latin typeface="Bahnschrift" panose="020B0502040204020203" pitchFamily="34" charset="0"/>
              </a:rPr>
              <a:t>KNN (k-nearest </a:t>
            </a:r>
            <a:r>
              <a:rPr lang="en-IN" sz="2800" kern="1200" dirty="0" err="1">
                <a:latin typeface="Bahnschrift" panose="020B0502040204020203" pitchFamily="34" charset="0"/>
              </a:rPr>
              <a:t>neighbors</a:t>
            </a:r>
            <a:r>
              <a:rPr lang="en-IN" sz="2800" kern="1200" dirty="0">
                <a:latin typeface="Bahnschrift" panose="020B0502040204020203" pitchFamily="34" charset="0"/>
              </a:rPr>
              <a:t>)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>
                <a:latin typeface="Bahnschrift" panose="020B0502040204020203" pitchFamily="34" charset="0"/>
              </a:rPr>
              <a:t>Hierarchal clustering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>
                <a:latin typeface="Bahnschrift" panose="020B0502040204020203" pitchFamily="34" charset="0"/>
              </a:rPr>
              <a:t>Anomaly detection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>
                <a:latin typeface="Bahnschrift" panose="020B0502040204020203" pitchFamily="34" charset="0"/>
              </a:rPr>
              <a:t>Neural Networks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>
                <a:latin typeface="Bahnschrift" panose="020B0502040204020203" pitchFamily="34" charset="0"/>
              </a:rPr>
              <a:t>Principle Component Analysis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>
                <a:latin typeface="Bahnschrift" panose="020B0502040204020203" pitchFamily="34" charset="0"/>
              </a:rPr>
              <a:t>Independent Component Analysis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 err="1">
                <a:latin typeface="Bahnschrift" panose="020B0502040204020203" pitchFamily="34" charset="0"/>
              </a:rPr>
              <a:t>Apriori</a:t>
            </a:r>
            <a:r>
              <a:rPr lang="en-IN" sz="2800" kern="1200" dirty="0">
                <a:latin typeface="Bahnschrift" panose="020B0502040204020203" pitchFamily="34" charset="0"/>
              </a:rPr>
              <a:t> algorithm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IN" sz="2800" kern="1200" dirty="0">
                <a:latin typeface="Bahnschrift" panose="020B0502040204020203" pitchFamily="34" charset="0"/>
              </a:rPr>
              <a:t>Singular value decomposition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CE6A371-C5DE-42C2-A361-675C237BC120}"/>
              </a:ext>
            </a:extLst>
          </p:cNvPr>
          <p:cNvSpPr/>
          <p:nvPr/>
        </p:nvSpPr>
        <p:spPr>
          <a:xfrm>
            <a:off x="726927" y="1466851"/>
            <a:ext cx="7607603" cy="952500"/>
          </a:xfrm>
          <a:custGeom>
            <a:avLst/>
            <a:gdLst>
              <a:gd name="connsiteX0" fmla="*/ 0 w 6069508"/>
              <a:gd name="connsiteY0" fmla="*/ 88562 h 531360"/>
              <a:gd name="connsiteX1" fmla="*/ 88562 w 6069508"/>
              <a:gd name="connsiteY1" fmla="*/ 0 h 531360"/>
              <a:gd name="connsiteX2" fmla="*/ 5980946 w 6069508"/>
              <a:gd name="connsiteY2" fmla="*/ 0 h 531360"/>
              <a:gd name="connsiteX3" fmla="*/ 6069508 w 6069508"/>
              <a:gd name="connsiteY3" fmla="*/ 88562 h 531360"/>
              <a:gd name="connsiteX4" fmla="*/ 6069508 w 6069508"/>
              <a:gd name="connsiteY4" fmla="*/ 442798 h 531360"/>
              <a:gd name="connsiteX5" fmla="*/ 5980946 w 6069508"/>
              <a:gd name="connsiteY5" fmla="*/ 531360 h 531360"/>
              <a:gd name="connsiteX6" fmla="*/ 88562 w 6069508"/>
              <a:gd name="connsiteY6" fmla="*/ 531360 h 531360"/>
              <a:gd name="connsiteX7" fmla="*/ 0 w 6069508"/>
              <a:gd name="connsiteY7" fmla="*/ 442798 h 531360"/>
              <a:gd name="connsiteX8" fmla="*/ 0 w 6069508"/>
              <a:gd name="connsiteY8" fmla="*/ 88562 h 531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69508" h="531360">
                <a:moveTo>
                  <a:pt x="0" y="88562"/>
                </a:moveTo>
                <a:cubicBezTo>
                  <a:pt x="0" y="39651"/>
                  <a:pt x="39651" y="0"/>
                  <a:pt x="88562" y="0"/>
                </a:cubicBezTo>
                <a:lnTo>
                  <a:pt x="5980946" y="0"/>
                </a:lnTo>
                <a:cubicBezTo>
                  <a:pt x="6029857" y="0"/>
                  <a:pt x="6069508" y="39651"/>
                  <a:pt x="6069508" y="88562"/>
                </a:cubicBezTo>
                <a:lnTo>
                  <a:pt x="6069508" y="442798"/>
                </a:lnTo>
                <a:cubicBezTo>
                  <a:pt x="6069508" y="491709"/>
                  <a:pt x="6029857" y="531360"/>
                  <a:pt x="5980946" y="531360"/>
                </a:cubicBezTo>
                <a:lnTo>
                  <a:pt x="88562" y="531360"/>
                </a:lnTo>
                <a:cubicBezTo>
                  <a:pt x="39651" y="531360"/>
                  <a:pt x="0" y="491709"/>
                  <a:pt x="0" y="442798"/>
                </a:cubicBezTo>
                <a:lnTo>
                  <a:pt x="0" y="88562"/>
                </a:lnTo>
                <a:close/>
              </a:path>
            </a:pathLst>
          </a:custGeom>
          <a:solidFill>
            <a:srgbClr val="44525A"/>
          </a:solidFill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5352" tIns="25939" rIns="255352" bIns="25939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400" kern="1200" dirty="0">
                <a:latin typeface="Bahnschrift" panose="020B0502040204020203" pitchFamily="34" charset="0"/>
              </a:rPr>
              <a:t>list of some popular unsupervised learning algorithms are:</a:t>
            </a:r>
          </a:p>
        </p:txBody>
      </p:sp>
    </p:spTree>
    <p:extLst>
      <p:ext uri="{BB962C8B-B14F-4D97-AF65-F5344CB8AC3E}">
        <p14:creationId xmlns:p14="http://schemas.microsoft.com/office/powerpoint/2010/main" val="3856838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F6961C-CF47-4403-8B3F-CC0E30435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1" y="1478243"/>
            <a:ext cx="8386537" cy="5004884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Unsupervised learning is used for more complex tasks.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Unsupervised learning is preferable.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D6FE74-6A53-4B12-8C33-83681A3E7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Advantages of 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99711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25F226-D523-4D5A-BEC7-A30F6F25C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362" y="1568184"/>
            <a:ext cx="8386537" cy="5004884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Because it lacks a comparable output.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</a:rPr>
              <a:t>Because the input data is not labelled and algorithms do not know the precise output in advance.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520FB5-58AE-49D0-872B-1F4626F2D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Disadvantages of 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3726720771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88E690-95A7-46E7-8A94-E2FD12BF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err="1" lang="en-US"/>
              <a:t>Semisupervised</a:t>
            </a:r>
            <a:r>
              <a:rPr dirty="0" lang="en-US"/>
              <a:t> machine learning algorithms </a:t>
            </a:r>
            <a:endParaRPr dirty="0" lang="en-IN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EED0AD2B-C58A-40D4-B1BF-AF15964866D9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77" r="1"/>
          <a:stretch/>
        </p:blipFill>
        <p:spPr>
          <a:xfrm>
            <a:off x="333133" y="2158409"/>
            <a:ext cx="8624344" cy="363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87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88E690-95A7-46E7-8A94-E2FD12BF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Semisupervised</a:t>
            </a:r>
            <a:r>
              <a:rPr lang="en-US" dirty="0"/>
              <a:t> machine learning algorithms 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9B5ED1B-38A0-47DA-A23D-43FF6FB9C7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4081039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8160839"/>
      </p:ext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88E690-95A7-46E7-8A94-E2FD12BF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Reinforcement machine learning algorithms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1D6F36-BE13-407D-B0D7-530B5E321926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71" r="34"/>
          <a:stretch/>
        </p:blipFill>
        <p:spPr>
          <a:xfrm>
            <a:off x="881054" y="1597725"/>
            <a:ext cx="7381892" cy="504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49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88E690-95A7-46E7-8A94-E2FD12BF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Reinforcement machine learning algorithms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5D4807-14A6-4199-B0BB-9A3B850FE1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2787" y="1796904"/>
            <a:ext cx="7078426" cy="4004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57807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7A06BD-3B72-46AF-9632-82E87CA2C320}"/>
              </a:ext>
            </a:extLst>
          </p:cNvPr>
          <p:cNvPicPr>
            <a:picLocks noChangeAspect="1" noGrp="1"/>
          </p:cNvPicPr>
          <p:nvPr>
            <p:ph idx="4294967295"/>
          </p:nvPr>
        </p:nvPicPr>
        <p:blipFill rotWithShape="1">
          <a:blip r:embed="rId2"/>
          <a:srcRect b="-3" r="43"/>
          <a:stretch/>
        </p:blipFill>
        <p:spPr>
          <a:xfrm>
            <a:off x="839787" y="1260475"/>
            <a:ext cx="7464425" cy="433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06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D2C154-D404-49C1-A4FE-E493579C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How reinforcement learning works?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D8CEB4-4EA8-47A7-8C58-5F587237C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939" y="1628145"/>
            <a:ext cx="73056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289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4E3D5A-A8F6-4728-BD93-BF1288E58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546403"/>
              </p:ext>
            </p:extLst>
          </p:nvPr>
        </p:nvGraphicFramePr>
        <p:xfrm>
          <a:off x="378619" y="1691323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5C57D56-8757-4718-B6DE-3123C7FB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Reinforcement Learning Algorithms</a:t>
            </a:r>
          </a:p>
        </p:txBody>
      </p:sp>
    </p:spTree>
    <p:extLst>
      <p:ext uri="{BB962C8B-B14F-4D97-AF65-F5344CB8AC3E}">
        <p14:creationId xmlns:p14="http://schemas.microsoft.com/office/powerpoint/2010/main" val="7196626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elogram 5">
            <a:extLst>
              <a:ext uri="{FF2B5EF4-FFF2-40B4-BE49-F238E27FC236}">
                <a16:creationId xmlns:a16="http://schemas.microsoft.com/office/drawing/2014/main" id="{A69F28F7-9E4B-4139-8D89-DAAB4915B1A7}"/>
              </a:ext>
            </a:extLst>
          </p:cNvPr>
          <p:cNvSpPr/>
          <p:nvPr/>
        </p:nvSpPr>
        <p:spPr>
          <a:xfrm>
            <a:off x="1899138" y="1517802"/>
            <a:ext cx="5345723" cy="961631"/>
          </a:xfrm>
          <a:prstGeom prst="parallelogram">
            <a:avLst/>
          </a:prstGeom>
          <a:solidFill>
            <a:srgbClr val="44525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193" tIns="94568" rIns="142193" bIns="94568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>
                <a:latin typeface="Bahnschrift" panose="020B0502040204020203" pitchFamily="34" charset="0"/>
              </a:rPr>
              <a:t>There is no supervisor.</a:t>
            </a:r>
            <a:endParaRPr lang="en-IN" sz="2500" kern="1200">
              <a:latin typeface="Bahnschrift" panose="020B0502040204020203" pitchFamily="34" charset="0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C2916A5-AC0C-4AFF-83D1-DEF7A74FB136}"/>
              </a:ext>
            </a:extLst>
          </p:cNvPr>
          <p:cNvSpPr/>
          <p:nvPr/>
        </p:nvSpPr>
        <p:spPr>
          <a:xfrm>
            <a:off x="1899138" y="2562685"/>
            <a:ext cx="5345723" cy="961631"/>
          </a:xfrm>
          <a:prstGeom prst="parallelogram">
            <a:avLst/>
          </a:prstGeom>
          <a:solidFill>
            <a:srgbClr val="44525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193" tIns="94568" rIns="142193" bIns="94568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>
                <a:latin typeface="Bahnschrift" panose="020B0502040204020203" pitchFamily="34" charset="0"/>
              </a:rPr>
              <a:t>Decisions in a sequential order</a:t>
            </a:r>
            <a:endParaRPr lang="en-IN" sz="2500" kern="1200">
              <a:latin typeface="Bahnschrift" panose="020B0502040204020203" pitchFamily="34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EEE3DD92-FC80-4BB9-B281-386B0DD508A5}"/>
              </a:ext>
            </a:extLst>
          </p:cNvPr>
          <p:cNvSpPr/>
          <p:nvPr/>
        </p:nvSpPr>
        <p:spPr>
          <a:xfrm>
            <a:off x="1899138" y="3607568"/>
            <a:ext cx="5345723" cy="961631"/>
          </a:xfrm>
          <a:prstGeom prst="parallelogram">
            <a:avLst/>
          </a:prstGeom>
          <a:solidFill>
            <a:srgbClr val="44525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193" tIns="94568" rIns="142193" bIns="94568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>
                <a:latin typeface="Bahnschrift" panose="020B0502040204020203" pitchFamily="34" charset="0"/>
              </a:rPr>
              <a:t>Time is critical.</a:t>
            </a:r>
            <a:endParaRPr lang="en-IN" sz="2500" kern="1200">
              <a:latin typeface="Bahnschrift" panose="020B0502040204020203" pitchFamily="34" charset="0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B492FDC6-78E9-4DCF-8332-BA96A2F3BAC6}"/>
              </a:ext>
            </a:extLst>
          </p:cNvPr>
          <p:cNvSpPr/>
          <p:nvPr/>
        </p:nvSpPr>
        <p:spPr>
          <a:xfrm>
            <a:off x="1899138" y="4652451"/>
            <a:ext cx="5345723" cy="961631"/>
          </a:xfrm>
          <a:prstGeom prst="parallelogram">
            <a:avLst/>
          </a:prstGeom>
          <a:solidFill>
            <a:srgbClr val="44525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193" tIns="94568" rIns="142193" bIns="94568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>
                <a:latin typeface="Bahnschrift" panose="020B0502040204020203" pitchFamily="34" charset="0"/>
              </a:rPr>
              <a:t>Feedback is never immediate.</a:t>
            </a:r>
            <a:endParaRPr lang="en-IN" sz="2500" kern="1200">
              <a:latin typeface="Bahnschrift" panose="020B0502040204020203" pitchFamily="34" charset="0"/>
            </a:endParaRPr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0278E0ED-FE2A-4963-B7CA-0ADFF7F3AE9B}"/>
              </a:ext>
            </a:extLst>
          </p:cNvPr>
          <p:cNvSpPr/>
          <p:nvPr/>
        </p:nvSpPr>
        <p:spPr>
          <a:xfrm>
            <a:off x="1899138" y="5697335"/>
            <a:ext cx="5345723" cy="961631"/>
          </a:xfrm>
          <a:prstGeom prst="parallelogram">
            <a:avLst/>
          </a:prstGeom>
          <a:solidFill>
            <a:srgbClr val="44525A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1">
              <a:hueOff val="0"/>
              <a:satOff val="0"/>
              <a:lumOff val="0"/>
              <a:alphaOff val="0"/>
            </a:schemeClr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42193" tIns="94568" rIns="142193" bIns="94568" numCol="1" spcCol="1270" anchor="ctr" anchorCtr="0">
            <a:noAutofit/>
          </a:bodyPr>
          <a:lstStyle/>
          <a:p>
            <a:pPr marL="0" lvl="0" indent="0" algn="ctr" defTabSz="1111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500" kern="1200">
                <a:latin typeface="Bahnschrift" panose="020B0502040204020203" pitchFamily="34" charset="0"/>
              </a:rPr>
              <a:t>The data determined by its activities.</a:t>
            </a:r>
            <a:endParaRPr lang="en-IN" sz="2500" kern="1200">
              <a:latin typeface="Bahnschrift" panose="020B0502040204020203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DAB243-9FFF-41D5-886D-FBFF0CBB6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Characteristics of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0244858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D65B1C-C292-4420-9A70-776751931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64769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53DC640E-72CB-4383-B89E-C6DFCCE34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Types of 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293980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BC7BAC-F816-4D64-989B-7C208225A7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149928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C98CC3C-61F8-4617-AC7C-D3FED3E87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Learning Models of Reinforcement</a:t>
            </a:r>
          </a:p>
        </p:txBody>
      </p:sp>
    </p:spTree>
    <p:extLst>
      <p:ext uri="{BB962C8B-B14F-4D97-AF65-F5344CB8AC3E}">
        <p14:creationId xmlns:p14="http://schemas.microsoft.com/office/powerpoint/2010/main" val="1097918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7F611E-99ED-4D00-A1C2-5E1A42453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82" y="1881963"/>
            <a:ext cx="8262650" cy="45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A90904B-876E-4295-A51C-1A610B565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Markov Decision Process</a:t>
            </a:r>
          </a:p>
        </p:txBody>
      </p:sp>
    </p:spTree>
    <p:extLst>
      <p:ext uri="{BB962C8B-B14F-4D97-AF65-F5344CB8AC3E}">
        <p14:creationId xmlns:p14="http://schemas.microsoft.com/office/powerpoint/2010/main" val="4157475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53A2F8D-4DB5-4D47-96A5-89BDECF6E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27" y="2519916"/>
            <a:ext cx="8945621" cy="303209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1511445-46CA-48C1-BCCC-5C3AF521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Q-Learning</a:t>
            </a:r>
          </a:p>
        </p:txBody>
      </p:sp>
    </p:spTree>
    <p:extLst>
      <p:ext uri="{BB962C8B-B14F-4D97-AF65-F5344CB8AC3E}">
        <p14:creationId xmlns:p14="http://schemas.microsoft.com/office/powerpoint/2010/main" val="3895133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511445-46CA-48C1-BCCC-5C3AF5211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Q-Learning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3F41C38-F215-4A6F-B977-5FCE1EB4D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081" y="1968500"/>
            <a:ext cx="7000875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5584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231027C-FC88-427F-9A60-06A093FCE0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898400"/>
              </p:ext>
            </p:extLst>
          </p:nvPr>
        </p:nvGraphicFramePr>
        <p:xfrm>
          <a:off x="159488" y="1573618"/>
          <a:ext cx="8793126" cy="50185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31042">
                  <a:extLst>
                    <a:ext uri="{9D8B030D-6E8A-4147-A177-3AD203B41FA5}">
                      <a16:colId xmlns:a16="http://schemas.microsoft.com/office/drawing/2014/main" val="3171112700"/>
                    </a:ext>
                  </a:extLst>
                </a:gridCol>
                <a:gridCol w="2931042">
                  <a:extLst>
                    <a:ext uri="{9D8B030D-6E8A-4147-A177-3AD203B41FA5}">
                      <a16:colId xmlns:a16="http://schemas.microsoft.com/office/drawing/2014/main" val="3341155972"/>
                    </a:ext>
                  </a:extLst>
                </a:gridCol>
                <a:gridCol w="2931042">
                  <a:extLst>
                    <a:ext uri="{9D8B030D-6E8A-4147-A177-3AD203B41FA5}">
                      <a16:colId xmlns:a16="http://schemas.microsoft.com/office/drawing/2014/main" val="3369319732"/>
                    </a:ext>
                  </a:extLst>
                </a:gridCol>
              </a:tblGrid>
              <a:tr h="376135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effectLst/>
                          <a:latin typeface="Bahnschrift" panose="020B0502040204020203" pitchFamily="34" charset="0"/>
                        </a:rPr>
                        <a:t>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Reinforcement Learning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Supervised Learning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658593"/>
                  </a:ext>
                </a:extLst>
              </a:tr>
              <a:tr h="1205693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Decision style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Reinforcement learning enables you to make judgments in a sequential manner.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The input supplied at the start is used to make a choice in this procedure.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427550"/>
                  </a:ext>
                </a:extLst>
              </a:tr>
              <a:tr h="649219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Works 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Interacting with the surroundings is a priority.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Works with examples or data provided as a sample.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0231896"/>
                  </a:ext>
                </a:extLst>
              </a:tr>
              <a:tr h="1483930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Dependency on decision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The learning choice in the RL technique is dependent. As a result, all of the dependent decisions should be labelled.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Supervised learning of judgments that are unrelated to one another, with labels assigned to each decision.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603699"/>
                  </a:ext>
                </a:extLst>
              </a:tr>
              <a:tr h="927456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Best suited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Supports and works better in AI if there is a lot of human contact. 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Bahnschrift" panose="020B0502040204020203" pitchFamily="34" charset="0"/>
                        </a:rPr>
                        <a:t>It is typically controlled by a software system or apps that are interactive.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8411736"/>
                  </a:ext>
                </a:extLst>
              </a:tr>
              <a:tr h="376135"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Example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Chess game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Object recognition</a:t>
                      </a:r>
                      <a:endParaRPr lang="en-IN" dirty="0">
                        <a:latin typeface="Bahnschrift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60600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8F10B81-5DE9-449C-987B-CC2E27A35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dirty="0"/>
            </a:br>
            <a:r>
              <a:rPr lang="en-US" dirty="0"/>
              <a:t>Reinforcement Learning vs. Supervised Learning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561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C6DFC-D2FB-4E36-931F-B802A0B5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Applications of Reinforcement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56F02-8C09-41D8-BB98-95FB5398CEC2}"/>
              </a:ext>
            </a:extLst>
          </p:cNvPr>
          <p:cNvSpPr/>
          <p:nvPr/>
        </p:nvSpPr>
        <p:spPr>
          <a:xfrm>
            <a:off x="1046421" y="5857653"/>
            <a:ext cx="7051158" cy="562197"/>
          </a:xfrm>
          <a:prstGeom prst="rect">
            <a:avLst/>
          </a:prstGeom>
          <a:solidFill>
            <a:srgbClr val="3F4347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Robotics for industrial automation.</a:t>
            </a:r>
          </a:p>
        </p:txBody>
      </p:sp>
      <p:pic>
        <p:nvPicPr>
          <p:cNvPr id="1026" name="Picture 2" descr="Five Benefits Robotics Bring to Industrial Automation – Premio Inc">
            <a:extLst>
              <a:ext uri="{FF2B5EF4-FFF2-40B4-BE49-F238E27FC236}">
                <a16:creationId xmlns:a16="http://schemas.microsoft.com/office/drawing/2014/main" id="{4694E1D8-B1C7-48C9-B5C5-9A6512A62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686608"/>
            <a:ext cx="5715000" cy="381000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107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C6DFC-D2FB-4E36-931F-B802A0B5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Applications of Reinforcement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56F02-8C09-41D8-BB98-95FB5398CEC2}"/>
              </a:ext>
            </a:extLst>
          </p:cNvPr>
          <p:cNvSpPr/>
          <p:nvPr/>
        </p:nvSpPr>
        <p:spPr>
          <a:xfrm>
            <a:off x="1809750" y="5903433"/>
            <a:ext cx="5524500" cy="606056"/>
          </a:xfrm>
          <a:prstGeom prst="rect">
            <a:avLst/>
          </a:prstGeom>
          <a:solidFill>
            <a:srgbClr val="3F4347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Business Strategy planning</a:t>
            </a:r>
          </a:p>
        </p:txBody>
      </p:sp>
      <p:pic>
        <p:nvPicPr>
          <p:cNvPr id="2050" name="Picture 2" descr="Strategic Business Planning - Corporate &amp;amp; Small Company | TAB">
            <a:extLst>
              <a:ext uri="{FF2B5EF4-FFF2-40B4-BE49-F238E27FC236}">
                <a16:creationId xmlns:a16="http://schemas.microsoft.com/office/drawing/2014/main" id="{810BEF14-06E7-4F89-B4C2-346B27474EA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5366" y="1593884"/>
            <a:ext cx="4243632" cy="4262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7001301"/>
      </p:ext>
    </p:extLst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35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C6DFC-D2FB-4E36-931F-B802A0B5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 bIns="45720" lIns="91440" rIns="91440" rtlCol="0" tIns="45720" vert="horz">
            <a:normAutofit/>
          </a:bodyPr>
          <a:lstStyle/>
          <a:p>
            <a:r>
              <a:rPr dirty="0" lang="en-IN"/>
              <a:t>Applications of Reinforcement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56F02-8C09-41D8-BB98-95FB5398CEC2}"/>
              </a:ext>
            </a:extLst>
          </p:cNvPr>
          <p:cNvSpPr/>
          <p:nvPr/>
        </p:nvSpPr>
        <p:spPr>
          <a:xfrm>
            <a:off x="1787349" y="5410161"/>
            <a:ext cx="5703094" cy="606056"/>
          </a:xfrm>
          <a:prstGeom prst="rect">
            <a:avLst/>
          </a:prstGeom>
          <a:solidFill>
            <a:srgbClr val="3F4347"/>
          </a:solidFill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0" dirty="0" i="0" lang="en-US" sz="2400">
                <a:solidFill>
                  <a:schemeClr val="bg1"/>
                </a:solidFill>
                <a:effectLst/>
                <a:latin charset="0" panose="020B0502040204020203" pitchFamily="34" typeface="Bahnschrift"/>
              </a:rPr>
              <a:t>Machine Learning and Data Processing</a:t>
            </a:r>
          </a:p>
        </p:txBody>
      </p:sp>
      <p:pic>
        <p:nvPicPr>
          <p:cNvPr descr="Data collection and pre-processing techniques - Qualcomm Developer Network" id="3074" name="Picture 2">
            <a:extLst>
              <a:ext uri="{FF2B5EF4-FFF2-40B4-BE49-F238E27FC236}">
                <a16:creationId xmlns:a16="http://schemas.microsoft.com/office/drawing/2014/main" id="{8770120D-739C-46D5-BF66-448629F2FE32}"/>
              </a:ext>
            </a:extLst>
          </p:cNvPr>
          <p:cNvPicPr>
            <a:picLocks noChangeArrowheads="1"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5" r="-2"/>
          <a:stretch/>
        </p:blipFill>
        <p:spPr bwMode="auto">
          <a:xfrm>
            <a:off x="552893" y="2147776"/>
            <a:ext cx="8172006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0567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C6DFC-D2FB-4E36-931F-B802A0B5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Applications of Reinforcement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56F02-8C09-41D8-BB98-95FB5398CEC2}"/>
              </a:ext>
            </a:extLst>
          </p:cNvPr>
          <p:cNvSpPr/>
          <p:nvPr/>
        </p:nvSpPr>
        <p:spPr>
          <a:xfrm>
            <a:off x="1162050" y="5676900"/>
            <a:ext cx="7048500" cy="810786"/>
          </a:xfrm>
          <a:prstGeom prst="rect">
            <a:avLst/>
          </a:prstGeom>
          <a:solidFill>
            <a:srgbClr val="3F434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create training systems that provide custom instruction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F3376D-8CDC-46C0-A88F-535B8D352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293" y="1720793"/>
            <a:ext cx="3339413" cy="376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26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C6DFC-D2FB-4E36-931F-B802A0B53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IN" dirty="0"/>
              <a:t>Applications of Reinforcement Learning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456F02-8C09-41D8-BB98-95FB5398CEC2}"/>
              </a:ext>
            </a:extLst>
          </p:cNvPr>
          <p:cNvSpPr/>
          <p:nvPr/>
        </p:nvSpPr>
        <p:spPr>
          <a:xfrm>
            <a:off x="638175" y="5842316"/>
            <a:ext cx="7867650" cy="748983"/>
          </a:xfrm>
          <a:prstGeom prst="rect">
            <a:avLst/>
          </a:prstGeom>
          <a:solidFill>
            <a:srgbClr val="3F4347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i="0" dirty="0">
                <a:solidFill>
                  <a:schemeClr val="bg1"/>
                </a:solidFill>
                <a:effectLst/>
                <a:latin typeface="Bahnschrift" panose="020B0502040204020203" pitchFamily="34" charset="0"/>
              </a:rPr>
              <a:t>Aircraft control and robot motion control</a:t>
            </a:r>
          </a:p>
        </p:txBody>
      </p:sp>
      <p:pic>
        <p:nvPicPr>
          <p:cNvPr id="4098" name="Picture 2" descr="Flight Controls - SKYbrary Aviation Safety">
            <a:extLst>
              <a:ext uri="{FF2B5EF4-FFF2-40B4-BE49-F238E27FC236}">
                <a16:creationId xmlns:a16="http://schemas.microsoft.com/office/drawing/2014/main" id="{331823E2-5AD8-4ECD-AA95-CADF0F7E6B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860" y="1452864"/>
            <a:ext cx="5662280" cy="3952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4215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1669</TotalTime>
  <Words>544</Words>
  <Application>Microsoft Office PowerPoint</Application>
  <PresentationFormat>On-screen Show (4:3)</PresentationFormat>
  <Paragraphs>112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Arial</vt:lpstr>
      <vt:lpstr>Bahnschrift</vt:lpstr>
      <vt:lpstr>Bahnschrift SemiBold</vt:lpstr>
      <vt:lpstr>Calibri</vt:lpstr>
      <vt:lpstr>Calibri Light</vt:lpstr>
      <vt:lpstr>Source Sans Pro</vt:lpstr>
      <vt:lpstr>urw-din</vt:lpstr>
      <vt:lpstr>Office Theme</vt:lpstr>
      <vt:lpstr>PowerPoint Presentation</vt:lpstr>
      <vt:lpstr>PowerPoint Presentation</vt:lpstr>
      <vt:lpstr>PowerPoint Presentation</vt:lpstr>
      <vt:lpstr>Introduction</vt:lpstr>
      <vt:lpstr>Introduction</vt:lpstr>
      <vt:lpstr>Introduction</vt:lpstr>
      <vt:lpstr>Machine Learning Methods</vt:lpstr>
      <vt:lpstr>Supervised machine learning algorithms </vt:lpstr>
      <vt:lpstr>Supervised learning algorithms</vt:lpstr>
      <vt:lpstr>Supervised learning examples</vt:lpstr>
      <vt:lpstr>Challenges of supervised learning</vt:lpstr>
      <vt:lpstr>Unsupervised machine learning algorithms </vt:lpstr>
      <vt:lpstr>Types of Unsupervised Learning Algorithm</vt:lpstr>
      <vt:lpstr>Unsupervised Learning algorithms</vt:lpstr>
      <vt:lpstr>Advantages of Unsupervised Learning</vt:lpstr>
      <vt:lpstr>Disadvantages of Unsupervised Learning</vt:lpstr>
      <vt:lpstr>Semisupervised machine learning algorithms </vt:lpstr>
      <vt:lpstr>Semisupervised machine learning algorithms </vt:lpstr>
      <vt:lpstr>Reinforcement machine learning algorithms</vt:lpstr>
      <vt:lpstr>Reinforcement machine learning algorithms</vt:lpstr>
      <vt:lpstr>PowerPoint Presentation</vt:lpstr>
      <vt:lpstr>How reinforcement learning works?</vt:lpstr>
      <vt:lpstr>Reinforcement Learning Algorithms</vt:lpstr>
      <vt:lpstr>Characteristics of Reinforcement Learning</vt:lpstr>
      <vt:lpstr>Types of Reinforcement Learning</vt:lpstr>
      <vt:lpstr>Learning Models of Reinforcement</vt:lpstr>
      <vt:lpstr>Markov Decision Process</vt:lpstr>
      <vt:lpstr>Q-Learning</vt:lpstr>
      <vt:lpstr>Q-Learning</vt:lpstr>
      <vt:lpstr> Reinforcement Learning vs. Supervised Learning </vt:lpstr>
      <vt:lpstr>Applications of Reinforcement Learning</vt:lpstr>
      <vt:lpstr>Applications of Reinforcement Learning</vt:lpstr>
      <vt:lpstr>Applications of Reinforcement Learning</vt:lpstr>
      <vt:lpstr>Applications of Reinforcement Learning</vt:lpstr>
      <vt:lpstr>Applications of Reinforcement Learning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 1</cp:lastModifiedBy>
  <cp:revision>182</cp:revision>
  <dcterms:created xsi:type="dcterms:W3CDTF">2021-05-13T17:45:44Z</dcterms:created>
  <dcterms:modified xsi:type="dcterms:W3CDTF">2021-09-24T07:32:24Z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1082533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