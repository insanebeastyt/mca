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officedocument.drawingml.diagramData+xml" PartName="/ppt/diagrams/data5.xml"/>
  <Override ContentType="application/vnd.openxmlformats-officedocument.drawingml.diagramLayout+xml" PartName="/ppt/diagrams/layout5.xml"/>
  <Override ContentType="application/vnd.openxmlformats-officedocument.drawingml.diagramStyle+xml" PartName="/ppt/diagrams/quickStyle5.xml"/>
  <Override ContentType="application/vnd.openxmlformats-officedocument.drawingml.diagramColors+xml" PartName="/ppt/diagrams/colors5.xml"/>
  <Override ContentType="application/vnd.ms-office.drawingml.diagramDrawing+xml" PartName="/ppt/diagrams/drawing5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66" r:id="rId2"/>
    <p:sldId id="261" r:id="rId3"/>
    <p:sldId id="268" r:id="rId4"/>
    <p:sldId id="269" r:id="rId5"/>
    <p:sldId id="271" r:id="rId6"/>
    <p:sldId id="272" r:id="rId7"/>
    <p:sldId id="273" r:id="rId8"/>
    <p:sldId id="274" r:id="rId9"/>
    <p:sldId id="277" r:id="rId10"/>
    <p:sldId id="275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7" r:id="rId21"/>
    <p:sldId id="288" r:id="rId22"/>
    <p:sldId id="289" r:id="rId23"/>
    <p:sldId id="290" r:id="rId24"/>
    <p:sldId id="291" r:id="rId25"/>
    <p:sldId id="292" r:id="rId26"/>
    <p:sldId id="26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909" autoAdjust="0"/>
  </p:normalViewPr>
  <p:slideViewPr>
    <p:cSldViewPr snapToGrid="0">
      <p:cViewPr varScale="1">
        <p:scale>
          <a:sx n="62" d="100"/>
          <a:sy n="62" d="100"/>
        </p:scale>
        <p:origin x="192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FE7DEA-09C0-4F87-92B6-C21A3082E2E6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B22EA74-D7C1-47BA-A668-8E4B50958DA6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Apache Pig has two execution modes:</a:t>
          </a:r>
        </a:p>
      </dgm:t>
    </dgm:pt>
    <dgm:pt modelId="{6F964562-AAE2-42BE-ACE6-F271805C49A8}" type="parTrans" cxnId="{75AC33A1-85DA-459D-8AD5-DB08469EDAF3}">
      <dgm:prSet/>
      <dgm:spPr/>
      <dgm:t>
        <a:bodyPr/>
        <a:lstStyle/>
        <a:p>
          <a:endParaRPr lang="en-IN"/>
        </a:p>
      </dgm:t>
    </dgm:pt>
    <dgm:pt modelId="{EBB59772-340E-484B-8EED-6B888A4739DF}" type="sibTrans" cxnId="{75AC33A1-85DA-459D-8AD5-DB08469EDAF3}">
      <dgm:prSet/>
      <dgm:spPr/>
      <dgm:t>
        <a:bodyPr/>
        <a:lstStyle/>
        <a:p>
          <a:endParaRPr lang="en-IN"/>
        </a:p>
      </dgm:t>
    </dgm:pt>
    <dgm:pt modelId="{526E0A0A-3695-4EDE-AC6C-386E7AF38438}">
      <dgm:prSet/>
      <dgm:spPr/>
      <dgm:t>
        <a:bodyPr/>
        <a:lstStyle/>
        <a:p>
          <a:r>
            <a:rPr lang="en-IN" b="1" i="0" dirty="0">
              <a:effectLst/>
              <a:latin typeface="Bahnschrift" panose="020B0502040204020203" pitchFamily="34" charset="0"/>
            </a:rPr>
            <a:t>Local Mode</a:t>
          </a:r>
        </a:p>
      </dgm:t>
    </dgm:pt>
    <dgm:pt modelId="{48E28B1A-6F07-4256-8CC7-F6FE5419FA7A}" type="parTrans" cxnId="{11236907-62D9-4A11-8C3D-80C5935151D2}">
      <dgm:prSet/>
      <dgm:spPr/>
      <dgm:t>
        <a:bodyPr/>
        <a:lstStyle/>
        <a:p>
          <a:endParaRPr lang="en-IN"/>
        </a:p>
      </dgm:t>
    </dgm:pt>
    <dgm:pt modelId="{E30E84A5-74F2-4087-84AE-D45ABE12ADA7}" type="sibTrans" cxnId="{11236907-62D9-4A11-8C3D-80C5935151D2}">
      <dgm:prSet/>
      <dgm:spPr/>
      <dgm:t>
        <a:bodyPr/>
        <a:lstStyle/>
        <a:p>
          <a:endParaRPr lang="en-IN"/>
        </a:p>
      </dgm:t>
    </dgm:pt>
    <dgm:pt modelId="{E0416017-4941-41C3-BE86-918BECF42AD5}">
      <dgm:prSet/>
      <dgm:spPr/>
      <dgm:t>
        <a:bodyPr/>
        <a:lstStyle/>
        <a:p>
          <a:r>
            <a:rPr lang="en-IN" b="1" i="0" dirty="0">
              <a:effectLst/>
              <a:latin typeface="Bahnschrift" panose="020B0502040204020203" pitchFamily="34" charset="0"/>
            </a:rPr>
            <a:t>MapReduce Mode</a:t>
          </a:r>
          <a:endParaRPr lang="en-IN" b="0" i="0" dirty="0">
            <a:effectLst/>
            <a:latin typeface="Bahnschrift" panose="020B0502040204020203" pitchFamily="34" charset="0"/>
          </a:endParaRPr>
        </a:p>
      </dgm:t>
    </dgm:pt>
    <dgm:pt modelId="{66141342-D1A8-4C9B-A36B-DABED5687D14}" type="parTrans" cxnId="{131A8AAF-5FEF-49D9-9676-43B4F89BB237}">
      <dgm:prSet/>
      <dgm:spPr/>
      <dgm:t>
        <a:bodyPr/>
        <a:lstStyle/>
        <a:p>
          <a:endParaRPr lang="en-IN"/>
        </a:p>
      </dgm:t>
    </dgm:pt>
    <dgm:pt modelId="{A46CAA83-6153-4D80-8CBB-0920E5BA5E5B}" type="sibTrans" cxnId="{131A8AAF-5FEF-49D9-9676-43B4F89BB237}">
      <dgm:prSet/>
      <dgm:spPr/>
      <dgm:t>
        <a:bodyPr/>
        <a:lstStyle/>
        <a:p>
          <a:endParaRPr lang="en-IN"/>
        </a:p>
      </dgm:t>
    </dgm:pt>
    <dgm:pt modelId="{E86A9F74-D79C-4453-9D5F-0707DB20A355}" type="pres">
      <dgm:prSet presAssocID="{88FE7DEA-09C0-4F87-92B6-C21A3082E2E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10753AF-58AA-4CEE-A035-BA07BDA722C2}" type="pres">
      <dgm:prSet presAssocID="{4B22EA74-D7C1-47BA-A668-8E4B50958DA6}" presName="root1" presStyleCnt="0"/>
      <dgm:spPr/>
    </dgm:pt>
    <dgm:pt modelId="{FBA0BEED-ED70-451B-979A-651F294253B4}" type="pres">
      <dgm:prSet presAssocID="{4B22EA74-D7C1-47BA-A668-8E4B50958DA6}" presName="LevelOneTextNode" presStyleLbl="node0" presStyleIdx="0" presStyleCnt="1">
        <dgm:presLayoutVars>
          <dgm:chPref val="3"/>
        </dgm:presLayoutVars>
      </dgm:prSet>
      <dgm:spPr/>
    </dgm:pt>
    <dgm:pt modelId="{3A3619DE-A855-43AE-8BEF-282C39FD72D3}" type="pres">
      <dgm:prSet presAssocID="{4B22EA74-D7C1-47BA-A668-8E4B50958DA6}" presName="level2hierChild" presStyleCnt="0"/>
      <dgm:spPr/>
    </dgm:pt>
    <dgm:pt modelId="{255086D3-0E3E-46E1-8E14-E6D249587427}" type="pres">
      <dgm:prSet presAssocID="{48E28B1A-6F07-4256-8CC7-F6FE5419FA7A}" presName="conn2-1" presStyleLbl="parChTrans1D2" presStyleIdx="0" presStyleCnt="2"/>
      <dgm:spPr/>
    </dgm:pt>
    <dgm:pt modelId="{E6342933-C0B3-4A4A-AD9E-2E289C965037}" type="pres">
      <dgm:prSet presAssocID="{48E28B1A-6F07-4256-8CC7-F6FE5419FA7A}" presName="connTx" presStyleLbl="parChTrans1D2" presStyleIdx="0" presStyleCnt="2"/>
      <dgm:spPr/>
    </dgm:pt>
    <dgm:pt modelId="{18BC6052-8854-4840-A687-40F76A858535}" type="pres">
      <dgm:prSet presAssocID="{526E0A0A-3695-4EDE-AC6C-386E7AF38438}" presName="root2" presStyleCnt="0"/>
      <dgm:spPr/>
    </dgm:pt>
    <dgm:pt modelId="{EED3A52F-0804-4A16-81A8-FF85D5E1BE2E}" type="pres">
      <dgm:prSet presAssocID="{526E0A0A-3695-4EDE-AC6C-386E7AF38438}" presName="LevelTwoTextNode" presStyleLbl="node2" presStyleIdx="0" presStyleCnt="2">
        <dgm:presLayoutVars>
          <dgm:chPref val="3"/>
        </dgm:presLayoutVars>
      </dgm:prSet>
      <dgm:spPr/>
    </dgm:pt>
    <dgm:pt modelId="{C4FE858F-7FFE-4275-A7D4-2023C1AC6E00}" type="pres">
      <dgm:prSet presAssocID="{526E0A0A-3695-4EDE-AC6C-386E7AF38438}" presName="level3hierChild" presStyleCnt="0"/>
      <dgm:spPr/>
    </dgm:pt>
    <dgm:pt modelId="{6525C6B2-B1EE-42F9-A946-49961E756A4A}" type="pres">
      <dgm:prSet presAssocID="{66141342-D1A8-4C9B-A36B-DABED5687D14}" presName="conn2-1" presStyleLbl="parChTrans1D2" presStyleIdx="1" presStyleCnt="2"/>
      <dgm:spPr/>
    </dgm:pt>
    <dgm:pt modelId="{069F3E27-7BB8-4889-BA30-73391735CECA}" type="pres">
      <dgm:prSet presAssocID="{66141342-D1A8-4C9B-A36B-DABED5687D14}" presName="connTx" presStyleLbl="parChTrans1D2" presStyleIdx="1" presStyleCnt="2"/>
      <dgm:spPr/>
    </dgm:pt>
    <dgm:pt modelId="{DA542453-2524-4469-9C89-741C3DDE85B7}" type="pres">
      <dgm:prSet presAssocID="{E0416017-4941-41C3-BE86-918BECF42AD5}" presName="root2" presStyleCnt="0"/>
      <dgm:spPr/>
    </dgm:pt>
    <dgm:pt modelId="{FAB38877-7B27-411A-9D6E-3A0AF36318DA}" type="pres">
      <dgm:prSet presAssocID="{E0416017-4941-41C3-BE86-918BECF42AD5}" presName="LevelTwoTextNode" presStyleLbl="node2" presStyleIdx="1" presStyleCnt="2">
        <dgm:presLayoutVars>
          <dgm:chPref val="3"/>
        </dgm:presLayoutVars>
      </dgm:prSet>
      <dgm:spPr/>
    </dgm:pt>
    <dgm:pt modelId="{D1734CAF-CE55-4E80-9531-4934A976985C}" type="pres">
      <dgm:prSet presAssocID="{E0416017-4941-41C3-BE86-918BECF42AD5}" presName="level3hierChild" presStyleCnt="0"/>
      <dgm:spPr/>
    </dgm:pt>
  </dgm:ptLst>
  <dgm:cxnLst>
    <dgm:cxn modelId="{7E58C306-54E6-4EBD-B4B0-EB41560F610F}" type="presOf" srcId="{526E0A0A-3695-4EDE-AC6C-386E7AF38438}" destId="{EED3A52F-0804-4A16-81A8-FF85D5E1BE2E}" srcOrd="0" destOrd="0" presId="urn:microsoft.com/office/officeart/2005/8/layout/hierarchy2"/>
    <dgm:cxn modelId="{11236907-62D9-4A11-8C3D-80C5935151D2}" srcId="{4B22EA74-D7C1-47BA-A668-8E4B50958DA6}" destId="{526E0A0A-3695-4EDE-AC6C-386E7AF38438}" srcOrd="0" destOrd="0" parTransId="{48E28B1A-6F07-4256-8CC7-F6FE5419FA7A}" sibTransId="{E30E84A5-74F2-4087-84AE-D45ABE12ADA7}"/>
    <dgm:cxn modelId="{93315338-3E2A-481E-BB10-117C1B712483}" type="presOf" srcId="{48E28B1A-6F07-4256-8CC7-F6FE5419FA7A}" destId="{E6342933-C0B3-4A4A-AD9E-2E289C965037}" srcOrd="1" destOrd="0" presId="urn:microsoft.com/office/officeart/2005/8/layout/hierarchy2"/>
    <dgm:cxn modelId="{B01FB064-47B0-4FEC-8E45-7FD57F30AE22}" type="presOf" srcId="{48E28B1A-6F07-4256-8CC7-F6FE5419FA7A}" destId="{255086D3-0E3E-46E1-8E14-E6D249587427}" srcOrd="0" destOrd="0" presId="urn:microsoft.com/office/officeart/2005/8/layout/hierarchy2"/>
    <dgm:cxn modelId="{B5EF0D83-972B-41FE-AFE5-7BC8E40F1FC4}" type="presOf" srcId="{E0416017-4941-41C3-BE86-918BECF42AD5}" destId="{FAB38877-7B27-411A-9D6E-3A0AF36318DA}" srcOrd="0" destOrd="0" presId="urn:microsoft.com/office/officeart/2005/8/layout/hierarchy2"/>
    <dgm:cxn modelId="{D75A2F8F-3F8B-434A-8DC6-F6A857C82DAC}" type="presOf" srcId="{66141342-D1A8-4C9B-A36B-DABED5687D14}" destId="{6525C6B2-B1EE-42F9-A946-49961E756A4A}" srcOrd="0" destOrd="0" presId="urn:microsoft.com/office/officeart/2005/8/layout/hierarchy2"/>
    <dgm:cxn modelId="{FB351992-A9EA-4450-A8D9-E1F27DF1CA17}" type="presOf" srcId="{4B22EA74-D7C1-47BA-A668-8E4B50958DA6}" destId="{FBA0BEED-ED70-451B-979A-651F294253B4}" srcOrd="0" destOrd="0" presId="urn:microsoft.com/office/officeart/2005/8/layout/hierarchy2"/>
    <dgm:cxn modelId="{75AC33A1-85DA-459D-8AD5-DB08469EDAF3}" srcId="{88FE7DEA-09C0-4F87-92B6-C21A3082E2E6}" destId="{4B22EA74-D7C1-47BA-A668-8E4B50958DA6}" srcOrd="0" destOrd="0" parTransId="{6F964562-AAE2-42BE-ACE6-F271805C49A8}" sibTransId="{EBB59772-340E-484B-8EED-6B888A4739DF}"/>
    <dgm:cxn modelId="{131A8AAF-5FEF-49D9-9676-43B4F89BB237}" srcId="{4B22EA74-D7C1-47BA-A668-8E4B50958DA6}" destId="{E0416017-4941-41C3-BE86-918BECF42AD5}" srcOrd="1" destOrd="0" parTransId="{66141342-D1A8-4C9B-A36B-DABED5687D14}" sibTransId="{A46CAA83-6153-4D80-8CBB-0920E5BA5E5B}"/>
    <dgm:cxn modelId="{5ED21FD5-2F09-4EEC-96FB-C527C35F7140}" type="presOf" srcId="{88FE7DEA-09C0-4F87-92B6-C21A3082E2E6}" destId="{E86A9F74-D79C-4453-9D5F-0707DB20A355}" srcOrd="0" destOrd="0" presId="urn:microsoft.com/office/officeart/2005/8/layout/hierarchy2"/>
    <dgm:cxn modelId="{6A4950E0-87A7-441A-B24B-0D3895476FE0}" type="presOf" srcId="{66141342-D1A8-4C9B-A36B-DABED5687D14}" destId="{069F3E27-7BB8-4889-BA30-73391735CECA}" srcOrd="1" destOrd="0" presId="urn:microsoft.com/office/officeart/2005/8/layout/hierarchy2"/>
    <dgm:cxn modelId="{85F4B1D6-AB1F-4591-B8E4-687BD551BB6D}" type="presParOf" srcId="{E86A9F74-D79C-4453-9D5F-0707DB20A355}" destId="{510753AF-58AA-4CEE-A035-BA07BDA722C2}" srcOrd="0" destOrd="0" presId="urn:microsoft.com/office/officeart/2005/8/layout/hierarchy2"/>
    <dgm:cxn modelId="{A86FC1B7-9650-4A8D-BB88-1C08680BE937}" type="presParOf" srcId="{510753AF-58AA-4CEE-A035-BA07BDA722C2}" destId="{FBA0BEED-ED70-451B-979A-651F294253B4}" srcOrd="0" destOrd="0" presId="urn:microsoft.com/office/officeart/2005/8/layout/hierarchy2"/>
    <dgm:cxn modelId="{09BC4DB2-D049-4462-94ED-8F9198E2F0B7}" type="presParOf" srcId="{510753AF-58AA-4CEE-A035-BA07BDA722C2}" destId="{3A3619DE-A855-43AE-8BEF-282C39FD72D3}" srcOrd="1" destOrd="0" presId="urn:microsoft.com/office/officeart/2005/8/layout/hierarchy2"/>
    <dgm:cxn modelId="{99786CE4-C632-41E6-AD0B-03E6B38CA5DC}" type="presParOf" srcId="{3A3619DE-A855-43AE-8BEF-282C39FD72D3}" destId="{255086D3-0E3E-46E1-8E14-E6D249587427}" srcOrd="0" destOrd="0" presId="urn:microsoft.com/office/officeart/2005/8/layout/hierarchy2"/>
    <dgm:cxn modelId="{8E426957-E088-42F9-A90D-BB45F04F4B33}" type="presParOf" srcId="{255086D3-0E3E-46E1-8E14-E6D249587427}" destId="{E6342933-C0B3-4A4A-AD9E-2E289C965037}" srcOrd="0" destOrd="0" presId="urn:microsoft.com/office/officeart/2005/8/layout/hierarchy2"/>
    <dgm:cxn modelId="{CEBCC986-9892-4030-A6FA-8465ED84317E}" type="presParOf" srcId="{3A3619DE-A855-43AE-8BEF-282C39FD72D3}" destId="{18BC6052-8854-4840-A687-40F76A858535}" srcOrd="1" destOrd="0" presId="urn:microsoft.com/office/officeart/2005/8/layout/hierarchy2"/>
    <dgm:cxn modelId="{D2253331-EA72-4EC1-80E3-5BD3DD3A7FF3}" type="presParOf" srcId="{18BC6052-8854-4840-A687-40F76A858535}" destId="{EED3A52F-0804-4A16-81A8-FF85D5E1BE2E}" srcOrd="0" destOrd="0" presId="urn:microsoft.com/office/officeart/2005/8/layout/hierarchy2"/>
    <dgm:cxn modelId="{6A19805C-DF27-45AE-877F-4A205115F84B}" type="presParOf" srcId="{18BC6052-8854-4840-A687-40F76A858535}" destId="{C4FE858F-7FFE-4275-A7D4-2023C1AC6E00}" srcOrd="1" destOrd="0" presId="urn:microsoft.com/office/officeart/2005/8/layout/hierarchy2"/>
    <dgm:cxn modelId="{CF197832-64F0-4F46-B24E-8D3A07AEEFC0}" type="presParOf" srcId="{3A3619DE-A855-43AE-8BEF-282C39FD72D3}" destId="{6525C6B2-B1EE-42F9-A946-49961E756A4A}" srcOrd="2" destOrd="0" presId="urn:microsoft.com/office/officeart/2005/8/layout/hierarchy2"/>
    <dgm:cxn modelId="{44E30EF4-2330-451B-BD15-7282D50013C5}" type="presParOf" srcId="{6525C6B2-B1EE-42F9-A946-49961E756A4A}" destId="{069F3E27-7BB8-4889-BA30-73391735CECA}" srcOrd="0" destOrd="0" presId="urn:microsoft.com/office/officeart/2005/8/layout/hierarchy2"/>
    <dgm:cxn modelId="{E56E42D3-F935-483B-9962-8C24E508C7B3}" type="presParOf" srcId="{3A3619DE-A855-43AE-8BEF-282C39FD72D3}" destId="{DA542453-2524-4469-9C89-741C3DDE85B7}" srcOrd="3" destOrd="0" presId="urn:microsoft.com/office/officeart/2005/8/layout/hierarchy2"/>
    <dgm:cxn modelId="{1270FB77-94BC-4CA2-B87E-92ABC8085059}" type="presParOf" srcId="{DA542453-2524-4469-9C89-741C3DDE85B7}" destId="{FAB38877-7B27-411A-9D6E-3A0AF36318DA}" srcOrd="0" destOrd="0" presId="urn:microsoft.com/office/officeart/2005/8/layout/hierarchy2"/>
    <dgm:cxn modelId="{CE059D52-5E6D-499A-AA9A-2D767DA205F0}" type="presParOf" srcId="{DA542453-2524-4469-9C89-741C3DDE85B7}" destId="{D1734CAF-CE55-4E80-9531-4934A976985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B3997D-11EC-4AEC-AE5C-CEE47F521063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F2044B4-F605-4EF9-A6D8-E3B800F43965}">
      <dgm:prSet/>
      <dgm:spPr/>
      <dgm:t>
        <a:bodyPr/>
        <a:lstStyle/>
        <a:p>
          <a:r>
            <a:rPr lang="en-US" b="0" i="0">
              <a:effectLst/>
            </a:rPr>
            <a:t>The first file contain three fields:</a:t>
          </a:r>
          <a:endParaRPr lang="en-US" b="0" i="0" dirty="0">
            <a:effectLst/>
          </a:endParaRPr>
        </a:p>
      </dgm:t>
    </dgm:pt>
    <dgm:pt modelId="{224F9D77-1008-432E-BDEA-305B85BEA2DF}" type="parTrans" cxnId="{6BDA98BC-2193-4516-935F-767AF86C5A04}">
      <dgm:prSet/>
      <dgm:spPr/>
      <dgm:t>
        <a:bodyPr/>
        <a:lstStyle/>
        <a:p>
          <a:endParaRPr lang="en-IN"/>
        </a:p>
      </dgm:t>
    </dgm:pt>
    <dgm:pt modelId="{30CCCF48-364B-4297-A992-2643544797A4}" type="sibTrans" cxnId="{6BDA98BC-2193-4516-935F-767AF86C5A04}">
      <dgm:prSet/>
      <dgm:spPr/>
      <dgm:t>
        <a:bodyPr/>
        <a:lstStyle/>
        <a:p>
          <a:endParaRPr lang="en-IN"/>
        </a:p>
      </dgm:t>
    </dgm:pt>
    <dgm:pt modelId="{10043768-CD56-4825-AAE8-07947DD84DC2}">
      <dgm:prSet/>
      <dgm:spPr/>
      <dgm:t>
        <a:bodyPr/>
        <a:lstStyle/>
        <a:p>
          <a:r>
            <a:rPr lang="en-IN" b="0" i="0" dirty="0">
              <a:effectLst/>
            </a:rPr>
            <a:t>user </a:t>
          </a:r>
        </a:p>
      </dgm:t>
    </dgm:pt>
    <dgm:pt modelId="{E6165380-7C1F-49DE-983C-F0A36D1CFA55}" type="parTrans" cxnId="{7C36FA4B-EC71-46A5-807E-D978C6FD7F90}">
      <dgm:prSet/>
      <dgm:spPr/>
      <dgm:t>
        <a:bodyPr/>
        <a:lstStyle/>
        <a:p>
          <a:endParaRPr lang="en-IN"/>
        </a:p>
      </dgm:t>
    </dgm:pt>
    <dgm:pt modelId="{64C280A2-2054-4699-9FEB-E3D3717F1396}" type="sibTrans" cxnId="{7C36FA4B-EC71-46A5-807E-D978C6FD7F90}">
      <dgm:prSet/>
      <dgm:spPr/>
      <dgm:t>
        <a:bodyPr/>
        <a:lstStyle/>
        <a:p>
          <a:endParaRPr lang="en-IN"/>
        </a:p>
      </dgm:t>
    </dgm:pt>
    <dgm:pt modelId="{CAE8CBD2-9FA0-465C-9BB2-6C4EA92E237F}">
      <dgm:prSet/>
      <dgm:spPr/>
      <dgm:t>
        <a:bodyPr/>
        <a:lstStyle/>
        <a:p>
          <a:r>
            <a:rPr lang="en-IN" b="0" i="0">
              <a:effectLst/>
            </a:rPr>
            <a:t>url</a:t>
          </a:r>
          <a:endParaRPr lang="en-IN" b="0" i="0" dirty="0">
            <a:effectLst/>
          </a:endParaRPr>
        </a:p>
      </dgm:t>
    </dgm:pt>
    <dgm:pt modelId="{1988C47B-C51B-43A8-AE55-FD353038087B}" type="parTrans" cxnId="{B150F895-CACF-4797-9C6A-E918F71014BB}">
      <dgm:prSet/>
      <dgm:spPr/>
      <dgm:t>
        <a:bodyPr/>
        <a:lstStyle/>
        <a:p>
          <a:endParaRPr lang="en-IN"/>
        </a:p>
      </dgm:t>
    </dgm:pt>
    <dgm:pt modelId="{9C4722B1-7931-4AB1-AA22-8B88BC5D1261}" type="sibTrans" cxnId="{B150F895-CACF-4797-9C6A-E918F71014BB}">
      <dgm:prSet/>
      <dgm:spPr/>
      <dgm:t>
        <a:bodyPr/>
        <a:lstStyle/>
        <a:p>
          <a:endParaRPr lang="en-IN"/>
        </a:p>
      </dgm:t>
    </dgm:pt>
    <dgm:pt modelId="{667D6BC7-16B7-40D9-BA9F-B69464C6B45A}">
      <dgm:prSet/>
      <dgm:spPr/>
      <dgm:t>
        <a:bodyPr/>
        <a:lstStyle/>
        <a:p>
          <a:r>
            <a:rPr lang="en-IN" b="0" i="0" dirty="0">
              <a:effectLst/>
            </a:rPr>
            <a:t>&amp; id</a:t>
          </a:r>
          <a:endParaRPr lang="en-US" b="0" i="0" dirty="0">
            <a:effectLst/>
          </a:endParaRPr>
        </a:p>
      </dgm:t>
    </dgm:pt>
    <dgm:pt modelId="{BBEF97F8-61CE-4927-831E-0B615EEEBCC3}" type="parTrans" cxnId="{CDBECAA6-743A-4E7F-AEAB-C3F543741B5D}">
      <dgm:prSet/>
      <dgm:spPr/>
      <dgm:t>
        <a:bodyPr/>
        <a:lstStyle/>
        <a:p>
          <a:endParaRPr lang="en-IN"/>
        </a:p>
      </dgm:t>
    </dgm:pt>
    <dgm:pt modelId="{4E23FC54-9004-49B9-B3E8-926E7FEF6457}" type="sibTrans" cxnId="{CDBECAA6-743A-4E7F-AEAB-C3F543741B5D}">
      <dgm:prSet/>
      <dgm:spPr/>
      <dgm:t>
        <a:bodyPr/>
        <a:lstStyle/>
        <a:p>
          <a:endParaRPr lang="en-IN"/>
        </a:p>
      </dgm:t>
    </dgm:pt>
    <dgm:pt modelId="{4F848FDC-AFD1-49A7-8512-30F6CF2398D7}" type="pres">
      <dgm:prSet presAssocID="{46B3997D-11EC-4AEC-AE5C-CEE47F52106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22AE510-FD6F-4897-8BDF-E6EC2348ABCF}" type="pres">
      <dgm:prSet presAssocID="{6F2044B4-F605-4EF9-A6D8-E3B800F43965}" presName="root1" presStyleCnt="0"/>
      <dgm:spPr/>
    </dgm:pt>
    <dgm:pt modelId="{3DE13F9A-76D2-4C1F-98A5-56AB0D3C4D7D}" type="pres">
      <dgm:prSet presAssocID="{6F2044B4-F605-4EF9-A6D8-E3B800F43965}" presName="LevelOneTextNode" presStyleLbl="node0" presStyleIdx="0" presStyleCnt="1">
        <dgm:presLayoutVars>
          <dgm:chPref val="3"/>
        </dgm:presLayoutVars>
      </dgm:prSet>
      <dgm:spPr/>
    </dgm:pt>
    <dgm:pt modelId="{C8975B6F-3F47-446E-BE65-83444994A26D}" type="pres">
      <dgm:prSet presAssocID="{6F2044B4-F605-4EF9-A6D8-E3B800F43965}" presName="level2hierChild" presStyleCnt="0"/>
      <dgm:spPr/>
    </dgm:pt>
    <dgm:pt modelId="{801434DF-3287-4946-8B1D-5B5C6C32AC2B}" type="pres">
      <dgm:prSet presAssocID="{E6165380-7C1F-49DE-983C-F0A36D1CFA55}" presName="conn2-1" presStyleLbl="parChTrans1D2" presStyleIdx="0" presStyleCnt="3"/>
      <dgm:spPr/>
    </dgm:pt>
    <dgm:pt modelId="{63CFBD7D-E14F-4161-AA35-8AA85167BEFC}" type="pres">
      <dgm:prSet presAssocID="{E6165380-7C1F-49DE-983C-F0A36D1CFA55}" presName="connTx" presStyleLbl="parChTrans1D2" presStyleIdx="0" presStyleCnt="3"/>
      <dgm:spPr/>
    </dgm:pt>
    <dgm:pt modelId="{1DA86665-486D-427D-B33A-EAD80636CD29}" type="pres">
      <dgm:prSet presAssocID="{10043768-CD56-4825-AAE8-07947DD84DC2}" presName="root2" presStyleCnt="0"/>
      <dgm:spPr/>
    </dgm:pt>
    <dgm:pt modelId="{BDE243C6-DF0E-4F1C-A61A-2A138B8928FA}" type="pres">
      <dgm:prSet presAssocID="{10043768-CD56-4825-AAE8-07947DD84DC2}" presName="LevelTwoTextNode" presStyleLbl="node2" presStyleIdx="0" presStyleCnt="3">
        <dgm:presLayoutVars>
          <dgm:chPref val="3"/>
        </dgm:presLayoutVars>
      </dgm:prSet>
      <dgm:spPr/>
    </dgm:pt>
    <dgm:pt modelId="{7E988A81-DA36-45BE-ADC9-24F88A7BADC6}" type="pres">
      <dgm:prSet presAssocID="{10043768-CD56-4825-AAE8-07947DD84DC2}" presName="level3hierChild" presStyleCnt="0"/>
      <dgm:spPr/>
    </dgm:pt>
    <dgm:pt modelId="{CBBE566F-88B1-4B6F-ADFC-5BB3F1D213DF}" type="pres">
      <dgm:prSet presAssocID="{1988C47B-C51B-43A8-AE55-FD353038087B}" presName="conn2-1" presStyleLbl="parChTrans1D2" presStyleIdx="1" presStyleCnt="3"/>
      <dgm:spPr/>
    </dgm:pt>
    <dgm:pt modelId="{55CD949A-7D5F-47E0-9ED2-B5CB62EBEB44}" type="pres">
      <dgm:prSet presAssocID="{1988C47B-C51B-43A8-AE55-FD353038087B}" presName="connTx" presStyleLbl="parChTrans1D2" presStyleIdx="1" presStyleCnt="3"/>
      <dgm:spPr/>
    </dgm:pt>
    <dgm:pt modelId="{A7E7B065-8798-4C5C-9D3B-BC869CC0D8FD}" type="pres">
      <dgm:prSet presAssocID="{CAE8CBD2-9FA0-465C-9BB2-6C4EA92E237F}" presName="root2" presStyleCnt="0"/>
      <dgm:spPr/>
    </dgm:pt>
    <dgm:pt modelId="{88D4C7C2-9082-450D-A2E8-BD4D62C9F15C}" type="pres">
      <dgm:prSet presAssocID="{CAE8CBD2-9FA0-465C-9BB2-6C4EA92E237F}" presName="LevelTwoTextNode" presStyleLbl="node2" presStyleIdx="1" presStyleCnt="3">
        <dgm:presLayoutVars>
          <dgm:chPref val="3"/>
        </dgm:presLayoutVars>
      </dgm:prSet>
      <dgm:spPr/>
    </dgm:pt>
    <dgm:pt modelId="{56A2CACA-6D63-4E74-B535-621EACCF146A}" type="pres">
      <dgm:prSet presAssocID="{CAE8CBD2-9FA0-465C-9BB2-6C4EA92E237F}" presName="level3hierChild" presStyleCnt="0"/>
      <dgm:spPr/>
    </dgm:pt>
    <dgm:pt modelId="{D02CA78F-0912-4E06-9C16-793B3990B3F6}" type="pres">
      <dgm:prSet presAssocID="{BBEF97F8-61CE-4927-831E-0B615EEEBCC3}" presName="conn2-1" presStyleLbl="parChTrans1D2" presStyleIdx="2" presStyleCnt="3"/>
      <dgm:spPr/>
    </dgm:pt>
    <dgm:pt modelId="{D31CC025-E01E-489E-BAFB-61086FB3150F}" type="pres">
      <dgm:prSet presAssocID="{BBEF97F8-61CE-4927-831E-0B615EEEBCC3}" presName="connTx" presStyleLbl="parChTrans1D2" presStyleIdx="2" presStyleCnt="3"/>
      <dgm:spPr/>
    </dgm:pt>
    <dgm:pt modelId="{AE6AE9D3-E037-4EBA-9AE5-91ACF32516FC}" type="pres">
      <dgm:prSet presAssocID="{667D6BC7-16B7-40D9-BA9F-B69464C6B45A}" presName="root2" presStyleCnt="0"/>
      <dgm:spPr/>
    </dgm:pt>
    <dgm:pt modelId="{10329F92-BA05-4936-8BD5-2AD9AF728EFF}" type="pres">
      <dgm:prSet presAssocID="{667D6BC7-16B7-40D9-BA9F-B69464C6B45A}" presName="LevelTwoTextNode" presStyleLbl="node2" presStyleIdx="2" presStyleCnt="3">
        <dgm:presLayoutVars>
          <dgm:chPref val="3"/>
        </dgm:presLayoutVars>
      </dgm:prSet>
      <dgm:spPr/>
    </dgm:pt>
    <dgm:pt modelId="{BAE30548-6B95-42BC-BE55-4C36B9DCD8E0}" type="pres">
      <dgm:prSet presAssocID="{667D6BC7-16B7-40D9-BA9F-B69464C6B45A}" presName="level3hierChild" presStyleCnt="0"/>
      <dgm:spPr/>
    </dgm:pt>
  </dgm:ptLst>
  <dgm:cxnLst>
    <dgm:cxn modelId="{50CE7B24-1E90-4996-A779-D7692E368292}" type="presOf" srcId="{667D6BC7-16B7-40D9-BA9F-B69464C6B45A}" destId="{10329F92-BA05-4936-8BD5-2AD9AF728EFF}" srcOrd="0" destOrd="0" presId="urn:microsoft.com/office/officeart/2005/8/layout/hierarchy2"/>
    <dgm:cxn modelId="{B24E875C-B513-46BC-9A0E-9077A2987E7F}" type="presOf" srcId="{1988C47B-C51B-43A8-AE55-FD353038087B}" destId="{CBBE566F-88B1-4B6F-ADFC-5BB3F1D213DF}" srcOrd="0" destOrd="0" presId="urn:microsoft.com/office/officeart/2005/8/layout/hierarchy2"/>
    <dgm:cxn modelId="{C445DC5C-BD31-4C6A-9D47-FD70402D23C2}" type="presOf" srcId="{1988C47B-C51B-43A8-AE55-FD353038087B}" destId="{55CD949A-7D5F-47E0-9ED2-B5CB62EBEB44}" srcOrd="1" destOrd="0" presId="urn:microsoft.com/office/officeart/2005/8/layout/hierarchy2"/>
    <dgm:cxn modelId="{FF045E47-B62E-45A6-96AA-5183A6F1F2A2}" type="presOf" srcId="{6F2044B4-F605-4EF9-A6D8-E3B800F43965}" destId="{3DE13F9A-76D2-4C1F-98A5-56AB0D3C4D7D}" srcOrd="0" destOrd="0" presId="urn:microsoft.com/office/officeart/2005/8/layout/hierarchy2"/>
    <dgm:cxn modelId="{87D11249-9D74-4336-98FD-C7495F6D0A03}" type="presOf" srcId="{BBEF97F8-61CE-4927-831E-0B615EEEBCC3}" destId="{D02CA78F-0912-4E06-9C16-793B3990B3F6}" srcOrd="0" destOrd="0" presId="urn:microsoft.com/office/officeart/2005/8/layout/hierarchy2"/>
    <dgm:cxn modelId="{A2DF4D69-5973-44EA-96A5-B9DCB7501408}" type="presOf" srcId="{CAE8CBD2-9FA0-465C-9BB2-6C4EA92E237F}" destId="{88D4C7C2-9082-450D-A2E8-BD4D62C9F15C}" srcOrd="0" destOrd="0" presId="urn:microsoft.com/office/officeart/2005/8/layout/hierarchy2"/>
    <dgm:cxn modelId="{7C36FA4B-EC71-46A5-807E-D978C6FD7F90}" srcId="{6F2044B4-F605-4EF9-A6D8-E3B800F43965}" destId="{10043768-CD56-4825-AAE8-07947DD84DC2}" srcOrd="0" destOrd="0" parTransId="{E6165380-7C1F-49DE-983C-F0A36D1CFA55}" sibTransId="{64C280A2-2054-4699-9FEB-E3D3717F1396}"/>
    <dgm:cxn modelId="{B150F895-CACF-4797-9C6A-E918F71014BB}" srcId="{6F2044B4-F605-4EF9-A6D8-E3B800F43965}" destId="{CAE8CBD2-9FA0-465C-9BB2-6C4EA92E237F}" srcOrd="1" destOrd="0" parTransId="{1988C47B-C51B-43A8-AE55-FD353038087B}" sibTransId="{9C4722B1-7931-4AB1-AA22-8B88BC5D1261}"/>
    <dgm:cxn modelId="{7357CF97-CAA0-4B7E-A2B4-1405DDE2E3BB}" type="presOf" srcId="{E6165380-7C1F-49DE-983C-F0A36D1CFA55}" destId="{63CFBD7D-E14F-4161-AA35-8AA85167BEFC}" srcOrd="1" destOrd="0" presId="urn:microsoft.com/office/officeart/2005/8/layout/hierarchy2"/>
    <dgm:cxn modelId="{0062E39A-45B1-48F5-BBEC-11D9D0C6CE15}" type="presOf" srcId="{46B3997D-11EC-4AEC-AE5C-CEE47F521063}" destId="{4F848FDC-AFD1-49A7-8512-30F6CF2398D7}" srcOrd="0" destOrd="0" presId="urn:microsoft.com/office/officeart/2005/8/layout/hierarchy2"/>
    <dgm:cxn modelId="{CDBECAA6-743A-4E7F-AEAB-C3F543741B5D}" srcId="{6F2044B4-F605-4EF9-A6D8-E3B800F43965}" destId="{667D6BC7-16B7-40D9-BA9F-B69464C6B45A}" srcOrd="2" destOrd="0" parTransId="{BBEF97F8-61CE-4927-831E-0B615EEEBCC3}" sibTransId="{4E23FC54-9004-49B9-B3E8-926E7FEF6457}"/>
    <dgm:cxn modelId="{D6BBF0B1-5D61-4D13-97DA-A2141E89FAAE}" type="presOf" srcId="{10043768-CD56-4825-AAE8-07947DD84DC2}" destId="{BDE243C6-DF0E-4F1C-A61A-2A138B8928FA}" srcOrd="0" destOrd="0" presId="urn:microsoft.com/office/officeart/2005/8/layout/hierarchy2"/>
    <dgm:cxn modelId="{EB1900B6-06CE-412B-92A2-3FC689F33402}" type="presOf" srcId="{BBEF97F8-61CE-4927-831E-0B615EEEBCC3}" destId="{D31CC025-E01E-489E-BAFB-61086FB3150F}" srcOrd="1" destOrd="0" presId="urn:microsoft.com/office/officeart/2005/8/layout/hierarchy2"/>
    <dgm:cxn modelId="{6BDA98BC-2193-4516-935F-767AF86C5A04}" srcId="{46B3997D-11EC-4AEC-AE5C-CEE47F521063}" destId="{6F2044B4-F605-4EF9-A6D8-E3B800F43965}" srcOrd="0" destOrd="0" parTransId="{224F9D77-1008-432E-BDEA-305B85BEA2DF}" sibTransId="{30CCCF48-364B-4297-A992-2643544797A4}"/>
    <dgm:cxn modelId="{EB72C1EC-E520-4C5A-9BC1-0E89E16DB7D3}" type="presOf" srcId="{E6165380-7C1F-49DE-983C-F0A36D1CFA55}" destId="{801434DF-3287-4946-8B1D-5B5C6C32AC2B}" srcOrd="0" destOrd="0" presId="urn:microsoft.com/office/officeart/2005/8/layout/hierarchy2"/>
    <dgm:cxn modelId="{1817DCC3-F85C-4683-9D3F-F156F4CB97CA}" type="presParOf" srcId="{4F848FDC-AFD1-49A7-8512-30F6CF2398D7}" destId="{E22AE510-FD6F-4897-8BDF-E6EC2348ABCF}" srcOrd="0" destOrd="0" presId="urn:microsoft.com/office/officeart/2005/8/layout/hierarchy2"/>
    <dgm:cxn modelId="{4949908D-B06A-4ED6-8360-97D73E13E937}" type="presParOf" srcId="{E22AE510-FD6F-4897-8BDF-E6EC2348ABCF}" destId="{3DE13F9A-76D2-4C1F-98A5-56AB0D3C4D7D}" srcOrd="0" destOrd="0" presId="urn:microsoft.com/office/officeart/2005/8/layout/hierarchy2"/>
    <dgm:cxn modelId="{215E800A-56DB-466C-995A-D93525C0F4A0}" type="presParOf" srcId="{E22AE510-FD6F-4897-8BDF-E6EC2348ABCF}" destId="{C8975B6F-3F47-446E-BE65-83444994A26D}" srcOrd="1" destOrd="0" presId="urn:microsoft.com/office/officeart/2005/8/layout/hierarchy2"/>
    <dgm:cxn modelId="{9FB1007F-3CEB-41E2-9623-89AFB8B74C65}" type="presParOf" srcId="{C8975B6F-3F47-446E-BE65-83444994A26D}" destId="{801434DF-3287-4946-8B1D-5B5C6C32AC2B}" srcOrd="0" destOrd="0" presId="urn:microsoft.com/office/officeart/2005/8/layout/hierarchy2"/>
    <dgm:cxn modelId="{A2DED618-B238-48EA-AA8B-F0BE706FD218}" type="presParOf" srcId="{801434DF-3287-4946-8B1D-5B5C6C32AC2B}" destId="{63CFBD7D-E14F-4161-AA35-8AA85167BEFC}" srcOrd="0" destOrd="0" presId="urn:microsoft.com/office/officeart/2005/8/layout/hierarchy2"/>
    <dgm:cxn modelId="{196EC5A9-3589-4452-8596-0DD16E810EED}" type="presParOf" srcId="{C8975B6F-3F47-446E-BE65-83444994A26D}" destId="{1DA86665-486D-427D-B33A-EAD80636CD29}" srcOrd="1" destOrd="0" presId="urn:microsoft.com/office/officeart/2005/8/layout/hierarchy2"/>
    <dgm:cxn modelId="{E8F0ACF9-0C4E-48C8-90C5-00D9C8D57C90}" type="presParOf" srcId="{1DA86665-486D-427D-B33A-EAD80636CD29}" destId="{BDE243C6-DF0E-4F1C-A61A-2A138B8928FA}" srcOrd="0" destOrd="0" presId="urn:microsoft.com/office/officeart/2005/8/layout/hierarchy2"/>
    <dgm:cxn modelId="{99F70EB0-329A-4DE9-88D1-DB52815AB519}" type="presParOf" srcId="{1DA86665-486D-427D-B33A-EAD80636CD29}" destId="{7E988A81-DA36-45BE-ADC9-24F88A7BADC6}" srcOrd="1" destOrd="0" presId="urn:microsoft.com/office/officeart/2005/8/layout/hierarchy2"/>
    <dgm:cxn modelId="{61606DEF-B78F-49AD-B4E5-CD005682296C}" type="presParOf" srcId="{C8975B6F-3F47-446E-BE65-83444994A26D}" destId="{CBBE566F-88B1-4B6F-ADFC-5BB3F1D213DF}" srcOrd="2" destOrd="0" presId="urn:microsoft.com/office/officeart/2005/8/layout/hierarchy2"/>
    <dgm:cxn modelId="{F5B4E18C-FC40-4160-B070-8F6AF1738EEE}" type="presParOf" srcId="{CBBE566F-88B1-4B6F-ADFC-5BB3F1D213DF}" destId="{55CD949A-7D5F-47E0-9ED2-B5CB62EBEB44}" srcOrd="0" destOrd="0" presId="urn:microsoft.com/office/officeart/2005/8/layout/hierarchy2"/>
    <dgm:cxn modelId="{1F0C142D-6826-41B8-9826-C5C17A21317A}" type="presParOf" srcId="{C8975B6F-3F47-446E-BE65-83444994A26D}" destId="{A7E7B065-8798-4C5C-9D3B-BC869CC0D8FD}" srcOrd="3" destOrd="0" presId="urn:microsoft.com/office/officeart/2005/8/layout/hierarchy2"/>
    <dgm:cxn modelId="{EC0A79A7-D6D7-459C-9CFD-2B912BD18CF3}" type="presParOf" srcId="{A7E7B065-8798-4C5C-9D3B-BC869CC0D8FD}" destId="{88D4C7C2-9082-450D-A2E8-BD4D62C9F15C}" srcOrd="0" destOrd="0" presId="urn:microsoft.com/office/officeart/2005/8/layout/hierarchy2"/>
    <dgm:cxn modelId="{72D6ECFF-8982-4806-8D31-CA84CA561EDF}" type="presParOf" srcId="{A7E7B065-8798-4C5C-9D3B-BC869CC0D8FD}" destId="{56A2CACA-6D63-4E74-B535-621EACCF146A}" srcOrd="1" destOrd="0" presId="urn:microsoft.com/office/officeart/2005/8/layout/hierarchy2"/>
    <dgm:cxn modelId="{4F3FF948-CA9E-4660-8743-55BAAF3E4741}" type="presParOf" srcId="{C8975B6F-3F47-446E-BE65-83444994A26D}" destId="{D02CA78F-0912-4E06-9C16-793B3990B3F6}" srcOrd="4" destOrd="0" presId="urn:microsoft.com/office/officeart/2005/8/layout/hierarchy2"/>
    <dgm:cxn modelId="{69ECD9AF-2EF6-4850-81DD-64AE21A387F2}" type="presParOf" srcId="{D02CA78F-0912-4E06-9C16-793B3990B3F6}" destId="{D31CC025-E01E-489E-BAFB-61086FB3150F}" srcOrd="0" destOrd="0" presId="urn:microsoft.com/office/officeart/2005/8/layout/hierarchy2"/>
    <dgm:cxn modelId="{198FC218-925C-4444-8FD2-281CC681DFFB}" type="presParOf" srcId="{C8975B6F-3F47-446E-BE65-83444994A26D}" destId="{AE6AE9D3-E037-4EBA-9AE5-91ACF32516FC}" srcOrd="5" destOrd="0" presId="urn:microsoft.com/office/officeart/2005/8/layout/hierarchy2"/>
    <dgm:cxn modelId="{9A9A26C3-8392-4FE3-9390-89BD9EE6490D}" type="presParOf" srcId="{AE6AE9D3-E037-4EBA-9AE5-91ACF32516FC}" destId="{10329F92-BA05-4936-8BD5-2AD9AF728EFF}" srcOrd="0" destOrd="0" presId="urn:microsoft.com/office/officeart/2005/8/layout/hierarchy2"/>
    <dgm:cxn modelId="{453EA303-532B-4353-B74F-1C750DEE9B60}" type="presParOf" srcId="{AE6AE9D3-E037-4EBA-9AE5-91ACF32516FC}" destId="{BAE30548-6B95-42BC-BE55-4C36B9DCD8E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7F5A6C-54D3-4D69-9DC8-7484FD86F5D0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2ADB006-CF4E-4D39-B962-DBFC86BD2D76}">
      <dgm:prSet/>
      <dgm:spPr/>
      <dgm:t>
        <a:bodyPr/>
        <a:lstStyle/>
        <a:p>
          <a:r>
            <a:rPr lang="en-IN">
              <a:effectLst/>
              <a:latin typeface="Bahnschrift" panose="020B0502040204020203" pitchFamily="34" charset="0"/>
              <a:ea typeface="Calibri" panose="020F0502020204030204" pitchFamily="34" charset="0"/>
              <a:cs typeface="Open Sans" panose="020B0606030504020204" pitchFamily="34" charset="0"/>
            </a:rPr>
            <a:t>The second file contain two fields</a:t>
          </a:r>
          <a:endParaRPr lang="en-IN" dirty="0">
            <a:effectLst/>
            <a:latin typeface="Bahnschrift" panose="020B0502040204020203" pitchFamily="34" charset="0"/>
            <a:ea typeface="Calibri" panose="020F0502020204030204" pitchFamily="34" charset="0"/>
            <a:cs typeface="Open Sans" panose="020B0606030504020204" pitchFamily="34" charset="0"/>
          </a:endParaRPr>
        </a:p>
      </dgm:t>
    </dgm:pt>
    <dgm:pt modelId="{0295CDF1-845F-453D-9D99-BA0B99F5EB67}" type="parTrans" cxnId="{F0BAA8B8-9D22-48B2-938E-A65E133CA8A8}">
      <dgm:prSet/>
      <dgm:spPr/>
      <dgm:t>
        <a:bodyPr/>
        <a:lstStyle/>
        <a:p>
          <a:endParaRPr lang="en-IN"/>
        </a:p>
      </dgm:t>
    </dgm:pt>
    <dgm:pt modelId="{54E6D264-5774-4FE3-A3EA-AD7EC3C84F34}" type="sibTrans" cxnId="{F0BAA8B8-9D22-48B2-938E-A65E133CA8A8}">
      <dgm:prSet/>
      <dgm:spPr/>
      <dgm:t>
        <a:bodyPr/>
        <a:lstStyle/>
        <a:p>
          <a:endParaRPr lang="en-IN"/>
        </a:p>
      </dgm:t>
    </dgm:pt>
    <dgm:pt modelId="{7E12E8F2-0998-4911-9C01-233A3D6D042A}">
      <dgm:prSet/>
      <dgm:spPr/>
      <dgm:t>
        <a:bodyPr/>
        <a:lstStyle/>
        <a:p>
          <a:r>
            <a:rPr lang="en-IN">
              <a:effectLst/>
              <a:latin typeface="Bahnschrift" panose="020B0502040204020203" pitchFamily="34" charset="0"/>
              <a:ea typeface="Calibri" panose="020F0502020204030204" pitchFamily="34" charset="0"/>
              <a:cs typeface="Open Sans" panose="020B0606030504020204" pitchFamily="34" charset="0"/>
            </a:rPr>
            <a:t>url </a:t>
          </a:r>
          <a:endParaRPr lang="en-IN" dirty="0">
            <a:effectLst/>
            <a:latin typeface="Bahnschrift" panose="020B0502040204020203" pitchFamily="34" charset="0"/>
            <a:ea typeface="Calibri" panose="020F0502020204030204" pitchFamily="34" charset="0"/>
            <a:cs typeface="Open Sans" panose="020B0606030504020204" pitchFamily="34" charset="0"/>
          </a:endParaRPr>
        </a:p>
      </dgm:t>
    </dgm:pt>
    <dgm:pt modelId="{1B2DEDA6-C2B5-4F53-845F-2354FCDC606A}" type="parTrans" cxnId="{10B42374-198A-46BC-96A8-D04A9005872D}">
      <dgm:prSet/>
      <dgm:spPr/>
      <dgm:t>
        <a:bodyPr/>
        <a:lstStyle/>
        <a:p>
          <a:endParaRPr lang="en-IN"/>
        </a:p>
      </dgm:t>
    </dgm:pt>
    <dgm:pt modelId="{01CF17BB-4218-414B-85B2-ACDF916E5AEC}" type="sibTrans" cxnId="{10B42374-198A-46BC-96A8-D04A9005872D}">
      <dgm:prSet/>
      <dgm:spPr/>
      <dgm:t>
        <a:bodyPr/>
        <a:lstStyle/>
        <a:p>
          <a:endParaRPr lang="en-IN"/>
        </a:p>
      </dgm:t>
    </dgm:pt>
    <dgm:pt modelId="{41375EB6-8B33-49CD-A8E0-B82F0672E14B}">
      <dgm:prSet/>
      <dgm:spPr/>
      <dgm:t>
        <a:bodyPr/>
        <a:lstStyle/>
        <a:p>
          <a:r>
            <a:rPr lang="en-IN">
              <a:effectLst/>
              <a:latin typeface="Bahnschrift" panose="020B0502040204020203" pitchFamily="34" charset="0"/>
              <a:ea typeface="Calibri" panose="020F0502020204030204" pitchFamily="34" charset="0"/>
              <a:cs typeface="Open Sans" panose="020B0606030504020204" pitchFamily="34" charset="0"/>
            </a:rPr>
            <a:t>&amp; rating</a:t>
          </a:r>
          <a:endParaRPr lang="en-IN"/>
        </a:p>
      </dgm:t>
    </dgm:pt>
    <dgm:pt modelId="{C3F5B0F6-7067-486D-A465-2617D610FAE9}" type="parTrans" cxnId="{D86E9552-2705-4FAA-9C0D-F0B4C3219E14}">
      <dgm:prSet/>
      <dgm:spPr/>
      <dgm:t>
        <a:bodyPr/>
        <a:lstStyle/>
        <a:p>
          <a:endParaRPr lang="en-IN"/>
        </a:p>
      </dgm:t>
    </dgm:pt>
    <dgm:pt modelId="{F1E70CD2-032A-4929-A2E9-D0F2061BCA8F}" type="sibTrans" cxnId="{D86E9552-2705-4FAA-9C0D-F0B4C3219E14}">
      <dgm:prSet/>
      <dgm:spPr/>
      <dgm:t>
        <a:bodyPr/>
        <a:lstStyle/>
        <a:p>
          <a:endParaRPr lang="en-IN"/>
        </a:p>
      </dgm:t>
    </dgm:pt>
    <dgm:pt modelId="{5DF4A2FC-E5DC-45CD-81C8-9D0EDAEB98EC}" type="pres">
      <dgm:prSet presAssocID="{0F7F5A6C-54D3-4D69-9DC8-7484FD86F5D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52DA9E7-0A92-407C-B4CD-0072AD33D3CE}" type="pres">
      <dgm:prSet presAssocID="{02ADB006-CF4E-4D39-B962-DBFC86BD2D76}" presName="root1" presStyleCnt="0"/>
      <dgm:spPr/>
    </dgm:pt>
    <dgm:pt modelId="{E0E91BCE-F893-4BAF-9270-4676A9A45783}" type="pres">
      <dgm:prSet presAssocID="{02ADB006-CF4E-4D39-B962-DBFC86BD2D76}" presName="LevelOneTextNode" presStyleLbl="node0" presStyleIdx="0" presStyleCnt="1">
        <dgm:presLayoutVars>
          <dgm:chPref val="3"/>
        </dgm:presLayoutVars>
      </dgm:prSet>
      <dgm:spPr/>
    </dgm:pt>
    <dgm:pt modelId="{A0146164-24BB-4DA7-A541-B8F3E82BF00A}" type="pres">
      <dgm:prSet presAssocID="{02ADB006-CF4E-4D39-B962-DBFC86BD2D76}" presName="level2hierChild" presStyleCnt="0"/>
      <dgm:spPr/>
    </dgm:pt>
    <dgm:pt modelId="{50681CE0-0A4D-46B1-B498-F2AFF77E0352}" type="pres">
      <dgm:prSet presAssocID="{1B2DEDA6-C2B5-4F53-845F-2354FCDC606A}" presName="conn2-1" presStyleLbl="parChTrans1D2" presStyleIdx="0" presStyleCnt="2"/>
      <dgm:spPr/>
    </dgm:pt>
    <dgm:pt modelId="{1F2D7563-15C0-451E-8818-5EC727048A4F}" type="pres">
      <dgm:prSet presAssocID="{1B2DEDA6-C2B5-4F53-845F-2354FCDC606A}" presName="connTx" presStyleLbl="parChTrans1D2" presStyleIdx="0" presStyleCnt="2"/>
      <dgm:spPr/>
    </dgm:pt>
    <dgm:pt modelId="{3625E871-D75C-4EC4-AE51-2C9DF0B5D375}" type="pres">
      <dgm:prSet presAssocID="{7E12E8F2-0998-4911-9C01-233A3D6D042A}" presName="root2" presStyleCnt="0"/>
      <dgm:spPr/>
    </dgm:pt>
    <dgm:pt modelId="{401C068D-170C-49A5-9788-AA0284D51FAE}" type="pres">
      <dgm:prSet presAssocID="{7E12E8F2-0998-4911-9C01-233A3D6D042A}" presName="LevelTwoTextNode" presStyleLbl="node2" presStyleIdx="0" presStyleCnt="2">
        <dgm:presLayoutVars>
          <dgm:chPref val="3"/>
        </dgm:presLayoutVars>
      </dgm:prSet>
      <dgm:spPr/>
    </dgm:pt>
    <dgm:pt modelId="{20D13017-5C6E-4D33-B599-EB45749371EB}" type="pres">
      <dgm:prSet presAssocID="{7E12E8F2-0998-4911-9C01-233A3D6D042A}" presName="level3hierChild" presStyleCnt="0"/>
      <dgm:spPr/>
    </dgm:pt>
    <dgm:pt modelId="{9B8A8F33-626B-4398-A986-82D02725E7ED}" type="pres">
      <dgm:prSet presAssocID="{C3F5B0F6-7067-486D-A465-2617D610FAE9}" presName="conn2-1" presStyleLbl="parChTrans1D2" presStyleIdx="1" presStyleCnt="2"/>
      <dgm:spPr/>
    </dgm:pt>
    <dgm:pt modelId="{57BA0A02-9384-44F3-89B6-2AC29CF9F8D0}" type="pres">
      <dgm:prSet presAssocID="{C3F5B0F6-7067-486D-A465-2617D610FAE9}" presName="connTx" presStyleLbl="parChTrans1D2" presStyleIdx="1" presStyleCnt="2"/>
      <dgm:spPr/>
    </dgm:pt>
    <dgm:pt modelId="{188BB340-53EF-495D-BFAA-B6A20FDEBF1D}" type="pres">
      <dgm:prSet presAssocID="{41375EB6-8B33-49CD-A8E0-B82F0672E14B}" presName="root2" presStyleCnt="0"/>
      <dgm:spPr/>
    </dgm:pt>
    <dgm:pt modelId="{2D371371-D192-4EF8-9FF9-F041ED77FFD6}" type="pres">
      <dgm:prSet presAssocID="{41375EB6-8B33-49CD-A8E0-B82F0672E14B}" presName="LevelTwoTextNode" presStyleLbl="node2" presStyleIdx="1" presStyleCnt="2">
        <dgm:presLayoutVars>
          <dgm:chPref val="3"/>
        </dgm:presLayoutVars>
      </dgm:prSet>
      <dgm:spPr/>
    </dgm:pt>
    <dgm:pt modelId="{AD0827E9-D0BC-4ECC-AD89-D7C80B5EF424}" type="pres">
      <dgm:prSet presAssocID="{41375EB6-8B33-49CD-A8E0-B82F0672E14B}" presName="level3hierChild" presStyleCnt="0"/>
      <dgm:spPr/>
    </dgm:pt>
  </dgm:ptLst>
  <dgm:cxnLst>
    <dgm:cxn modelId="{E17F8202-4527-41CC-BEF2-93BC21F0944C}" type="presOf" srcId="{C3F5B0F6-7067-486D-A465-2617D610FAE9}" destId="{9B8A8F33-626B-4398-A986-82D02725E7ED}" srcOrd="0" destOrd="0" presId="urn:microsoft.com/office/officeart/2005/8/layout/hierarchy2"/>
    <dgm:cxn modelId="{62750C28-6599-4933-ABF0-0874BC7108C8}" type="presOf" srcId="{C3F5B0F6-7067-486D-A465-2617D610FAE9}" destId="{57BA0A02-9384-44F3-89B6-2AC29CF9F8D0}" srcOrd="1" destOrd="0" presId="urn:microsoft.com/office/officeart/2005/8/layout/hierarchy2"/>
    <dgm:cxn modelId="{7F379B33-D492-4C59-9EED-79C791759DC4}" type="presOf" srcId="{1B2DEDA6-C2B5-4F53-845F-2354FCDC606A}" destId="{1F2D7563-15C0-451E-8818-5EC727048A4F}" srcOrd="1" destOrd="0" presId="urn:microsoft.com/office/officeart/2005/8/layout/hierarchy2"/>
    <dgm:cxn modelId="{1F58293C-471A-4EB2-A661-C181CEFF6AA1}" type="presOf" srcId="{0F7F5A6C-54D3-4D69-9DC8-7484FD86F5D0}" destId="{5DF4A2FC-E5DC-45CD-81C8-9D0EDAEB98EC}" srcOrd="0" destOrd="0" presId="urn:microsoft.com/office/officeart/2005/8/layout/hierarchy2"/>
    <dgm:cxn modelId="{D86E9552-2705-4FAA-9C0D-F0B4C3219E14}" srcId="{02ADB006-CF4E-4D39-B962-DBFC86BD2D76}" destId="{41375EB6-8B33-49CD-A8E0-B82F0672E14B}" srcOrd="1" destOrd="0" parTransId="{C3F5B0F6-7067-486D-A465-2617D610FAE9}" sibTransId="{F1E70CD2-032A-4929-A2E9-D0F2061BCA8F}"/>
    <dgm:cxn modelId="{10B42374-198A-46BC-96A8-D04A9005872D}" srcId="{02ADB006-CF4E-4D39-B962-DBFC86BD2D76}" destId="{7E12E8F2-0998-4911-9C01-233A3D6D042A}" srcOrd="0" destOrd="0" parTransId="{1B2DEDA6-C2B5-4F53-845F-2354FCDC606A}" sibTransId="{01CF17BB-4218-414B-85B2-ACDF916E5AEC}"/>
    <dgm:cxn modelId="{6FD0AF92-7657-4512-83A4-DD25FBAD8C63}" type="presOf" srcId="{1B2DEDA6-C2B5-4F53-845F-2354FCDC606A}" destId="{50681CE0-0A4D-46B1-B498-F2AFF77E0352}" srcOrd="0" destOrd="0" presId="urn:microsoft.com/office/officeart/2005/8/layout/hierarchy2"/>
    <dgm:cxn modelId="{84C7939F-0E81-4550-A105-2B840F9222E3}" type="presOf" srcId="{02ADB006-CF4E-4D39-B962-DBFC86BD2D76}" destId="{E0E91BCE-F893-4BAF-9270-4676A9A45783}" srcOrd="0" destOrd="0" presId="urn:microsoft.com/office/officeart/2005/8/layout/hierarchy2"/>
    <dgm:cxn modelId="{F0BAA8B8-9D22-48B2-938E-A65E133CA8A8}" srcId="{0F7F5A6C-54D3-4D69-9DC8-7484FD86F5D0}" destId="{02ADB006-CF4E-4D39-B962-DBFC86BD2D76}" srcOrd="0" destOrd="0" parTransId="{0295CDF1-845F-453D-9D99-BA0B99F5EB67}" sibTransId="{54E6D264-5774-4FE3-A3EA-AD7EC3C84F34}"/>
    <dgm:cxn modelId="{A6143BCC-93E5-4FD3-8D72-8DE8C57A2BFD}" type="presOf" srcId="{41375EB6-8B33-49CD-A8E0-B82F0672E14B}" destId="{2D371371-D192-4EF8-9FF9-F041ED77FFD6}" srcOrd="0" destOrd="0" presId="urn:microsoft.com/office/officeart/2005/8/layout/hierarchy2"/>
    <dgm:cxn modelId="{3653F5F7-FFEA-4ECB-9622-31640685774B}" type="presOf" srcId="{7E12E8F2-0998-4911-9C01-233A3D6D042A}" destId="{401C068D-170C-49A5-9788-AA0284D51FAE}" srcOrd="0" destOrd="0" presId="urn:microsoft.com/office/officeart/2005/8/layout/hierarchy2"/>
    <dgm:cxn modelId="{EADAC5FE-A047-4E2A-8D6C-A132A40E4F41}" type="presParOf" srcId="{5DF4A2FC-E5DC-45CD-81C8-9D0EDAEB98EC}" destId="{852DA9E7-0A92-407C-B4CD-0072AD33D3CE}" srcOrd="0" destOrd="0" presId="urn:microsoft.com/office/officeart/2005/8/layout/hierarchy2"/>
    <dgm:cxn modelId="{2F141090-4DC2-4FDB-971F-EF54898F4678}" type="presParOf" srcId="{852DA9E7-0A92-407C-B4CD-0072AD33D3CE}" destId="{E0E91BCE-F893-4BAF-9270-4676A9A45783}" srcOrd="0" destOrd="0" presId="urn:microsoft.com/office/officeart/2005/8/layout/hierarchy2"/>
    <dgm:cxn modelId="{03D30559-7FDE-4F61-AD5C-C171D5A50025}" type="presParOf" srcId="{852DA9E7-0A92-407C-B4CD-0072AD33D3CE}" destId="{A0146164-24BB-4DA7-A541-B8F3E82BF00A}" srcOrd="1" destOrd="0" presId="urn:microsoft.com/office/officeart/2005/8/layout/hierarchy2"/>
    <dgm:cxn modelId="{57FE6728-D75B-4860-BB8D-B7C3D220965F}" type="presParOf" srcId="{A0146164-24BB-4DA7-A541-B8F3E82BF00A}" destId="{50681CE0-0A4D-46B1-B498-F2AFF77E0352}" srcOrd="0" destOrd="0" presId="urn:microsoft.com/office/officeart/2005/8/layout/hierarchy2"/>
    <dgm:cxn modelId="{AE2F672A-65A3-4629-BBF9-C283AD80A5DE}" type="presParOf" srcId="{50681CE0-0A4D-46B1-B498-F2AFF77E0352}" destId="{1F2D7563-15C0-451E-8818-5EC727048A4F}" srcOrd="0" destOrd="0" presId="urn:microsoft.com/office/officeart/2005/8/layout/hierarchy2"/>
    <dgm:cxn modelId="{8862EB98-833E-430E-9CDB-0B9937F4083A}" type="presParOf" srcId="{A0146164-24BB-4DA7-A541-B8F3E82BF00A}" destId="{3625E871-D75C-4EC4-AE51-2C9DF0B5D375}" srcOrd="1" destOrd="0" presId="urn:microsoft.com/office/officeart/2005/8/layout/hierarchy2"/>
    <dgm:cxn modelId="{7EE35440-891C-42A8-A6B8-5B7F5A8EBA8A}" type="presParOf" srcId="{3625E871-D75C-4EC4-AE51-2C9DF0B5D375}" destId="{401C068D-170C-49A5-9788-AA0284D51FAE}" srcOrd="0" destOrd="0" presId="urn:microsoft.com/office/officeart/2005/8/layout/hierarchy2"/>
    <dgm:cxn modelId="{F70F0F14-7DDB-4819-929D-C9E74CEAB53A}" type="presParOf" srcId="{3625E871-D75C-4EC4-AE51-2C9DF0B5D375}" destId="{20D13017-5C6E-4D33-B599-EB45749371EB}" srcOrd="1" destOrd="0" presId="urn:microsoft.com/office/officeart/2005/8/layout/hierarchy2"/>
    <dgm:cxn modelId="{7D972930-ED72-4DED-8A2B-29FE312AABED}" type="presParOf" srcId="{A0146164-24BB-4DA7-A541-B8F3E82BF00A}" destId="{9B8A8F33-626B-4398-A986-82D02725E7ED}" srcOrd="2" destOrd="0" presId="urn:microsoft.com/office/officeart/2005/8/layout/hierarchy2"/>
    <dgm:cxn modelId="{DCCE0348-FBB1-4547-ADAA-C340E3161FB3}" type="presParOf" srcId="{9B8A8F33-626B-4398-A986-82D02725E7ED}" destId="{57BA0A02-9384-44F3-89B6-2AC29CF9F8D0}" srcOrd="0" destOrd="0" presId="urn:microsoft.com/office/officeart/2005/8/layout/hierarchy2"/>
    <dgm:cxn modelId="{06397F08-FA7E-43BC-9A45-91CB5AB0E781}" type="presParOf" srcId="{A0146164-24BB-4DA7-A541-B8F3E82BF00A}" destId="{188BB340-53EF-495D-BFAA-B6A20FDEBF1D}" srcOrd="3" destOrd="0" presId="urn:microsoft.com/office/officeart/2005/8/layout/hierarchy2"/>
    <dgm:cxn modelId="{A0A5A13B-7250-46E1-90F0-1E9D81426CCF}" type="presParOf" srcId="{188BB340-53EF-495D-BFAA-B6A20FDEBF1D}" destId="{2D371371-D192-4EF8-9FF9-F041ED77FFD6}" srcOrd="0" destOrd="0" presId="urn:microsoft.com/office/officeart/2005/8/layout/hierarchy2"/>
    <dgm:cxn modelId="{028E79B1-C8A4-4DFE-BBF3-B3492472A378}" type="presParOf" srcId="{188BB340-53EF-495D-BFAA-B6A20FDEBF1D}" destId="{AD0827E9-D0BC-4ECC-AD89-D7C80B5EF42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2ABA18-8E7F-4A0D-B763-B1CF7C4E6212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8AD558C-6917-49E3-8D2F-F2A14B2C8C1B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The Apache Pig operators can be classified as:</a:t>
          </a:r>
        </a:p>
      </dgm:t>
    </dgm:pt>
    <dgm:pt modelId="{86DDD0E8-AE49-4BA9-A331-01E0BD30B345}" type="parTrans" cxnId="{A11C645F-7153-4B01-89A9-874AF06C27A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DF3EA6E-96B9-4B8F-B7B3-AAEC816CF5E5}" type="sibTrans" cxnId="{A11C645F-7153-4B01-89A9-874AF06C27A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23E0AD2-CE3A-48FB-8670-2565EACEF55B}">
      <dgm:prSet/>
      <dgm:spPr/>
      <dgm:t>
        <a:bodyPr/>
        <a:lstStyle/>
        <a:p>
          <a:r>
            <a:rPr lang="en-US" b="0" i="1">
              <a:effectLst/>
              <a:latin typeface="Bahnschrift" panose="020B0502040204020203" pitchFamily="34" charset="0"/>
            </a:rPr>
            <a:t>Relational </a:t>
          </a:r>
          <a:endParaRPr lang="en-US" b="0" i="1" dirty="0">
            <a:effectLst/>
            <a:latin typeface="Bahnschrift" panose="020B0502040204020203" pitchFamily="34" charset="0"/>
          </a:endParaRPr>
        </a:p>
      </dgm:t>
    </dgm:pt>
    <dgm:pt modelId="{58DC7BFD-C89E-46EE-BB7E-5E1665D442D2}" type="parTrans" cxnId="{8B3CFD74-3BE5-4FE1-81DA-B6FC98AB22CA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05371FA-866D-4B8E-B43C-72BC247354AE}" type="sibTrans" cxnId="{8B3CFD74-3BE5-4FE1-81DA-B6FC98AB22CA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79E63576-1471-4929-BE17-A9C8BCA1E08E}">
      <dgm:prSet/>
      <dgm:spPr/>
      <dgm:t>
        <a:bodyPr/>
        <a:lstStyle/>
        <a:p>
          <a:r>
            <a:rPr lang="en-US" b="0" i="1" dirty="0">
              <a:effectLst/>
              <a:latin typeface="Bahnschrift" panose="020B0502040204020203" pitchFamily="34" charset="0"/>
            </a:rPr>
            <a:t>and Diagnostic</a:t>
          </a:r>
          <a:endParaRPr lang="en-IN" dirty="0">
            <a:latin typeface="Bahnschrift" panose="020B0502040204020203" pitchFamily="34" charset="0"/>
          </a:endParaRPr>
        </a:p>
      </dgm:t>
    </dgm:pt>
    <dgm:pt modelId="{E44411A1-FB8E-4964-AA01-1B07257ACB50}" type="parTrans" cxnId="{B4207564-79B6-4263-A71E-A9761F25287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9A5848B-42F1-4080-96FC-71FCC1F4C258}" type="sibTrans" cxnId="{B4207564-79B6-4263-A71E-A9761F25287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B020E658-B523-4AE8-AD2B-7F746A51A2F7}" type="pres">
      <dgm:prSet presAssocID="{372ABA18-8E7F-4A0D-B763-B1CF7C4E621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762AC1-430A-44E3-9A08-1EDDE8D1D161}" type="pres">
      <dgm:prSet presAssocID="{B8AD558C-6917-49E3-8D2F-F2A14B2C8C1B}" presName="root1" presStyleCnt="0"/>
      <dgm:spPr/>
    </dgm:pt>
    <dgm:pt modelId="{CF1FAE0C-883D-4609-B6CB-FE1AD5F21B86}" type="pres">
      <dgm:prSet presAssocID="{B8AD558C-6917-49E3-8D2F-F2A14B2C8C1B}" presName="LevelOneTextNode" presStyleLbl="node0" presStyleIdx="0" presStyleCnt="1">
        <dgm:presLayoutVars>
          <dgm:chPref val="3"/>
        </dgm:presLayoutVars>
      </dgm:prSet>
      <dgm:spPr/>
    </dgm:pt>
    <dgm:pt modelId="{4AF97130-C4B2-4BB5-9AB2-6DB8F28A338D}" type="pres">
      <dgm:prSet presAssocID="{B8AD558C-6917-49E3-8D2F-F2A14B2C8C1B}" presName="level2hierChild" presStyleCnt="0"/>
      <dgm:spPr/>
    </dgm:pt>
    <dgm:pt modelId="{4125A1E4-C93A-4816-869E-8327C14F19E5}" type="pres">
      <dgm:prSet presAssocID="{58DC7BFD-C89E-46EE-BB7E-5E1665D442D2}" presName="conn2-1" presStyleLbl="parChTrans1D2" presStyleIdx="0" presStyleCnt="2"/>
      <dgm:spPr/>
    </dgm:pt>
    <dgm:pt modelId="{868D7F79-DDF7-47BF-8249-7FC2641BEABB}" type="pres">
      <dgm:prSet presAssocID="{58DC7BFD-C89E-46EE-BB7E-5E1665D442D2}" presName="connTx" presStyleLbl="parChTrans1D2" presStyleIdx="0" presStyleCnt="2"/>
      <dgm:spPr/>
    </dgm:pt>
    <dgm:pt modelId="{BD4E5C9E-8C7E-4AF0-912A-78854098FBEF}" type="pres">
      <dgm:prSet presAssocID="{123E0AD2-CE3A-48FB-8670-2565EACEF55B}" presName="root2" presStyleCnt="0"/>
      <dgm:spPr/>
    </dgm:pt>
    <dgm:pt modelId="{1781F7CB-0847-4918-B771-3A01647DBC0B}" type="pres">
      <dgm:prSet presAssocID="{123E0AD2-CE3A-48FB-8670-2565EACEF55B}" presName="LevelTwoTextNode" presStyleLbl="node2" presStyleIdx="0" presStyleCnt="2">
        <dgm:presLayoutVars>
          <dgm:chPref val="3"/>
        </dgm:presLayoutVars>
      </dgm:prSet>
      <dgm:spPr/>
    </dgm:pt>
    <dgm:pt modelId="{D5CD852A-58CB-4933-82CC-98BAF30A9871}" type="pres">
      <dgm:prSet presAssocID="{123E0AD2-CE3A-48FB-8670-2565EACEF55B}" presName="level3hierChild" presStyleCnt="0"/>
      <dgm:spPr/>
    </dgm:pt>
    <dgm:pt modelId="{20CABDB4-F42F-413E-A8F1-3B39591EB785}" type="pres">
      <dgm:prSet presAssocID="{E44411A1-FB8E-4964-AA01-1B07257ACB50}" presName="conn2-1" presStyleLbl="parChTrans1D2" presStyleIdx="1" presStyleCnt="2"/>
      <dgm:spPr/>
    </dgm:pt>
    <dgm:pt modelId="{1C9080E1-8588-40CD-99E2-A1864E1D4767}" type="pres">
      <dgm:prSet presAssocID="{E44411A1-FB8E-4964-AA01-1B07257ACB50}" presName="connTx" presStyleLbl="parChTrans1D2" presStyleIdx="1" presStyleCnt="2"/>
      <dgm:spPr/>
    </dgm:pt>
    <dgm:pt modelId="{4F5CDD27-D472-4E3B-8220-1DBA24C6575A}" type="pres">
      <dgm:prSet presAssocID="{79E63576-1471-4929-BE17-A9C8BCA1E08E}" presName="root2" presStyleCnt="0"/>
      <dgm:spPr/>
    </dgm:pt>
    <dgm:pt modelId="{77AE441F-AB6F-4306-B83C-3A7E76CE4560}" type="pres">
      <dgm:prSet presAssocID="{79E63576-1471-4929-BE17-A9C8BCA1E08E}" presName="LevelTwoTextNode" presStyleLbl="node2" presStyleIdx="1" presStyleCnt="2">
        <dgm:presLayoutVars>
          <dgm:chPref val="3"/>
        </dgm:presLayoutVars>
      </dgm:prSet>
      <dgm:spPr/>
    </dgm:pt>
    <dgm:pt modelId="{2770402B-503D-4FB1-B65C-5425927E93BC}" type="pres">
      <dgm:prSet presAssocID="{79E63576-1471-4929-BE17-A9C8BCA1E08E}" presName="level3hierChild" presStyleCnt="0"/>
      <dgm:spPr/>
    </dgm:pt>
  </dgm:ptLst>
  <dgm:cxnLst>
    <dgm:cxn modelId="{EE5EC812-B44C-40F8-9F16-9616686483A0}" type="presOf" srcId="{79E63576-1471-4929-BE17-A9C8BCA1E08E}" destId="{77AE441F-AB6F-4306-B83C-3A7E76CE4560}" srcOrd="0" destOrd="0" presId="urn:microsoft.com/office/officeart/2005/8/layout/hierarchy2"/>
    <dgm:cxn modelId="{2E8B4019-5BC5-4CC9-B9A9-83E3DF376DF5}" type="presOf" srcId="{B8AD558C-6917-49E3-8D2F-F2A14B2C8C1B}" destId="{CF1FAE0C-883D-4609-B6CB-FE1AD5F21B86}" srcOrd="0" destOrd="0" presId="urn:microsoft.com/office/officeart/2005/8/layout/hierarchy2"/>
    <dgm:cxn modelId="{A11C645F-7153-4B01-89A9-874AF06C27AC}" srcId="{372ABA18-8E7F-4A0D-B763-B1CF7C4E6212}" destId="{B8AD558C-6917-49E3-8D2F-F2A14B2C8C1B}" srcOrd="0" destOrd="0" parTransId="{86DDD0E8-AE49-4BA9-A331-01E0BD30B345}" sibTransId="{5DF3EA6E-96B9-4B8F-B7B3-AAEC816CF5E5}"/>
    <dgm:cxn modelId="{B4207564-79B6-4263-A71E-A9761F25287C}" srcId="{B8AD558C-6917-49E3-8D2F-F2A14B2C8C1B}" destId="{79E63576-1471-4929-BE17-A9C8BCA1E08E}" srcOrd="1" destOrd="0" parTransId="{E44411A1-FB8E-4964-AA01-1B07257ACB50}" sibTransId="{99A5848B-42F1-4080-96FC-71FCC1F4C258}"/>
    <dgm:cxn modelId="{8B3CFD74-3BE5-4FE1-81DA-B6FC98AB22CA}" srcId="{B8AD558C-6917-49E3-8D2F-F2A14B2C8C1B}" destId="{123E0AD2-CE3A-48FB-8670-2565EACEF55B}" srcOrd="0" destOrd="0" parTransId="{58DC7BFD-C89E-46EE-BB7E-5E1665D442D2}" sibTransId="{505371FA-866D-4B8E-B43C-72BC247354AE}"/>
    <dgm:cxn modelId="{884C3178-7EE4-47DC-B638-35C4EB81F5C3}" type="presOf" srcId="{58DC7BFD-C89E-46EE-BB7E-5E1665D442D2}" destId="{4125A1E4-C93A-4816-869E-8327C14F19E5}" srcOrd="0" destOrd="0" presId="urn:microsoft.com/office/officeart/2005/8/layout/hierarchy2"/>
    <dgm:cxn modelId="{3245B098-E443-4FFF-87D7-D1A82DB477E9}" type="presOf" srcId="{123E0AD2-CE3A-48FB-8670-2565EACEF55B}" destId="{1781F7CB-0847-4918-B771-3A01647DBC0B}" srcOrd="0" destOrd="0" presId="urn:microsoft.com/office/officeart/2005/8/layout/hierarchy2"/>
    <dgm:cxn modelId="{5D695EB0-5DEB-4E91-8C2E-FB7CC8AA5AA9}" type="presOf" srcId="{372ABA18-8E7F-4A0D-B763-B1CF7C4E6212}" destId="{B020E658-B523-4AE8-AD2B-7F746A51A2F7}" srcOrd="0" destOrd="0" presId="urn:microsoft.com/office/officeart/2005/8/layout/hierarchy2"/>
    <dgm:cxn modelId="{323AACB5-38E8-4A89-8B90-63CD8E63A82D}" type="presOf" srcId="{E44411A1-FB8E-4964-AA01-1B07257ACB50}" destId="{1C9080E1-8588-40CD-99E2-A1864E1D4767}" srcOrd="1" destOrd="0" presId="urn:microsoft.com/office/officeart/2005/8/layout/hierarchy2"/>
    <dgm:cxn modelId="{B3E905E0-B7CB-4100-BAEC-518EBBB91146}" type="presOf" srcId="{E44411A1-FB8E-4964-AA01-1B07257ACB50}" destId="{20CABDB4-F42F-413E-A8F1-3B39591EB785}" srcOrd="0" destOrd="0" presId="urn:microsoft.com/office/officeart/2005/8/layout/hierarchy2"/>
    <dgm:cxn modelId="{D7AC58F0-8616-440C-BFB4-ACAD5C035B84}" type="presOf" srcId="{58DC7BFD-C89E-46EE-BB7E-5E1665D442D2}" destId="{868D7F79-DDF7-47BF-8249-7FC2641BEABB}" srcOrd="1" destOrd="0" presId="urn:microsoft.com/office/officeart/2005/8/layout/hierarchy2"/>
    <dgm:cxn modelId="{80B1E8B0-2F45-45FB-BB9A-A5CC385092AE}" type="presParOf" srcId="{B020E658-B523-4AE8-AD2B-7F746A51A2F7}" destId="{4E762AC1-430A-44E3-9A08-1EDDE8D1D161}" srcOrd="0" destOrd="0" presId="urn:microsoft.com/office/officeart/2005/8/layout/hierarchy2"/>
    <dgm:cxn modelId="{8B2421D1-7790-4B4F-A103-158B8B0220FB}" type="presParOf" srcId="{4E762AC1-430A-44E3-9A08-1EDDE8D1D161}" destId="{CF1FAE0C-883D-4609-B6CB-FE1AD5F21B86}" srcOrd="0" destOrd="0" presId="urn:microsoft.com/office/officeart/2005/8/layout/hierarchy2"/>
    <dgm:cxn modelId="{76F95241-5801-47AB-BDD4-082ADB2CF431}" type="presParOf" srcId="{4E762AC1-430A-44E3-9A08-1EDDE8D1D161}" destId="{4AF97130-C4B2-4BB5-9AB2-6DB8F28A338D}" srcOrd="1" destOrd="0" presId="urn:microsoft.com/office/officeart/2005/8/layout/hierarchy2"/>
    <dgm:cxn modelId="{FF45EDA4-8526-4796-84CC-BC10B0509983}" type="presParOf" srcId="{4AF97130-C4B2-4BB5-9AB2-6DB8F28A338D}" destId="{4125A1E4-C93A-4816-869E-8327C14F19E5}" srcOrd="0" destOrd="0" presId="urn:microsoft.com/office/officeart/2005/8/layout/hierarchy2"/>
    <dgm:cxn modelId="{991BC850-C1DB-419F-B597-9B8009C25799}" type="presParOf" srcId="{4125A1E4-C93A-4816-869E-8327C14F19E5}" destId="{868D7F79-DDF7-47BF-8249-7FC2641BEABB}" srcOrd="0" destOrd="0" presId="urn:microsoft.com/office/officeart/2005/8/layout/hierarchy2"/>
    <dgm:cxn modelId="{ADE1EF25-1836-4358-8362-CE6D36116984}" type="presParOf" srcId="{4AF97130-C4B2-4BB5-9AB2-6DB8F28A338D}" destId="{BD4E5C9E-8C7E-4AF0-912A-78854098FBEF}" srcOrd="1" destOrd="0" presId="urn:microsoft.com/office/officeart/2005/8/layout/hierarchy2"/>
    <dgm:cxn modelId="{668C6A24-5A30-4E46-A40B-B303B7514FAB}" type="presParOf" srcId="{BD4E5C9E-8C7E-4AF0-912A-78854098FBEF}" destId="{1781F7CB-0847-4918-B771-3A01647DBC0B}" srcOrd="0" destOrd="0" presId="urn:microsoft.com/office/officeart/2005/8/layout/hierarchy2"/>
    <dgm:cxn modelId="{7B2D692F-1B71-45AE-A1BB-4FDB1B59EC66}" type="presParOf" srcId="{BD4E5C9E-8C7E-4AF0-912A-78854098FBEF}" destId="{D5CD852A-58CB-4933-82CC-98BAF30A9871}" srcOrd="1" destOrd="0" presId="urn:microsoft.com/office/officeart/2005/8/layout/hierarchy2"/>
    <dgm:cxn modelId="{F641AF0E-2C19-441E-8438-FB2CB40A9AC1}" type="presParOf" srcId="{4AF97130-C4B2-4BB5-9AB2-6DB8F28A338D}" destId="{20CABDB4-F42F-413E-A8F1-3B39591EB785}" srcOrd="2" destOrd="0" presId="urn:microsoft.com/office/officeart/2005/8/layout/hierarchy2"/>
    <dgm:cxn modelId="{F1738072-D67A-44AE-8372-4889A981B1AB}" type="presParOf" srcId="{20CABDB4-F42F-413E-A8F1-3B39591EB785}" destId="{1C9080E1-8588-40CD-99E2-A1864E1D4767}" srcOrd="0" destOrd="0" presId="urn:microsoft.com/office/officeart/2005/8/layout/hierarchy2"/>
    <dgm:cxn modelId="{D2A306C7-F867-47FC-9959-20893A5B8E77}" type="presParOf" srcId="{4AF97130-C4B2-4BB5-9AB2-6DB8F28A338D}" destId="{4F5CDD27-D472-4E3B-8220-1DBA24C6575A}" srcOrd="3" destOrd="0" presId="urn:microsoft.com/office/officeart/2005/8/layout/hierarchy2"/>
    <dgm:cxn modelId="{00A53E08-0D11-40F2-824A-D043986E3FEC}" type="presParOf" srcId="{4F5CDD27-D472-4E3B-8220-1DBA24C6575A}" destId="{77AE441F-AB6F-4306-B83C-3A7E76CE4560}" srcOrd="0" destOrd="0" presId="urn:microsoft.com/office/officeart/2005/8/layout/hierarchy2"/>
    <dgm:cxn modelId="{5ECCD9E3-28D1-44B4-9117-B17F944511FD}" type="presParOf" srcId="{4F5CDD27-D472-4E3B-8220-1DBA24C6575A}" destId="{2770402B-503D-4FB1-B65C-5425927E93B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0896D8-7C6C-4B20-9671-4160845578F7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8DE9B47E-E95E-4411-8525-8EAD6D226BBA}">
      <dgm:prSet/>
      <dgm:spPr/>
      <dgm:t>
        <a:bodyPr/>
        <a:lstStyle/>
        <a:p>
          <a:r>
            <a:rPr lang="en-US" b="0" i="0">
              <a:effectLst/>
            </a:rPr>
            <a:t>The field names are </a:t>
          </a:r>
          <a:endParaRPr lang="en-US" b="0" i="0" dirty="0">
            <a:effectLst/>
          </a:endParaRPr>
        </a:p>
      </dgm:t>
    </dgm:pt>
    <dgm:pt modelId="{750A45C8-3792-4891-83E3-3B8E9846AFC6}" type="parTrans" cxnId="{301BA8A6-C3E1-46F8-B25A-2E63F6C7B5DD}">
      <dgm:prSet/>
      <dgm:spPr/>
      <dgm:t>
        <a:bodyPr/>
        <a:lstStyle/>
        <a:p>
          <a:endParaRPr lang="en-IN"/>
        </a:p>
      </dgm:t>
    </dgm:pt>
    <dgm:pt modelId="{ABCFC767-E796-4BBE-A63E-EAB969325D80}" type="sibTrans" cxnId="{301BA8A6-C3E1-46F8-B25A-2E63F6C7B5DD}">
      <dgm:prSet/>
      <dgm:spPr/>
      <dgm:t>
        <a:bodyPr/>
        <a:lstStyle/>
        <a:p>
          <a:endParaRPr lang="en-IN"/>
        </a:p>
      </dgm:t>
    </dgm:pt>
    <dgm:pt modelId="{FC129B6E-BA55-4BF2-A99B-4E82E9F561F8}">
      <dgm:prSet/>
      <dgm:spPr/>
      <dgm:t>
        <a:bodyPr/>
        <a:lstStyle/>
        <a:p>
          <a:r>
            <a:rPr lang="en-US" b="0" i="0">
              <a:effectLst/>
            </a:rPr>
            <a:t>user, </a:t>
          </a:r>
          <a:endParaRPr lang="en-US" b="0" i="0" dirty="0">
            <a:effectLst/>
          </a:endParaRPr>
        </a:p>
      </dgm:t>
    </dgm:pt>
    <dgm:pt modelId="{B8362C98-25ED-46BF-ABAE-A4E2F27219CB}" type="parTrans" cxnId="{25ECED15-11D4-4D99-A849-23406C8D286E}">
      <dgm:prSet/>
      <dgm:spPr/>
      <dgm:t>
        <a:bodyPr/>
        <a:lstStyle/>
        <a:p>
          <a:endParaRPr lang="en-IN"/>
        </a:p>
      </dgm:t>
    </dgm:pt>
    <dgm:pt modelId="{7707A77E-7B39-45B6-BE52-8239C25E15FF}" type="sibTrans" cxnId="{25ECED15-11D4-4D99-A849-23406C8D286E}">
      <dgm:prSet/>
      <dgm:spPr/>
      <dgm:t>
        <a:bodyPr/>
        <a:lstStyle/>
        <a:p>
          <a:endParaRPr lang="en-IN"/>
        </a:p>
      </dgm:t>
    </dgm:pt>
    <dgm:pt modelId="{8F2E44BC-10CF-4ADC-BB1B-26E035262FB3}">
      <dgm:prSet/>
      <dgm:spPr/>
      <dgm:t>
        <a:bodyPr/>
        <a:lstStyle/>
        <a:p>
          <a:r>
            <a:rPr lang="en-US" b="0" i="0">
              <a:effectLst/>
            </a:rPr>
            <a:t>url,</a:t>
          </a:r>
          <a:endParaRPr lang="en-US" b="0" i="0" dirty="0">
            <a:effectLst/>
          </a:endParaRPr>
        </a:p>
      </dgm:t>
    </dgm:pt>
    <dgm:pt modelId="{B9CBE4C3-05BD-44A3-8DF7-115F5C79EAD5}" type="parTrans" cxnId="{F206A2E8-F3FE-46E7-993C-8C5AE5FB2367}">
      <dgm:prSet/>
      <dgm:spPr/>
      <dgm:t>
        <a:bodyPr/>
        <a:lstStyle/>
        <a:p>
          <a:endParaRPr lang="en-IN"/>
        </a:p>
      </dgm:t>
    </dgm:pt>
    <dgm:pt modelId="{1631DD36-7494-4C54-80E9-71BCBBE84ED6}" type="sibTrans" cxnId="{F206A2E8-F3FE-46E7-993C-8C5AE5FB2367}">
      <dgm:prSet/>
      <dgm:spPr/>
      <dgm:t>
        <a:bodyPr/>
        <a:lstStyle/>
        <a:p>
          <a:endParaRPr lang="en-IN"/>
        </a:p>
      </dgm:t>
    </dgm:pt>
    <dgm:pt modelId="{310AF418-D2D1-439B-A4EF-9DBC8FEF07E0}">
      <dgm:prSet/>
      <dgm:spPr/>
      <dgm:t>
        <a:bodyPr/>
        <a:lstStyle/>
        <a:p>
          <a:r>
            <a:rPr lang="en-US" b="0" i="0">
              <a:effectLst/>
            </a:rPr>
            <a:t>id.</a:t>
          </a:r>
          <a:endParaRPr lang="en-US" b="0" i="0" dirty="0">
            <a:effectLst/>
          </a:endParaRPr>
        </a:p>
      </dgm:t>
    </dgm:pt>
    <dgm:pt modelId="{AE42D2DA-FCF9-4BF7-81E9-B65ED6B19FE6}" type="parTrans" cxnId="{3E981E81-8830-4B2C-9334-C9D11D483129}">
      <dgm:prSet/>
      <dgm:spPr/>
      <dgm:t>
        <a:bodyPr/>
        <a:lstStyle/>
        <a:p>
          <a:endParaRPr lang="en-IN"/>
        </a:p>
      </dgm:t>
    </dgm:pt>
    <dgm:pt modelId="{F2CC295B-68E0-4B3D-BD8C-E97107AEE35E}" type="sibTrans" cxnId="{3E981E81-8830-4B2C-9334-C9D11D483129}">
      <dgm:prSet/>
      <dgm:spPr/>
      <dgm:t>
        <a:bodyPr/>
        <a:lstStyle/>
        <a:p>
          <a:endParaRPr lang="en-IN"/>
        </a:p>
      </dgm:t>
    </dgm:pt>
    <dgm:pt modelId="{AE4F8C4B-256C-4971-9BE4-F5D30E02E81B}" type="pres">
      <dgm:prSet presAssocID="{7B0896D8-7C6C-4B20-9671-4160845578F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7E57A1-2889-461B-95E1-3D0A8A06B12D}" type="pres">
      <dgm:prSet presAssocID="{8DE9B47E-E95E-4411-8525-8EAD6D226BBA}" presName="root1" presStyleCnt="0"/>
      <dgm:spPr/>
    </dgm:pt>
    <dgm:pt modelId="{57356AB0-A247-406C-AE0F-AEF5260C7C38}" type="pres">
      <dgm:prSet presAssocID="{8DE9B47E-E95E-4411-8525-8EAD6D226BBA}" presName="LevelOneTextNode" presStyleLbl="node0" presStyleIdx="0" presStyleCnt="1">
        <dgm:presLayoutVars>
          <dgm:chPref val="3"/>
        </dgm:presLayoutVars>
      </dgm:prSet>
      <dgm:spPr/>
    </dgm:pt>
    <dgm:pt modelId="{D3FA5C26-5EDA-4E5C-96D7-321C78EAC30E}" type="pres">
      <dgm:prSet presAssocID="{8DE9B47E-E95E-4411-8525-8EAD6D226BBA}" presName="level2hierChild" presStyleCnt="0"/>
      <dgm:spPr/>
    </dgm:pt>
    <dgm:pt modelId="{7758047D-DE59-4BC9-B856-71AF0713BF7E}" type="pres">
      <dgm:prSet presAssocID="{B8362C98-25ED-46BF-ABAE-A4E2F27219CB}" presName="conn2-1" presStyleLbl="parChTrans1D2" presStyleIdx="0" presStyleCnt="3"/>
      <dgm:spPr/>
    </dgm:pt>
    <dgm:pt modelId="{0652068A-F98C-4DD8-8B81-63993E61B184}" type="pres">
      <dgm:prSet presAssocID="{B8362C98-25ED-46BF-ABAE-A4E2F27219CB}" presName="connTx" presStyleLbl="parChTrans1D2" presStyleIdx="0" presStyleCnt="3"/>
      <dgm:spPr/>
    </dgm:pt>
    <dgm:pt modelId="{B9124B44-82B5-4D42-8173-E2B54AE426C7}" type="pres">
      <dgm:prSet presAssocID="{FC129B6E-BA55-4BF2-A99B-4E82E9F561F8}" presName="root2" presStyleCnt="0"/>
      <dgm:spPr/>
    </dgm:pt>
    <dgm:pt modelId="{658C8D29-5976-4F6E-A8FF-DE63D13FEC1F}" type="pres">
      <dgm:prSet presAssocID="{FC129B6E-BA55-4BF2-A99B-4E82E9F561F8}" presName="LevelTwoTextNode" presStyleLbl="node2" presStyleIdx="0" presStyleCnt="3">
        <dgm:presLayoutVars>
          <dgm:chPref val="3"/>
        </dgm:presLayoutVars>
      </dgm:prSet>
      <dgm:spPr/>
    </dgm:pt>
    <dgm:pt modelId="{1D424FEA-5576-4234-9162-A52F273291AD}" type="pres">
      <dgm:prSet presAssocID="{FC129B6E-BA55-4BF2-A99B-4E82E9F561F8}" presName="level3hierChild" presStyleCnt="0"/>
      <dgm:spPr/>
    </dgm:pt>
    <dgm:pt modelId="{5A0D2466-06AA-4333-9E82-4F6D9010A857}" type="pres">
      <dgm:prSet presAssocID="{B9CBE4C3-05BD-44A3-8DF7-115F5C79EAD5}" presName="conn2-1" presStyleLbl="parChTrans1D2" presStyleIdx="1" presStyleCnt="3"/>
      <dgm:spPr/>
    </dgm:pt>
    <dgm:pt modelId="{680F0483-A63B-48E6-9462-F059C9CDF12F}" type="pres">
      <dgm:prSet presAssocID="{B9CBE4C3-05BD-44A3-8DF7-115F5C79EAD5}" presName="connTx" presStyleLbl="parChTrans1D2" presStyleIdx="1" presStyleCnt="3"/>
      <dgm:spPr/>
    </dgm:pt>
    <dgm:pt modelId="{1E25D41A-92C2-418A-B7DA-8C6BEE88C825}" type="pres">
      <dgm:prSet presAssocID="{8F2E44BC-10CF-4ADC-BB1B-26E035262FB3}" presName="root2" presStyleCnt="0"/>
      <dgm:spPr/>
    </dgm:pt>
    <dgm:pt modelId="{C4332BB4-12C4-49DC-817F-28AD5EB23646}" type="pres">
      <dgm:prSet presAssocID="{8F2E44BC-10CF-4ADC-BB1B-26E035262FB3}" presName="LevelTwoTextNode" presStyleLbl="node2" presStyleIdx="1" presStyleCnt="3">
        <dgm:presLayoutVars>
          <dgm:chPref val="3"/>
        </dgm:presLayoutVars>
      </dgm:prSet>
      <dgm:spPr/>
    </dgm:pt>
    <dgm:pt modelId="{E540F034-441B-40F7-9059-1F0CD2E11B6A}" type="pres">
      <dgm:prSet presAssocID="{8F2E44BC-10CF-4ADC-BB1B-26E035262FB3}" presName="level3hierChild" presStyleCnt="0"/>
      <dgm:spPr/>
    </dgm:pt>
    <dgm:pt modelId="{C1924573-17EF-4DDC-9A89-C857F9B2111C}" type="pres">
      <dgm:prSet presAssocID="{AE42D2DA-FCF9-4BF7-81E9-B65ED6B19FE6}" presName="conn2-1" presStyleLbl="parChTrans1D2" presStyleIdx="2" presStyleCnt="3"/>
      <dgm:spPr/>
    </dgm:pt>
    <dgm:pt modelId="{F8085753-2956-461D-80B1-F314DC8F5992}" type="pres">
      <dgm:prSet presAssocID="{AE42D2DA-FCF9-4BF7-81E9-B65ED6B19FE6}" presName="connTx" presStyleLbl="parChTrans1D2" presStyleIdx="2" presStyleCnt="3"/>
      <dgm:spPr/>
    </dgm:pt>
    <dgm:pt modelId="{F8FF2327-7231-4177-B58D-D914483EEBAF}" type="pres">
      <dgm:prSet presAssocID="{310AF418-D2D1-439B-A4EF-9DBC8FEF07E0}" presName="root2" presStyleCnt="0"/>
      <dgm:spPr/>
    </dgm:pt>
    <dgm:pt modelId="{ADFE8841-E123-4ECD-A43F-3FEDCB3BA23F}" type="pres">
      <dgm:prSet presAssocID="{310AF418-D2D1-439B-A4EF-9DBC8FEF07E0}" presName="LevelTwoTextNode" presStyleLbl="node2" presStyleIdx="2" presStyleCnt="3">
        <dgm:presLayoutVars>
          <dgm:chPref val="3"/>
        </dgm:presLayoutVars>
      </dgm:prSet>
      <dgm:spPr/>
    </dgm:pt>
    <dgm:pt modelId="{ED4D4346-18FF-483E-89A0-05987A372660}" type="pres">
      <dgm:prSet presAssocID="{310AF418-D2D1-439B-A4EF-9DBC8FEF07E0}" presName="level3hierChild" presStyleCnt="0"/>
      <dgm:spPr/>
    </dgm:pt>
  </dgm:ptLst>
  <dgm:cxnLst>
    <dgm:cxn modelId="{96DE8D04-00B1-464F-86CE-C37F187A9F4A}" type="presOf" srcId="{8DE9B47E-E95E-4411-8525-8EAD6D226BBA}" destId="{57356AB0-A247-406C-AE0F-AEF5260C7C38}" srcOrd="0" destOrd="0" presId="urn:microsoft.com/office/officeart/2005/8/layout/hierarchy2"/>
    <dgm:cxn modelId="{9E920A0E-350C-4C1A-963D-33EFD466BB5D}" type="presOf" srcId="{8F2E44BC-10CF-4ADC-BB1B-26E035262FB3}" destId="{C4332BB4-12C4-49DC-817F-28AD5EB23646}" srcOrd="0" destOrd="0" presId="urn:microsoft.com/office/officeart/2005/8/layout/hierarchy2"/>
    <dgm:cxn modelId="{25ECED15-11D4-4D99-A849-23406C8D286E}" srcId="{8DE9B47E-E95E-4411-8525-8EAD6D226BBA}" destId="{FC129B6E-BA55-4BF2-A99B-4E82E9F561F8}" srcOrd="0" destOrd="0" parTransId="{B8362C98-25ED-46BF-ABAE-A4E2F27219CB}" sibTransId="{7707A77E-7B39-45B6-BE52-8239C25E15FF}"/>
    <dgm:cxn modelId="{46BFCA3C-08A9-448A-AF01-F8D729E327CF}" type="presOf" srcId="{AE42D2DA-FCF9-4BF7-81E9-B65ED6B19FE6}" destId="{C1924573-17EF-4DDC-9A89-C857F9B2111C}" srcOrd="0" destOrd="0" presId="urn:microsoft.com/office/officeart/2005/8/layout/hierarchy2"/>
    <dgm:cxn modelId="{2645E076-9A6A-44FD-9175-78796DBFB6EB}" type="presOf" srcId="{B8362C98-25ED-46BF-ABAE-A4E2F27219CB}" destId="{7758047D-DE59-4BC9-B856-71AF0713BF7E}" srcOrd="0" destOrd="0" presId="urn:microsoft.com/office/officeart/2005/8/layout/hierarchy2"/>
    <dgm:cxn modelId="{105A2F78-B2A7-493B-825B-C35380B6DC65}" type="presOf" srcId="{B8362C98-25ED-46BF-ABAE-A4E2F27219CB}" destId="{0652068A-F98C-4DD8-8B81-63993E61B184}" srcOrd="1" destOrd="0" presId="urn:microsoft.com/office/officeart/2005/8/layout/hierarchy2"/>
    <dgm:cxn modelId="{9135F978-40B0-4215-87CC-5B14F5D024E1}" type="presOf" srcId="{B9CBE4C3-05BD-44A3-8DF7-115F5C79EAD5}" destId="{5A0D2466-06AA-4333-9E82-4F6D9010A857}" srcOrd="0" destOrd="0" presId="urn:microsoft.com/office/officeart/2005/8/layout/hierarchy2"/>
    <dgm:cxn modelId="{3B689880-67DC-49E6-85EA-410C18597F29}" type="presOf" srcId="{FC129B6E-BA55-4BF2-A99B-4E82E9F561F8}" destId="{658C8D29-5976-4F6E-A8FF-DE63D13FEC1F}" srcOrd="0" destOrd="0" presId="urn:microsoft.com/office/officeart/2005/8/layout/hierarchy2"/>
    <dgm:cxn modelId="{3E981E81-8830-4B2C-9334-C9D11D483129}" srcId="{8DE9B47E-E95E-4411-8525-8EAD6D226BBA}" destId="{310AF418-D2D1-439B-A4EF-9DBC8FEF07E0}" srcOrd="2" destOrd="0" parTransId="{AE42D2DA-FCF9-4BF7-81E9-B65ED6B19FE6}" sibTransId="{F2CC295B-68E0-4B3D-BD8C-E97107AEE35E}"/>
    <dgm:cxn modelId="{26796B8C-0521-458C-B77D-BF82D83DED32}" type="presOf" srcId="{310AF418-D2D1-439B-A4EF-9DBC8FEF07E0}" destId="{ADFE8841-E123-4ECD-A43F-3FEDCB3BA23F}" srcOrd="0" destOrd="0" presId="urn:microsoft.com/office/officeart/2005/8/layout/hierarchy2"/>
    <dgm:cxn modelId="{301BA8A6-C3E1-46F8-B25A-2E63F6C7B5DD}" srcId="{7B0896D8-7C6C-4B20-9671-4160845578F7}" destId="{8DE9B47E-E95E-4411-8525-8EAD6D226BBA}" srcOrd="0" destOrd="0" parTransId="{750A45C8-3792-4891-83E3-3B8E9846AFC6}" sibTransId="{ABCFC767-E796-4BBE-A63E-EAB969325D80}"/>
    <dgm:cxn modelId="{F621B7D1-3234-46A4-84D7-26B313ED3968}" type="presOf" srcId="{B9CBE4C3-05BD-44A3-8DF7-115F5C79EAD5}" destId="{680F0483-A63B-48E6-9462-F059C9CDF12F}" srcOrd="1" destOrd="0" presId="urn:microsoft.com/office/officeart/2005/8/layout/hierarchy2"/>
    <dgm:cxn modelId="{F9483FD2-7CAD-4E4E-95D7-3E3B997B58DD}" type="presOf" srcId="{7B0896D8-7C6C-4B20-9671-4160845578F7}" destId="{AE4F8C4B-256C-4971-9BE4-F5D30E02E81B}" srcOrd="0" destOrd="0" presId="urn:microsoft.com/office/officeart/2005/8/layout/hierarchy2"/>
    <dgm:cxn modelId="{15A5AFE7-5895-4EFC-B013-E62092221153}" type="presOf" srcId="{AE42D2DA-FCF9-4BF7-81E9-B65ED6B19FE6}" destId="{F8085753-2956-461D-80B1-F314DC8F5992}" srcOrd="1" destOrd="0" presId="urn:microsoft.com/office/officeart/2005/8/layout/hierarchy2"/>
    <dgm:cxn modelId="{F206A2E8-F3FE-46E7-993C-8C5AE5FB2367}" srcId="{8DE9B47E-E95E-4411-8525-8EAD6D226BBA}" destId="{8F2E44BC-10CF-4ADC-BB1B-26E035262FB3}" srcOrd="1" destOrd="0" parTransId="{B9CBE4C3-05BD-44A3-8DF7-115F5C79EAD5}" sibTransId="{1631DD36-7494-4C54-80E9-71BCBBE84ED6}"/>
    <dgm:cxn modelId="{8BDA0320-3606-44E1-BD15-E701123422F3}" type="presParOf" srcId="{AE4F8C4B-256C-4971-9BE4-F5D30E02E81B}" destId="{BC7E57A1-2889-461B-95E1-3D0A8A06B12D}" srcOrd="0" destOrd="0" presId="urn:microsoft.com/office/officeart/2005/8/layout/hierarchy2"/>
    <dgm:cxn modelId="{0B2E408C-9855-4B2F-A36E-7BABDD265CF3}" type="presParOf" srcId="{BC7E57A1-2889-461B-95E1-3D0A8A06B12D}" destId="{57356AB0-A247-406C-AE0F-AEF5260C7C38}" srcOrd="0" destOrd="0" presId="urn:microsoft.com/office/officeart/2005/8/layout/hierarchy2"/>
    <dgm:cxn modelId="{25944A09-AC39-4048-8608-E09F69979327}" type="presParOf" srcId="{BC7E57A1-2889-461B-95E1-3D0A8A06B12D}" destId="{D3FA5C26-5EDA-4E5C-96D7-321C78EAC30E}" srcOrd="1" destOrd="0" presId="urn:microsoft.com/office/officeart/2005/8/layout/hierarchy2"/>
    <dgm:cxn modelId="{3769FC5E-3E71-47C4-A827-B690891CCE2F}" type="presParOf" srcId="{D3FA5C26-5EDA-4E5C-96D7-321C78EAC30E}" destId="{7758047D-DE59-4BC9-B856-71AF0713BF7E}" srcOrd="0" destOrd="0" presId="urn:microsoft.com/office/officeart/2005/8/layout/hierarchy2"/>
    <dgm:cxn modelId="{54836C94-D04D-4FF1-9B37-2BE46ECE163E}" type="presParOf" srcId="{7758047D-DE59-4BC9-B856-71AF0713BF7E}" destId="{0652068A-F98C-4DD8-8B81-63993E61B184}" srcOrd="0" destOrd="0" presId="urn:microsoft.com/office/officeart/2005/8/layout/hierarchy2"/>
    <dgm:cxn modelId="{C72E9BC7-A002-46FD-BAF9-8C8CA705D77A}" type="presParOf" srcId="{D3FA5C26-5EDA-4E5C-96D7-321C78EAC30E}" destId="{B9124B44-82B5-4D42-8173-E2B54AE426C7}" srcOrd="1" destOrd="0" presId="urn:microsoft.com/office/officeart/2005/8/layout/hierarchy2"/>
    <dgm:cxn modelId="{DE1182D3-406B-4564-A43E-5375CC4F6B44}" type="presParOf" srcId="{B9124B44-82B5-4D42-8173-E2B54AE426C7}" destId="{658C8D29-5976-4F6E-A8FF-DE63D13FEC1F}" srcOrd="0" destOrd="0" presId="urn:microsoft.com/office/officeart/2005/8/layout/hierarchy2"/>
    <dgm:cxn modelId="{57B4D772-9F33-4174-BC1B-B9E62A6C1AF7}" type="presParOf" srcId="{B9124B44-82B5-4D42-8173-E2B54AE426C7}" destId="{1D424FEA-5576-4234-9162-A52F273291AD}" srcOrd="1" destOrd="0" presId="urn:microsoft.com/office/officeart/2005/8/layout/hierarchy2"/>
    <dgm:cxn modelId="{005E6ABC-CDA6-4E0F-964A-EAC592145F5A}" type="presParOf" srcId="{D3FA5C26-5EDA-4E5C-96D7-321C78EAC30E}" destId="{5A0D2466-06AA-4333-9E82-4F6D9010A857}" srcOrd="2" destOrd="0" presId="urn:microsoft.com/office/officeart/2005/8/layout/hierarchy2"/>
    <dgm:cxn modelId="{2D99B6FB-B432-4761-BC55-BB6AC0C80792}" type="presParOf" srcId="{5A0D2466-06AA-4333-9E82-4F6D9010A857}" destId="{680F0483-A63B-48E6-9462-F059C9CDF12F}" srcOrd="0" destOrd="0" presId="urn:microsoft.com/office/officeart/2005/8/layout/hierarchy2"/>
    <dgm:cxn modelId="{69473915-BAA0-4AF8-BE57-7ABBEEEB44DF}" type="presParOf" srcId="{D3FA5C26-5EDA-4E5C-96D7-321C78EAC30E}" destId="{1E25D41A-92C2-418A-B7DA-8C6BEE88C825}" srcOrd="3" destOrd="0" presId="urn:microsoft.com/office/officeart/2005/8/layout/hierarchy2"/>
    <dgm:cxn modelId="{393182B0-A934-4BC2-ADE8-85F1AA419993}" type="presParOf" srcId="{1E25D41A-92C2-418A-B7DA-8C6BEE88C825}" destId="{C4332BB4-12C4-49DC-817F-28AD5EB23646}" srcOrd="0" destOrd="0" presId="urn:microsoft.com/office/officeart/2005/8/layout/hierarchy2"/>
    <dgm:cxn modelId="{7628B709-D0D9-4822-8CD6-F463D57FFCE9}" type="presParOf" srcId="{1E25D41A-92C2-418A-B7DA-8C6BEE88C825}" destId="{E540F034-441B-40F7-9059-1F0CD2E11B6A}" srcOrd="1" destOrd="0" presId="urn:microsoft.com/office/officeart/2005/8/layout/hierarchy2"/>
    <dgm:cxn modelId="{0E1A40AB-FFC1-4F1A-953F-01565FB3EA5B}" type="presParOf" srcId="{D3FA5C26-5EDA-4E5C-96D7-321C78EAC30E}" destId="{C1924573-17EF-4DDC-9A89-C857F9B2111C}" srcOrd="4" destOrd="0" presId="urn:microsoft.com/office/officeart/2005/8/layout/hierarchy2"/>
    <dgm:cxn modelId="{9CF8EF08-F987-45F6-91D9-8DCB35DAD150}" type="presParOf" srcId="{C1924573-17EF-4DDC-9A89-C857F9B2111C}" destId="{F8085753-2956-461D-80B1-F314DC8F5992}" srcOrd="0" destOrd="0" presId="urn:microsoft.com/office/officeart/2005/8/layout/hierarchy2"/>
    <dgm:cxn modelId="{0E9D3FF1-C1FA-4E98-A0AD-1D8845D37C82}" type="presParOf" srcId="{D3FA5C26-5EDA-4E5C-96D7-321C78EAC30E}" destId="{F8FF2327-7231-4177-B58D-D914483EEBAF}" srcOrd="5" destOrd="0" presId="urn:microsoft.com/office/officeart/2005/8/layout/hierarchy2"/>
    <dgm:cxn modelId="{23CD4F52-CC0D-4589-82F3-6C909C13F4C9}" type="presParOf" srcId="{F8FF2327-7231-4177-B58D-D914483EEBAF}" destId="{ADFE8841-E123-4ECD-A43F-3FEDCB3BA23F}" srcOrd="0" destOrd="0" presId="urn:microsoft.com/office/officeart/2005/8/layout/hierarchy2"/>
    <dgm:cxn modelId="{A19842DB-ECF8-4397-AA1C-FDA8CE289F4B}" type="presParOf" srcId="{F8FF2327-7231-4177-B58D-D914483EEBAF}" destId="{ED4D4346-18FF-483E-89A0-05987A37266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0BEED-ED70-451B-979A-651F294253B4}">
      <dsp:nvSpPr>
        <dsp:cNvPr id="0" name=""/>
        <dsp:cNvSpPr/>
      </dsp:nvSpPr>
      <dsp:spPr>
        <a:xfrm>
          <a:off x="274" y="1656680"/>
          <a:ext cx="2957690" cy="14788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Bahnschrift" panose="020B0502040204020203" pitchFamily="34" charset="0"/>
            </a:rPr>
            <a:t>Apache Pig has two execution modes:</a:t>
          </a:r>
        </a:p>
      </dsp:txBody>
      <dsp:txXfrm>
        <a:off x="43588" y="1699994"/>
        <a:ext cx="2871062" cy="1392217"/>
      </dsp:txXfrm>
    </dsp:sp>
    <dsp:sp modelId="{255086D3-0E3E-46E1-8E14-E6D249587427}">
      <dsp:nvSpPr>
        <dsp:cNvPr id="0" name=""/>
        <dsp:cNvSpPr/>
      </dsp:nvSpPr>
      <dsp:spPr>
        <a:xfrm rot="19457599">
          <a:off x="2821021" y="1943162"/>
          <a:ext cx="1456962" cy="55546"/>
        </a:xfrm>
        <a:custGeom>
          <a:avLst/>
          <a:gdLst/>
          <a:ahLst/>
          <a:cxnLst/>
          <a:rect l="0" t="0" r="0" b="0"/>
          <a:pathLst>
            <a:path>
              <a:moveTo>
                <a:pt x="0" y="27773"/>
              </a:moveTo>
              <a:lnTo>
                <a:pt x="1456962" y="2777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13078" y="1934511"/>
        <a:ext cx="72848" cy="72848"/>
      </dsp:txXfrm>
    </dsp:sp>
    <dsp:sp modelId="{EED3A52F-0804-4A16-81A8-FF85D5E1BE2E}">
      <dsp:nvSpPr>
        <dsp:cNvPr id="0" name=""/>
        <dsp:cNvSpPr/>
      </dsp:nvSpPr>
      <dsp:spPr>
        <a:xfrm>
          <a:off x="4141041" y="806344"/>
          <a:ext cx="2957690" cy="14788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i="0" kern="1200" dirty="0">
              <a:effectLst/>
              <a:latin typeface="Bahnschrift" panose="020B0502040204020203" pitchFamily="34" charset="0"/>
            </a:rPr>
            <a:t>Local Mode</a:t>
          </a:r>
        </a:p>
      </dsp:txBody>
      <dsp:txXfrm>
        <a:off x="4184355" y="849658"/>
        <a:ext cx="2871062" cy="1392217"/>
      </dsp:txXfrm>
    </dsp:sp>
    <dsp:sp modelId="{6525C6B2-B1EE-42F9-A946-49961E756A4A}">
      <dsp:nvSpPr>
        <dsp:cNvPr id="0" name=""/>
        <dsp:cNvSpPr/>
      </dsp:nvSpPr>
      <dsp:spPr>
        <a:xfrm rot="2142401">
          <a:off x="2821021" y="2793498"/>
          <a:ext cx="1456962" cy="55546"/>
        </a:xfrm>
        <a:custGeom>
          <a:avLst/>
          <a:gdLst/>
          <a:ahLst/>
          <a:cxnLst/>
          <a:rect l="0" t="0" r="0" b="0"/>
          <a:pathLst>
            <a:path>
              <a:moveTo>
                <a:pt x="0" y="27773"/>
              </a:moveTo>
              <a:lnTo>
                <a:pt x="1456962" y="2777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13078" y="2784847"/>
        <a:ext cx="72848" cy="72848"/>
      </dsp:txXfrm>
    </dsp:sp>
    <dsp:sp modelId="{FAB38877-7B27-411A-9D6E-3A0AF36318DA}">
      <dsp:nvSpPr>
        <dsp:cNvPr id="0" name=""/>
        <dsp:cNvSpPr/>
      </dsp:nvSpPr>
      <dsp:spPr>
        <a:xfrm>
          <a:off x="4141041" y="2507016"/>
          <a:ext cx="2957690" cy="14788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i="0" kern="1200" dirty="0">
              <a:effectLst/>
              <a:latin typeface="Bahnschrift" panose="020B0502040204020203" pitchFamily="34" charset="0"/>
            </a:rPr>
            <a:t>MapReduce Mode</a:t>
          </a:r>
          <a:endParaRPr lang="en-IN" sz="3200" b="0" i="0" kern="1200" dirty="0">
            <a:effectLst/>
            <a:latin typeface="Bahnschrift" panose="020B0502040204020203" pitchFamily="34" charset="0"/>
          </a:endParaRPr>
        </a:p>
      </dsp:txBody>
      <dsp:txXfrm>
        <a:off x="4184355" y="2550330"/>
        <a:ext cx="2871062" cy="13922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13F9A-76D2-4C1F-98A5-56AB0D3C4D7D}">
      <dsp:nvSpPr>
        <dsp:cNvPr id="0" name=""/>
        <dsp:cNvSpPr/>
      </dsp:nvSpPr>
      <dsp:spPr>
        <a:xfrm>
          <a:off x="5115" y="1750860"/>
          <a:ext cx="2834039" cy="141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>
              <a:effectLst/>
            </a:rPr>
            <a:t>The first file contain three fields:</a:t>
          </a:r>
          <a:endParaRPr lang="en-US" sz="3000" b="0" i="0" kern="1200" dirty="0">
            <a:effectLst/>
          </a:endParaRPr>
        </a:p>
      </dsp:txBody>
      <dsp:txXfrm>
        <a:off x="46618" y="1792363"/>
        <a:ext cx="2751033" cy="1334013"/>
      </dsp:txXfrm>
    </dsp:sp>
    <dsp:sp modelId="{801434DF-3287-4946-8B1D-5B5C6C32AC2B}">
      <dsp:nvSpPr>
        <dsp:cNvPr id="0" name=""/>
        <dsp:cNvSpPr/>
      </dsp:nvSpPr>
      <dsp:spPr>
        <a:xfrm rot="18289469">
          <a:off x="2413416" y="1618655"/>
          <a:ext cx="1985092" cy="51855"/>
        </a:xfrm>
        <a:custGeom>
          <a:avLst/>
          <a:gdLst/>
          <a:ahLst/>
          <a:cxnLst/>
          <a:rect l="0" t="0" r="0" b="0"/>
          <a:pathLst>
            <a:path>
              <a:moveTo>
                <a:pt x="0" y="25927"/>
              </a:moveTo>
              <a:lnTo>
                <a:pt x="1985092" y="2592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3356335" y="1594956"/>
        <a:ext cx="99254" cy="99254"/>
      </dsp:txXfrm>
    </dsp:sp>
    <dsp:sp modelId="{BDE243C6-DF0E-4F1C-A61A-2A138B8928FA}">
      <dsp:nvSpPr>
        <dsp:cNvPr id="0" name=""/>
        <dsp:cNvSpPr/>
      </dsp:nvSpPr>
      <dsp:spPr>
        <a:xfrm>
          <a:off x="3972770" y="121287"/>
          <a:ext cx="2834039" cy="141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0" i="0" kern="1200" dirty="0">
              <a:effectLst/>
            </a:rPr>
            <a:t>user </a:t>
          </a:r>
        </a:p>
      </dsp:txBody>
      <dsp:txXfrm>
        <a:off x="4014273" y="162790"/>
        <a:ext cx="2751033" cy="1334013"/>
      </dsp:txXfrm>
    </dsp:sp>
    <dsp:sp modelId="{CBBE566F-88B1-4B6F-ADFC-5BB3F1D213DF}">
      <dsp:nvSpPr>
        <dsp:cNvPr id="0" name=""/>
        <dsp:cNvSpPr/>
      </dsp:nvSpPr>
      <dsp:spPr>
        <a:xfrm>
          <a:off x="2839155" y="2433442"/>
          <a:ext cx="1133615" cy="51855"/>
        </a:xfrm>
        <a:custGeom>
          <a:avLst/>
          <a:gdLst/>
          <a:ahLst/>
          <a:cxnLst/>
          <a:rect l="0" t="0" r="0" b="0"/>
          <a:pathLst>
            <a:path>
              <a:moveTo>
                <a:pt x="0" y="25927"/>
              </a:moveTo>
              <a:lnTo>
                <a:pt x="1133615" y="2592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377622" y="2431029"/>
        <a:ext cx="56680" cy="56680"/>
      </dsp:txXfrm>
    </dsp:sp>
    <dsp:sp modelId="{88D4C7C2-9082-450D-A2E8-BD4D62C9F15C}">
      <dsp:nvSpPr>
        <dsp:cNvPr id="0" name=""/>
        <dsp:cNvSpPr/>
      </dsp:nvSpPr>
      <dsp:spPr>
        <a:xfrm>
          <a:off x="3972770" y="1750860"/>
          <a:ext cx="2834039" cy="141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0" i="0" kern="1200">
              <a:effectLst/>
            </a:rPr>
            <a:t>url</a:t>
          </a:r>
          <a:endParaRPr lang="en-IN" sz="3000" b="0" i="0" kern="1200" dirty="0">
            <a:effectLst/>
          </a:endParaRPr>
        </a:p>
      </dsp:txBody>
      <dsp:txXfrm>
        <a:off x="4014273" y="1792363"/>
        <a:ext cx="2751033" cy="1334013"/>
      </dsp:txXfrm>
    </dsp:sp>
    <dsp:sp modelId="{D02CA78F-0912-4E06-9C16-793B3990B3F6}">
      <dsp:nvSpPr>
        <dsp:cNvPr id="0" name=""/>
        <dsp:cNvSpPr/>
      </dsp:nvSpPr>
      <dsp:spPr>
        <a:xfrm rot="3310531">
          <a:off x="2413416" y="3248228"/>
          <a:ext cx="1985092" cy="51855"/>
        </a:xfrm>
        <a:custGeom>
          <a:avLst/>
          <a:gdLst/>
          <a:ahLst/>
          <a:cxnLst/>
          <a:rect l="0" t="0" r="0" b="0"/>
          <a:pathLst>
            <a:path>
              <a:moveTo>
                <a:pt x="0" y="25927"/>
              </a:moveTo>
              <a:lnTo>
                <a:pt x="1985092" y="2592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3356335" y="3224529"/>
        <a:ext cx="99254" cy="99254"/>
      </dsp:txXfrm>
    </dsp:sp>
    <dsp:sp modelId="{10329F92-BA05-4936-8BD5-2AD9AF728EFF}">
      <dsp:nvSpPr>
        <dsp:cNvPr id="0" name=""/>
        <dsp:cNvSpPr/>
      </dsp:nvSpPr>
      <dsp:spPr>
        <a:xfrm>
          <a:off x="3972770" y="3380432"/>
          <a:ext cx="2834039" cy="141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0" i="0" kern="1200" dirty="0">
              <a:effectLst/>
            </a:rPr>
            <a:t>&amp; id</a:t>
          </a:r>
          <a:endParaRPr lang="en-US" sz="3000" b="0" i="0" kern="1200" dirty="0">
            <a:effectLst/>
          </a:endParaRPr>
        </a:p>
      </dsp:txBody>
      <dsp:txXfrm>
        <a:off x="4014273" y="3421935"/>
        <a:ext cx="2751033" cy="13340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91BCE-F893-4BAF-9270-4676A9A45783}">
      <dsp:nvSpPr>
        <dsp:cNvPr id="0" name=""/>
        <dsp:cNvSpPr/>
      </dsp:nvSpPr>
      <dsp:spPr>
        <a:xfrm>
          <a:off x="521" y="1925161"/>
          <a:ext cx="2771413" cy="13857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effectLst/>
              <a:latin typeface="Bahnschrift" panose="020B0502040204020203" pitchFamily="34" charset="0"/>
              <a:ea typeface="Calibri" panose="020F0502020204030204" pitchFamily="34" charset="0"/>
              <a:cs typeface="Open Sans" panose="020B0606030504020204" pitchFamily="34" charset="0"/>
            </a:rPr>
            <a:t>The second file contain two fields</a:t>
          </a:r>
          <a:endParaRPr lang="en-IN" sz="3000" kern="1200" dirty="0">
            <a:effectLst/>
            <a:latin typeface="Bahnschrift" panose="020B0502040204020203" pitchFamily="34" charset="0"/>
            <a:ea typeface="Calibri" panose="020F0502020204030204" pitchFamily="34" charset="0"/>
            <a:cs typeface="Open Sans" panose="020B0606030504020204" pitchFamily="34" charset="0"/>
          </a:endParaRPr>
        </a:p>
      </dsp:txBody>
      <dsp:txXfrm>
        <a:off x="41107" y="1965747"/>
        <a:ext cx="2690241" cy="1304534"/>
      </dsp:txXfrm>
    </dsp:sp>
    <dsp:sp modelId="{50681CE0-0A4D-46B1-B498-F2AFF77E0352}">
      <dsp:nvSpPr>
        <dsp:cNvPr id="0" name=""/>
        <dsp:cNvSpPr/>
      </dsp:nvSpPr>
      <dsp:spPr>
        <a:xfrm rot="19457599">
          <a:off x="2643617" y="2195805"/>
          <a:ext cx="1365202" cy="47636"/>
        </a:xfrm>
        <a:custGeom>
          <a:avLst/>
          <a:gdLst/>
          <a:ahLst/>
          <a:cxnLst/>
          <a:rect l="0" t="0" r="0" b="0"/>
          <a:pathLst>
            <a:path>
              <a:moveTo>
                <a:pt x="0" y="23818"/>
              </a:moveTo>
              <a:lnTo>
                <a:pt x="1365202" y="2381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92088" y="2185493"/>
        <a:ext cx="68260" cy="68260"/>
      </dsp:txXfrm>
    </dsp:sp>
    <dsp:sp modelId="{401C068D-170C-49A5-9788-AA0284D51FAE}">
      <dsp:nvSpPr>
        <dsp:cNvPr id="0" name=""/>
        <dsp:cNvSpPr/>
      </dsp:nvSpPr>
      <dsp:spPr>
        <a:xfrm>
          <a:off x="3880501" y="1128379"/>
          <a:ext cx="2771413" cy="13857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effectLst/>
              <a:latin typeface="Bahnschrift" panose="020B0502040204020203" pitchFamily="34" charset="0"/>
              <a:ea typeface="Calibri" panose="020F0502020204030204" pitchFamily="34" charset="0"/>
              <a:cs typeface="Open Sans" panose="020B0606030504020204" pitchFamily="34" charset="0"/>
            </a:rPr>
            <a:t>url </a:t>
          </a:r>
          <a:endParaRPr lang="en-IN" sz="3000" kern="1200" dirty="0">
            <a:effectLst/>
            <a:latin typeface="Bahnschrift" panose="020B0502040204020203" pitchFamily="34" charset="0"/>
            <a:ea typeface="Calibri" panose="020F0502020204030204" pitchFamily="34" charset="0"/>
            <a:cs typeface="Open Sans" panose="020B0606030504020204" pitchFamily="34" charset="0"/>
          </a:endParaRPr>
        </a:p>
      </dsp:txBody>
      <dsp:txXfrm>
        <a:off x="3921087" y="1168965"/>
        <a:ext cx="2690241" cy="1304534"/>
      </dsp:txXfrm>
    </dsp:sp>
    <dsp:sp modelId="{9B8A8F33-626B-4398-A986-82D02725E7ED}">
      <dsp:nvSpPr>
        <dsp:cNvPr id="0" name=""/>
        <dsp:cNvSpPr/>
      </dsp:nvSpPr>
      <dsp:spPr>
        <a:xfrm rot="2142401">
          <a:off x="2643617" y="2992586"/>
          <a:ext cx="1365202" cy="47636"/>
        </a:xfrm>
        <a:custGeom>
          <a:avLst/>
          <a:gdLst/>
          <a:ahLst/>
          <a:cxnLst/>
          <a:rect l="0" t="0" r="0" b="0"/>
          <a:pathLst>
            <a:path>
              <a:moveTo>
                <a:pt x="0" y="23818"/>
              </a:moveTo>
              <a:lnTo>
                <a:pt x="1365202" y="2381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92088" y="2982275"/>
        <a:ext cx="68260" cy="68260"/>
      </dsp:txXfrm>
    </dsp:sp>
    <dsp:sp modelId="{2D371371-D192-4EF8-9FF9-F041ED77FFD6}">
      <dsp:nvSpPr>
        <dsp:cNvPr id="0" name=""/>
        <dsp:cNvSpPr/>
      </dsp:nvSpPr>
      <dsp:spPr>
        <a:xfrm>
          <a:off x="3880501" y="2721942"/>
          <a:ext cx="2771413" cy="13857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>
              <a:effectLst/>
              <a:latin typeface="Bahnschrift" panose="020B0502040204020203" pitchFamily="34" charset="0"/>
              <a:ea typeface="Calibri" panose="020F0502020204030204" pitchFamily="34" charset="0"/>
              <a:cs typeface="Open Sans" panose="020B0606030504020204" pitchFamily="34" charset="0"/>
            </a:rPr>
            <a:t>&amp; rating</a:t>
          </a:r>
          <a:endParaRPr lang="en-IN" sz="3000" kern="1200"/>
        </a:p>
      </dsp:txBody>
      <dsp:txXfrm>
        <a:off x="3921087" y="2762528"/>
        <a:ext cx="2690241" cy="13045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FAE0C-883D-4609-B6CB-FE1AD5F21B86}">
      <dsp:nvSpPr>
        <dsp:cNvPr id="0" name=""/>
        <dsp:cNvSpPr/>
      </dsp:nvSpPr>
      <dsp:spPr>
        <a:xfrm>
          <a:off x="743" y="1628433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>
              <a:effectLst/>
              <a:latin typeface="Bahnschrift" panose="020B0502040204020203" pitchFamily="34" charset="0"/>
            </a:rPr>
            <a:t>The Apache Pig operators can be classified as:</a:t>
          </a:r>
        </a:p>
      </dsp:txBody>
      <dsp:txXfrm>
        <a:off x="51909" y="1679599"/>
        <a:ext cx="3391532" cy="1644600"/>
      </dsp:txXfrm>
    </dsp:sp>
    <dsp:sp modelId="{4125A1E4-C93A-4816-869E-8327C14F19E5}">
      <dsp:nvSpPr>
        <dsp:cNvPr id="0" name=""/>
        <dsp:cNvSpPr/>
      </dsp:nvSpPr>
      <dsp:spPr>
        <a:xfrm rot="19457599">
          <a:off x="3332839" y="1968236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4150353" y="1956629"/>
        <a:ext cx="86054" cy="86054"/>
      </dsp:txXfrm>
    </dsp:sp>
    <dsp:sp modelId="{1781F7CB-0847-4918-B771-3A01647DBC0B}">
      <dsp:nvSpPr>
        <dsp:cNvPr id="0" name=""/>
        <dsp:cNvSpPr/>
      </dsp:nvSpPr>
      <dsp:spPr>
        <a:xfrm>
          <a:off x="4892153" y="623947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1" kern="1200">
              <a:effectLst/>
              <a:latin typeface="Bahnschrift" panose="020B0502040204020203" pitchFamily="34" charset="0"/>
            </a:rPr>
            <a:t>Relational </a:t>
          </a:r>
          <a:endParaRPr lang="en-US" sz="3600" b="0" i="1" kern="1200" dirty="0">
            <a:effectLst/>
            <a:latin typeface="Bahnschrift" panose="020B0502040204020203" pitchFamily="34" charset="0"/>
          </a:endParaRPr>
        </a:p>
      </dsp:txBody>
      <dsp:txXfrm>
        <a:off x="4943319" y="675113"/>
        <a:ext cx="3391532" cy="1644600"/>
      </dsp:txXfrm>
    </dsp:sp>
    <dsp:sp modelId="{20CABDB4-F42F-413E-A8F1-3B39591EB785}">
      <dsp:nvSpPr>
        <dsp:cNvPr id="0" name=""/>
        <dsp:cNvSpPr/>
      </dsp:nvSpPr>
      <dsp:spPr>
        <a:xfrm rot="2142401">
          <a:off x="3332839" y="2972722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4150353" y="2961115"/>
        <a:ext cx="86054" cy="86054"/>
      </dsp:txXfrm>
    </dsp:sp>
    <dsp:sp modelId="{77AE441F-AB6F-4306-B83C-3A7E76CE4560}">
      <dsp:nvSpPr>
        <dsp:cNvPr id="0" name=""/>
        <dsp:cNvSpPr/>
      </dsp:nvSpPr>
      <dsp:spPr>
        <a:xfrm>
          <a:off x="4892153" y="2632919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1" kern="1200" dirty="0">
              <a:effectLst/>
              <a:latin typeface="Bahnschrift" panose="020B0502040204020203" pitchFamily="34" charset="0"/>
            </a:rPr>
            <a:t>and Diagnostic</a:t>
          </a:r>
          <a:endParaRPr lang="en-IN" sz="3600" kern="1200" dirty="0">
            <a:latin typeface="Bahnschrift" panose="020B0502040204020203" pitchFamily="34" charset="0"/>
          </a:endParaRPr>
        </a:p>
      </dsp:txBody>
      <dsp:txXfrm>
        <a:off x="4943319" y="2684085"/>
        <a:ext cx="3391532" cy="16446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56AB0-A247-406C-AE0F-AEF5260C7C38}">
      <dsp:nvSpPr>
        <dsp:cNvPr id="0" name=""/>
        <dsp:cNvSpPr/>
      </dsp:nvSpPr>
      <dsp:spPr>
        <a:xfrm>
          <a:off x="95249" y="1416843"/>
          <a:ext cx="2460625" cy="12303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>
              <a:effectLst/>
            </a:rPr>
            <a:t>The field names are </a:t>
          </a:r>
          <a:endParaRPr lang="en-US" sz="3900" b="0" i="0" kern="1200" dirty="0">
            <a:effectLst/>
          </a:endParaRPr>
        </a:p>
      </dsp:txBody>
      <dsp:txXfrm>
        <a:off x="131284" y="1452878"/>
        <a:ext cx="2388555" cy="1158242"/>
      </dsp:txXfrm>
    </dsp:sp>
    <dsp:sp modelId="{7758047D-DE59-4BC9-B856-71AF0713BF7E}">
      <dsp:nvSpPr>
        <dsp:cNvPr id="0" name=""/>
        <dsp:cNvSpPr/>
      </dsp:nvSpPr>
      <dsp:spPr>
        <a:xfrm rot="18289469">
          <a:off x="2186232" y="1297324"/>
          <a:ext cx="17235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23535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3004911" y="1281481"/>
        <a:ext cx="86176" cy="86176"/>
      </dsp:txXfrm>
    </dsp:sp>
    <dsp:sp modelId="{658C8D29-5976-4F6E-A8FF-DE63D13FEC1F}">
      <dsp:nvSpPr>
        <dsp:cNvPr id="0" name=""/>
        <dsp:cNvSpPr/>
      </dsp:nvSpPr>
      <dsp:spPr>
        <a:xfrm>
          <a:off x="3540125" y="1984"/>
          <a:ext cx="2460625" cy="12303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>
              <a:effectLst/>
            </a:rPr>
            <a:t>user, </a:t>
          </a:r>
          <a:endParaRPr lang="en-US" sz="3900" b="0" i="0" kern="1200" dirty="0">
            <a:effectLst/>
          </a:endParaRPr>
        </a:p>
      </dsp:txBody>
      <dsp:txXfrm>
        <a:off x="3576160" y="38019"/>
        <a:ext cx="2388555" cy="1158242"/>
      </dsp:txXfrm>
    </dsp:sp>
    <dsp:sp modelId="{5A0D2466-06AA-4333-9E82-4F6D9010A857}">
      <dsp:nvSpPr>
        <dsp:cNvPr id="0" name=""/>
        <dsp:cNvSpPr/>
      </dsp:nvSpPr>
      <dsp:spPr>
        <a:xfrm>
          <a:off x="2555874" y="2004753"/>
          <a:ext cx="984250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84250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023393" y="2007393"/>
        <a:ext cx="49212" cy="49212"/>
      </dsp:txXfrm>
    </dsp:sp>
    <dsp:sp modelId="{C4332BB4-12C4-49DC-817F-28AD5EB23646}">
      <dsp:nvSpPr>
        <dsp:cNvPr id="0" name=""/>
        <dsp:cNvSpPr/>
      </dsp:nvSpPr>
      <dsp:spPr>
        <a:xfrm>
          <a:off x="3540125" y="1416843"/>
          <a:ext cx="2460625" cy="12303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>
              <a:effectLst/>
            </a:rPr>
            <a:t>url,</a:t>
          </a:r>
          <a:endParaRPr lang="en-US" sz="3900" b="0" i="0" kern="1200" dirty="0">
            <a:effectLst/>
          </a:endParaRPr>
        </a:p>
      </dsp:txBody>
      <dsp:txXfrm>
        <a:off x="3576160" y="1452878"/>
        <a:ext cx="2388555" cy="1158242"/>
      </dsp:txXfrm>
    </dsp:sp>
    <dsp:sp modelId="{C1924573-17EF-4DDC-9A89-C857F9B2111C}">
      <dsp:nvSpPr>
        <dsp:cNvPr id="0" name=""/>
        <dsp:cNvSpPr/>
      </dsp:nvSpPr>
      <dsp:spPr>
        <a:xfrm rot="3310531">
          <a:off x="2186232" y="2712183"/>
          <a:ext cx="17235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23535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3004911" y="2696341"/>
        <a:ext cx="86176" cy="86176"/>
      </dsp:txXfrm>
    </dsp:sp>
    <dsp:sp modelId="{ADFE8841-E123-4ECD-A43F-3FEDCB3BA23F}">
      <dsp:nvSpPr>
        <dsp:cNvPr id="0" name=""/>
        <dsp:cNvSpPr/>
      </dsp:nvSpPr>
      <dsp:spPr>
        <a:xfrm>
          <a:off x="3540125" y="2831703"/>
          <a:ext cx="2460625" cy="12303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>
              <a:effectLst/>
            </a:rPr>
            <a:t>id.</a:t>
          </a:r>
          <a:endParaRPr lang="en-US" sz="3900" b="0" i="0" kern="1200" dirty="0">
            <a:effectLst/>
          </a:endParaRPr>
        </a:p>
      </dsp:txBody>
      <dsp:txXfrm>
        <a:off x="3576160" y="2867738"/>
        <a:ext cx="2388555" cy="1158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A56CB-B747-44BD-A202-BDDE9D5283FD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C73E6-E016-406A-B23E-F84EFAD41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44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C73E6-E016-406A-B23E-F84EFAD4158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86772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IN" i="0" dirty="0">
                <a:solidFill>
                  <a:srgbClr val="000000"/>
                </a:solidFill>
                <a:effectLst/>
              </a:rPr>
              <a:t>Operators in Apache Pig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0329A0-3881-4323-A09C-46B55759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35156"/>
            <a:ext cx="8386537" cy="500488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0" i="0" dirty="0">
                <a:effectLst/>
              </a:rPr>
              <a:t>It is a high-level procedural language for querying large data sets using Hadoop and the Map Reduce Platform. </a:t>
            </a:r>
          </a:p>
          <a:p>
            <a:pPr algn="just"/>
            <a:r>
              <a:rPr lang="en-US" b="0" i="0" dirty="0">
                <a:effectLst/>
              </a:rPr>
              <a:t>It is a Java package, where the scripts can be executed from any language implementation running on the JVM. </a:t>
            </a:r>
          </a:p>
          <a:p>
            <a:pPr algn="just"/>
            <a:r>
              <a:rPr lang="en-US" b="0" i="0" dirty="0">
                <a:effectLst/>
              </a:rPr>
              <a:t>It simplifies the use of Hadoop by allowing SQL-like queries to a distributed dataset</a:t>
            </a:r>
          </a:p>
          <a:p>
            <a:pPr algn="just"/>
            <a:r>
              <a:rPr lang="en-US" b="0" i="0" dirty="0">
                <a:effectLst/>
              </a:rPr>
              <a:t>It backs many relational features like Join, Group and Aggregate.</a:t>
            </a:r>
          </a:p>
          <a:p>
            <a:pPr algn="just"/>
            <a:r>
              <a:rPr lang="en-US" b="0" i="0" dirty="0">
                <a:effectLst/>
              </a:rPr>
              <a:t>it does have many features common with ETL tools.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9D409B-5A92-49E7-8418-06853DF0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latin typeface="Bahnschrift" panose="020B0502040204020203" pitchFamily="34" charset="0"/>
              </a:rPr>
              <a:t>Introduction</a:t>
            </a:r>
            <a:endParaRPr lang="en-IN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8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539D4D-2034-4F01-BFC0-DC15D40EF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874" y="2934586"/>
            <a:ext cx="6450806" cy="16299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8343203-0571-4395-A0D7-FF1DC966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b="1" dirty="0">
                <a:latin typeface="Bahnschrift" panose="020B0502040204020203" pitchFamily="34" charset="0"/>
              </a:rPr>
            </a:br>
            <a:r>
              <a:rPr lang="en-US" b="1" dirty="0">
                <a:latin typeface="Bahnschrift" panose="020B0502040204020203" pitchFamily="34" charset="0"/>
              </a:rPr>
              <a:t>What is Apache Pig Latin?</a:t>
            </a:r>
            <a:br>
              <a:rPr lang="en-US" b="1" dirty="0">
                <a:latin typeface="Bahnschrift" panose="020B0502040204020203" pitchFamily="34" charset="0"/>
              </a:rPr>
            </a:br>
            <a:endParaRPr lang="en-IN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437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CE828D-B834-4B0B-B5F1-D625942F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Apache Pig Execution Modes</a:t>
            </a:r>
            <a:br>
              <a:rPr lang="en-IN" b="1" dirty="0">
                <a:latin typeface="Bahnschrift" panose="020B0502040204020203" pitchFamily="34" charset="0"/>
              </a:rPr>
            </a:br>
            <a:endParaRPr lang="en-IN" b="1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265CE5-E126-4A97-8711-E191BC0E3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9420612"/>
              </p:ext>
            </p:extLst>
          </p:nvPr>
        </p:nvGraphicFramePr>
        <p:xfrm>
          <a:off x="1022497" y="1587327"/>
          <a:ext cx="7099006" cy="4792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99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05AC4D-EB3F-48D4-8B89-0B59179B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b="1" dirty="0">
                <a:latin typeface="Bahnschrift" panose="020B0502040204020203" pitchFamily="34" charset="0"/>
              </a:rPr>
              <a:t>Local Mode</a:t>
            </a:r>
          </a:p>
        </p:txBody>
      </p:sp>
    </p:spTree>
    <p:extLst>
      <p:ext uri="{BB962C8B-B14F-4D97-AF65-F5344CB8AC3E}">
        <p14:creationId xmlns:p14="http://schemas.microsoft.com/office/powerpoint/2010/main" val="3856835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05AC4D-EB3F-48D4-8B89-0B59179B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b="1" dirty="0">
                <a:latin typeface="Bahnschrift" panose="020B0502040204020203" pitchFamily="34" charset="0"/>
              </a:rPr>
              <a:t>MapReduce Mode</a:t>
            </a:r>
          </a:p>
        </p:txBody>
      </p:sp>
    </p:spTree>
    <p:extLst>
      <p:ext uri="{BB962C8B-B14F-4D97-AF65-F5344CB8AC3E}">
        <p14:creationId xmlns:p14="http://schemas.microsoft.com/office/powerpoint/2010/main" val="360971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A7DCF-D85E-4D3D-BC71-FEF9D0C0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Apache Pig Operators</a:t>
            </a:r>
            <a:br>
              <a:rPr lang="en-IN" b="1" dirty="0">
                <a:latin typeface="Bahnschrift" panose="020B0502040204020203" pitchFamily="34" charset="0"/>
              </a:rPr>
            </a:br>
            <a:endParaRPr lang="en-IN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776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A7DCF-D85E-4D3D-BC71-FEF9D0C0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Apache Pig Operators</a:t>
            </a:r>
            <a:br>
              <a:rPr lang="en-IN" b="1" dirty="0">
                <a:latin typeface="Bahnschrift" panose="020B0502040204020203" pitchFamily="34" charset="0"/>
              </a:rPr>
            </a:br>
            <a:endParaRPr lang="en-IN" b="1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64C180-4503-41FB-950E-36561C6C65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5406062"/>
              </p:ext>
            </p:extLst>
          </p:nvPr>
        </p:nvGraphicFramePr>
        <p:xfrm>
          <a:off x="1385776" y="1609651"/>
          <a:ext cx="6811926" cy="4918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836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7337CB-9648-4323-B3CF-F2D28FAC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solidFill>
                  <a:srgbClr val="4A4A4A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Open Sans" panose="020B0606030504020204" pitchFamily="34" charset="0"/>
              </a:rPr>
              <a:t>. </a:t>
            </a:r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4A7DCF-D85E-4D3D-BC71-FEF9D0C0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Apache Pig Operators</a:t>
            </a:r>
            <a:br>
              <a:rPr lang="en-IN" b="1" dirty="0">
                <a:latin typeface="Bahnschrift" panose="020B0502040204020203" pitchFamily="34" charset="0"/>
              </a:rPr>
            </a:br>
            <a:endParaRPr lang="en-IN" b="1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C80BEB8-8C78-4DEF-83F6-5A2A1EDC0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064926"/>
              </p:ext>
            </p:extLst>
          </p:nvPr>
        </p:nvGraphicFramePr>
        <p:xfrm>
          <a:off x="1321981" y="1397000"/>
          <a:ext cx="6652437" cy="5236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0753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43851C-628E-432A-B69E-D7365F087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944442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44A7DCF-D85E-4D3D-BC71-FEF9D0C0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b="1" dirty="0">
                <a:latin typeface="Bahnschrift" panose="020B0502040204020203" pitchFamily="34" charset="0"/>
              </a:rPr>
              <a:t>Classification of Apache Pig operators</a:t>
            </a:r>
          </a:p>
        </p:txBody>
      </p:sp>
    </p:spTree>
    <p:extLst>
      <p:ext uri="{BB962C8B-B14F-4D97-AF65-F5344CB8AC3E}">
        <p14:creationId xmlns:p14="http://schemas.microsoft.com/office/powerpoint/2010/main" val="3950515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Relational Operators: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537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710902-4687-4A09-A8B4-ACE188362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81650"/>
            <a:ext cx="8386537" cy="116155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0" i="0" dirty="0">
                <a:effectLst/>
              </a:rPr>
              <a:t>LOAD operator is used to load data from the file system or HDFS storage into a Pig relation.</a:t>
            </a: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Load Operators: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868C65-9543-4D05-8CAE-70A0F3FFED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838416"/>
              </p:ext>
            </p:extLst>
          </p:nvPr>
        </p:nvGraphicFramePr>
        <p:xfrm>
          <a:off x="1483629" y="249647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962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Load Operators: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164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Foreach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758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Foreach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40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Filter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787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35D22-F906-4E2C-A5E0-7AC8D0A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Filter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080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555F7F-5FB3-45BC-AD36-3D84B5A9A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3162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JOIN operator is used to perform an inner, equijoin join of two or more relations based on common field values. </a:t>
            </a:r>
          </a:p>
          <a:p>
            <a:pPr algn="just"/>
            <a:r>
              <a:rPr lang="en-US" b="0" i="0" dirty="0">
                <a:effectLst/>
              </a:rPr>
              <a:t>The JOIN operator always performs an inner join. </a:t>
            </a:r>
          </a:p>
          <a:p>
            <a:pPr algn="just"/>
            <a:r>
              <a:rPr lang="en-US" b="0" i="0" dirty="0">
                <a:effectLst/>
              </a:rPr>
              <a:t>Inner joins ignore null keys, so it makes sense to filter them out before the join.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407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322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40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89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19964C-CAEE-4F36-B135-65EF8D976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223" y="2371601"/>
            <a:ext cx="8177676" cy="343431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125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346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47D7A-9905-4396-AFD7-E7CDC550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863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1091</TotalTime>
  <Words>274</Words>
  <Application>Microsoft Office PowerPoint</Application>
  <PresentationFormat>On-screen Show (4:3)</PresentationFormat>
  <Paragraphs>52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 What is Apache Pig Latin? </vt:lpstr>
      <vt:lpstr> Apache Pig Execution Modes </vt:lpstr>
      <vt:lpstr>Local Mode</vt:lpstr>
      <vt:lpstr>MapReduce Mode</vt:lpstr>
      <vt:lpstr> Apache Pig Operators </vt:lpstr>
      <vt:lpstr> Apache Pig Operators </vt:lpstr>
      <vt:lpstr> Apache Pig Operators </vt:lpstr>
      <vt:lpstr>Classification of Apache Pig operators</vt:lpstr>
      <vt:lpstr> Relational Operators: </vt:lpstr>
      <vt:lpstr> Load Operators: </vt:lpstr>
      <vt:lpstr> Load Operators: </vt:lpstr>
      <vt:lpstr> Foreach </vt:lpstr>
      <vt:lpstr> Foreach </vt:lpstr>
      <vt:lpstr>Filter</vt:lpstr>
      <vt:lpstr>Filter</vt:lpstr>
      <vt:lpstr>Join</vt:lpstr>
      <vt:lpstr>Order By</vt:lpstr>
      <vt:lpstr>Order By</vt:lpstr>
      <vt:lpstr>Distinct</vt:lpstr>
      <vt:lpstr>Distinct</vt:lpstr>
      <vt:lpstr>Store</vt:lpstr>
      <vt:lpstr>Store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44</cp:revision>
  <dcterms:created xsi:type="dcterms:W3CDTF">2021-05-13T17:45:44Z</dcterms:created>
  <dcterms:modified xsi:type="dcterms:W3CDTF">2021-09-11T04:31:49Z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312474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