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vnd.ms-photo" Extension="wdp"/>
  <Default ContentType="application/xml" Extension="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notesMaster+xml" PartName="/ppt/notesMasters/notesMaster1.xml"/>
  <Override ContentType="application/vnd.openxmlformats-officedocument.presentationml.handoutMaster+xml" PartName="/ppt/handoutMasters/handout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drawingml.diagramData+xml" PartName="/ppt/diagrams/data1.xml"/>
  <Override ContentType="application/vnd.openxmlformats-officedocument.drawingml.diagramLayout+xml" PartName="/ppt/diagrams/layout1.xml"/>
  <Override ContentType="application/vnd.openxmlformats-officedocument.drawingml.diagramStyle+xml" PartName="/ppt/diagrams/quickStyle1.xml"/>
  <Override ContentType="application/vnd.openxmlformats-officedocument.drawingml.diagramColors+xml" PartName="/ppt/diagrams/colors1.xml"/>
  <Override ContentType="application/vnd.ms-office.drawingml.diagramDrawing+xml" PartName="/ppt/diagrams/drawing1.xml"/>
  <Override ContentType="application/vnd.openxmlformats-officedocument.drawingml.diagramData+xml" PartName="/ppt/diagrams/data2.xml"/>
  <Override ContentType="application/vnd.openxmlformats-officedocument.drawingml.diagramLayout+xml" PartName="/ppt/diagrams/layout2.xml"/>
  <Override ContentType="application/vnd.openxmlformats-officedocument.drawingml.diagramStyle+xml" PartName="/ppt/diagrams/quickStyle2.xml"/>
  <Override ContentType="application/vnd.openxmlformats-officedocument.drawingml.diagramColors+xml" PartName="/ppt/diagrams/colors2.xml"/>
  <Override ContentType="application/vnd.ms-office.drawingml.diagramDrawing+xml" PartName="/ppt/diagrams/drawing2.xml"/>
  <Override ContentType="application/vnd.openxmlformats-officedocument.drawingml.diagramData+xml" PartName="/ppt/diagrams/data3.xml"/>
  <Override ContentType="application/vnd.openxmlformats-officedocument.drawingml.diagramLayout+xml" PartName="/ppt/diagrams/layout3.xml"/>
  <Override ContentType="application/vnd.openxmlformats-officedocument.drawingml.diagramStyle+xml" PartName="/ppt/diagrams/quickStyle3.xml"/>
  <Override ContentType="application/vnd.openxmlformats-officedocument.drawingml.diagramColors+xml" PartName="/ppt/diagrams/colors3.xml"/>
  <Override ContentType="application/vnd.ms-office.drawingml.diagramDrawing+xml" PartName="/ppt/diagrams/drawing3.xml"/>
  <Override ContentType="application/vnd.openxmlformats-officedocument.drawingml.diagramData+xml" PartName="/ppt/diagrams/data4.xml"/>
  <Override ContentType="application/vnd.openxmlformats-officedocument.drawingml.diagramLayout+xml" PartName="/ppt/diagrams/layout4.xml"/>
  <Override ContentType="application/vnd.openxmlformats-officedocument.drawingml.diagramStyle+xml" PartName="/ppt/diagrams/quickStyle4.xml"/>
  <Override ContentType="application/vnd.openxmlformats-officedocument.drawingml.diagramColors+xml" PartName="/ppt/diagrams/colors4.xml"/>
  <Override ContentType="application/vnd.ms-office.drawingml.diagramDrawing+xml" PartName="/ppt/diagrams/drawing4.xml"/>
  <Override ContentType="application/vnd.openxmlformats-officedocument.drawingml.diagramData+xml" PartName="/ppt/diagrams/data5.xml"/>
  <Override ContentType="application/vnd.openxmlformats-officedocument.drawingml.diagramLayout+xml" PartName="/ppt/diagrams/layout5.xml"/>
  <Override ContentType="application/vnd.openxmlformats-officedocument.drawingml.diagramStyle+xml" PartName="/ppt/diagrams/quickStyle5.xml"/>
  <Override ContentType="application/vnd.openxmlformats-officedocument.drawingml.diagramColors+xml" PartName="/ppt/diagrams/colors5.xml"/>
  <Override ContentType="application/vnd.ms-office.drawingml.diagramDrawing+xml" PartName="/ppt/diagrams/drawing5.xml"/>
  <Override ContentType="application/vnd.openxmlformats-officedocument.drawingml.diagramData+xml" PartName="/ppt/diagrams/data6.xml"/>
  <Override ContentType="application/vnd.openxmlformats-officedocument.drawingml.diagramLayout+xml" PartName="/ppt/diagrams/layout6.xml"/>
  <Override ContentType="application/vnd.openxmlformats-officedocument.drawingml.diagramStyle+xml" PartName="/ppt/diagrams/quickStyle6.xml"/>
  <Override ContentType="application/vnd.openxmlformats-officedocument.drawingml.diagramColors+xml" PartName="/ppt/diagrams/colors6.xml"/>
  <Override ContentType="application/vnd.ms-office.drawingml.diagramDrawing+xml" PartName="/ppt/diagrams/drawing6.xml"/>
  <Override ContentType="application/vnd.openxmlformats-officedocument.drawingml.diagramData+xml" PartName="/ppt/diagrams/data7.xml"/>
  <Override ContentType="application/vnd.openxmlformats-officedocument.drawingml.diagramLayout+xml" PartName="/ppt/diagrams/layout7.xml"/>
  <Override ContentType="application/vnd.openxmlformats-officedocument.drawingml.diagramStyle+xml" PartName="/ppt/diagrams/quickStyle7.xml"/>
  <Override ContentType="application/vnd.openxmlformats-officedocument.drawingml.diagramColors+xml" PartName="/ppt/diagrams/colors7.xml"/>
  <Override ContentType="application/vnd.ms-office.drawingml.diagramDrawing+xml" PartName="/ppt/diagrams/drawing7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custom-properties+xml" PartName="/docProps/custom.xml"/>
</Types>
</file>

<file path=_rels/.rels><?xml version="1.0" encoding="UTF-8" standalone="yes" ?><Relationships xmlns="http://schemas.openxmlformats.org/package/2006/relationships"><Relationship Id="rId3" Target="docProps/core.xml" Type="http://schemas.openxmlformats.org/package/2006/relationships/metadata/core-properties"/><Relationship Id="rId2" Target="docProps/thumbnail.jpeg" Type="http://schemas.openxmlformats.org/package/2006/relationships/metadata/thumbnail"/><Relationship Id="rId1" Target="ppt/presentation.xml" Type="http://schemas.openxmlformats.org/officeDocument/2006/relationships/officeDocument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4"/>
  </p:notesMasterIdLst>
  <p:handoutMasterIdLst>
    <p:handoutMasterId r:id="rId55"/>
  </p:handoutMasterIdLst>
  <p:sldIdLst>
    <p:sldId id="266" r:id="rId2"/>
    <p:sldId id="261" r:id="rId3"/>
    <p:sldId id="267" r:id="rId4"/>
    <p:sldId id="268" r:id="rId5"/>
    <p:sldId id="269" r:id="rId6"/>
    <p:sldId id="270" r:id="rId7"/>
    <p:sldId id="271" r:id="rId8"/>
    <p:sldId id="273" r:id="rId9"/>
    <p:sldId id="274" r:id="rId10"/>
    <p:sldId id="275" r:id="rId11"/>
    <p:sldId id="276" r:id="rId12"/>
    <p:sldId id="277" r:id="rId13"/>
    <p:sldId id="279" r:id="rId14"/>
    <p:sldId id="280" r:id="rId15"/>
    <p:sldId id="281" r:id="rId16"/>
    <p:sldId id="283" r:id="rId17"/>
    <p:sldId id="284" r:id="rId18"/>
    <p:sldId id="292" r:id="rId19"/>
    <p:sldId id="287" r:id="rId20"/>
    <p:sldId id="288" r:id="rId21"/>
    <p:sldId id="290" r:id="rId22"/>
    <p:sldId id="291" r:id="rId23"/>
    <p:sldId id="289" r:id="rId24"/>
    <p:sldId id="295" r:id="rId25"/>
    <p:sldId id="296" r:id="rId26"/>
    <p:sldId id="297" r:id="rId27"/>
    <p:sldId id="298" r:id="rId28"/>
    <p:sldId id="300" r:id="rId29"/>
    <p:sldId id="301" r:id="rId30"/>
    <p:sldId id="302" r:id="rId31"/>
    <p:sldId id="303" r:id="rId32"/>
    <p:sldId id="305" r:id="rId33"/>
    <p:sldId id="306" r:id="rId34"/>
    <p:sldId id="307" r:id="rId35"/>
    <p:sldId id="308" r:id="rId36"/>
    <p:sldId id="309" r:id="rId37"/>
    <p:sldId id="310" r:id="rId38"/>
    <p:sldId id="311" r:id="rId39"/>
    <p:sldId id="313" r:id="rId40"/>
    <p:sldId id="317" r:id="rId41"/>
    <p:sldId id="325" r:id="rId42"/>
    <p:sldId id="326" r:id="rId43"/>
    <p:sldId id="327" r:id="rId44"/>
    <p:sldId id="318" r:id="rId45"/>
    <p:sldId id="322" r:id="rId46"/>
    <p:sldId id="328" r:id="rId47"/>
    <p:sldId id="329" r:id="rId48"/>
    <p:sldId id="330" r:id="rId49"/>
    <p:sldId id="319" r:id="rId50"/>
    <p:sldId id="324" r:id="rId51"/>
    <p:sldId id="331" r:id="rId52"/>
    <p:sldId id="263" r:id="rId5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ideo recording2" initials="vr" lastIdx="1" clrIdx="0">
    <p:extLst>
      <p:ext uri="{19B8F6BF-5375-455C-9EA6-DF929625EA0E}">
        <p15:presenceInfo xmlns:p15="http://schemas.microsoft.com/office/powerpoint/2012/main" userId="S::videorecording2@lpu.in::f0a81c25-822f-43a8-b8ba-45e1ab44927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525A"/>
    <a:srgbClr val="FFFFFF"/>
    <a:srgbClr val="E4E7E9"/>
    <a:srgbClr val="2A3442"/>
    <a:srgbClr val="708794"/>
    <a:srgbClr val="EFEFEF"/>
    <a:srgbClr val="F9F9F9"/>
    <a:srgbClr val="FEFEFE"/>
    <a:srgbClr val="A2A2A1"/>
    <a:srgbClr val="6184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53" autoAdjust="0"/>
    <p:restoredTop sz="94660"/>
  </p:normalViewPr>
  <p:slideViewPr>
    <p:cSldViewPr snapToGrid="0">
      <p:cViewPr varScale="1">
        <p:scale>
          <a:sx n="64" d="100"/>
          <a:sy n="64" d="100"/>
        </p:scale>
        <p:origin x="13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2910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D678839-7523-4645-A21D-700153A854D5}" type="doc">
      <dgm:prSet loTypeId="urn:microsoft.com/office/officeart/2008/layout/RadialCluster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C361E90-D93D-4D43-BF0D-84F3E915022C}">
      <dgm:prSet phldrT="[Text]" custT="1"/>
      <dgm:spPr>
        <a:solidFill>
          <a:srgbClr val="44525A"/>
        </a:solidFill>
      </dgm:spPr>
      <dgm:t>
        <a:bodyPr/>
        <a:lstStyle/>
        <a:p>
          <a:r>
            <a:rPr lang="en-US" sz="1800" dirty="0">
              <a:solidFill>
                <a:schemeClr val="bg1"/>
              </a:solidFill>
              <a:latin typeface="Bahnschrift" panose="020B0502040204020203" pitchFamily="34" charset="0"/>
            </a:rPr>
            <a:t>Enables organizations to develop and execute applications that</a:t>
          </a:r>
          <a:endParaRPr lang="en-IN" sz="1800" dirty="0"/>
        </a:p>
      </dgm:t>
    </dgm:pt>
    <dgm:pt modelId="{B58AC0C1-B02B-4E94-B3C7-2022ADB6C3B4}" type="parTrans" cxnId="{7EB3BA08-2C6D-4D38-B576-851F6A54320E}">
      <dgm:prSet/>
      <dgm:spPr/>
      <dgm:t>
        <a:bodyPr/>
        <a:lstStyle/>
        <a:p>
          <a:endParaRPr lang="en-IN"/>
        </a:p>
      </dgm:t>
    </dgm:pt>
    <dgm:pt modelId="{34E66CBB-0606-4108-A59A-13F8E3D1A12F}" type="sibTrans" cxnId="{7EB3BA08-2C6D-4D38-B576-851F6A54320E}">
      <dgm:prSet/>
      <dgm:spPr/>
      <dgm:t>
        <a:bodyPr/>
        <a:lstStyle/>
        <a:p>
          <a:endParaRPr lang="en-IN"/>
        </a:p>
      </dgm:t>
    </dgm:pt>
    <dgm:pt modelId="{78CF5863-B30B-4297-B239-A1B91619D832}">
      <dgm:prSet phldrT="[Text]" custT="1"/>
      <dgm:spPr>
        <a:solidFill>
          <a:srgbClr val="708794"/>
        </a:solidFill>
      </dgm:spPr>
      <dgm:t>
        <a:bodyPr/>
        <a:lstStyle/>
        <a:p>
          <a:r>
            <a:rPr lang="en-US" sz="2000" dirty="0">
              <a:latin typeface="Bahnschrift" panose="020B0502040204020203" pitchFamily="34" charset="0"/>
            </a:rPr>
            <a:t>ingest</a:t>
          </a:r>
          <a:endParaRPr lang="en-IN" sz="2000" dirty="0">
            <a:latin typeface="Bahnschrift" panose="020B0502040204020203" pitchFamily="34" charset="0"/>
          </a:endParaRPr>
        </a:p>
      </dgm:t>
    </dgm:pt>
    <dgm:pt modelId="{E1AD90F7-0D58-49E8-A010-5033DED4F442}" type="parTrans" cxnId="{F525E4BA-9766-4ECC-A6EC-90EDF4B3DEA8}">
      <dgm:prSet/>
      <dgm:spPr>
        <a:ln>
          <a:solidFill>
            <a:schemeClr val="bg2">
              <a:lumMod val="25000"/>
            </a:schemeClr>
          </a:solidFill>
        </a:ln>
      </dgm:spPr>
      <dgm:t>
        <a:bodyPr/>
        <a:lstStyle/>
        <a:p>
          <a:endParaRPr lang="en-IN"/>
        </a:p>
      </dgm:t>
    </dgm:pt>
    <dgm:pt modelId="{66EE60B2-AD1E-4945-A679-3694CE1A2301}" type="sibTrans" cxnId="{F525E4BA-9766-4ECC-A6EC-90EDF4B3DEA8}">
      <dgm:prSet/>
      <dgm:spPr/>
      <dgm:t>
        <a:bodyPr/>
        <a:lstStyle/>
        <a:p>
          <a:endParaRPr lang="en-IN"/>
        </a:p>
      </dgm:t>
    </dgm:pt>
    <dgm:pt modelId="{93D9D6D9-D397-4468-92E5-545A6F068A35}">
      <dgm:prSet phldrT="[Text]" custT="1"/>
      <dgm:spPr>
        <a:solidFill>
          <a:srgbClr val="708794"/>
        </a:solidFill>
      </dgm:spPr>
      <dgm:t>
        <a:bodyPr/>
        <a:lstStyle/>
        <a:p>
          <a:r>
            <a:rPr lang="en-US" sz="2000" dirty="0">
              <a:latin typeface="Bahnschrift" panose="020B0502040204020203" pitchFamily="34" charset="0"/>
            </a:rPr>
            <a:t>filter</a:t>
          </a:r>
          <a:endParaRPr lang="en-IN" sz="2000" dirty="0">
            <a:latin typeface="Bahnschrift" panose="020B0502040204020203" pitchFamily="34" charset="0"/>
          </a:endParaRPr>
        </a:p>
      </dgm:t>
    </dgm:pt>
    <dgm:pt modelId="{9E55D48D-3651-4CFE-9417-0C2BC1F7C732}" type="parTrans" cxnId="{2D22CCEC-0227-433B-A2F9-458A15926DCC}">
      <dgm:prSet/>
      <dgm:spPr>
        <a:ln>
          <a:solidFill>
            <a:schemeClr val="bg2">
              <a:lumMod val="25000"/>
            </a:schemeClr>
          </a:solidFill>
        </a:ln>
      </dgm:spPr>
      <dgm:t>
        <a:bodyPr/>
        <a:lstStyle/>
        <a:p>
          <a:endParaRPr lang="en-IN"/>
        </a:p>
      </dgm:t>
    </dgm:pt>
    <dgm:pt modelId="{D23A774F-10EF-456D-964B-B3064332E819}" type="sibTrans" cxnId="{2D22CCEC-0227-433B-A2F9-458A15926DCC}">
      <dgm:prSet/>
      <dgm:spPr/>
      <dgm:t>
        <a:bodyPr/>
        <a:lstStyle/>
        <a:p>
          <a:endParaRPr lang="en-IN"/>
        </a:p>
      </dgm:t>
    </dgm:pt>
    <dgm:pt modelId="{E7DC65F3-BDE2-4A0E-95C3-218C79D2A1E1}">
      <dgm:prSet phldrT="[Text]" custT="1"/>
      <dgm:spPr>
        <a:solidFill>
          <a:srgbClr val="708794"/>
        </a:solidFill>
      </dgm:spPr>
      <dgm:t>
        <a:bodyPr/>
        <a:lstStyle/>
        <a:p>
          <a:r>
            <a:rPr lang="en-US" sz="1800" dirty="0">
              <a:latin typeface="Bahnschrift" panose="020B0502040204020203" pitchFamily="34" charset="0"/>
            </a:rPr>
            <a:t>correlate massive volumes of continuous data streams</a:t>
          </a:r>
          <a:endParaRPr lang="en-IN" sz="1800" dirty="0"/>
        </a:p>
      </dgm:t>
    </dgm:pt>
    <dgm:pt modelId="{D4324E5F-098C-4146-8A88-D3BC389D6E30}" type="parTrans" cxnId="{FEA9E777-FB4A-47B0-9884-1F14B24097C5}">
      <dgm:prSet/>
      <dgm:spPr>
        <a:ln>
          <a:solidFill>
            <a:schemeClr val="bg2">
              <a:lumMod val="25000"/>
            </a:schemeClr>
          </a:solidFill>
        </a:ln>
      </dgm:spPr>
      <dgm:t>
        <a:bodyPr/>
        <a:lstStyle/>
        <a:p>
          <a:endParaRPr lang="en-IN"/>
        </a:p>
      </dgm:t>
    </dgm:pt>
    <dgm:pt modelId="{4838DF2A-15FB-4F0E-B202-A4D6390B697B}" type="sibTrans" cxnId="{FEA9E777-FB4A-47B0-9884-1F14B24097C5}">
      <dgm:prSet/>
      <dgm:spPr/>
      <dgm:t>
        <a:bodyPr/>
        <a:lstStyle/>
        <a:p>
          <a:endParaRPr lang="en-IN"/>
        </a:p>
      </dgm:t>
    </dgm:pt>
    <dgm:pt modelId="{87C2DC0B-5C0A-4EEC-9F1F-13D08CF847FC}">
      <dgm:prSet phldrT="[Text]" custT="1"/>
      <dgm:spPr>
        <a:solidFill>
          <a:srgbClr val="708794"/>
        </a:solidFill>
      </dgm:spPr>
      <dgm:t>
        <a:bodyPr/>
        <a:lstStyle/>
        <a:p>
          <a:r>
            <a:rPr lang="en-US" sz="2000" dirty="0">
              <a:latin typeface="Bahnschrift" panose="020B0502040204020203" pitchFamily="34" charset="0"/>
            </a:rPr>
            <a:t>analyze</a:t>
          </a:r>
          <a:endParaRPr lang="en-IN" sz="2000" dirty="0">
            <a:latin typeface="Bahnschrift" panose="020B0502040204020203" pitchFamily="34" charset="0"/>
          </a:endParaRPr>
        </a:p>
      </dgm:t>
    </dgm:pt>
    <dgm:pt modelId="{A7088576-7D32-43B3-8A90-6BF4D9A75804}" type="parTrans" cxnId="{EF64ABD0-060A-4EDA-BC1C-9706D085A2B7}">
      <dgm:prSet/>
      <dgm:spPr>
        <a:ln>
          <a:solidFill>
            <a:schemeClr val="bg2">
              <a:lumMod val="25000"/>
            </a:schemeClr>
          </a:solidFill>
        </a:ln>
      </dgm:spPr>
      <dgm:t>
        <a:bodyPr/>
        <a:lstStyle/>
        <a:p>
          <a:endParaRPr lang="en-IN"/>
        </a:p>
      </dgm:t>
    </dgm:pt>
    <dgm:pt modelId="{E0DD2CD2-0810-4757-832D-CCF87D48A8C2}" type="sibTrans" cxnId="{EF64ABD0-060A-4EDA-BC1C-9706D085A2B7}">
      <dgm:prSet/>
      <dgm:spPr/>
      <dgm:t>
        <a:bodyPr/>
        <a:lstStyle/>
        <a:p>
          <a:endParaRPr lang="en-IN"/>
        </a:p>
      </dgm:t>
    </dgm:pt>
    <dgm:pt modelId="{F23C2C2E-36E6-4877-9F35-004599737B7F}">
      <dgm:prSet/>
      <dgm:spPr/>
    </dgm:pt>
    <dgm:pt modelId="{FA6E7A92-B7B2-48C9-A8D3-342E85C01EEF}" type="parTrans" cxnId="{DF88B97D-8F8C-44E8-81C1-24458AFFF03E}">
      <dgm:prSet/>
      <dgm:spPr/>
      <dgm:t>
        <a:bodyPr/>
        <a:lstStyle/>
        <a:p>
          <a:endParaRPr lang="en-IN"/>
        </a:p>
      </dgm:t>
    </dgm:pt>
    <dgm:pt modelId="{54A7D8FE-EFE5-4AAB-A10D-00D06483D8CA}" type="sibTrans" cxnId="{DF88B97D-8F8C-44E8-81C1-24458AFFF03E}">
      <dgm:prSet/>
      <dgm:spPr/>
      <dgm:t>
        <a:bodyPr/>
        <a:lstStyle/>
        <a:p>
          <a:endParaRPr lang="en-IN"/>
        </a:p>
      </dgm:t>
    </dgm:pt>
    <dgm:pt modelId="{69F60597-D651-4488-AB20-E7CD95F3D13C}" type="pres">
      <dgm:prSet presAssocID="{8D678839-7523-4645-A21D-700153A854D5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2B16EFCC-C8F7-4483-B3F3-F2A18F2D1ECE}" type="pres">
      <dgm:prSet presAssocID="{5C361E90-D93D-4D43-BF0D-84F3E915022C}" presName="singleCycle" presStyleCnt="0"/>
      <dgm:spPr/>
    </dgm:pt>
    <dgm:pt modelId="{A0E8172A-E72B-41D4-A8EE-AA75D5016CDF}" type="pres">
      <dgm:prSet presAssocID="{5C361E90-D93D-4D43-BF0D-84F3E915022C}" presName="singleCenter" presStyleLbl="node1" presStyleIdx="0" presStyleCnt="5" custScaleX="126692" custLinFactNeighborX="357" custLinFactNeighborY="-6066">
        <dgm:presLayoutVars>
          <dgm:chMax val="7"/>
          <dgm:chPref val="7"/>
        </dgm:presLayoutVars>
      </dgm:prSet>
      <dgm:spPr/>
    </dgm:pt>
    <dgm:pt modelId="{1F777BFF-C956-42DD-8C92-F9974A37EF9B}" type="pres">
      <dgm:prSet presAssocID="{E1AD90F7-0D58-49E8-A010-5033DED4F442}" presName="Name56" presStyleLbl="parChTrans1D2" presStyleIdx="0" presStyleCnt="4"/>
      <dgm:spPr/>
    </dgm:pt>
    <dgm:pt modelId="{255C182D-6D3A-4897-B39E-FC30F6B6CBBB}" type="pres">
      <dgm:prSet presAssocID="{78CF5863-B30B-4297-B239-A1B91619D832}" presName="text0" presStyleLbl="node1" presStyleIdx="1" presStyleCnt="5" custRadScaleRad="92863" custRadScaleInc="0">
        <dgm:presLayoutVars>
          <dgm:bulletEnabled val="1"/>
        </dgm:presLayoutVars>
      </dgm:prSet>
      <dgm:spPr/>
    </dgm:pt>
    <dgm:pt modelId="{9ADCD48A-1626-4C9E-8AF4-1236DD56AA12}" type="pres">
      <dgm:prSet presAssocID="{9E55D48D-3651-4CFE-9417-0C2BC1F7C732}" presName="Name56" presStyleLbl="parChTrans1D2" presStyleIdx="1" presStyleCnt="4"/>
      <dgm:spPr/>
    </dgm:pt>
    <dgm:pt modelId="{BA6B389E-EE22-4234-BA1D-3A1CC67BA51F}" type="pres">
      <dgm:prSet presAssocID="{93D9D6D9-D397-4468-92E5-545A6F068A35}" presName="text0" presStyleLbl="node1" presStyleIdx="2" presStyleCnt="5" custRadScaleRad="152199" custRadScaleInc="50295">
        <dgm:presLayoutVars>
          <dgm:bulletEnabled val="1"/>
        </dgm:presLayoutVars>
      </dgm:prSet>
      <dgm:spPr/>
    </dgm:pt>
    <dgm:pt modelId="{49C6E5C0-D428-40AA-912F-DB472A515F05}" type="pres">
      <dgm:prSet presAssocID="{D4324E5F-098C-4146-8A88-D3BC389D6E30}" presName="Name56" presStyleLbl="parChTrans1D2" presStyleIdx="2" presStyleCnt="4"/>
      <dgm:spPr/>
    </dgm:pt>
    <dgm:pt modelId="{B57638C2-5DBC-4316-A5DC-B2A05524BAE1}" type="pres">
      <dgm:prSet presAssocID="{E7DC65F3-BDE2-4A0E-95C3-218C79D2A1E1}" presName="text0" presStyleLbl="node1" presStyleIdx="3" presStyleCnt="5" custScaleX="237312" custScaleY="141008" custRadScaleRad="89616" custRadScaleInc="-2028">
        <dgm:presLayoutVars>
          <dgm:bulletEnabled val="1"/>
        </dgm:presLayoutVars>
      </dgm:prSet>
      <dgm:spPr/>
    </dgm:pt>
    <dgm:pt modelId="{9E62EF2E-400C-4594-BD83-BB5C5EF827DC}" type="pres">
      <dgm:prSet presAssocID="{A7088576-7D32-43B3-8A90-6BF4D9A75804}" presName="Name56" presStyleLbl="parChTrans1D2" presStyleIdx="3" presStyleCnt="4"/>
      <dgm:spPr/>
    </dgm:pt>
    <dgm:pt modelId="{9077F1A1-529A-4B23-B087-D8E1825F1B8F}" type="pres">
      <dgm:prSet presAssocID="{87C2DC0B-5C0A-4EEC-9F1F-13D08CF847FC}" presName="text0" presStyleLbl="node1" presStyleIdx="4" presStyleCnt="5" custScaleX="107242" custRadScaleRad="157094" custRadScaleInc="-48844">
        <dgm:presLayoutVars>
          <dgm:bulletEnabled val="1"/>
        </dgm:presLayoutVars>
      </dgm:prSet>
      <dgm:spPr/>
    </dgm:pt>
  </dgm:ptLst>
  <dgm:cxnLst>
    <dgm:cxn modelId="{7EB3BA08-2C6D-4D38-B576-851F6A54320E}" srcId="{8D678839-7523-4645-A21D-700153A854D5}" destId="{5C361E90-D93D-4D43-BF0D-84F3E915022C}" srcOrd="0" destOrd="0" parTransId="{B58AC0C1-B02B-4E94-B3C7-2022ADB6C3B4}" sibTransId="{34E66CBB-0606-4108-A59A-13F8E3D1A12F}"/>
    <dgm:cxn modelId="{83F31510-8863-44FD-AF56-222B251B8913}" type="presOf" srcId="{A7088576-7D32-43B3-8A90-6BF4D9A75804}" destId="{9E62EF2E-400C-4594-BD83-BB5C5EF827DC}" srcOrd="0" destOrd="0" presId="urn:microsoft.com/office/officeart/2008/layout/RadialCluster"/>
    <dgm:cxn modelId="{2FCB752F-B2A6-48B9-BF5E-340450FEAA21}" type="presOf" srcId="{9E55D48D-3651-4CFE-9417-0C2BC1F7C732}" destId="{9ADCD48A-1626-4C9E-8AF4-1236DD56AA12}" srcOrd="0" destOrd="0" presId="urn:microsoft.com/office/officeart/2008/layout/RadialCluster"/>
    <dgm:cxn modelId="{843A205C-0958-424B-81BC-9D8D3933B1F1}" type="presOf" srcId="{78CF5863-B30B-4297-B239-A1B91619D832}" destId="{255C182D-6D3A-4897-B39E-FC30F6B6CBBB}" srcOrd="0" destOrd="0" presId="urn:microsoft.com/office/officeart/2008/layout/RadialCluster"/>
    <dgm:cxn modelId="{F0E3ED42-8AEF-4D4D-BD95-19343EE1798A}" type="presOf" srcId="{D4324E5F-098C-4146-8A88-D3BC389D6E30}" destId="{49C6E5C0-D428-40AA-912F-DB472A515F05}" srcOrd="0" destOrd="0" presId="urn:microsoft.com/office/officeart/2008/layout/RadialCluster"/>
    <dgm:cxn modelId="{8E5C4947-8B3B-4E70-A42F-366B89A967C3}" type="presOf" srcId="{E7DC65F3-BDE2-4A0E-95C3-218C79D2A1E1}" destId="{B57638C2-5DBC-4316-A5DC-B2A05524BAE1}" srcOrd="0" destOrd="0" presId="urn:microsoft.com/office/officeart/2008/layout/RadialCluster"/>
    <dgm:cxn modelId="{950A5256-4C2C-4E2E-9009-A4CA80F881DE}" type="presOf" srcId="{8D678839-7523-4645-A21D-700153A854D5}" destId="{69F60597-D651-4488-AB20-E7CD95F3D13C}" srcOrd="0" destOrd="0" presId="urn:microsoft.com/office/officeart/2008/layout/RadialCluster"/>
    <dgm:cxn modelId="{FEA9E777-FB4A-47B0-9884-1F14B24097C5}" srcId="{5C361E90-D93D-4D43-BF0D-84F3E915022C}" destId="{E7DC65F3-BDE2-4A0E-95C3-218C79D2A1E1}" srcOrd="2" destOrd="0" parTransId="{D4324E5F-098C-4146-8A88-D3BC389D6E30}" sibTransId="{4838DF2A-15FB-4F0E-B202-A4D6390B697B}"/>
    <dgm:cxn modelId="{2ACC1D59-757E-401E-B582-5171072D9D2F}" type="presOf" srcId="{E1AD90F7-0D58-49E8-A010-5033DED4F442}" destId="{1F777BFF-C956-42DD-8C92-F9974A37EF9B}" srcOrd="0" destOrd="0" presId="urn:microsoft.com/office/officeart/2008/layout/RadialCluster"/>
    <dgm:cxn modelId="{B3CA6A79-947E-4D50-8A4B-97DBAB1E3AA7}" type="presOf" srcId="{93D9D6D9-D397-4468-92E5-545A6F068A35}" destId="{BA6B389E-EE22-4234-BA1D-3A1CC67BA51F}" srcOrd="0" destOrd="0" presId="urn:microsoft.com/office/officeart/2008/layout/RadialCluster"/>
    <dgm:cxn modelId="{DF88B97D-8F8C-44E8-81C1-24458AFFF03E}" srcId="{8D678839-7523-4645-A21D-700153A854D5}" destId="{F23C2C2E-36E6-4877-9F35-004599737B7F}" srcOrd="1" destOrd="0" parTransId="{FA6E7A92-B7B2-48C9-A8D3-342E85C01EEF}" sibTransId="{54A7D8FE-EFE5-4AAB-A10D-00D06483D8CA}"/>
    <dgm:cxn modelId="{C5410DA3-2981-4E70-B5CC-EC0DDE9A17BB}" type="presOf" srcId="{87C2DC0B-5C0A-4EEC-9F1F-13D08CF847FC}" destId="{9077F1A1-529A-4B23-B087-D8E1825F1B8F}" srcOrd="0" destOrd="0" presId="urn:microsoft.com/office/officeart/2008/layout/RadialCluster"/>
    <dgm:cxn modelId="{F525E4BA-9766-4ECC-A6EC-90EDF4B3DEA8}" srcId="{5C361E90-D93D-4D43-BF0D-84F3E915022C}" destId="{78CF5863-B30B-4297-B239-A1B91619D832}" srcOrd="0" destOrd="0" parTransId="{E1AD90F7-0D58-49E8-A010-5033DED4F442}" sibTransId="{66EE60B2-AD1E-4945-A679-3694CE1A2301}"/>
    <dgm:cxn modelId="{EF64ABD0-060A-4EDA-BC1C-9706D085A2B7}" srcId="{5C361E90-D93D-4D43-BF0D-84F3E915022C}" destId="{87C2DC0B-5C0A-4EEC-9F1F-13D08CF847FC}" srcOrd="3" destOrd="0" parTransId="{A7088576-7D32-43B3-8A90-6BF4D9A75804}" sibTransId="{E0DD2CD2-0810-4757-832D-CCF87D48A8C2}"/>
    <dgm:cxn modelId="{C374CAD4-1810-4E9A-A090-DC481EFCCADE}" type="presOf" srcId="{5C361E90-D93D-4D43-BF0D-84F3E915022C}" destId="{A0E8172A-E72B-41D4-A8EE-AA75D5016CDF}" srcOrd="0" destOrd="0" presId="urn:microsoft.com/office/officeart/2008/layout/RadialCluster"/>
    <dgm:cxn modelId="{2D22CCEC-0227-433B-A2F9-458A15926DCC}" srcId="{5C361E90-D93D-4D43-BF0D-84F3E915022C}" destId="{93D9D6D9-D397-4468-92E5-545A6F068A35}" srcOrd="1" destOrd="0" parTransId="{9E55D48D-3651-4CFE-9417-0C2BC1F7C732}" sibTransId="{D23A774F-10EF-456D-964B-B3064332E819}"/>
    <dgm:cxn modelId="{04D6B8F8-DE81-44B9-908F-76DBE3DBE21E}" type="presParOf" srcId="{69F60597-D651-4488-AB20-E7CD95F3D13C}" destId="{2B16EFCC-C8F7-4483-B3F3-F2A18F2D1ECE}" srcOrd="0" destOrd="0" presId="urn:microsoft.com/office/officeart/2008/layout/RadialCluster"/>
    <dgm:cxn modelId="{AE41A9E8-DB86-464C-BB24-B3463501014B}" type="presParOf" srcId="{2B16EFCC-C8F7-4483-B3F3-F2A18F2D1ECE}" destId="{A0E8172A-E72B-41D4-A8EE-AA75D5016CDF}" srcOrd="0" destOrd="0" presId="urn:microsoft.com/office/officeart/2008/layout/RadialCluster"/>
    <dgm:cxn modelId="{27C75DEB-D25D-40D0-A49D-D47AC5C54D2D}" type="presParOf" srcId="{2B16EFCC-C8F7-4483-B3F3-F2A18F2D1ECE}" destId="{1F777BFF-C956-42DD-8C92-F9974A37EF9B}" srcOrd="1" destOrd="0" presId="urn:microsoft.com/office/officeart/2008/layout/RadialCluster"/>
    <dgm:cxn modelId="{9C4A0065-8749-4374-993E-A19D31A43406}" type="presParOf" srcId="{2B16EFCC-C8F7-4483-B3F3-F2A18F2D1ECE}" destId="{255C182D-6D3A-4897-B39E-FC30F6B6CBBB}" srcOrd="2" destOrd="0" presId="urn:microsoft.com/office/officeart/2008/layout/RadialCluster"/>
    <dgm:cxn modelId="{339FE1D9-2FFF-4096-941B-DD2E2CFFCAB4}" type="presParOf" srcId="{2B16EFCC-C8F7-4483-B3F3-F2A18F2D1ECE}" destId="{9ADCD48A-1626-4C9E-8AF4-1236DD56AA12}" srcOrd="3" destOrd="0" presId="urn:microsoft.com/office/officeart/2008/layout/RadialCluster"/>
    <dgm:cxn modelId="{FEB4F034-45D6-4D65-91A4-6FC4864C97B3}" type="presParOf" srcId="{2B16EFCC-C8F7-4483-B3F3-F2A18F2D1ECE}" destId="{BA6B389E-EE22-4234-BA1D-3A1CC67BA51F}" srcOrd="4" destOrd="0" presId="urn:microsoft.com/office/officeart/2008/layout/RadialCluster"/>
    <dgm:cxn modelId="{EDAC8330-9EA0-48A9-9ECF-80BD837D930B}" type="presParOf" srcId="{2B16EFCC-C8F7-4483-B3F3-F2A18F2D1ECE}" destId="{49C6E5C0-D428-40AA-912F-DB472A515F05}" srcOrd="5" destOrd="0" presId="urn:microsoft.com/office/officeart/2008/layout/RadialCluster"/>
    <dgm:cxn modelId="{69A15CC9-DA82-4C58-9957-3D8ED73D3CD2}" type="presParOf" srcId="{2B16EFCC-C8F7-4483-B3F3-F2A18F2D1ECE}" destId="{B57638C2-5DBC-4316-A5DC-B2A05524BAE1}" srcOrd="6" destOrd="0" presId="urn:microsoft.com/office/officeart/2008/layout/RadialCluster"/>
    <dgm:cxn modelId="{EB8721F3-88EF-4936-8A3A-BE33418C3F93}" type="presParOf" srcId="{2B16EFCC-C8F7-4483-B3F3-F2A18F2D1ECE}" destId="{9E62EF2E-400C-4594-BD83-BB5C5EF827DC}" srcOrd="7" destOrd="0" presId="urn:microsoft.com/office/officeart/2008/layout/RadialCluster"/>
    <dgm:cxn modelId="{3522F345-E7DE-43EA-BBF3-0F758ACF052C}" type="presParOf" srcId="{2B16EFCC-C8F7-4483-B3F3-F2A18F2D1ECE}" destId="{9077F1A1-529A-4B23-B087-D8E1825F1B8F}" srcOrd="8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438733A-478B-462B-9703-9CE1C486212F}" type="doc">
      <dgm:prSet loTypeId="urn:microsoft.com/office/officeart/2005/8/layout/cycle3" loCatId="cycle" qsTypeId="urn:microsoft.com/office/officeart/2005/8/quickstyle/3d7" qsCatId="3D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9355A9E2-5007-4F09-B663-95B9E022C476}">
      <dgm:prSet/>
      <dgm:spPr/>
      <dgm:t>
        <a:bodyPr/>
        <a:lstStyle/>
        <a:p>
          <a:r>
            <a:rPr lang="en-US"/>
            <a:t>Spreadsheets</a:t>
          </a:r>
          <a:endParaRPr lang="en-US" dirty="0"/>
        </a:p>
      </dgm:t>
    </dgm:pt>
    <dgm:pt modelId="{68706273-449B-40FA-A5BC-37C75C1933A1}" type="parTrans" cxnId="{37C62824-7240-4318-94CD-BFD4AFC2DB6E}">
      <dgm:prSet/>
      <dgm:spPr/>
      <dgm:t>
        <a:bodyPr/>
        <a:lstStyle/>
        <a:p>
          <a:endParaRPr lang="en-IN"/>
        </a:p>
      </dgm:t>
    </dgm:pt>
    <dgm:pt modelId="{DA5ADFDF-5196-45EF-B6F7-F558B0C91336}" type="sibTrans" cxnId="{37C62824-7240-4318-94CD-BFD4AFC2DB6E}">
      <dgm:prSet/>
      <dgm:spPr/>
      <dgm:t>
        <a:bodyPr/>
        <a:lstStyle/>
        <a:p>
          <a:endParaRPr lang="en-IN"/>
        </a:p>
      </dgm:t>
    </dgm:pt>
    <dgm:pt modelId="{5C709912-9203-4A8D-B598-68B3F52ADC54}">
      <dgm:prSet/>
      <dgm:spPr/>
      <dgm:t>
        <a:bodyPr/>
        <a:lstStyle/>
        <a:p>
          <a:r>
            <a:rPr lang="en-US"/>
            <a:t>Images, </a:t>
          </a:r>
          <a:endParaRPr lang="en-US" dirty="0"/>
        </a:p>
      </dgm:t>
    </dgm:pt>
    <dgm:pt modelId="{6E225BB9-7ED7-4102-B355-FB5AB9704F3A}" type="parTrans" cxnId="{07CA05C1-AD23-4D33-BDC5-2362A4FA317B}">
      <dgm:prSet/>
      <dgm:spPr/>
      <dgm:t>
        <a:bodyPr/>
        <a:lstStyle/>
        <a:p>
          <a:endParaRPr lang="en-IN"/>
        </a:p>
      </dgm:t>
    </dgm:pt>
    <dgm:pt modelId="{4B917215-90E8-47AA-89ED-A59D527BCE67}" type="sibTrans" cxnId="{07CA05C1-AD23-4D33-BDC5-2362A4FA317B}">
      <dgm:prSet/>
      <dgm:spPr/>
      <dgm:t>
        <a:bodyPr/>
        <a:lstStyle/>
        <a:p>
          <a:endParaRPr lang="en-IN"/>
        </a:p>
      </dgm:t>
    </dgm:pt>
    <dgm:pt modelId="{DADDC4C9-0635-4CEA-85C5-E3366E9FCE14}">
      <dgm:prSet/>
      <dgm:spPr/>
      <dgm:t>
        <a:bodyPr/>
        <a:lstStyle/>
        <a:p>
          <a:r>
            <a:rPr lang="en-US"/>
            <a:t>Video </a:t>
          </a:r>
          <a:endParaRPr lang="en-US" dirty="0"/>
        </a:p>
      </dgm:t>
    </dgm:pt>
    <dgm:pt modelId="{18133E4F-7780-4702-9821-CDF6CFCABFB2}" type="parTrans" cxnId="{37ACD2D9-172E-4211-8B22-DFE32B2169F2}">
      <dgm:prSet/>
      <dgm:spPr/>
      <dgm:t>
        <a:bodyPr/>
        <a:lstStyle/>
        <a:p>
          <a:endParaRPr lang="en-IN"/>
        </a:p>
      </dgm:t>
    </dgm:pt>
    <dgm:pt modelId="{76C0461D-1325-4E4E-8FF7-CB30DA9B699E}" type="sibTrans" cxnId="{37ACD2D9-172E-4211-8B22-DFE32B2169F2}">
      <dgm:prSet/>
      <dgm:spPr/>
      <dgm:t>
        <a:bodyPr/>
        <a:lstStyle/>
        <a:p>
          <a:endParaRPr lang="en-IN"/>
        </a:p>
      </dgm:t>
    </dgm:pt>
    <dgm:pt modelId="{83AE5686-E230-4282-A305-9A90359194F8}">
      <dgm:prSet/>
      <dgm:spPr/>
      <dgm:t>
        <a:bodyPr/>
        <a:lstStyle/>
        <a:p>
          <a:r>
            <a:rPr lang="en-US" dirty="0"/>
            <a:t>Audio recordings</a:t>
          </a:r>
          <a:endParaRPr lang="en-IN" dirty="0"/>
        </a:p>
      </dgm:t>
    </dgm:pt>
    <dgm:pt modelId="{5CE53E85-8AF9-4447-9751-900817B931B8}" type="parTrans" cxnId="{D8E3AAB0-0815-4F8C-B709-DBB1044C11D4}">
      <dgm:prSet/>
      <dgm:spPr/>
      <dgm:t>
        <a:bodyPr/>
        <a:lstStyle/>
        <a:p>
          <a:endParaRPr lang="en-IN"/>
        </a:p>
      </dgm:t>
    </dgm:pt>
    <dgm:pt modelId="{B418E81C-1B26-475F-AFDD-D8E1B0E566C0}" type="sibTrans" cxnId="{D8E3AAB0-0815-4F8C-B709-DBB1044C11D4}">
      <dgm:prSet/>
      <dgm:spPr/>
      <dgm:t>
        <a:bodyPr/>
        <a:lstStyle/>
        <a:p>
          <a:endParaRPr lang="en-IN"/>
        </a:p>
      </dgm:t>
    </dgm:pt>
    <dgm:pt modelId="{323B7B1C-B13C-4F29-8744-C5BDEB5D36F0}">
      <dgm:prSet/>
      <dgm:spPr/>
      <dgm:t>
        <a:bodyPr/>
        <a:lstStyle/>
        <a:p>
          <a:r>
            <a:rPr lang="en-US"/>
            <a:t>Text files</a:t>
          </a:r>
          <a:endParaRPr lang="en-US" dirty="0"/>
        </a:p>
      </dgm:t>
    </dgm:pt>
    <dgm:pt modelId="{26C7E3E0-F24C-4E22-AC24-8333DB32D61F}" type="sibTrans" cxnId="{08EC27DD-39E7-4D11-A652-2F8814E239E3}">
      <dgm:prSet/>
      <dgm:spPr/>
      <dgm:t>
        <a:bodyPr/>
        <a:lstStyle/>
        <a:p>
          <a:endParaRPr lang="en-IN"/>
        </a:p>
      </dgm:t>
    </dgm:pt>
    <dgm:pt modelId="{EDA7F32F-7C00-4114-B251-F1AD78605CFC}" type="parTrans" cxnId="{08EC27DD-39E7-4D11-A652-2F8814E239E3}">
      <dgm:prSet/>
      <dgm:spPr/>
      <dgm:t>
        <a:bodyPr/>
        <a:lstStyle/>
        <a:p>
          <a:endParaRPr lang="en-IN"/>
        </a:p>
      </dgm:t>
    </dgm:pt>
    <dgm:pt modelId="{9E5BCCF2-5FE3-4EFA-9C26-A0DC940CC69B}" type="pres">
      <dgm:prSet presAssocID="{C438733A-478B-462B-9703-9CE1C486212F}" presName="Name0" presStyleCnt="0">
        <dgm:presLayoutVars>
          <dgm:dir/>
          <dgm:resizeHandles val="exact"/>
        </dgm:presLayoutVars>
      </dgm:prSet>
      <dgm:spPr/>
    </dgm:pt>
    <dgm:pt modelId="{AA884F49-9234-41DD-B3B0-E24BD0D30F2D}" type="pres">
      <dgm:prSet presAssocID="{C438733A-478B-462B-9703-9CE1C486212F}" presName="cycle" presStyleCnt="0"/>
      <dgm:spPr/>
    </dgm:pt>
    <dgm:pt modelId="{6779DEB4-FF68-4236-A1C6-9EC2E446459A}" type="pres">
      <dgm:prSet presAssocID="{323B7B1C-B13C-4F29-8744-C5BDEB5D36F0}" presName="nodeFirstNode" presStyleLbl="node1" presStyleIdx="0" presStyleCnt="5">
        <dgm:presLayoutVars>
          <dgm:bulletEnabled val="1"/>
        </dgm:presLayoutVars>
      </dgm:prSet>
      <dgm:spPr/>
    </dgm:pt>
    <dgm:pt modelId="{0773C50C-5F82-4469-B562-E517F5CF136F}" type="pres">
      <dgm:prSet presAssocID="{26C7E3E0-F24C-4E22-AC24-8333DB32D61F}" presName="sibTransFirstNode" presStyleLbl="bgShp" presStyleIdx="0" presStyleCnt="1"/>
      <dgm:spPr/>
    </dgm:pt>
    <dgm:pt modelId="{8AEEB5B7-51EE-4A0D-BB64-158A4F263756}" type="pres">
      <dgm:prSet presAssocID="{9355A9E2-5007-4F09-B663-95B9E022C476}" presName="nodeFollowingNodes" presStyleLbl="node1" presStyleIdx="1" presStyleCnt="5">
        <dgm:presLayoutVars>
          <dgm:bulletEnabled val="1"/>
        </dgm:presLayoutVars>
      </dgm:prSet>
      <dgm:spPr/>
    </dgm:pt>
    <dgm:pt modelId="{0F9E28D5-FC81-43B5-882D-98A550056487}" type="pres">
      <dgm:prSet presAssocID="{5C709912-9203-4A8D-B598-68B3F52ADC54}" presName="nodeFollowingNodes" presStyleLbl="node1" presStyleIdx="2" presStyleCnt="5">
        <dgm:presLayoutVars>
          <dgm:bulletEnabled val="1"/>
        </dgm:presLayoutVars>
      </dgm:prSet>
      <dgm:spPr/>
    </dgm:pt>
    <dgm:pt modelId="{ED343A7D-D007-4001-ADE4-C7ED2C61FB79}" type="pres">
      <dgm:prSet presAssocID="{DADDC4C9-0635-4CEA-85C5-E3366E9FCE14}" presName="nodeFollowingNodes" presStyleLbl="node1" presStyleIdx="3" presStyleCnt="5">
        <dgm:presLayoutVars>
          <dgm:bulletEnabled val="1"/>
        </dgm:presLayoutVars>
      </dgm:prSet>
      <dgm:spPr/>
    </dgm:pt>
    <dgm:pt modelId="{0F961B9B-4EBA-4ED9-B09D-BC6516B102E3}" type="pres">
      <dgm:prSet presAssocID="{83AE5686-E230-4282-A305-9A90359194F8}" presName="nodeFollowingNodes" presStyleLbl="node1" presStyleIdx="4" presStyleCnt="5">
        <dgm:presLayoutVars>
          <dgm:bulletEnabled val="1"/>
        </dgm:presLayoutVars>
      </dgm:prSet>
      <dgm:spPr/>
    </dgm:pt>
  </dgm:ptLst>
  <dgm:cxnLst>
    <dgm:cxn modelId="{89E7590D-3DA2-473B-9F39-F5831567A390}" type="presOf" srcId="{9355A9E2-5007-4F09-B663-95B9E022C476}" destId="{8AEEB5B7-51EE-4A0D-BB64-158A4F263756}" srcOrd="0" destOrd="0" presId="urn:microsoft.com/office/officeart/2005/8/layout/cycle3"/>
    <dgm:cxn modelId="{37C62824-7240-4318-94CD-BFD4AFC2DB6E}" srcId="{C438733A-478B-462B-9703-9CE1C486212F}" destId="{9355A9E2-5007-4F09-B663-95B9E022C476}" srcOrd="1" destOrd="0" parTransId="{68706273-449B-40FA-A5BC-37C75C1933A1}" sibTransId="{DA5ADFDF-5196-45EF-B6F7-F558B0C91336}"/>
    <dgm:cxn modelId="{ED127467-EC33-4349-AD4B-8547D250E93F}" type="presOf" srcId="{DADDC4C9-0635-4CEA-85C5-E3366E9FCE14}" destId="{ED343A7D-D007-4001-ADE4-C7ED2C61FB79}" srcOrd="0" destOrd="0" presId="urn:microsoft.com/office/officeart/2005/8/layout/cycle3"/>
    <dgm:cxn modelId="{21106C77-7C7D-4572-AEF9-C6C2ACE9915A}" type="presOf" srcId="{83AE5686-E230-4282-A305-9A90359194F8}" destId="{0F961B9B-4EBA-4ED9-B09D-BC6516B102E3}" srcOrd="0" destOrd="0" presId="urn:microsoft.com/office/officeart/2005/8/layout/cycle3"/>
    <dgm:cxn modelId="{C2AE5FA7-9F11-48A8-971F-FC65C402F79B}" type="presOf" srcId="{323B7B1C-B13C-4F29-8744-C5BDEB5D36F0}" destId="{6779DEB4-FF68-4236-A1C6-9EC2E446459A}" srcOrd="0" destOrd="0" presId="urn:microsoft.com/office/officeart/2005/8/layout/cycle3"/>
    <dgm:cxn modelId="{D8E3AAB0-0815-4F8C-B709-DBB1044C11D4}" srcId="{C438733A-478B-462B-9703-9CE1C486212F}" destId="{83AE5686-E230-4282-A305-9A90359194F8}" srcOrd="4" destOrd="0" parTransId="{5CE53E85-8AF9-4447-9751-900817B931B8}" sibTransId="{B418E81C-1B26-475F-AFDD-D8E1B0E566C0}"/>
    <dgm:cxn modelId="{07CA05C1-AD23-4D33-BDC5-2362A4FA317B}" srcId="{C438733A-478B-462B-9703-9CE1C486212F}" destId="{5C709912-9203-4A8D-B598-68B3F52ADC54}" srcOrd="2" destOrd="0" parTransId="{6E225BB9-7ED7-4102-B355-FB5AB9704F3A}" sibTransId="{4B917215-90E8-47AA-89ED-A59D527BCE67}"/>
    <dgm:cxn modelId="{937286CD-D7EF-4D0D-A804-44B6AD0695D9}" type="presOf" srcId="{26C7E3E0-F24C-4E22-AC24-8333DB32D61F}" destId="{0773C50C-5F82-4469-B562-E517F5CF136F}" srcOrd="0" destOrd="0" presId="urn:microsoft.com/office/officeart/2005/8/layout/cycle3"/>
    <dgm:cxn modelId="{B071A0D8-8854-4410-B9E8-8F6E03A43B60}" type="presOf" srcId="{C438733A-478B-462B-9703-9CE1C486212F}" destId="{9E5BCCF2-5FE3-4EFA-9C26-A0DC940CC69B}" srcOrd="0" destOrd="0" presId="urn:microsoft.com/office/officeart/2005/8/layout/cycle3"/>
    <dgm:cxn modelId="{37ACD2D9-172E-4211-8B22-DFE32B2169F2}" srcId="{C438733A-478B-462B-9703-9CE1C486212F}" destId="{DADDC4C9-0635-4CEA-85C5-E3366E9FCE14}" srcOrd="3" destOrd="0" parTransId="{18133E4F-7780-4702-9821-CDF6CFCABFB2}" sibTransId="{76C0461D-1325-4E4E-8FF7-CB30DA9B699E}"/>
    <dgm:cxn modelId="{08EC27DD-39E7-4D11-A652-2F8814E239E3}" srcId="{C438733A-478B-462B-9703-9CE1C486212F}" destId="{323B7B1C-B13C-4F29-8744-C5BDEB5D36F0}" srcOrd="0" destOrd="0" parTransId="{EDA7F32F-7C00-4114-B251-F1AD78605CFC}" sibTransId="{26C7E3E0-F24C-4E22-AC24-8333DB32D61F}"/>
    <dgm:cxn modelId="{A8C362E9-7D25-46CC-88C3-D2A8D86857BA}" type="presOf" srcId="{5C709912-9203-4A8D-B598-68B3F52ADC54}" destId="{0F9E28D5-FC81-43B5-882D-98A550056487}" srcOrd="0" destOrd="0" presId="urn:microsoft.com/office/officeart/2005/8/layout/cycle3"/>
    <dgm:cxn modelId="{EFB02583-09C0-4096-9FD2-A59F0C95D662}" type="presParOf" srcId="{9E5BCCF2-5FE3-4EFA-9C26-A0DC940CC69B}" destId="{AA884F49-9234-41DD-B3B0-E24BD0D30F2D}" srcOrd="0" destOrd="0" presId="urn:microsoft.com/office/officeart/2005/8/layout/cycle3"/>
    <dgm:cxn modelId="{777CCBC5-D350-4494-9593-A16DEF260016}" type="presParOf" srcId="{AA884F49-9234-41DD-B3B0-E24BD0D30F2D}" destId="{6779DEB4-FF68-4236-A1C6-9EC2E446459A}" srcOrd="0" destOrd="0" presId="urn:microsoft.com/office/officeart/2005/8/layout/cycle3"/>
    <dgm:cxn modelId="{25F0DADB-05E9-46EF-98EE-961C21C3A309}" type="presParOf" srcId="{AA884F49-9234-41DD-B3B0-E24BD0D30F2D}" destId="{0773C50C-5F82-4469-B562-E517F5CF136F}" srcOrd="1" destOrd="0" presId="urn:microsoft.com/office/officeart/2005/8/layout/cycle3"/>
    <dgm:cxn modelId="{78CBBA5C-4A92-4B87-B58D-AB6B8EF0B7FC}" type="presParOf" srcId="{AA884F49-9234-41DD-B3B0-E24BD0D30F2D}" destId="{8AEEB5B7-51EE-4A0D-BB64-158A4F263756}" srcOrd="2" destOrd="0" presId="urn:microsoft.com/office/officeart/2005/8/layout/cycle3"/>
    <dgm:cxn modelId="{2841E7B7-6482-435A-B4EC-6BC874779357}" type="presParOf" srcId="{AA884F49-9234-41DD-B3B0-E24BD0D30F2D}" destId="{0F9E28D5-FC81-43B5-882D-98A550056487}" srcOrd="3" destOrd="0" presId="urn:microsoft.com/office/officeart/2005/8/layout/cycle3"/>
    <dgm:cxn modelId="{8A0F396A-A693-4ADA-999A-A16234FC43FD}" type="presParOf" srcId="{AA884F49-9234-41DD-B3B0-E24BD0D30F2D}" destId="{ED343A7D-D007-4001-ADE4-C7ED2C61FB79}" srcOrd="4" destOrd="0" presId="urn:microsoft.com/office/officeart/2005/8/layout/cycle3"/>
    <dgm:cxn modelId="{6AB08CE8-953B-4CEE-AC3B-4F21A76FF3FE}" type="presParOf" srcId="{AA884F49-9234-41DD-B3B0-E24BD0D30F2D}" destId="{0F961B9B-4EBA-4ED9-B09D-BC6516B102E3}" srcOrd="5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5626F22-57B6-4E1E-98B4-205FD368D51E}" type="doc">
      <dgm:prSet loTypeId="urn:microsoft.com/office/officeart/2005/8/layout/cycle6" loCatId="cycle" qsTypeId="urn:microsoft.com/office/officeart/2005/8/quickstyle/3d3" qsCatId="3D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13A9CAA0-0BC2-4BAA-9C26-985BFB7DFB25}">
      <dgm:prSet custT="1"/>
      <dgm:spPr/>
      <dgm:t>
        <a:bodyPr/>
        <a:lstStyle/>
        <a:p>
          <a:r>
            <a:rPr lang="en-US" sz="2000" dirty="0">
              <a:latin typeface="Bahnschrift" panose="020B0502040204020203" pitchFamily="34" charset="0"/>
            </a:rPr>
            <a:t>Email, </a:t>
          </a:r>
        </a:p>
      </dgm:t>
    </dgm:pt>
    <dgm:pt modelId="{C6A4100B-BB46-4BC0-80F0-6EAAAA1BDDF5}" type="parTrans" cxnId="{D430836D-A9F9-430A-9F71-6A3504672038}">
      <dgm:prSet/>
      <dgm:spPr/>
      <dgm:t>
        <a:bodyPr/>
        <a:lstStyle/>
        <a:p>
          <a:endParaRPr lang="en-IN"/>
        </a:p>
      </dgm:t>
    </dgm:pt>
    <dgm:pt modelId="{B9D6F17A-CB18-4E1A-897B-070FC8446C9A}" type="sibTrans" cxnId="{D430836D-A9F9-430A-9F71-6A3504672038}">
      <dgm:prSet/>
      <dgm:spPr>
        <a:ln w="28575">
          <a:solidFill>
            <a:srgbClr val="2A3442"/>
          </a:solidFill>
        </a:ln>
      </dgm:spPr>
      <dgm:t>
        <a:bodyPr/>
        <a:lstStyle/>
        <a:p>
          <a:endParaRPr lang="en-IN" sz="2000">
            <a:latin typeface="Bahnschrift" panose="020B0502040204020203" pitchFamily="34" charset="0"/>
          </a:endParaRPr>
        </a:p>
      </dgm:t>
    </dgm:pt>
    <dgm:pt modelId="{B6A2A7A0-2CAB-44D1-9C91-4C0EDE77CA7D}">
      <dgm:prSet custT="1"/>
      <dgm:spPr/>
      <dgm:t>
        <a:bodyPr/>
        <a:lstStyle/>
        <a:p>
          <a:r>
            <a:rPr lang="en-US" sz="2000" dirty="0">
              <a:latin typeface="Bahnschrift" panose="020B0502040204020203" pitchFamily="34" charset="0"/>
            </a:rPr>
            <a:t>Chat </a:t>
          </a:r>
        </a:p>
      </dgm:t>
    </dgm:pt>
    <dgm:pt modelId="{4D6BD795-A16C-4D95-9E4A-6FF9885E5258}" type="parTrans" cxnId="{18F58AC1-0783-41D2-95E9-166381D97A6B}">
      <dgm:prSet/>
      <dgm:spPr/>
      <dgm:t>
        <a:bodyPr/>
        <a:lstStyle/>
        <a:p>
          <a:endParaRPr lang="en-IN"/>
        </a:p>
      </dgm:t>
    </dgm:pt>
    <dgm:pt modelId="{5B9334FD-84B3-492A-B971-804EF75D6597}" type="sibTrans" cxnId="{18F58AC1-0783-41D2-95E9-166381D97A6B}">
      <dgm:prSet/>
      <dgm:spPr>
        <a:ln w="28575">
          <a:solidFill>
            <a:srgbClr val="2A3442"/>
          </a:solidFill>
        </a:ln>
      </dgm:spPr>
      <dgm:t>
        <a:bodyPr/>
        <a:lstStyle/>
        <a:p>
          <a:endParaRPr lang="en-IN" sz="2000">
            <a:latin typeface="Bahnschrift" panose="020B0502040204020203" pitchFamily="34" charset="0"/>
          </a:endParaRPr>
        </a:p>
      </dgm:t>
    </dgm:pt>
    <dgm:pt modelId="{44DAEF8B-A1EF-4F84-926E-6A7B87EA1188}">
      <dgm:prSet custT="1"/>
      <dgm:spPr/>
      <dgm:t>
        <a:bodyPr/>
        <a:lstStyle/>
        <a:p>
          <a:r>
            <a:rPr lang="en-US" sz="2000" dirty="0">
              <a:latin typeface="Bahnschrift" panose="020B0502040204020203" pitchFamily="34" charset="0"/>
            </a:rPr>
            <a:t>Instant messages, </a:t>
          </a:r>
        </a:p>
      </dgm:t>
    </dgm:pt>
    <dgm:pt modelId="{4C244B00-8FD5-439E-813F-42BA2AD1DA66}" type="parTrans" cxnId="{B11DAA9C-4446-4843-B166-5BC7ABD92790}">
      <dgm:prSet/>
      <dgm:spPr/>
      <dgm:t>
        <a:bodyPr/>
        <a:lstStyle/>
        <a:p>
          <a:endParaRPr lang="en-IN"/>
        </a:p>
      </dgm:t>
    </dgm:pt>
    <dgm:pt modelId="{B6008B29-3F11-400E-A1C2-7CF6324548F9}" type="sibTrans" cxnId="{B11DAA9C-4446-4843-B166-5BC7ABD92790}">
      <dgm:prSet/>
      <dgm:spPr>
        <a:ln w="28575">
          <a:solidFill>
            <a:srgbClr val="2A3442"/>
          </a:solidFill>
        </a:ln>
      </dgm:spPr>
      <dgm:t>
        <a:bodyPr/>
        <a:lstStyle/>
        <a:p>
          <a:endParaRPr lang="en-IN" sz="2000">
            <a:latin typeface="Bahnschrift" panose="020B0502040204020203" pitchFamily="34" charset="0"/>
          </a:endParaRPr>
        </a:p>
      </dgm:t>
    </dgm:pt>
    <dgm:pt modelId="{229D8449-C322-4526-B632-74F9B34B0A5F}">
      <dgm:prSet custT="1"/>
      <dgm:spPr/>
      <dgm:t>
        <a:bodyPr/>
        <a:lstStyle/>
        <a:p>
          <a:r>
            <a:rPr lang="en-US" sz="2000" dirty="0">
              <a:latin typeface="Bahnschrift" panose="020B0502040204020203" pitchFamily="34" charset="0"/>
            </a:rPr>
            <a:t>Web traffic</a:t>
          </a:r>
        </a:p>
      </dgm:t>
    </dgm:pt>
    <dgm:pt modelId="{E8A485E9-BD6D-44FD-A603-B7E879E6229D}" type="parTrans" cxnId="{B847BF6C-43E4-40C8-97C3-26C017DE2B4F}">
      <dgm:prSet/>
      <dgm:spPr/>
      <dgm:t>
        <a:bodyPr/>
        <a:lstStyle/>
        <a:p>
          <a:endParaRPr lang="en-IN"/>
        </a:p>
      </dgm:t>
    </dgm:pt>
    <dgm:pt modelId="{40F1384B-300B-40DC-BD4F-54522D065A44}" type="sibTrans" cxnId="{B847BF6C-43E4-40C8-97C3-26C017DE2B4F}">
      <dgm:prSet/>
      <dgm:spPr>
        <a:ln w="28575">
          <a:solidFill>
            <a:srgbClr val="2A3442"/>
          </a:solidFill>
        </a:ln>
      </dgm:spPr>
      <dgm:t>
        <a:bodyPr/>
        <a:lstStyle/>
        <a:p>
          <a:endParaRPr lang="en-IN" sz="2000">
            <a:latin typeface="Bahnschrift" panose="020B0502040204020203" pitchFamily="34" charset="0"/>
          </a:endParaRPr>
        </a:p>
      </dgm:t>
    </dgm:pt>
    <dgm:pt modelId="{7BC63B9D-6A03-4A5D-9EEE-D20157F5A4AE}">
      <dgm:prSet custT="1"/>
      <dgm:spPr/>
      <dgm:t>
        <a:bodyPr/>
        <a:lstStyle/>
        <a:p>
          <a:r>
            <a:rPr lang="en-US" sz="2000" dirty="0">
              <a:latin typeface="Bahnschrift" panose="020B0502040204020203" pitchFamily="34" charset="0"/>
            </a:rPr>
            <a:t>Blogs</a:t>
          </a:r>
        </a:p>
      </dgm:t>
    </dgm:pt>
    <dgm:pt modelId="{B961224C-49D3-4EA9-9F9E-46C5DF8C4430}" type="parTrans" cxnId="{3350D8AB-F1F7-4EA2-A81F-50BAFF62E6BE}">
      <dgm:prSet/>
      <dgm:spPr/>
      <dgm:t>
        <a:bodyPr/>
        <a:lstStyle/>
        <a:p>
          <a:endParaRPr lang="en-IN"/>
        </a:p>
      </dgm:t>
    </dgm:pt>
    <dgm:pt modelId="{4B77FF94-8C7D-460A-8CFA-41E98FB6F791}" type="sibTrans" cxnId="{3350D8AB-F1F7-4EA2-A81F-50BAFF62E6BE}">
      <dgm:prSet/>
      <dgm:spPr>
        <a:ln w="28575">
          <a:solidFill>
            <a:srgbClr val="2A3442"/>
          </a:solidFill>
        </a:ln>
      </dgm:spPr>
      <dgm:t>
        <a:bodyPr/>
        <a:lstStyle/>
        <a:p>
          <a:endParaRPr lang="en-IN" sz="2000">
            <a:latin typeface="Bahnschrift" panose="020B0502040204020203" pitchFamily="34" charset="0"/>
          </a:endParaRPr>
        </a:p>
      </dgm:t>
    </dgm:pt>
    <dgm:pt modelId="{3713B834-74D6-452A-B0FF-CAAF94504670}">
      <dgm:prSet custT="1"/>
      <dgm:spPr/>
      <dgm:t>
        <a:bodyPr/>
        <a:lstStyle/>
        <a:p>
          <a:r>
            <a:rPr lang="en-US" sz="2000" dirty="0">
              <a:latin typeface="Bahnschrift" panose="020B0502040204020203" pitchFamily="34" charset="0"/>
            </a:rPr>
            <a:t>social networking sites</a:t>
          </a:r>
          <a:endParaRPr lang="en-IN" sz="2000" dirty="0">
            <a:latin typeface="Bahnschrift" panose="020B0502040204020203" pitchFamily="34" charset="0"/>
          </a:endParaRPr>
        </a:p>
      </dgm:t>
    </dgm:pt>
    <dgm:pt modelId="{BF035116-0041-4236-8D95-95F9F31DE012}" type="parTrans" cxnId="{700C55A0-24B2-4111-8561-657AB8C9528D}">
      <dgm:prSet/>
      <dgm:spPr/>
      <dgm:t>
        <a:bodyPr/>
        <a:lstStyle/>
        <a:p>
          <a:endParaRPr lang="en-IN"/>
        </a:p>
      </dgm:t>
    </dgm:pt>
    <dgm:pt modelId="{324CDEB7-81E4-4559-8E91-47B5A9275897}" type="sibTrans" cxnId="{700C55A0-24B2-4111-8561-657AB8C9528D}">
      <dgm:prSet/>
      <dgm:spPr>
        <a:ln w="28575">
          <a:solidFill>
            <a:srgbClr val="2A3442"/>
          </a:solidFill>
        </a:ln>
      </dgm:spPr>
      <dgm:t>
        <a:bodyPr/>
        <a:lstStyle/>
        <a:p>
          <a:endParaRPr lang="en-IN" sz="2000">
            <a:latin typeface="Bahnschrift" panose="020B0502040204020203" pitchFamily="34" charset="0"/>
          </a:endParaRPr>
        </a:p>
      </dgm:t>
    </dgm:pt>
    <dgm:pt modelId="{AD04176F-4DDC-4FD5-ADE0-B88A1EBA5C33}" type="pres">
      <dgm:prSet presAssocID="{45626F22-57B6-4E1E-98B4-205FD368D51E}" presName="cycle" presStyleCnt="0">
        <dgm:presLayoutVars>
          <dgm:dir/>
          <dgm:resizeHandles val="exact"/>
        </dgm:presLayoutVars>
      </dgm:prSet>
      <dgm:spPr/>
    </dgm:pt>
    <dgm:pt modelId="{4E09553D-C694-4DBB-AC40-2C9CEC25D2BE}" type="pres">
      <dgm:prSet presAssocID="{13A9CAA0-0BC2-4BAA-9C26-985BFB7DFB25}" presName="node" presStyleLbl="node1" presStyleIdx="0" presStyleCnt="6" custScaleX="120714" custScaleY="109222">
        <dgm:presLayoutVars>
          <dgm:bulletEnabled val="1"/>
        </dgm:presLayoutVars>
      </dgm:prSet>
      <dgm:spPr/>
    </dgm:pt>
    <dgm:pt modelId="{0A8EA131-FB11-488E-98E5-58EF4F8C7BC6}" type="pres">
      <dgm:prSet presAssocID="{13A9CAA0-0BC2-4BAA-9C26-985BFB7DFB25}" presName="spNode" presStyleCnt="0"/>
      <dgm:spPr/>
    </dgm:pt>
    <dgm:pt modelId="{DEF36048-BD8A-4CE1-98ED-22E585C65AC4}" type="pres">
      <dgm:prSet presAssocID="{B9D6F17A-CB18-4E1A-897B-070FC8446C9A}" presName="sibTrans" presStyleLbl="sibTrans1D1" presStyleIdx="0" presStyleCnt="6"/>
      <dgm:spPr/>
    </dgm:pt>
    <dgm:pt modelId="{ADDF7925-4492-4056-8769-C0C6CCC71A73}" type="pres">
      <dgm:prSet presAssocID="{B6A2A7A0-2CAB-44D1-9C91-4C0EDE77CA7D}" presName="node" presStyleLbl="node1" presStyleIdx="1" presStyleCnt="6" custScaleX="125690" custScaleY="117672">
        <dgm:presLayoutVars>
          <dgm:bulletEnabled val="1"/>
        </dgm:presLayoutVars>
      </dgm:prSet>
      <dgm:spPr/>
    </dgm:pt>
    <dgm:pt modelId="{1A9DBCCE-6F72-4305-82DA-D8F511303BB3}" type="pres">
      <dgm:prSet presAssocID="{B6A2A7A0-2CAB-44D1-9C91-4C0EDE77CA7D}" presName="spNode" presStyleCnt="0"/>
      <dgm:spPr/>
    </dgm:pt>
    <dgm:pt modelId="{1E38DCD9-37D4-44AE-9437-8F4781E181CC}" type="pres">
      <dgm:prSet presAssocID="{5B9334FD-84B3-492A-B971-804EF75D6597}" presName="sibTrans" presStyleLbl="sibTrans1D1" presStyleIdx="1" presStyleCnt="6"/>
      <dgm:spPr/>
    </dgm:pt>
    <dgm:pt modelId="{DDA5EEEE-3DE6-4278-B4F5-00B3EE8B9F99}" type="pres">
      <dgm:prSet presAssocID="{44DAEF8B-A1EF-4F84-926E-6A7B87EA1188}" presName="node" presStyleLbl="node1" presStyleIdx="2" presStyleCnt="6" custScaleX="130958" custScaleY="135988" custRadScaleRad="96531" custRadScaleInc="-43204">
        <dgm:presLayoutVars>
          <dgm:bulletEnabled val="1"/>
        </dgm:presLayoutVars>
      </dgm:prSet>
      <dgm:spPr/>
    </dgm:pt>
    <dgm:pt modelId="{1F023116-713B-4231-825F-DF851FDA4340}" type="pres">
      <dgm:prSet presAssocID="{44DAEF8B-A1EF-4F84-926E-6A7B87EA1188}" presName="spNode" presStyleCnt="0"/>
      <dgm:spPr/>
    </dgm:pt>
    <dgm:pt modelId="{D5AA710F-F86A-4718-9046-087D0492C3E8}" type="pres">
      <dgm:prSet presAssocID="{B6008B29-3F11-400E-A1C2-7CF6324548F9}" presName="sibTrans" presStyleLbl="sibTrans1D1" presStyleIdx="2" presStyleCnt="6"/>
      <dgm:spPr/>
    </dgm:pt>
    <dgm:pt modelId="{355D10E9-63FE-41F0-9189-A99B8AE581E1}" type="pres">
      <dgm:prSet presAssocID="{229D8449-C322-4526-B632-74F9B34B0A5F}" presName="node" presStyleLbl="node1" presStyleIdx="3" presStyleCnt="6" custScaleX="142220" custScaleY="114107" custRadScaleRad="97563" custRadScaleInc="-7815">
        <dgm:presLayoutVars>
          <dgm:bulletEnabled val="1"/>
        </dgm:presLayoutVars>
      </dgm:prSet>
      <dgm:spPr/>
    </dgm:pt>
    <dgm:pt modelId="{DF03A679-7535-4355-AB3E-AA3F568E7525}" type="pres">
      <dgm:prSet presAssocID="{229D8449-C322-4526-B632-74F9B34B0A5F}" presName="spNode" presStyleCnt="0"/>
      <dgm:spPr/>
    </dgm:pt>
    <dgm:pt modelId="{72971539-D350-41DC-BF38-01A2C378ACE6}" type="pres">
      <dgm:prSet presAssocID="{40F1384B-300B-40DC-BD4F-54522D065A44}" presName="sibTrans" presStyleLbl="sibTrans1D1" presStyleIdx="3" presStyleCnt="6"/>
      <dgm:spPr/>
    </dgm:pt>
    <dgm:pt modelId="{CBDF22DC-C0C0-4654-942B-77FB9FC8444B}" type="pres">
      <dgm:prSet presAssocID="{7BC63B9D-6A03-4A5D-9EEE-D20157F5A4AE}" presName="node" presStyleLbl="node1" presStyleIdx="4" presStyleCnt="6" custScaleX="139044" custScaleY="128249" custRadScaleRad="97299" custRadScaleInc="44088">
        <dgm:presLayoutVars>
          <dgm:bulletEnabled val="1"/>
        </dgm:presLayoutVars>
      </dgm:prSet>
      <dgm:spPr/>
    </dgm:pt>
    <dgm:pt modelId="{61F195AC-0171-4904-ABE2-0BD7243B50B5}" type="pres">
      <dgm:prSet presAssocID="{7BC63B9D-6A03-4A5D-9EEE-D20157F5A4AE}" presName="spNode" presStyleCnt="0"/>
      <dgm:spPr/>
    </dgm:pt>
    <dgm:pt modelId="{D1F9AF94-9A53-483F-9818-9DED25C9B9A7}" type="pres">
      <dgm:prSet presAssocID="{4B77FF94-8C7D-460A-8CFA-41E98FB6F791}" presName="sibTrans" presStyleLbl="sibTrans1D1" presStyleIdx="4" presStyleCnt="6"/>
      <dgm:spPr/>
    </dgm:pt>
    <dgm:pt modelId="{13855EF3-CE07-43F0-AEDA-DF902416DDE5}" type="pres">
      <dgm:prSet presAssocID="{3713B834-74D6-452A-B0FF-CAAF94504670}" presName="node" presStyleLbl="node1" presStyleIdx="5" presStyleCnt="6" custScaleX="141659" custScaleY="126169">
        <dgm:presLayoutVars>
          <dgm:bulletEnabled val="1"/>
        </dgm:presLayoutVars>
      </dgm:prSet>
      <dgm:spPr/>
    </dgm:pt>
    <dgm:pt modelId="{E40F10A8-1E35-424F-94B1-EE1612CA9AE9}" type="pres">
      <dgm:prSet presAssocID="{3713B834-74D6-452A-B0FF-CAAF94504670}" presName="spNode" presStyleCnt="0"/>
      <dgm:spPr/>
    </dgm:pt>
    <dgm:pt modelId="{8FB4AB66-8594-4882-BDE4-14C5F853FD2A}" type="pres">
      <dgm:prSet presAssocID="{324CDEB7-81E4-4559-8E91-47B5A9275897}" presName="sibTrans" presStyleLbl="sibTrans1D1" presStyleIdx="5" presStyleCnt="6"/>
      <dgm:spPr/>
    </dgm:pt>
  </dgm:ptLst>
  <dgm:cxnLst>
    <dgm:cxn modelId="{DA40921F-FF08-451C-83F7-0CCB8A901020}" type="presOf" srcId="{40F1384B-300B-40DC-BD4F-54522D065A44}" destId="{72971539-D350-41DC-BF38-01A2C378ACE6}" srcOrd="0" destOrd="0" presId="urn:microsoft.com/office/officeart/2005/8/layout/cycle6"/>
    <dgm:cxn modelId="{64697D3C-6DDA-4D12-967A-F9FFCFBF5BC9}" type="presOf" srcId="{4B77FF94-8C7D-460A-8CFA-41E98FB6F791}" destId="{D1F9AF94-9A53-483F-9818-9DED25C9B9A7}" srcOrd="0" destOrd="0" presId="urn:microsoft.com/office/officeart/2005/8/layout/cycle6"/>
    <dgm:cxn modelId="{E2CF6B5F-374D-42E0-BE34-6AD2BE177957}" type="presOf" srcId="{5B9334FD-84B3-492A-B971-804EF75D6597}" destId="{1E38DCD9-37D4-44AE-9437-8F4781E181CC}" srcOrd="0" destOrd="0" presId="urn:microsoft.com/office/officeart/2005/8/layout/cycle6"/>
    <dgm:cxn modelId="{001A2141-AB51-49B6-9CEF-E7367A1D78B5}" type="presOf" srcId="{324CDEB7-81E4-4559-8E91-47B5A9275897}" destId="{8FB4AB66-8594-4882-BDE4-14C5F853FD2A}" srcOrd="0" destOrd="0" presId="urn:microsoft.com/office/officeart/2005/8/layout/cycle6"/>
    <dgm:cxn modelId="{F88A5F47-A740-4D1E-B1C8-3B2F3440F799}" type="presOf" srcId="{229D8449-C322-4526-B632-74F9B34B0A5F}" destId="{355D10E9-63FE-41F0-9189-A99B8AE581E1}" srcOrd="0" destOrd="0" presId="urn:microsoft.com/office/officeart/2005/8/layout/cycle6"/>
    <dgm:cxn modelId="{B847BF6C-43E4-40C8-97C3-26C017DE2B4F}" srcId="{45626F22-57B6-4E1E-98B4-205FD368D51E}" destId="{229D8449-C322-4526-B632-74F9B34B0A5F}" srcOrd="3" destOrd="0" parTransId="{E8A485E9-BD6D-44FD-A603-B7E879E6229D}" sibTransId="{40F1384B-300B-40DC-BD4F-54522D065A44}"/>
    <dgm:cxn modelId="{D430836D-A9F9-430A-9F71-6A3504672038}" srcId="{45626F22-57B6-4E1E-98B4-205FD368D51E}" destId="{13A9CAA0-0BC2-4BAA-9C26-985BFB7DFB25}" srcOrd="0" destOrd="0" parTransId="{C6A4100B-BB46-4BC0-80F0-6EAAAA1BDDF5}" sibTransId="{B9D6F17A-CB18-4E1A-897B-070FC8446C9A}"/>
    <dgm:cxn modelId="{F3366378-54D6-4DCF-B766-90F6A1722E91}" type="presOf" srcId="{13A9CAA0-0BC2-4BAA-9C26-985BFB7DFB25}" destId="{4E09553D-C694-4DBB-AC40-2C9CEC25D2BE}" srcOrd="0" destOrd="0" presId="urn:microsoft.com/office/officeart/2005/8/layout/cycle6"/>
    <dgm:cxn modelId="{4A65EA8E-20C4-4E8E-A52D-C5409223D4F9}" type="presOf" srcId="{44DAEF8B-A1EF-4F84-926E-6A7B87EA1188}" destId="{DDA5EEEE-3DE6-4278-B4F5-00B3EE8B9F99}" srcOrd="0" destOrd="0" presId="urn:microsoft.com/office/officeart/2005/8/layout/cycle6"/>
    <dgm:cxn modelId="{7A450A9C-B6B6-48C5-A3FE-FDAF2DD3B6F3}" type="presOf" srcId="{7BC63B9D-6A03-4A5D-9EEE-D20157F5A4AE}" destId="{CBDF22DC-C0C0-4654-942B-77FB9FC8444B}" srcOrd="0" destOrd="0" presId="urn:microsoft.com/office/officeart/2005/8/layout/cycle6"/>
    <dgm:cxn modelId="{B11DAA9C-4446-4843-B166-5BC7ABD92790}" srcId="{45626F22-57B6-4E1E-98B4-205FD368D51E}" destId="{44DAEF8B-A1EF-4F84-926E-6A7B87EA1188}" srcOrd="2" destOrd="0" parTransId="{4C244B00-8FD5-439E-813F-42BA2AD1DA66}" sibTransId="{B6008B29-3F11-400E-A1C2-7CF6324548F9}"/>
    <dgm:cxn modelId="{700C55A0-24B2-4111-8561-657AB8C9528D}" srcId="{45626F22-57B6-4E1E-98B4-205FD368D51E}" destId="{3713B834-74D6-452A-B0FF-CAAF94504670}" srcOrd="5" destOrd="0" parTransId="{BF035116-0041-4236-8D95-95F9F31DE012}" sibTransId="{324CDEB7-81E4-4559-8E91-47B5A9275897}"/>
    <dgm:cxn modelId="{3350D8AB-F1F7-4EA2-A81F-50BAFF62E6BE}" srcId="{45626F22-57B6-4E1E-98B4-205FD368D51E}" destId="{7BC63B9D-6A03-4A5D-9EEE-D20157F5A4AE}" srcOrd="4" destOrd="0" parTransId="{B961224C-49D3-4EA9-9F9E-46C5DF8C4430}" sibTransId="{4B77FF94-8C7D-460A-8CFA-41E98FB6F791}"/>
    <dgm:cxn modelId="{99F64DB1-1866-403A-9A4B-7637C9C8C9A1}" type="presOf" srcId="{3713B834-74D6-452A-B0FF-CAAF94504670}" destId="{13855EF3-CE07-43F0-AEDA-DF902416DDE5}" srcOrd="0" destOrd="0" presId="urn:microsoft.com/office/officeart/2005/8/layout/cycle6"/>
    <dgm:cxn modelId="{70BE61C0-831F-4378-A7DD-2A63CE80307F}" type="presOf" srcId="{B9D6F17A-CB18-4E1A-897B-070FC8446C9A}" destId="{DEF36048-BD8A-4CE1-98ED-22E585C65AC4}" srcOrd="0" destOrd="0" presId="urn:microsoft.com/office/officeart/2005/8/layout/cycle6"/>
    <dgm:cxn modelId="{18F58AC1-0783-41D2-95E9-166381D97A6B}" srcId="{45626F22-57B6-4E1E-98B4-205FD368D51E}" destId="{B6A2A7A0-2CAB-44D1-9C91-4C0EDE77CA7D}" srcOrd="1" destOrd="0" parTransId="{4D6BD795-A16C-4D95-9E4A-6FF9885E5258}" sibTransId="{5B9334FD-84B3-492A-B971-804EF75D6597}"/>
    <dgm:cxn modelId="{DC8928C4-A01B-4C06-B5D6-5C2E467C6E4F}" type="presOf" srcId="{B6008B29-3F11-400E-A1C2-7CF6324548F9}" destId="{D5AA710F-F86A-4718-9046-087D0492C3E8}" srcOrd="0" destOrd="0" presId="urn:microsoft.com/office/officeart/2005/8/layout/cycle6"/>
    <dgm:cxn modelId="{FB3E1FE6-7E2C-43C2-8700-AE649DF36CBF}" type="presOf" srcId="{45626F22-57B6-4E1E-98B4-205FD368D51E}" destId="{AD04176F-4DDC-4FD5-ADE0-B88A1EBA5C33}" srcOrd="0" destOrd="0" presId="urn:microsoft.com/office/officeart/2005/8/layout/cycle6"/>
    <dgm:cxn modelId="{1CF2CDF4-0E99-40D6-8619-155378A69214}" type="presOf" srcId="{B6A2A7A0-2CAB-44D1-9C91-4C0EDE77CA7D}" destId="{ADDF7925-4492-4056-8769-C0C6CCC71A73}" srcOrd="0" destOrd="0" presId="urn:microsoft.com/office/officeart/2005/8/layout/cycle6"/>
    <dgm:cxn modelId="{DAEB52DD-96A0-4223-AEBF-2A4E28D0F8CE}" type="presParOf" srcId="{AD04176F-4DDC-4FD5-ADE0-B88A1EBA5C33}" destId="{4E09553D-C694-4DBB-AC40-2C9CEC25D2BE}" srcOrd="0" destOrd="0" presId="urn:microsoft.com/office/officeart/2005/8/layout/cycle6"/>
    <dgm:cxn modelId="{B8A3331C-ECA4-4E2B-AFB6-05CA300479A4}" type="presParOf" srcId="{AD04176F-4DDC-4FD5-ADE0-B88A1EBA5C33}" destId="{0A8EA131-FB11-488E-98E5-58EF4F8C7BC6}" srcOrd="1" destOrd="0" presId="urn:microsoft.com/office/officeart/2005/8/layout/cycle6"/>
    <dgm:cxn modelId="{460B8EF5-D877-401E-93A4-04621BA947CB}" type="presParOf" srcId="{AD04176F-4DDC-4FD5-ADE0-B88A1EBA5C33}" destId="{DEF36048-BD8A-4CE1-98ED-22E585C65AC4}" srcOrd="2" destOrd="0" presId="urn:microsoft.com/office/officeart/2005/8/layout/cycle6"/>
    <dgm:cxn modelId="{DFA9F9A7-A099-4C29-9C6B-9F3DD1A78406}" type="presParOf" srcId="{AD04176F-4DDC-4FD5-ADE0-B88A1EBA5C33}" destId="{ADDF7925-4492-4056-8769-C0C6CCC71A73}" srcOrd="3" destOrd="0" presId="urn:microsoft.com/office/officeart/2005/8/layout/cycle6"/>
    <dgm:cxn modelId="{853D4F19-36AD-4FAD-9453-0E334DDAC47E}" type="presParOf" srcId="{AD04176F-4DDC-4FD5-ADE0-B88A1EBA5C33}" destId="{1A9DBCCE-6F72-4305-82DA-D8F511303BB3}" srcOrd="4" destOrd="0" presId="urn:microsoft.com/office/officeart/2005/8/layout/cycle6"/>
    <dgm:cxn modelId="{9D1C9DA0-CB05-44EA-9FDF-074926850249}" type="presParOf" srcId="{AD04176F-4DDC-4FD5-ADE0-B88A1EBA5C33}" destId="{1E38DCD9-37D4-44AE-9437-8F4781E181CC}" srcOrd="5" destOrd="0" presId="urn:microsoft.com/office/officeart/2005/8/layout/cycle6"/>
    <dgm:cxn modelId="{E420F001-EE79-470E-8B78-C2BC93767B26}" type="presParOf" srcId="{AD04176F-4DDC-4FD5-ADE0-B88A1EBA5C33}" destId="{DDA5EEEE-3DE6-4278-B4F5-00B3EE8B9F99}" srcOrd="6" destOrd="0" presId="urn:microsoft.com/office/officeart/2005/8/layout/cycle6"/>
    <dgm:cxn modelId="{1F397D8D-1270-444F-BF7D-8ACD21407B9B}" type="presParOf" srcId="{AD04176F-4DDC-4FD5-ADE0-B88A1EBA5C33}" destId="{1F023116-713B-4231-825F-DF851FDA4340}" srcOrd="7" destOrd="0" presId="urn:microsoft.com/office/officeart/2005/8/layout/cycle6"/>
    <dgm:cxn modelId="{0CC75AB6-A214-4C5C-AF86-75381C2CD811}" type="presParOf" srcId="{AD04176F-4DDC-4FD5-ADE0-B88A1EBA5C33}" destId="{D5AA710F-F86A-4718-9046-087D0492C3E8}" srcOrd="8" destOrd="0" presId="urn:microsoft.com/office/officeart/2005/8/layout/cycle6"/>
    <dgm:cxn modelId="{95DCC9A2-DB0C-4C6D-8B19-B58646BFEF7B}" type="presParOf" srcId="{AD04176F-4DDC-4FD5-ADE0-B88A1EBA5C33}" destId="{355D10E9-63FE-41F0-9189-A99B8AE581E1}" srcOrd="9" destOrd="0" presId="urn:microsoft.com/office/officeart/2005/8/layout/cycle6"/>
    <dgm:cxn modelId="{AC5CC754-680F-4282-8D08-5A37CDD6B76C}" type="presParOf" srcId="{AD04176F-4DDC-4FD5-ADE0-B88A1EBA5C33}" destId="{DF03A679-7535-4355-AB3E-AA3F568E7525}" srcOrd="10" destOrd="0" presId="urn:microsoft.com/office/officeart/2005/8/layout/cycle6"/>
    <dgm:cxn modelId="{BC8A4C61-4B4D-429F-9ABF-6878D695D557}" type="presParOf" srcId="{AD04176F-4DDC-4FD5-ADE0-B88A1EBA5C33}" destId="{72971539-D350-41DC-BF38-01A2C378ACE6}" srcOrd="11" destOrd="0" presId="urn:microsoft.com/office/officeart/2005/8/layout/cycle6"/>
    <dgm:cxn modelId="{2EE02349-B7E1-4DCE-BA28-F46A2BA6D55E}" type="presParOf" srcId="{AD04176F-4DDC-4FD5-ADE0-B88A1EBA5C33}" destId="{CBDF22DC-C0C0-4654-942B-77FB9FC8444B}" srcOrd="12" destOrd="0" presId="urn:microsoft.com/office/officeart/2005/8/layout/cycle6"/>
    <dgm:cxn modelId="{E3374E69-91E2-42F6-BC38-C4E0C1473FA4}" type="presParOf" srcId="{AD04176F-4DDC-4FD5-ADE0-B88A1EBA5C33}" destId="{61F195AC-0171-4904-ABE2-0BD7243B50B5}" srcOrd="13" destOrd="0" presId="urn:microsoft.com/office/officeart/2005/8/layout/cycle6"/>
    <dgm:cxn modelId="{5EBA9891-DBEE-4073-A85D-C9A147906672}" type="presParOf" srcId="{AD04176F-4DDC-4FD5-ADE0-B88A1EBA5C33}" destId="{D1F9AF94-9A53-483F-9818-9DED25C9B9A7}" srcOrd="14" destOrd="0" presId="urn:microsoft.com/office/officeart/2005/8/layout/cycle6"/>
    <dgm:cxn modelId="{DA727F2E-5758-49D4-BD9F-B5C431C7CCC9}" type="presParOf" srcId="{AD04176F-4DDC-4FD5-ADE0-B88A1EBA5C33}" destId="{13855EF3-CE07-43F0-AEDA-DF902416DDE5}" srcOrd="15" destOrd="0" presId="urn:microsoft.com/office/officeart/2005/8/layout/cycle6"/>
    <dgm:cxn modelId="{7408C21B-0847-4D41-867D-2BC387683ECB}" type="presParOf" srcId="{AD04176F-4DDC-4FD5-ADE0-B88A1EBA5C33}" destId="{E40F10A8-1E35-424F-94B1-EE1612CA9AE9}" srcOrd="16" destOrd="0" presId="urn:microsoft.com/office/officeart/2005/8/layout/cycle6"/>
    <dgm:cxn modelId="{5C0D8ACC-F0AE-4261-A886-5B3ECC77ABC0}" type="presParOf" srcId="{AD04176F-4DDC-4FD5-ADE0-B88A1EBA5C33}" destId="{8FB4AB66-8594-4882-BDE4-14C5F853FD2A}" srcOrd="17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5C622CE-A5E6-430D-9A70-D77A3DA35643}" type="doc">
      <dgm:prSet loTypeId="urn:microsoft.com/office/officeart/2005/8/layout/defaul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6007F193-7F7B-4E43-99FC-8355E58DC775}">
      <dgm:prSet/>
      <dgm:spPr>
        <a:solidFill>
          <a:srgbClr val="2A3442"/>
        </a:solidFill>
      </dgm:spPr>
      <dgm:t>
        <a:bodyPr/>
        <a:lstStyle/>
        <a:p>
          <a:r>
            <a:rPr lang="en-US" dirty="0"/>
            <a:t>Financial transactions, </a:t>
          </a:r>
        </a:p>
      </dgm:t>
    </dgm:pt>
    <dgm:pt modelId="{45F080EE-2DFD-4439-8B4C-49FE3463FB35}" type="parTrans" cxnId="{9A42EC53-6DB9-4A41-8558-F83B0E17F1AB}">
      <dgm:prSet/>
      <dgm:spPr/>
      <dgm:t>
        <a:bodyPr/>
        <a:lstStyle/>
        <a:p>
          <a:endParaRPr lang="en-IN"/>
        </a:p>
      </dgm:t>
    </dgm:pt>
    <dgm:pt modelId="{75D68AD7-481A-42E7-91A3-86E697EB2B43}" type="sibTrans" cxnId="{9A42EC53-6DB9-4A41-8558-F83B0E17F1AB}">
      <dgm:prSet/>
      <dgm:spPr/>
      <dgm:t>
        <a:bodyPr/>
        <a:lstStyle/>
        <a:p>
          <a:endParaRPr lang="en-IN"/>
        </a:p>
      </dgm:t>
    </dgm:pt>
    <dgm:pt modelId="{4F0EB9BE-8FCD-46E3-A39A-CE997DAC98CF}">
      <dgm:prSet/>
      <dgm:spPr>
        <a:solidFill>
          <a:srgbClr val="2A3442"/>
        </a:solidFill>
      </dgm:spPr>
      <dgm:t>
        <a:bodyPr/>
        <a:lstStyle/>
        <a:p>
          <a:r>
            <a:rPr lang="en-US"/>
            <a:t>customer service records, </a:t>
          </a:r>
          <a:endParaRPr lang="en-US" dirty="0"/>
        </a:p>
      </dgm:t>
    </dgm:pt>
    <dgm:pt modelId="{A0ADD850-8D04-4747-B897-21B16B6EEFC5}" type="parTrans" cxnId="{D0158F75-E894-4284-991A-8C9EA9B89D50}">
      <dgm:prSet/>
      <dgm:spPr/>
      <dgm:t>
        <a:bodyPr/>
        <a:lstStyle/>
        <a:p>
          <a:endParaRPr lang="en-IN"/>
        </a:p>
      </dgm:t>
    </dgm:pt>
    <dgm:pt modelId="{218F7563-9650-44E6-9541-5D5A6CC545A4}" type="sibTrans" cxnId="{D0158F75-E894-4284-991A-8C9EA9B89D50}">
      <dgm:prSet/>
      <dgm:spPr/>
      <dgm:t>
        <a:bodyPr/>
        <a:lstStyle/>
        <a:p>
          <a:endParaRPr lang="en-IN"/>
        </a:p>
      </dgm:t>
    </dgm:pt>
    <dgm:pt modelId="{1F5C7D0D-D473-45EF-900C-DC90074D9544}">
      <dgm:prSet/>
      <dgm:spPr>
        <a:solidFill>
          <a:srgbClr val="2A3442"/>
        </a:solidFill>
      </dgm:spPr>
      <dgm:t>
        <a:bodyPr/>
        <a:lstStyle/>
        <a:p>
          <a:r>
            <a:rPr lang="en-US"/>
            <a:t>telephone usage records, </a:t>
          </a:r>
          <a:endParaRPr lang="en-US" dirty="0"/>
        </a:p>
      </dgm:t>
    </dgm:pt>
    <dgm:pt modelId="{5B12A2BA-E3CA-4DBB-8629-C9462647E613}" type="parTrans" cxnId="{A956CB83-20A7-4A44-A6A8-B184E273084D}">
      <dgm:prSet/>
      <dgm:spPr/>
      <dgm:t>
        <a:bodyPr/>
        <a:lstStyle/>
        <a:p>
          <a:endParaRPr lang="en-IN"/>
        </a:p>
      </dgm:t>
    </dgm:pt>
    <dgm:pt modelId="{58BC0AFF-EDAA-415C-B56E-6A041AE98AC8}" type="sibTrans" cxnId="{A956CB83-20A7-4A44-A6A8-B184E273084D}">
      <dgm:prSet/>
      <dgm:spPr/>
      <dgm:t>
        <a:bodyPr/>
        <a:lstStyle/>
        <a:p>
          <a:endParaRPr lang="en-IN"/>
        </a:p>
      </dgm:t>
    </dgm:pt>
    <dgm:pt modelId="{FD62E7FC-71D9-4C47-925D-7A437E5D2CFA}">
      <dgm:prSet/>
      <dgm:spPr>
        <a:solidFill>
          <a:srgbClr val="2A3442"/>
        </a:solidFill>
      </dgm:spPr>
      <dgm:t>
        <a:bodyPr/>
        <a:lstStyle/>
        <a:p>
          <a:r>
            <a:rPr lang="en-US"/>
            <a:t>system </a:t>
          </a:r>
          <a:endParaRPr lang="en-US" dirty="0"/>
        </a:p>
      </dgm:t>
    </dgm:pt>
    <dgm:pt modelId="{E603634E-1F57-42A2-8271-577447A658E5}" type="parTrans" cxnId="{256485B6-E806-41FE-87CA-12D19DC6D393}">
      <dgm:prSet/>
      <dgm:spPr/>
      <dgm:t>
        <a:bodyPr/>
        <a:lstStyle/>
        <a:p>
          <a:endParaRPr lang="en-IN"/>
        </a:p>
      </dgm:t>
    </dgm:pt>
    <dgm:pt modelId="{BBD5EDCE-415E-442C-B1EF-07BE8345CEFD}" type="sibTrans" cxnId="{256485B6-E806-41FE-87CA-12D19DC6D393}">
      <dgm:prSet/>
      <dgm:spPr/>
      <dgm:t>
        <a:bodyPr/>
        <a:lstStyle/>
        <a:p>
          <a:endParaRPr lang="en-IN"/>
        </a:p>
      </dgm:t>
    </dgm:pt>
    <dgm:pt modelId="{367FAF47-202B-4851-B129-6547FFBA06D9}">
      <dgm:prSet/>
      <dgm:spPr>
        <a:solidFill>
          <a:srgbClr val="2A3442"/>
        </a:solidFill>
      </dgm:spPr>
      <dgm:t>
        <a:bodyPr/>
        <a:lstStyle/>
        <a:p>
          <a:r>
            <a:rPr lang="en-US" dirty="0"/>
            <a:t>application logs</a:t>
          </a:r>
          <a:endParaRPr lang="en-IN" dirty="0"/>
        </a:p>
      </dgm:t>
    </dgm:pt>
    <dgm:pt modelId="{729505E0-B0EC-4F45-AA6B-7277D3EC60C9}" type="parTrans" cxnId="{6C20C5EB-CF9D-4098-AB6F-681D82C38304}">
      <dgm:prSet/>
      <dgm:spPr/>
      <dgm:t>
        <a:bodyPr/>
        <a:lstStyle/>
        <a:p>
          <a:endParaRPr lang="en-IN"/>
        </a:p>
      </dgm:t>
    </dgm:pt>
    <dgm:pt modelId="{A3409CD1-46DE-40A9-904B-027D1BD5DE0E}" type="sibTrans" cxnId="{6C20C5EB-CF9D-4098-AB6F-681D82C38304}">
      <dgm:prSet/>
      <dgm:spPr/>
      <dgm:t>
        <a:bodyPr/>
        <a:lstStyle/>
        <a:p>
          <a:endParaRPr lang="en-IN"/>
        </a:p>
      </dgm:t>
    </dgm:pt>
    <dgm:pt modelId="{2DA3333B-C871-4DD1-9284-0F38B3F85B51}" type="pres">
      <dgm:prSet presAssocID="{05C622CE-A5E6-430D-9A70-D77A3DA35643}" presName="diagram" presStyleCnt="0">
        <dgm:presLayoutVars>
          <dgm:dir/>
          <dgm:resizeHandles val="exact"/>
        </dgm:presLayoutVars>
      </dgm:prSet>
      <dgm:spPr/>
    </dgm:pt>
    <dgm:pt modelId="{E738A067-CD36-4EBC-AD6B-B916910F3C86}" type="pres">
      <dgm:prSet presAssocID="{6007F193-7F7B-4E43-99FC-8355E58DC775}" presName="node" presStyleLbl="node1" presStyleIdx="0" presStyleCnt="5" custLinFactNeighborX="9" custLinFactNeighborY="-20972">
        <dgm:presLayoutVars>
          <dgm:bulletEnabled val="1"/>
        </dgm:presLayoutVars>
      </dgm:prSet>
      <dgm:spPr/>
    </dgm:pt>
    <dgm:pt modelId="{53340B82-2077-4691-9243-F14937204CBA}" type="pres">
      <dgm:prSet presAssocID="{75D68AD7-481A-42E7-91A3-86E697EB2B43}" presName="sibTrans" presStyleCnt="0"/>
      <dgm:spPr/>
    </dgm:pt>
    <dgm:pt modelId="{C10003D3-613F-4697-A968-48607ED913F5}" type="pres">
      <dgm:prSet presAssocID="{4F0EB9BE-8FCD-46E3-A39A-CE997DAC98CF}" presName="node" presStyleLbl="node1" presStyleIdx="1" presStyleCnt="5" custLinFactNeighborX="1545" custLinFactNeighborY="-20019">
        <dgm:presLayoutVars>
          <dgm:bulletEnabled val="1"/>
        </dgm:presLayoutVars>
      </dgm:prSet>
      <dgm:spPr/>
    </dgm:pt>
    <dgm:pt modelId="{D853D623-806B-4602-BCD7-CBC1CBD342EC}" type="pres">
      <dgm:prSet presAssocID="{218F7563-9650-44E6-9541-5D5A6CC545A4}" presName="sibTrans" presStyleCnt="0"/>
      <dgm:spPr/>
    </dgm:pt>
    <dgm:pt modelId="{B12066D2-4404-4E76-B55E-26FF2BEFF013}" type="pres">
      <dgm:prSet presAssocID="{1F5C7D0D-D473-45EF-900C-DC90074D9544}" presName="node" presStyleLbl="node1" presStyleIdx="2" presStyleCnt="5" custLinFactNeighborY="-17159">
        <dgm:presLayoutVars>
          <dgm:bulletEnabled val="1"/>
        </dgm:presLayoutVars>
      </dgm:prSet>
      <dgm:spPr/>
    </dgm:pt>
    <dgm:pt modelId="{871711EB-2511-4E9F-9597-B418D90157AD}" type="pres">
      <dgm:prSet presAssocID="{58BC0AFF-EDAA-415C-B56E-6A041AE98AC8}" presName="sibTrans" presStyleCnt="0"/>
      <dgm:spPr/>
    </dgm:pt>
    <dgm:pt modelId="{F1790FCE-0CD7-439C-B009-F3467621A75A}" type="pres">
      <dgm:prSet presAssocID="{FD62E7FC-71D9-4C47-925D-7A437E5D2CFA}" presName="node" presStyleLbl="node1" presStyleIdx="3" presStyleCnt="5">
        <dgm:presLayoutVars>
          <dgm:bulletEnabled val="1"/>
        </dgm:presLayoutVars>
      </dgm:prSet>
      <dgm:spPr/>
    </dgm:pt>
    <dgm:pt modelId="{DC0D5DDF-4EF3-404F-89C6-E9B809388AF0}" type="pres">
      <dgm:prSet presAssocID="{BBD5EDCE-415E-442C-B1EF-07BE8345CEFD}" presName="sibTrans" presStyleCnt="0"/>
      <dgm:spPr/>
    </dgm:pt>
    <dgm:pt modelId="{B5D225FE-AF21-40A7-ACDE-8546DB2C159D}" type="pres">
      <dgm:prSet presAssocID="{367FAF47-202B-4851-B129-6547FFBA06D9}" presName="node" presStyleLbl="node1" presStyleIdx="4" presStyleCnt="5" custLinFactNeighborX="2288">
        <dgm:presLayoutVars>
          <dgm:bulletEnabled val="1"/>
        </dgm:presLayoutVars>
      </dgm:prSet>
      <dgm:spPr/>
    </dgm:pt>
  </dgm:ptLst>
  <dgm:cxnLst>
    <dgm:cxn modelId="{829CB439-3FDD-467C-B694-7A159C649F37}" type="presOf" srcId="{367FAF47-202B-4851-B129-6547FFBA06D9}" destId="{B5D225FE-AF21-40A7-ACDE-8546DB2C159D}" srcOrd="0" destOrd="0" presId="urn:microsoft.com/office/officeart/2005/8/layout/default"/>
    <dgm:cxn modelId="{A24E6C6E-303A-4C72-B5D5-F3112F7338B5}" type="presOf" srcId="{FD62E7FC-71D9-4C47-925D-7A437E5D2CFA}" destId="{F1790FCE-0CD7-439C-B009-F3467621A75A}" srcOrd="0" destOrd="0" presId="urn:microsoft.com/office/officeart/2005/8/layout/default"/>
    <dgm:cxn modelId="{9A42EC53-6DB9-4A41-8558-F83B0E17F1AB}" srcId="{05C622CE-A5E6-430D-9A70-D77A3DA35643}" destId="{6007F193-7F7B-4E43-99FC-8355E58DC775}" srcOrd="0" destOrd="0" parTransId="{45F080EE-2DFD-4439-8B4C-49FE3463FB35}" sibTransId="{75D68AD7-481A-42E7-91A3-86E697EB2B43}"/>
    <dgm:cxn modelId="{D0158F75-E894-4284-991A-8C9EA9B89D50}" srcId="{05C622CE-A5E6-430D-9A70-D77A3DA35643}" destId="{4F0EB9BE-8FCD-46E3-A39A-CE997DAC98CF}" srcOrd="1" destOrd="0" parTransId="{A0ADD850-8D04-4747-B897-21B16B6EEFC5}" sibTransId="{218F7563-9650-44E6-9541-5D5A6CC545A4}"/>
    <dgm:cxn modelId="{2DD8B559-B67D-400C-9B2D-3A3BAE44E828}" type="presOf" srcId="{1F5C7D0D-D473-45EF-900C-DC90074D9544}" destId="{B12066D2-4404-4E76-B55E-26FF2BEFF013}" srcOrd="0" destOrd="0" presId="urn:microsoft.com/office/officeart/2005/8/layout/default"/>
    <dgm:cxn modelId="{C9AA947B-EA5D-48EC-A1D1-339092358B20}" type="presOf" srcId="{05C622CE-A5E6-430D-9A70-D77A3DA35643}" destId="{2DA3333B-C871-4DD1-9284-0F38B3F85B51}" srcOrd="0" destOrd="0" presId="urn:microsoft.com/office/officeart/2005/8/layout/default"/>
    <dgm:cxn modelId="{D548B67D-6FA5-45F4-982A-334CCF1139F9}" type="presOf" srcId="{6007F193-7F7B-4E43-99FC-8355E58DC775}" destId="{E738A067-CD36-4EBC-AD6B-B916910F3C86}" srcOrd="0" destOrd="0" presId="urn:microsoft.com/office/officeart/2005/8/layout/default"/>
    <dgm:cxn modelId="{A956CB83-20A7-4A44-A6A8-B184E273084D}" srcId="{05C622CE-A5E6-430D-9A70-D77A3DA35643}" destId="{1F5C7D0D-D473-45EF-900C-DC90074D9544}" srcOrd="2" destOrd="0" parTransId="{5B12A2BA-E3CA-4DBB-8629-C9462647E613}" sibTransId="{58BC0AFF-EDAA-415C-B56E-6A041AE98AC8}"/>
    <dgm:cxn modelId="{256485B6-E806-41FE-87CA-12D19DC6D393}" srcId="{05C622CE-A5E6-430D-9A70-D77A3DA35643}" destId="{FD62E7FC-71D9-4C47-925D-7A437E5D2CFA}" srcOrd="3" destOrd="0" parTransId="{E603634E-1F57-42A2-8271-577447A658E5}" sibTransId="{BBD5EDCE-415E-442C-B1EF-07BE8345CEFD}"/>
    <dgm:cxn modelId="{6C20C5EB-CF9D-4098-AB6F-681D82C38304}" srcId="{05C622CE-A5E6-430D-9A70-D77A3DA35643}" destId="{367FAF47-202B-4851-B129-6547FFBA06D9}" srcOrd="4" destOrd="0" parTransId="{729505E0-B0EC-4F45-AA6B-7277D3EC60C9}" sibTransId="{A3409CD1-46DE-40A9-904B-027D1BD5DE0E}"/>
    <dgm:cxn modelId="{E9845EF6-0529-4385-B3A4-A04D242CA647}" type="presOf" srcId="{4F0EB9BE-8FCD-46E3-A39A-CE997DAC98CF}" destId="{C10003D3-613F-4697-A968-48607ED913F5}" srcOrd="0" destOrd="0" presId="urn:microsoft.com/office/officeart/2005/8/layout/default"/>
    <dgm:cxn modelId="{59348ADF-1034-474D-958E-AEA7BD0A012A}" type="presParOf" srcId="{2DA3333B-C871-4DD1-9284-0F38B3F85B51}" destId="{E738A067-CD36-4EBC-AD6B-B916910F3C86}" srcOrd="0" destOrd="0" presId="urn:microsoft.com/office/officeart/2005/8/layout/default"/>
    <dgm:cxn modelId="{CE6C0FE2-8619-4510-8FAB-83F34B957C90}" type="presParOf" srcId="{2DA3333B-C871-4DD1-9284-0F38B3F85B51}" destId="{53340B82-2077-4691-9243-F14937204CBA}" srcOrd="1" destOrd="0" presId="urn:microsoft.com/office/officeart/2005/8/layout/default"/>
    <dgm:cxn modelId="{26086B1E-B34B-465C-AC6F-4E7D8B1C59EB}" type="presParOf" srcId="{2DA3333B-C871-4DD1-9284-0F38B3F85B51}" destId="{C10003D3-613F-4697-A968-48607ED913F5}" srcOrd="2" destOrd="0" presId="urn:microsoft.com/office/officeart/2005/8/layout/default"/>
    <dgm:cxn modelId="{86740D63-EDF5-4F38-8938-2CD67FF2C735}" type="presParOf" srcId="{2DA3333B-C871-4DD1-9284-0F38B3F85B51}" destId="{D853D623-806B-4602-BCD7-CBC1CBD342EC}" srcOrd="3" destOrd="0" presId="urn:microsoft.com/office/officeart/2005/8/layout/default"/>
    <dgm:cxn modelId="{E420648D-2FBF-4B0B-B7F8-A5C11231AEBA}" type="presParOf" srcId="{2DA3333B-C871-4DD1-9284-0F38B3F85B51}" destId="{B12066D2-4404-4E76-B55E-26FF2BEFF013}" srcOrd="4" destOrd="0" presId="urn:microsoft.com/office/officeart/2005/8/layout/default"/>
    <dgm:cxn modelId="{D3C0E483-1C99-4DEA-A583-7C353855211E}" type="presParOf" srcId="{2DA3333B-C871-4DD1-9284-0F38B3F85B51}" destId="{871711EB-2511-4E9F-9597-B418D90157AD}" srcOrd="5" destOrd="0" presId="urn:microsoft.com/office/officeart/2005/8/layout/default"/>
    <dgm:cxn modelId="{0EEAEBD9-B150-4F30-A699-90F4B6D66F14}" type="presParOf" srcId="{2DA3333B-C871-4DD1-9284-0F38B3F85B51}" destId="{F1790FCE-0CD7-439C-B009-F3467621A75A}" srcOrd="6" destOrd="0" presId="urn:microsoft.com/office/officeart/2005/8/layout/default"/>
    <dgm:cxn modelId="{F83F3D85-7741-4F02-A0B5-85FD3D16919D}" type="presParOf" srcId="{2DA3333B-C871-4DD1-9284-0F38B3F85B51}" destId="{DC0D5DDF-4EF3-404F-89C6-E9B809388AF0}" srcOrd="7" destOrd="0" presId="urn:microsoft.com/office/officeart/2005/8/layout/default"/>
    <dgm:cxn modelId="{77C5F8BD-ED8F-493B-8F0F-7DD612DCD537}" type="presParOf" srcId="{2DA3333B-C871-4DD1-9284-0F38B3F85B51}" destId="{B5D225FE-AF21-40A7-ACDE-8546DB2C159D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B567AA6-54FF-4D0D-904D-B0C90CEB8395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3C02EA1A-D019-4647-BA43-F292C1F09DC9}">
      <dgm:prSet custT="1"/>
      <dgm:spPr/>
      <dgm:t>
        <a:bodyPr/>
        <a:lstStyle/>
        <a:p>
          <a:pPr algn="ctr"/>
          <a:r>
            <a:rPr lang="en-US" sz="2800">
              <a:latin typeface="Bahnschrift" panose="020B0502040204020203" pitchFamily="34" charset="0"/>
            </a:rPr>
            <a:t>Data from satellites, </a:t>
          </a:r>
          <a:endParaRPr lang="en-US" sz="2800" dirty="0">
            <a:latin typeface="Bahnschrift" panose="020B0502040204020203" pitchFamily="34" charset="0"/>
          </a:endParaRPr>
        </a:p>
      </dgm:t>
    </dgm:pt>
    <dgm:pt modelId="{27EDFACC-9709-4118-9C37-598B08C592C3}" type="parTrans" cxnId="{CCFE949D-5984-485D-B75B-9ABD5B510E6B}">
      <dgm:prSet/>
      <dgm:spPr/>
      <dgm:t>
        <a:bodyPr/>
        <a:lstStyle/>
        <a:p>
          <a:pPr algn="ctr"/>
          <a:endParaRPr lang="en-IN" sz="2800">
            <a:latin typeface="Bahnschrift" panose="020B0502040204020203" pitchFamily="34" charset="0"/>
          </a:endParaRPr>
        </a:p>
      </dgm:t>
    </dgm:pt>
    <dgm:pt modelId="{B333C979-4F80-4C36-8FBC-AF4AAC7CAE13}" type="sibTrans" cxnId="{CCFE949D-5984-485D-B75B-9ABD5B510E6B}">
      <dgm:prSet/>
      <dgm:spPr/>
      <dgm:t>
        <a:bodyPr/>
        <a:lstStyle/>
        <a:p>
          <a:pPr algn="ctr"/>
          <a:endParaRPr lang="en-IN" sz="2800">
            <a:latin typeface="Bahnschrift" panose="020B0502040204020203" pitchFamily="34" charset="0"/>
          </a:endParaRPr>
        </a:p>
      </dgm:t>
    </dgm:pt>
    <dgm:pt modelId="{DD9C489A-667E-4EC1-9194-61F36140D3B2}">
      <dgm:prSet custT="1"/>
      <dgm:spPr/>
      <dgm:t>
        <a:bodyPr/>
        <a:lstStyle/>
        <a:p>
          <a:pPr algn="ctr"/>
          <a:r>
            <a:rPr lang="en-US" sz="2800">
              <a:latin typeface="Bahnschrift" panose="020B0502040204020203" pitchFamily="34" charset="0"/>
            </a:rPr>
            <a:t>GPS tracking, </a:t>
          </a:r>
          <a:endParaRPr lang="en-US" sz="2800" dirty="0">
            <a:latin typeface="Bahnschrift" panose="020B0502040204020203" pitchFamily="34" charset="0"/>
          </a:endParaRPr>
        </a:p>
      </dgm:t>
    </dgm:pt>
    <dgm:pt modelId="{7BCF2414-07C6-443B-A2CC-845227BF6A57}" type="parTrans" cxnId="{CE5C4C57-AE7F-4D71-B027-48CED7AF9652}">
      <dgm:prSet/>
      <dgm:spPr/>
      <dgm:t>
        <a:bodyPr/>
        <a:lstStyle/>
        <a:p>
          <a:pPr algn="ctr"/>
          <a:endParaRPr lang="en-IN" sz="2800">
            <a:latin typeface="Bahnschrift" panose="020B0502040204020203" pitchFamily="34" charset="0"/>
          </a:endParaRPr>
        </a:p>
      </dgm:t>
    </dgm:pt>
    <dgm:pt modelId="{76605E2C-7C36-4DCE-A8A2-73138433C1D2}" type="sibTrans" cxnId="{CE5C4C57-AE7F-4D71-B027-48CED7AF9652}">
      <dgm:prSet/>
      <dgm:spPr/>
      <dgm:t>
        <a:bodyPr/>
        <a:lstStyle/>
        <a:p>
          <a:pPr algn="ctr"/>
          <a:endParaRPr lang="en-IN" sz="2800">
            <a:latin typeface="Bahnschrift" panose="020B0502040204020203" pitchFamily="34" charset="0"/>
          </a:endParaRPr>
        </a:p>
      </dgm:t>
    </dgm:pt>
    <dgm:pt modelId="{19EAC2AE-AF2E-4199-A692-A6611BC6229A}">
      <dgm:prSet custT="1"/>
      <dgm:spPr/>
      <dgm:t>
        <a:bodyPr/>
        <a:lstStyle/>
        <a:p>
          <a:pPr algn="ctr"/>
          <a:r>
            <a:rPr lang="en-US" sz="2800" dirty="0">
              <a:latin typeface="Bahnschrift" panose="020B0502040204020203" pitchFamily="34" charset="0"/>
            </a:rPr>
            <a:t>Smart devices </a:t>
          </a:r>
        </a:p>
      </dgm:t>
    </dgm:pt>
    <dgm:pt modelId="{EE642213-B60C-43A8-8B18-06ACC416A326}" type="parTrans" cxnId="{FFF89F19-B13F-43EA-B973-62555CAFE9E7}">
      <dgm:prSet/>
      <dgm:spPr/>
      <dgm:t>
        <a:bodyPr/>
        <a:lstStyle/>
        <a:p>
          <a:pPr algn="ctr"/>
          <a:endParaRPr lang="en-IN" sz="2800">
            <a:latin typeface="Bahnschrift" panose="020B0502040204020203" pitchFamily="34" charset="0"/>
          </a:endParaRPr>
        </a:p>
      </dgm:t>
    </dgm:pt>
    <dgm:pt modelId="{7688DD56-3BFF-4218-B330-C62F6907F4D1}" type="sibTrans" cxnId="{FFF89F19-B13F-43EA-B973-62555CAFE9E7}">
      <dgm:prSet/>
      <dgm:spPr/>
      <dgm:t>
        <a:bodyPr/>
        <a:lstStyle/>
        <a:p>
          <a:pPr algn="ctr"/>
          <a:endParaRPr lang="en-IN" sz="2800">
            <a:latin typeface="Bahnschrift" panose="020B0502040204020203" pitchFamily="34" charset="0"/>
          </a:endParaRPr>
        </a:p>
      </dgm:t>
    </dgm:pt>
    <dgm:pt modelId="{B99F5820-8153-4559-B38E-9D087DC9C6AC}">
      <dgm:prSet custT="1"/>
      <dgm:spPr/>
      <dgm:t>
        <a:bodyPr/>
        <a:lstStyle/>
        <a:p>
          <a:pPr algn="ctr"/>
          <a:r>
            <a:rPr lang="en-US" sz="2800" dirty="0">
              <a:latin typeface="Bahnschrift" panose="020B0502040204020203" pitchFamily="34" charset="0"/>
            </a:rPr>
            <a:t>Network traffic sensors</a:t>
          </a:r>
          <a:endParaRPr lang="en-IN" sz="2800" dirty="0">
            <a:latin typeface="Bahnschrift" panose="020B0502040204020203" pitchFamily="34" charset="0"/>
          </a:endParaRPr>
        </a:p>
      </dgm:t>
    </dgm:pt>
    <dgm:pt modelId="{B6AE057B-8F5E-4D8F-BA76-32D9942E17F0}" type="parTrans" cxnId="{62E575C4-A575-4619-84B5-B8DC4ACEA1CE}">
      <dgm:prSet/>
      <dgm:spPr/>
      <dgm:t>
        <a:bodyPr/>
        <a:lstStyle/>
        <a:p>
          <a:pPr algn="ctr"/>
          <a:endParaRPr lang="en-IN" sz="2800">
            <a:latin typeface="Bahnschrift" panose="020B0502040204020203" pitchFamily="34" charset="0"/>
          </a:endParaRPr>
        </a:p>
      </dgm:t>
    </dgm:pt>
    <dgm:pt modelId="{84AA42F7-E376-4698-A6CA-AB6DB7878049}" type="sibTrans" cxnId="{62E575C4-A575-4619-84B5-B8DC4ACEA1CE}">
      <dgm:prSet/>
      <dgm:spPr/>
      <dgm:t>
        <a:bodyPr/>
        <a:lstStyle/>
        <a:p>
          <a:pPr algn="ctr"/>
          <a:endParaRPr lang="en-IN" sz="2800">
            <a:latin typeface="Bahnschrift" panose="020B0502040204020203" pitchFamily="34" charset="0"/>
          </a:endParaRPr>
        </a:p>
      </dgm:t>
    </dgm:pt>
    <dgm:pt modelId="{0C478D0A-77E3-4E63-9B30-4E183E6B8C9E}" type="pres">
      <dgm:prSet presAssocID="{DB567AA6-54FF-4D0D-904D-B0C90CEB8395}" presName="linear" presStyleCnt="0">
        <dgm:presLayoutVars>
          <dgm:animLvl val="lvl"/>
          <dgm:resizeHandles val="exact"/>
        </dgm:presLayoutVars>
      </dgm:prSet>
      <dgm:spPr/>
    </dgm:pt>
    <dgm:pt modelId="{EA41C41D-29B0-4005-81EE-4F81C2A346BA}" type="pres">
      <dgm:prSet presAssocID="{3C02EA1A-D019-4647-BA43-F292C1F09DC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B5E97439-B6CC-4B60-901F-0E62F29FBC95}" type="pres">
      <dgm:prSet presAssocID="{B333C979-4F80-4C36-8FBC-AF4AAC7CAE13}" presName="spacer" presStyleCnt="0"/>
      <dgm:spPr/>
    </dgm:pt>
    <dgm:pt modelId="{D447D219-E7C6-4210-A9BC-643437D13489}" type="pres">
      <dgm:prSet presAssocID="{DD9C489A-667E-4EC1-9194-61F36140D3B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E0F204C-681E-4F6E-ADF7-8A9AA08C8A93}" type="pres">
      <dgm:prSet presAssocID="{76605E2C-7C36-4DCE-A8A2-73138433C1D2}" presName="spacer" presStyleCnt="0"/>
      <dgm:spPr/>
    </dgm:pt>
    <dgm:pt modelId="{69BBE4EE-5B3F-42D7-9F0F-263DA466D6F8}" type="pres">
      <dgm:prSet presAssocID="{19EAC2AE-AF2E-4199-A692-A6611BC6229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CD088D6C-1CCD-47F9-B343-15648C5CF5D5}" type="pres">
      <dgm:prSet presAssocID="{7688DD56-3BFF-4218-B330-C62F6907F4D1}" presName="spacer" presStyleCnt="0"/>
      <dgm:spPr/>
    </dgm:pt>
    <dgm:pt modelId="{DA1DF913-FBFE-4078-93CB-535CA13F07FB}" type="pres">
      <dgm:prSet presAssocID="{B99F5820-8153-4559-B38E-9D087DC9C6A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0C8AC18-57D5-492F-950E-2054D3075117}" type="presOf" srcId="{19EAC2AE-AF2E-4199-A692-A6611BC6229A}" destId="{69BBE4EE-5B3F-42D7-9F0F-263DA466D6F8}" srcOrd="0" destOrd="0" presId="urn:microsoft.com/office/officeart/2005/8/layout/vList2"/>
    <dgm:cxn modelId="{FFF89F19-B13F-43EA-B973-62555CAFE9E7}" srcId="{DB567AA6-54FF-4D0D-904D-B0C90CEB8395}" destId="{19EAC2AE-AF2E-4199-A692-A6611BC6229A}" srcOrd="2" destOrd="0" parTransId="{EE642213-B60C-43A8-8B18-06ACC416A326}" sibTransId="{7688DD56-3BFF-4218-B330-C62F6907F4D1}"/>
    <dgm:cxn modelId="{46EC7C1F-ADC9-4492-9149-BDA7C8E723D4}" type="presOf" srcId="{DD9C489A-667E-4EC1-9194-61F36140D3B2}" destId="{D447D219-E7C6-4210-A9BC-643437D13489}" srcOrd="0" destOrd="0" presId="urn:microsoft.com/office/officeart/2005/8/layout/vList2"/>
    <dgm:cxn modelId="{C2F36036-6C81-4660-9C1F-0311F11466E2}" type="presOf" srcId="{B99F5820-8153-4559-B38E-9D087DC9C6AC}" destId="{DA1DF913-FBFE-4078-93CB-535CA13F07FB}" srcOrd="0" destOrd="0" presId="urn:microsoft.com/office/officeart/2005/8/layout/vList2"/>
    <dgm:cxn modelId="{CE5C4C57-AE7F-4D71-B027-48CED7AF9652}" srcId="{DB567AA6-54FF-4D0D-904D-B0C90CEB8395}" destId="{DD9C489A-667E-4EC1-9194-61F36140D3B2}" srcOrd="1" destOrd="0" parTransId="{7BCF2414-07C6-443B-A2CC-845227BF6A57}" sibTransId="{76605E2C-7C36-4DCE-A8A2-73138433C1D2}"/>
    <dgm:cxn modelId="{CCFE949D-5984-485D-B75B-9ABD5B510E6B}" srcId="{DB567AA6-54FF-4D0D-904D-B0C90CEB8395}" destId="{3C02EA1A-D019-4647-BA43-F292C1F09DC9}" srcOrd="0" destOrd="0" parTransId="{27EDFACC-9709-4118-9C37-598B08C592C3}" sibTransId="{B333C979-4F80-4C36-8FBC-AF4AAC7CAE13}"/>
    <dgm:cxn modelId="{62E575C4-A575-4619-84B5-B8DC4ACEA1CE}" srcId="{DB567AA6-54FF-4D0D-904D-B0C90CEB8395}" destId="{B99F5820-8153-4559-B38E-9D087DC9C6AC}" srcOrd="3" destOrd="0" parTransId="{B6AE057B-8F5E-4D8F-BA76-32D9942E17F0}" sibTransId="{84AA42F7-E376-4698-A6CA-AB6DB7878049}"/>
    <dgm:cxn modelId="{62A069CD-812B-4AB2-8509-226369E09B1D}" type="presOf" srcId="{DB567AA6-54FF-4D0D-904D-B0C90CEB8395}" destId="{0C478D0A-77E3-4E63-9B30-4E183E6B8C9E}" srcOrd="0" destOrd="0" presId="urn:microsoft.com/office/officeart/2005/8/layout/vList2"/>
    <dgm:cxn modelId="{D4161DDA-AE4F-4249-ABAC-ADA1E1808C35}" type="presOf" srcId="{3C02EA1A-D019-4647-BA43-F292C1F09DC9}" destId="{EA41C41D-29B0-4005-81EE-4F81C2A346BA}" srcOrd="0" destOrd="0" presId="urn:microsoft.com/office/officeart/2005/8/layout/vList2"/>
    <dgm:cxn modelId="{F6E31DBA-438A-41E0-B9B2-03FEABF8A228}" type="presParOf" srcId="{0C478D0A-77E3-4E63-9B30-4E183E6B8C9E}" destId="{EA41C41D-29B0-4005-81EE-4F81C2A346BA}" srcOrd="0" destOrd="0" presId="urn:microsoft.com/office/officeart/2005/8/layout/vList2"/>
    <dgm:cxn modelId="{B5B35836-48BF-4084-A823-29401F845D64}" type="presParOf" srcId="{0C478D0A-77E3-4E63-9B30-4E183E6B8C9E}" destId="{B5E97439-B6CC-4B60-901F-0E62F29FBC95}" srcOrd="1" destOrd="0" presId="urn:microsoft.com/office/officeart/2005/8/layout/vList2"/>
    <dgm:cxn modelId="{0AB56CE4-3B57-404A-AAD8-648523DCA834}" type="presParOf" srcId="{0C478D0A-77E3-4E63-9B30-4E183E6B8C9E}" destId="{D447D219-E7C6-4210-A9BC-643437D13489}" srcOrd="2" destOrd="0" presId="urn:microsoft.com/office/officeart/2005/8/layout/vList2"/>
    <dgm:cxn modelId="{600B1371-4B1E-4B6E-A729-C708C6675A65}" type="presParOf" srcId="{0C478D0A-77E3-4E63-9B30-4E183E6B8C9E}" destId="{8E0F204C-681E-4F6E-ADF7-8A9AA08C8A93}" srcOrd="3" destOrd="0" presId="urn:microsoft.com/office/officeart/2005/8/layout/vList2"/>
    <dgm:cxn modelId="{C50EF7EA-CF02-43B8-A0E5-F9FE37266608}" type="presParOf" srcId="{0C478D0A-77E3-4E63-9B30-4E183E6B8C9E}" destId="{69BBE4EE-5B3F-42D7-9F0F-263DA466D6F8}" srcOrd="4" destOrd="0" presId="urn:microsoft.com/office/officeart/2005/8/layout/vList2"/>
    <dgm:cxn modelId="{D80EC252-94E7-48C0-A634-1930FE57B1D5}" type="presParOf" srcId="{0C478D0A-77E3-4E63-9B30-4E183E6B8C9E}" destId="{CD088D6C-1CCD-47F9-B343-15648C5CF5D5}" srcOrd="5" destOrd="0" presId="urn:microsoft.com/office/officeart/2005/8/layout/vList2"/>
    <dgm:cxn modelId="{FB660E96-C3BB-4CA5-949B-22815BC0C177}" type="presParOf" srcId="{0C478D0A-77E3-4E63-9B30-4E183E6B8C9E}" destId="{DA1DF913-FBFE-4078-93CB-535CA13F07F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7E7F2FC-1576-4135-867A-A857C266CD70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019A3674-B2EF-4D5F-AE91-FE5D8545FAAA}">
      <dgm:prSet/>
      <dgm:spPr>
        <a:solidFill>
          <a:srgbClr val="44525A"/>
        </a:solidFill>
      </dgm:spPr>
      <dgm:t>
        <a:bodyPr/>
        <a:lstStyle/>
        <a:p>
          <a:r>
            <a:rPr lang="en-IN"/>
            <a:t>IBM InfoSphere BigInsights™</a:t>
          </a:r>
        </a:p>
      </dgm:t>
    </dgm:pt>
    <dgm:pt modelId="{35F9AC2B-9C91-4AD6-B391-DF44248FA69D}" type="parTrans" cxnId="{97842FAD-211E-4C99-BF02-95196A214020}">
      <dgm:prSet/>
      <dgm:spPr/>
      <dgm:t>
        <a:bodyPr/>
        <a:lstStyle/>
        <a:p>
          <a:endParaRPr lang="en-IN"/>
        </a:p>
      </dgm:t>
    </dgm:pt>
    <dgm:pt modelId="{2F2CB9DA-387F-402D-A88D-C8FB763FBF5F}" type="sibTrans" cxnId="{97842FAD-211E-4C99-BF02-95196A214020}">
      <dgm:prSet/>
      <dgm:spPr/>
      <dgm:t>
        <a:bodyPr/>
        <a:lstStyle/>
        <a:p>
          <a:endParaRPr lang="en-IN"/>
        </a:p>
      </dgm:t>
    </dgm:pt>
    <dgm:pt modelId="{70BFBA72-E899-4055-9EF1-282E412C04EB}">
      <dgm:prSet/>
      <dgm:spPr>
        <a:solidFill>
          <a:srgbClr val="44525A"/>
        </a:solidFill>
      </dgm:spPr>
      <dgm:t>
        <a:bodyPr/>
        <a:lstStyle/>
        <a:p>
          <a:r>
            <a:rPr lang="en-IN"/>
            <a:t>IBM InfoSphere Data Explorer</a:t>
          </a:r>
        </a:p>
      </dgm:t>
    </dgm:pt>
    <dgm:pt modelId="{33149E10-0B1F-4052-BA7E-A18F799530C5}" type="parTrans" cxnId="{F563A502-924D-4B11-A733-A9B03613F57E}">
      <dgm:prSet/>
      <dgm:spPr/>
      <dgm:t>
        <a:bodyPr/>
        <a:lstStyle/>
        <a:p>
          <a:endParaRPr lang="en-IN"/>
        </a:p>
      </dgm:t>
    </dgm:pt>
    <dgm:pt modelId="{A4D5426E-F324-48BE-8B76-414E4F50CB97}" type="sibTrans" cxnId="{F563A502-924D-4B11-A733-A9B03613F57E}">
      <dgm:prSet/>
      <dgm:spPr/>
      <dgm:t>
        <a:bodyPr/>
        <a:lstStyle/>
        <a:p>
          <a:endParaRPr lang="en-IN"/>
        </a:p>
      </dgm:t>
    </dgm:pt>
    <dgm:pt modelId="{451F3238-22A1-41C6-A8D5-57F7EE70A35F}">
      <dgm:prSet/>
      <dgm:spPr>
        <a:solidFill>
          <a:srgbClr val="44525A"/>
        </a:solidFill>
      </dgm:spPr>
      <dgm:t>
        <a:bodyPr/>
        <a:lstStyle/>
        <a:p>
          <a:r>
            <a:rPr lang="en-IN"/>
            <a:t>IBM InfoSphere DataStage</a:t>
          </a:r>
        </a:p>
      </dgm:t>
    </dgm:pt>
    <dgm:pt modelId="{34005053-59E4-4E77-89FE-2813C4999589}" type="parTrans" cxnId="{9DAC76A9-A10F-417C-80EE-B9E8D48A1712}">
      <dgm:prSet/>
      <dgm:spPr/>
      <dgm:t>
        <a:bodyPr/>
        <a:lstStyle/>
        <a:p>
          <a:endParaRPr lang="en-IN"/>
        </a:p>
      </dgm:t>
    </dgm:pt>
    <dgm:pt modelId="{D09BE67F-0730-411C-8880-EECC5150066A}" type="sibTrans" cxnId="{9DAC76A9-A10F-417C-80EE-B9E8D48A1712}">
      <dgm:prSet/>
      <dgm:spPr/>
      <dgm:t>
        <a:bodyPr/>
        <a:lstStyle/>
        <a:p>
          <a:endParaRPr lang="en-IN"/>
        </a:p>
      </dgm:t>
    </dgm:pt>
    <dgm:pt modelId="{101B04CD-080F-4D87-8D77-2734F9BA420A}">
      <dgm:prSet/>
      <dgm:spPr>
        <a:solidFill>
          <a:srgbClr val="44525A"/>
        </a:solidFill>
      </dgm:spPr>
      <dgm:t>
        <a:bodyPr/>
        <a:lstStyle/>
        <a:p>
          <a:r>
            <a:rPr lang="en-IN"/>
            <a:t>Support for XML </a:t>
          </a:r>
        </a:p>
      </dgm:t>
    </dgm:pt>
    <dgm:pt modelId="{073599E5-6656-4D20-AA46-DAF0D0FBBA62}" type="parTrans" cxnId="{F6EC9571-2A1D-4ECB-9738-103F9A72795F}">
      <dgm:prSet/>
      <dgm:spPr/>
      <dgm:t>
        <a:bodyPr/>
        <a:lstStyle/>
        <a:p>
          <a:endParaRPr lang="en-IN"/>
        </a:p>
      </dgm:t>
    </dgm:pt>
    <dgm:pt modelId="{0009712F-414F-4956-AAB8-AFCB8F622E4F}" type="sibTrans" cxnId="{F6EC9571-2A1D-4ECB-9738-103F9A72795F}">
      <dgm:prSet/>
      <dgm:spPr/>
      <dgm:t>
        <a:bodyPr/>
        <a:lstStyle/>
        <a:p>
          <a:endParaRPr lang="en-IN"/>
        </a:p>
      </dgm:t>
    </dgm:pt>
    <dgm:pt modelId="{537E9FF4-4995-4223-A046-9EEC2B3F7060}" type="pres">
      <dgm:prSet presAssocID="{67E7F2FC-1576-4135-867A-A857C266CD70}" presName="linear" presStyleCnt="0">
        <dgm:presLayoutVars>
          <dgm:dir/>
          <dgm:animLvl val="lvl"/>
          <dgm:resizeHandles val="exact"/>
        </dgm:presLayoutVars>
      </dgm:prSet>
      <dgm:spPr/>
    </dgm:pt>
    <dgm:pt modelId="{DA089EA4-4E38-47B9-8AB7-4353E94BF295}" type="pres">
      <dgm:prSet presAssocID="{019A3674-B2EF-4D5F-AE91-FE5D8545FAAA}" presName="parentLin" presStyleCnt="0"/>
      <dgm:spPr/>
    </dgm:pt>
    <dgm:pt modelId="{6989ED8B-A18B-4401-8C5B-56CF29CF8D33}" type="pres">
      <dgm:prSet presAssocID="{019A3674-B2EF-4D5F-AE91-FE5D8545FAAA}" presName="parentLeftMargin" presStyleLbl="node1" presStyleIdx="0" presStyleCnt="4"/>
      <dgm:spPr/>
    </dgm:pt>
    <dgm:pt modelId="{554A8B9A-41A7-4C0F-A9CA-46BD80B7E2F9}" type="pres">
      <dgm:prSet presAssocID="{019A3674-B2EF-4D5F-AE91-FE5D8545FAAA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6D050DC-F355-49BA-8F2A-3FC2F69061CD}" type="pres">
      <dgm:prSet presAssocID="{019A3674-B2EF-4D5F-AE91-FE5D8545FAAA}" presName="negativeSpace" presStyleCnt="0"/>
      <dgm:spPr/>
    </dgm:pt>
    <dgm:pt modelId="{3D59CD94-E5A8-4886-A6E2-1185C50A1EC1}" type="pres">
      <dgm:prSet presAssocID="{019A3674-B2EF-4D5F-AE91-FE5D8545FAAA}" presName="childText" presStyleLbl="conFgAcc1" presStyleIdx="0" presStyleCnt="4">
        <dgm:presLayoutVars>
          <dgm:bulletEnabled val="1"/>
        </dgm:presLayoutVars>
      </dgm:prSet>
      <dgm:spPr>
        <a:solidFill>
          <a:srgbClr val="E4E7E9"/>
        </a:solidFill>
        <a:ln>
          <a:solidFill>
            <a:schemeClr val="bg2">
              <a:lumMod val="50000"/>
            </a:schemeClr>
          </a:solidFill>
        </a:ln>
      </dgm:spPr>
    </dgm:pt>
    <dgm:pt modelId="{33EEF45B-6894-49C8-A72F-63FCB14E8921}" type="pres">
      <dgm:prSet presAssocID="{2F2CB9DA-387F-402D-A88D-C8FB763FBF5F}" presName="spaceBetweenRectangles" presStyleCnt="0"/>
      <dgm:spPr/>
    </dgm:pt>
    <dgm:pt modelId="{9241800D-4DAB-4FDE-9F63-633F493C3DB0}" type="pres">
      <dgm:prSet presAssocID="{70BFBA72-E899-4055-9EF1-282E412C04EB}" presName="parentLin" presStyleCnt="0"/>
      <dgm:spPr/>
    </dgm:pt>
    <dgm:pt modelId="{4B5FCFF1-041D-4871-86BE-E6CA107D2A47}" type="pres">
      <dgm:prSet presAssocID="{70BFBA72-E899-4055-9EF1-282E412C04EB}" presName="parentLeftMargin" presStyleLbl="node1" presStyleIdx="0" presStyleCnt="4"/>
      <dgm:spPr/>
    </dgm:pt>
    <dgm:pt modelId="{DEDC3CE9-25B1-4DC3-8FF9-ED849BB2E7D6}" type="pres">
      <dgm:prSet presAssocID="{70BFBA72-E899-4055-9EF1-282E412C04E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3E18EA1-545B-4FD8-935D-078B7DC49DCF}" type="pres">
      <dgm:prSet presAssocID="{70BFBA72-E899-4055-9EF1-282E412C04EB}" presName="negativeSpace" presStyleCnt="0"/>
      <dgm:spPr/>
    </dgm:pt>
    <dgm:pt modelId="{8D813F60-08F2-4463-BE0B-129510515EE7}" type="pres">
      <dgm:prSet presAssocID="{70BFBA72-E899-4055-9EF1-282E412C04EB}" presName="childText" presStyleLbl="conFgAcc1" presStyleIdx="1" presStyleCnt="4">
        <dgm:presLayoutVars>
          <dgm:bulletEnabled val="1"/>
        </dgm:presLayoutVars>
      </dgm:prSet>
      <dgm:spPr>
        <a:solidFill>
          <a:srgbClr val="E4E7E9"/>
        </a:solidFill>
        <a:ln>
          <a:solidFill>
            <a:schemeClr val="bg2">
              <a:lumMod val="50000"/>
            </a:schemeClr>
          </a:solidFill>
        </a:ln>
      </dgm:spPr>
    </dgm:pt>
    <dgm:pt modelId="{86F27A2B-3E76-463E-9E79-9FE529F08CB8}" type="pres">
      <dgm:prSet presAssocID="{A4D5426E-F324-48BE-8B76-414E4F50CB97}" presName="spaceBetweenRectangles" presStyleCnt="0"/>
      <dgm:spPr/>
    </dgm:pt>
    <dgm:pt modelId="{506A22B7-F063-4917-BC97-326C67702E92}" type="pres">
      <dgm:prSet presAssocID="{451F3238-22A1-41C6-A8D5-57F7EE70A35F}" presName="parentLin" presStyleCnt="0"/>
      <dgm:spPr/>
    </dgm:pt>
    <dgm:pt modelId="{93607481-646B-463A-B9C7-B2B44BF3BDCF}" type="pres">
      <dgm:prSet presAssocID="{451F3238-22A1-41C6-A8D5-57F7EE70A35F}" presName="parentLeftMargin" presStyleLbl="node1" presStyleIdx="1" presStyleCnt="4"/>
      <dgm:spPr/>
    </dgm:pt>
    <dgm:pt modelId="{C80D320B-85FC-41D8-899D-ECF801B92ADA}" type="pres">
      <dgm:prSet presAssocID="{451F3238-22A1-41C6-A8D5-57F7EE70A35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EBF2204-D533-4BCA-906C-D4AD582D582D}" type="pres">
      <dgm:prSet presAssocID="{451F3238-22A1-41C6-A8D5-57F7EE70A35F}" presName="negativeSpace" presStyleCnt="0"/>
      <dgm:spPr/>
    </dgm:pt>
    <dgm:pt modelId="{F0A388B2-D92B-4418-9BD7-587E42B86FC3}" type="pres">
      <dgm:prSet presAssocID="{451F3238-22A1-41C6-A8D5-57F7EE70A35F}" presName="childText" presStyleLbl="conFgAcc1" presStyleIdx="2" presStyleCnt="4">
        <dgm:presLayoutVars>
          <dgm:bulletEnabled val="1"/>
        </dgm:presLayoutVars>
      </dgm:prSet>
      <dgm:spPr>
        <a:solidFill>
          <a:srgbClr val="E4E7E9"/>
        </a:solidFill>
        <a:ln>
          <a:solidFill>
            <a:schemeClr val="bg2">
              <a:lumMod val="50000"/>
            </a:schemeClr>
          </a:solidFill>
        </a:ln>
      </dgm:spPr>
    </dgm:pt>
    <dgm:pt modelId="{652A6BE4-36B8-4DB0-ABE6-51827F40CB7F}" type="pres">
      <dgm:prSet presAssocID="{D09BE67F-0730-411C-8880-EECC5150066A}" presName="spaceBetweenRectangles" presStyleCnt="0"/>
      <dgm:spPr/>
    </dgm:pt>
    <dgm:pt modelId="{5446E616-597F-4F05-9681-12D75D225E97}" type="pres">
      <dgm:prSet presAssocID="{101B04CD-080F-4D87-8D77-2734F9BA420A}" presName="parentLin" presStyleCnt="0"/>
      <dgm:spPr/>
    </dgm:pt>
    <dgm:pt modelId="{38EC772C-A756-4D4D-AE43-C764E34FF6EE}" type="pres">
      <dgm:prSet presAssocID="{101B04CD-080F-4D87-8D77-2734F9BA420A}" presName="parentLeftMargin" presStyleLbl="node1" presStyleIdx="2" presStyleCnt="4"/>
      <dgm:spPr/>
    </dgm:pt>
    <dgm:pt modelId="{95BE796E-6C84-4332-9EA6-D973213F100F}" type="pres">
      <dgm:prSet presAssocID="{101B04CD-080F-4D87-8D77-2734F9BA420A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509B8E10-B440-4956-BD9D-0E911BBB8DE1}" type="pres">
      <dgm:prSet presAssocID="{101B04CD-080F-4D87-8D77-2734F9BA420A}" presName="negativeSpace" presStyleCnt="0"/>
      <dgm:spPr/>
    </dgm:pt>
    <dgm:pt modelId="{06B44F38-4DD9-4364-82D9-75799C1031E4}" type="pres">
      <dgm:prSet presAssocID="{101B04CD-080F-4D87-8D77-2734F9BA420A}" presName="childText" presStyleLbl="conFgAcc1" presStyleIdx="3" presStyleCnt="4">
        <dgm:presLayoutVars>
          <dgm:bulletEnabled val="1"/>
        </dgm:presLayoutVars>
      </dgm:prSet>
      <dgm:spPr>
        <a:solidFill>
          <a:srgbClr val="E4E7E9"/>
        </a:solidFill>
        <a:ln>
          <a:solidFill>
            <a:schemeClr val="bg2">
              <a:lumMod val="50000"/>
            </a:schemeClr>
          </a:solidFill>
        </a:ln>
      </dgm:spPr>
    </dgm:pt>
  </dgm:ptLst>
  <dgm:cxnLst>
    <dgm:cxn modelId="{F563A502-924D-4B11-A733-A9B03613F57E}" srcId="{67E7F2FC-1576-4135-867A-A857C266CD70}" destId="{70BFBA72-E899-4055-9EF1-282E412C04EB}" srcOrd="1" destOrd="0" parTransId="{33149E10-0B1F-4052-BA7E-A18F799530C5}" sibTransId="{A4D5426E-F324-48BE-8B76-414E4F50CB97}"/>
    <dgm:cxn modelId="{ABF90112-27E8-4144-8B85-FE4557FCA85C}" type="presOf" srcId="{101B04CD-080F-4D87-8D77-2734F9BA420A}" destId="{95BE796E-6C84-4332-9EA6-D973213F100F}" srcOrd="1" destOrd="0" presId="urn:microsoft.com/office/officeart/2005/8/layout/list1"/>
    <dgm:cxn modelId="{04BE081D-CC52-4325-B9EB-1D6A4AD25F0C}" type="presOf" srcId="{70BFBA72-E899-4055-9EF1-282E412C04EB}" destId="{DEDC3CE9-25B1-4DC3-8FF9-ED849BB2E7D6}" srcOrd="1" destOrd="0" presId="urn:microsoft.com/office/officeart/2005/8/layout/list1"/>
    <dgm:cxn modelId="{DF9BDD29-5238-4905-A0B5-7D64125E8765}" type="presOf" srcId="{019A3674-B2EF-4D5F-AE91-FE5D8545FAAA}" destId="{6989ED8B-A18B-4401-8C5B-56CF29CF8D33}" srcOrd="0" destOrd="0" presId="urn:microsoft.com/office/officeart/2005/8/layout/list1"/>
    <dgm:cxn modelId="{9765B13B-CEC6-40D4-BA57-BD2C9ECDC485}" type="presOf" srcId="{019A3674-B2EF-4D5F-AE91-FE5D8545FAAA}" destId="{554A8B9A-41A7-4C0F-A9CA-46BD80B7E2F9}" srcOrd="1" destOrd="0" presId="urn:microsoft.com/office/officeart/2005/8/layout/list1"/>
    <dgm:cxn modelId="{8CFC4346-8CDA-4F73-8E8C-4FC04C905A4D}" type="presOf" srcId="{451F3238-22A1-41C6-A8D5-57F7EE70A35F}" destId="{93607481-646B-463A-B9C7-B2B44BF3BDCF}" srcOrd="0" destOrd="0" presId="urn:microsoft.com/office/officeart/2005/8/layout/list1"/>
    <dgm:cxn modelId="{8122D050-D785-4341-AE5A-AAE10E74F53D}" type="presOf" srcId="{451F3238-22A1-41C6-A8D5-57F7EE70A35F}" destId="{C80D320B-85FC-41D8-899D-ECF801B92ADA}" srcOrd="1" destOrd="0" presId="urn:microsoft.com/office/officeart/2005/8/layout/list1"/>
    <dgm:cxn modelId="{F6EC9571-2A1D-4ECB-9738-103F9A72795F}" srcId="{67E7F2FC-1576-4135-867A-A857C266CD70}" destId="{101B04CD-080F-4D87-8D77-2734F9BA420A}" srcOrd="3" destOrd="0" parTransId="{073599E5-6656-4D20-AA46-DAF0D0FBBA62}" sibTransId="{0009712F-414F-4956-AAB8-AFCB8F622E4F}"/>
    <dgm:cxn modelId="{9DAC76A9-A10F-417C-80EE-B9E8D48A1712}" srcId="{67E7F2FC-1576-4135-867A-A857C266CD70}" destId="{451F3238-22A1-41C6-A8D5-57F7EE70A35F}" srcOrd="2" destOrd="0" parTransId="{34005053-59E4-4E77-89FE-2813C4999589}" sibTransId="{D09BE67F-0730-411C-8880-EECC5150066A}"/>
    <dgm:cxn modelId="{8617D0A9-E035-4252-994D-37672AF07377}" type="presOf" srcId="{101B04CD-080F-4D87-8D77-2734F9BA420A}" destId="{38EC772C-A756-4D4D-AE43-C764E34FF6EE}" srcOrd="0" destOrd="0" presId="urn:microsoft.com/office/officeart/2005/8/layout/list1"/>
    <dgm:cxn modelId="{97842FAD-211E-4C99-BF02-95196A214020}" srcId="{67E7F2FC-1576-4135-867A-A857C266CD70}" destId="{019A3674-B2EF-4D5F-AE91-FE5D8545FAAA}" srcOrd="0" destOrd="0" parTransId="{35F9AC2B-9C91-4AD6-B391-DF44248FA69D}" sibTransId="{2F2CB9DA-387F-402D-A88D-C8FB763FBF5F}"/>
    <dgm:cxn modelId="{598B06B5-9052-40C4-A053-AD4EACD40FFA}" type="presOf" srcId="{70BFBA72-E899-4055-9EF1-282E412C04EB}" destId="{4B5FCFF1-041D-4871-86BE-E6CA107D2A47}" srcOrd="0" destOrd="0" presId="urn:microsoft.com/office/officeart/2005/8/layout/list1"/>
    <dgm:cxn modelId="{0CCB67D6-A2CC-471C-AD00-2B5509CF5299}" type="presOf" srcId="{67E7F2FC-1576-4135-867A-A857C266CD70}" destId="{537E9FF4-4995-4223-A046-9EEC2B3F7060}" srcOrd="0" destOrd="0" presId="urn:microsoft.com/office/officeart/2005/8/layout/list1"/>
    <dgm:cxn modelId="{41FBCE7E-2398-4999-9A73-6B9F562022FE}" type="presParOf" srcId="{537E9FF4-4995-4223-A046-9EEC2B3F7060}" destId="{DA089EA4-4E38-47B9-8AB7-4353E94BF295}" srcOrd="0" destOrd="0" presId="urn:microsoft.com/office/officeart/2005/8/layout/list1"/>
    <dgm:cxn modelId="{36F27B88-EE56-48BB-84B6-F498015AF83F}" type="presParOf" srcId="{DA089EA4-4E38-47B9-8AB7-4353E94BF295}" destId="{6989ED8B-A18B-4401-8C5B-56CF29CF8D33}" srcOrd="0" destOrd="0" presId="urn:microsoft.com/office/officeart/2005/8/layout/list1"/>
    <dgm:cxn modelId="{12ACF994-ABA6-4E9C-BC26-B2C352AA58BC}" type="presParOf" srcId="{DA089EA4-4E38-47B9-8AB7-4353E94BF295}" destId="{554A8B9A-41A7-4C0F-A9CA-46BD80B7E2F9}" srcOrd="1" destOrd="0" presId="urn:microsoft.com/office/officeart/2005/8/layout/list1"/>
    <dgm:cxn modelId="{69561662-9855-4CEC-AF5E-331E5FE91EC4}" type="presParOf" srcId="{537E9FF4-4995-4223-A046-9EEC2B3F7060}" destId="{E6D050DC-F355-49BA-8F2A-3FC2F69061CD}" srcOrd="1" destOrd="0" presId="urn:microsoft.com/office/officeart/2005/8/layout/list1"/>
    <dgm:cxn modelId="{7E2B1095-5FE8-4700-BDE0-B55D81DEFA4E}" type="presParOf" srcId="{537E9FF4-4995-4223-A046-9EEC2B3F7060}" destId="{3D59CD94-E5A8-4886-A6E2-1185C50A1EC1}" srcOrd="2" destOrd="0" presId="urn:microsoft.com/office/officeart/2005/8/layout/list1"/>
    <dgm:cxn modelId="{7D79FC47-5489-46EE-B049-DC469218CD4E}" type="presParOf" srcId="{537E9FF4-4995-4223-A046-9EEC2B3F7060}" destId="{33EEF45B-6894-49C8-A72F-63FCB14E8921}" srcOrd="3" destOrd="0" presId="urn:microsoft.com/office/officeart/2005/8/layout/list1"/>
    <dgm:cxn modelId="{74B79309-DC4D-49AC-AF08-5327EF1196FD}" type="presParOf" srcId="{537E9FF4-4995-4223-A046-9EEC2B3F7060}" destId="{9241800D-4DAB-4FDE-9F63-633F493C3DB0}" srcOrd="4" destOrd="0" presId="urn:microsoft.com/office/officeart/2005/8/layout/list1"/>
    <dgm:cxn modelId="{54AD4158-D57B-4516-B54F-D090A3652DDE}" type="presParOf" srcId="{9241800D-4DAB-4FDE-9F63-633F493C3DB0}" destId="{4B5FCFF1-041D-4871-86BE-E6CA107D2A47}" srcOrd="0" destOrd="0" presId="urn:microsoft.com/office/officeart/2005/8/layout/list1"/>
    <dgm:cxn modelId="{ED2B530C-E338-4A55-B6E0-1B77C191D8E8}" type="presParOf" srcId="{9241800D-4DAB-4FDE-9F63-633F493C3DB0}" destId="{DEDC3CE9-25B1-4DC3-8FF9-ED849BB2E7D6}" srcOrd="1" destOrd="0" presId="urn:microsoft.com/office/officeart/2005/8/layout/list1"/>
    <dgm:cxn modelId="{978C9596-FA86-4DDD-B3A3-07895EBB0573}" type="presParOf" srcId="{537E9FF4-4995-4223-A046-9EEC2B3F7060}" destId="{53E18EA1-545B-4FD8-935D-078B7DC49DCF}" srcOrd="5" destOrd="0" presId="urn:microsoft.com/office/officeart/2005/8/layout/list1"/>
    <dgm:cxn modelId="{136C48EF-2EB1-48C6-AD6A-E385B911933D}" type="presParOf" srcId="{537E9FF4-4995-4223-A046-9EEC2B3F7060}" destId="{8D813F60-08F2-4463-BE0B-129510515EE7}" srcOrd="6" destOrd="0" presId="urn:microsoft.com/office/officeart/2005/8/layout/list1"/>
    <dgm:cxn modelId="{EA7BF145-2925-4586-A37F-63180ABFCD2A}" type="presParOf" srcId="{537E9FF4-4995-4223-A046-9EEC2B3F7060}" destId="{86F27A2B-3E76-463E-9E79-9FE529F08CB8}" srcOrd="7" destOrd="0" presId="urn:microsoft.com/office/officeart/2005/8/layout/list1"/>
    <dgm:cxn modelId="{6B3576C0-82C2-4EFD-83A0-2942B8350080}" type="presParOf" srcId="{537E9FF4-4995-4223-A046-9EEC2B3F7060}" destId="{506A22B7-F063-4917-BC97-326C67702E92}" srcOrd="8" destOrd="0" presId="urn:microsoft.com/office/officeart/2005/8/layout/list1"/>
    <dgm:cxn modelId="{DC99E388-F5A1-423E-90AC-F6A0AB1464A2}" type="presParOf" srcId="{506A22B7-F063-4917-BC97-326C67702E92}" destId="{93607481-646B-463A-B9C7-B2B44BF3BDCF}" srcOrd="0" destOrd="0" presId="urn:microsoft.com/office/officeart/2005/8/layout/list1"/>
    <dgm:cxn modelId="{E230FDF9-6EF9-4BA5-B30F-1AFE37A40B08}" type="presParOf" srcId="{506A22B7-F063-4917-BC97-326C67702E92}" destId="{C80D320B-85FC-41D8-899D-ECF801B92ADA}" srcOrd="1" destOrd="0" presId="urn:microsoft.com/office/officeart/2005/8/layout/list1"/>
    <dgm:cxn modelId="{85433A44-6ED4-43BC-8558-83862E0C9E92}" type="presParOf" srcId="{537E9FF4-4995-4223-A046-9EEC2B3F7060}" destId="{DEBF2204-D533-4BCA-906C-D4AD582D582D}" srcOrd="9" destOrd="0" presId="urn:microsoft.com/office/officeart/2005/8/layout/list1"/>
    <dgm:cxn modelId="{A609080E-998F-4DE7-92CB-BAD739C348DB}" type="presParOf" srcId="{537E9FF4-4995-4223-A046-9EEC2B3F7060}" destId="{F0A388B2-D92B-4418-9BD7-587E42B86FC3}" srcOrd="10" destOrd="0" presId="urn:microsoft.com/office/officeart/2005/8/layout/list1"/>
    <dgm:cxn modelId="{DAA72A81-5D4A-4C17-8479-8FF0C7AA0F07}" type="presParOf" srcId="{537E9FF4-4995-4223-A046-9EEC2B3F7060}" destId="{652A6BE4-36B8-4DB0-ABE6-51827F40CB7F}" srcOrd="11" destOrd="0" presId="urn:microsoft.com/office/officeart/2005/8/layout/list1"/>
    <dgm:cxn modelId="{46F128BB-384D-4DF5-B03C-E5F506D0A850}" type="presParOf" srcId="{537E9FF4-4995-4223-A046-9EEC2B3F7060}" destId="{5446E616-597F-4F05-9681-12D75D225E97}" srcOrd="12" destOrd="0" presId="urn:microsoft.com/office/officeart/2005/8/layout/list1"/>
    <dgm:cxn modelId="{3D316781-988F-4991-A2FB-BB6B4338BF74}" type="presParOf" srcId="{5446E616-597F-4F05-9681-12D75D225E97}" destId="{38EC772C-A756-4D4D-AE43-C764E34FF6EE}" srcOrd="0" destOrd="0" presId="urn:microsoft.com/office/officeart/2005/8/layout/list1"/>
    <dgm:cxn modelId="{DAB4848D-3C2C-4D47-870D-4BA2F2D949F7}" type="presParOf" srcId="{5446E616-597F-4F05-9681-12D75D225E97}" destId="{95BE796E-6C84-4332-9EA6-D973213F100F}" srcOrd="1" destOrd="0" presId="urn:microsoft.com/office/officeart/2005/8/layout/list1"/>
    <dgm:cxn modelId="{011AAB0A-DE66-4BA6-A148-B35DB6D9A2D6}" type="presParOf" srcId="{537E9FF4-4995-4223-A046-9EEC2B3F7060}" destId="{509B8E10-B440-4956-BD9D-0E911BBB8DE1}" srcOrd="13" destOrd="0" presId="urn:microsoft.com/office/officeart/2005/8/layout/list1"/>
    <dgm:cxn modelId="{325D1BA1-8C4B-4210-A2C2-C5E63FEE2FAB}" type="presParOf" srcId="{537E9FF4-4995-4223-A046-9EEC2B3F7060}" destId="{06B44F38-4DD9-4364-82D9-75799C1031E4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F8D2255-4129-4F47-906E-EC5C9D49B9C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24E613E-A9E6-49EC-8821-CA2BE1809B08}">
      <dgm:prSet custT="1"/>
      <dgm:spPr>
        <a:solidFill>
          <a:srgbClr val="44525A"/>
        </a:solidFill>
      </dgm:spPr>
      <dgm:t>
        <a:bodyPr/>
        <a:lstStyle/>
        <a:p>
          <a:pPr algn="ctr"/>
          <a:r>
            <a:rPr lang="en-IN" sz="2600">
              <a:latin typeface="Bahnschrift" panose="020B0502040204020203" pitchFamily="34" charset="0"/>
            </a:rPr>
            <a:t>Complex Event Processing (CEP)</a:t>
          </a:r>
        </a:p>
      </dgm:t>
    </dgm:pt>
    <dgm:pt modelId="{4D71335C-6C98-40DF-943E-471AC2FCDE3F}" type="parTrans" cxnId="{F58ABCA6-7E4C-4706-ABAC-BFFB5FDCED3C}">
      <dgm:prSet/>
      <dgm:spPr/>
      <dgm:t>
        <a:bodyPr/>
        <a:lstStyle/>
        <a:p>
          <a:pPr algn="ctr"/>
          <a:endParaRPr lang="en-IN" sz="2400">
            <a:latin typeface="Bahnschrift" panose="020B0502040204020203" pitchFamily="34" charset="0"/>
          </a:endParaRPr>
        </a:p>
      </dgm:t>
    </dgm:pt>
    <dgm:pt modelId="{00920F10-9BA1-43C9-96B4-FC69C10FE00C}" type="sibTrans" cxnId="{F58ABCA6-7E4C-4706-ABAC-BFFB5FDCED3C}">
      <dgm:prSet/>
      <dgm:spPr/>
      <dgm:t>
        <a:bodyPr/>
        <a:lstStyle/>
        <a:p>
          <a:pPr algn="ctr"/>
          <a:endParaRPr lang="en-IN" sz="2400">
            <a:latin typeface="Bahnschrift" panose="020B0502040204020203" pitchFamily="34" charset="0"/>
          </a:endParaRPr>
        </a:p>
      </dgm:t>
    </dgm:pt>
    <dgm:pt modelId="{A6B411E8-1284-4878-8875-C3FAA39B48F8}">
      <dgm:prSet custT="1"/>
      <dgm:spPr>
        <a:solidFill>
          <a:srgbClr val="44525A"/>
        </a:solidFill>
      </dgm:spPr>
      <dgm:t>
        <a:bodyPr/>
        <a:lstStyle/>
        <a:p>
          <a:pPr algn="ctr"/>
          <a:r>
            <a:rPr lang="en-IN" sz="2600">
              <a:latin typeface="Bahnschrift" panose="020B0502040204020203" pitchFamily="34" charset="0"/>
            </a:rPr>
            <a:t>InfoSphere Data Explorer</a:t>
          </a:r>
        </a:p>
      </dgm:t>
    </dgm:pt>
    <dgm:pt modelId="{592AF92F-AC6A-49D2-AAA0-DCA5B3350E76}" type="parTrans" cxnId="{887DA0E8-AB3D-4A61-8472-D6B6612D7478}">
      <dgm:prSet/>
      <dgm:spPr/>
      <dgm:t>
        <a:bodyPr/>
        <a:lstStyle/>
        <a:p>
          <a:pPr algn="ctr"/>
          <a:endParaRPr lang="en-IN" sz="2400">
            <a:latin typeface="Bahnschrift" panose="020B0502040204020203" pitchFamily="34" charset="0"/>
          </a:endParaRPr>
        </a:p>
      </dgm:t>
    </dgm:pt>
    <dgm:pt modelId="{DEF81B93-A070-4D7A-A2B2-1CBBC0AAB833}" type="sibTrans" cxnId="{887DA0E8-AB3D-4A61-8472-D6B6612D7478}">
      <dgm:prSet/>
      <dgm:spPr/>
      <dgm:t>
        <a:bodyPr/>
        <a:lstStyle/>
        <a:p>
          <a:pPr algn="ctr"/>
          <a:endParaRPr lang="en-IN" sz="2400">
            <a:latin typeface="Bahnschrift" panose="020B0502040204020203" pitchFamily="34" charset="0"/>
          </a:endParaRPr>
        </a:p>
      </dgm:t>
    </dgm:pt>
    <dgm:pt modelId="{4A682351-E234-4D91-A9C3-B4ABF9404CC2}">
      <dgm:prSet custT="1"/>
      <dgm:spPr>
        <a:solidFill>
          <a:srgbClr val="44525A"/>
        </a:solidFill>
      </dgm:spPr>
      <dgm:t>
        <a:bodyPr/>
        <a:lstStyle/>
        <a:p>
          <a:pPr algn="ctr"/>
          <a:r>
            <a:rPr lang="en-IN" sz="2600">
              <a:latin typeface="Bahnschrift" panose="020B0502040204020203" pitchFamily="34" charset="0"/>
            </a:rPr>
            <a:t>InfoSphere DataStage</a:t>
          </a:r>
        </a:p>
      </dgm:t>
    </dgm:pt>
    <dgm:pt modelId="{7BCA3E8B-62B6-4A2E-B2D3-50BBD116FEE1}" type="parTrans" cxnId="{AF523189-A3B9-4B0B-8598-D6BC15D0C180}">
      <dgm:prSet/>
      <dgm:spPr/>
      <dgm:t>
        <a:bodyPr/>
        <a:lstStyle/>
        <a:p>
          <a:pPr algn="ctr"/>
          <a:endParaRPr lang="en-IN" sz="2400">
            <a:latin typeface="Bahnschrift" panose="020B0502040204020203" pitchFamily="34" charset="0"/>
          </a:endParaRPr>
        </a:p>
      </dgm:t>
    </dgm:pt>
    <dgm:pt modelId="{95E74D4E-AAEF-4E50-98E3-82609EDF4080}" type="sibTrans" cxnId="{AF523189-A3B9-4B0B-8598-D6BC15D0C180}">
      <dgm:prSet/>
      <dgm:spPr/>
      <dgm:t>
        <a:bodyPr/>
        <a:lstStyle/>
        <a:p>
          <a:pPr algn="ctr"/>
          <a:endParaRPr lang="en-IN" sz="2400">
            <a:latin typeface="Bahnschrift" panose="020B0502040204020203" pitchFamily="34" charset="0"/>
          </a:endParaRPr>
        </a:p>
      </dgm:t>
    </dgm:pt>
    <dgm:pt modelId="{6F320492-DE80-4B2A-8AD6-308EA2511096}">
      <dgm:prSet custT="1"/>
      <dgm:spPr>
        <a:solidFill>
          <a:srgbClr val="44525A"/>
        </a:solidFill>
      </dgm:spPr>
      <dgm:t>
        <a:bodyPr/>
        <a:lstStyle/>
        <a:p>
          <a:pPr algn="ctr"/>
          <a:r>
            <a:rPr lang="en-IN" sz="2600">
              <a:latin typeface="Bahnschrift" panose="020B0502040204020203" pitchFamily="34" charset="0"/>
            </a:rPr>
            <a:t>IBM SPSS</a:t>
          </a:r>
        </a:p>
      </dgm:t>
    </dgm:pt>
    <dgm:pt modelId="{D10E34D2-FE36-4771-B80E-19018AAA6FF3}" type="parTrans" cxnId="{01428CD7-D7FA-4491-9917-27D08A932827}">
      <dgm:prSet/>
      <dgm:spPr/>
      <dgm:t>
        <a:bodyPr/>
        <a:lstStyle/>
        <a:p>
          <a:pPr algn="ctr"/>
          <a:endParaRPr lang="en-IN" sz="2400">
            <a:latin typeface="Bahnschrift" panose="020B0502040204020203" pitchFamily="34" charset="0"/>
          </a:endParaRPr>
        </a:p>
      </dgm:t>
    </dgm:pt>
    <dgm:pt modelId="{87C2093D-1DF5-4D4E-ADAB-1D2479DA7C44}" type="sibTrans" cxnId="{01428CD7-D7FA-4491-9917-27D08A932827}">
      <dgm:prSet/>
      <dgm:spPr/>
      <dgm:t>
        <a:bodyPr/>
        <a:lstStyle/>
        <a:p>
          <a:pPr algn="ctr"/>
          <a:endParaRPr lang="en-IN" sz="2400">
            <a:latin typeface="Bahnschrift" panose="020B0502040204020203" pitchFamily="34" charset="0"/>
          </a:endParaRPr>
        </a:p>
      </dgm:t>
    </dgm:pt>
    <dgm:pt modelId="{143FF4D4-3C4D-43D1-BEC6-F103CEEA0E71}" type="pres">
      <dgm:prSet presAssocID="{2F8D2255-4129-4F47-906E-EC5C9D49B9C7}" presName="linear" presStyleCnt="0">
        <dgm:presLayoutVars>
          <dgm:animLvl val="lvl"/>
          <dgm:resizeHandles val="exact"/>
        </dgm:presLayoutVars>
      </dgm:prSet>
      <dgm:spPr/>
    </dgm:pt>
    <dgm:pt modelId="{F0C10754-97B0-47E9-A41C-19C6425DE159}" type="pres">
      <dgm:prSet presAssocID="{824E613E-A9E6-49EC-8821-CA2BE1809B0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255F458-85DB-4E6B-A01F-D391924C8156}" type="pres">
      <dgm:prSet presAssocID="{00920F10-9BA1-43C9-96B4-FC69C10FE00C}" presName="spacer" presStyleCnt="0"/>
      <dgm:spPr/>
    </dgm:pt>
    <dgm:pt modelId="{3E5A58BA-0FEF-46DD-96BB-5667B44A88F5}" type="pres">
      <dgm:prSet presAssocID="{A6B411E8-1284-4878-8875-C3FAA39B48F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B88F38E-BE79-4E59-A227-99D61AC2285B}" type="pres">
      <dgm:prSet presAssocID="{DEF81B93-A070-4D7A-A2B2-1CBBC0AAB833}" presName="spacer" presStyleCnt="0"/>
      <dgm:spPr/>
    </dgm:pt>
    <dgm:pt modelId="{0E253C22-4649-4DA1-8156-DB7FFA83239A}" type="pres">
      <dgm:prSet presAssocID="{4A682351-E234-4D91-A9C3-B4ABF9404CC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15CA910-BA97-480F-9374-3CB77BC58CFC}" type="pres">
      <dgm:prSet presAssocID="{95E74D4E-AAEF-4E50-98E3-82609EDF4080}" presName="spacer" presStyleCnt="0"/>
      <dgm:spPr/>
    </dgm:pt>
    <dgm:pt modelId="{0F7AF5EB-7E38-455A-8E7C-498C9D7C0BAE}" type="pres">
      <dgm:prSet presAssocID="{6F320492-DE80-4B2A-8AD6-308EA2511096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3E4B51D-184D-41F6-A354-27ECD2E8FAB5}" type="presOf" srcId="{6F320492-DE80-4B2A-8AD6-308EA2511096}" destId="{0F7AF5EB-7E38-455A-8E7C-498C9D7C0BAE}" srcOrd="0" destOrd="0" presId="urn:microsoft.com/office/officeart/2005/8/layout/vList2"/>
    <dgm:cxn modelId="{2F13A833-B366-4BFE-BCB5-16AA870B648F}" type="presOf" srcId="{A6B411E8-1284-4878-8875-C3FAA39B48F8}" destId="{3E5A58BA-0FEF-46DD-96BB-5667B44A88F5}" srcOrd="0" destOrd="0" presId="urn:microsoft.com/office/officeart/2005/8/layout/vList2"/>
    <dgm:cxn modelId="{AF523189-A3B9-4B0B-8598-D6BC15D0C180}" srcId="{2F8D2255-4129-4F47-906E-EC5C9D49B9C7}" destId="{4A682351-E234-4D91-A9C3-B4ABF9404CC2}" srcOrd="2" destOrd="0" parTransId="{7BCA3E8B-62B6-4A2E-B2D3-50BBD116FEE1}" sibTransId="{95E74D4E-AAEF-4E50-98E3-82609EDF4080}"/>
    <dgm:cxn modelId="{26EBB49E-A41D-42D7-9A17-63A9C9744FE7}" type="presOf" srcId="{2F8D2255-4129-4F47-906E-EC5C9D49B9C7}" destId="{143FF4D4-3C4D-43D1-BEC6-F103CEEA0E71}" srcOrd="0" destOrd="0" presId="urn:microsoft.com/office/officeart/2005/8/layout/vList2"/>
    <dgm:cxn modelId="{F58ABCA6-7E4C-4706-ABAC-BFFB5FDCED3C}" srcId="{2F8D2255-4129-4F47-906E-EC5C9D49B9C7}" destId="{824E613E-A9E6-49EC-8821-CA2BE1809B08}" srcOrd="0" destOrd="0" parTransId="{4D71335C-6C98-40DF-943E-471AC2FCDE3F}" sibTransId="{00920F10-9BA1-43C9-96B4-FC69C10FE00C}"/>
    <dgm:cxn modelId="{274B4DAC-9B93-490A-892A-AB084B720D11}" type="presOf" srcId="{4A682351-E234-4D91-A9C3-B4ABF9404CC2}" destId="{0E253C22-4649-4DA1-8156-DB7FFA83239A}" srcOrd="0" destOrd="0" presId="urn:microsoft.com/office/officeart/2005/8/layout/vList2"/>
    <dgm:cxn modelId="{89F812D4-25EF-4946-947B-2F18A6A2BE4B}" type="presOf" srcId="{824E613E-A9E6-49EC-8821-CA2BE1809B08}" destId="{F0C10754-97B0-47E9-A41C-19C6425DE159}" srcOrd="0" destOrd="0" presId="urn:microsoft.com/office/officeart/2005/8/layout/vList2"/>
    <dgm:cxn modelId="{01428CD7-D7FA-4491-9917-27D08A932827}" srcId="{2F8D2255-4129-4F47-906E-EC5C9D49B9C7}" destId="{6F320492-DE80-4B2A-8AD6-308EA2511096}" srcOrd="3" destOrd="0" parTransId="{D10E34D2-FE36-4771-B80E-19018AAA6FF3}" sibTransId="{87C2093D-1DF5-4D4E-ADAB-1D2479DA7C44}"/>
    <dgm:cxn modelId="{887DA0E8-AB3D-4A61-8472-D6B6612D7478}" srcId="{2F8D2255-4129-4F47-906E-EC5C9D49B9C7}" destId="{A6B411E8-1284-4878-8875-C3FAA39B48F8}" srcOrd="1" destOrd="0" parTransId="{592AF92F-AC6A-49D2-AAA0-DCA5B3350E76}" sibTransId="{DEF81B93-A070-4D7A-A2B2-1CBBC0AAB833}"/>
    <dgm:cxn modelId="{E7A24107-CB66-4487-AAD2-C83429662635}" type="presParOf" srcId="{143FF4D4-3C4D-43D1-BEC6-F103CEEA0E71}" destId="{F0C10754-97B0-47E9-A41C-19C6425DE159}" srcOrd="0" destOrd="0" presId="urn:microsoft.com/office/officeart/2005/8/layout/vList2"/>
    <dgm:cxn modelId="{494CD82F-E03F-49AD-9A26-E453D402494B}" type="presParOf" srcId="{143FF4D4-3C4D-43D1-BEC6-F103CEEA0E71}" destId="{E255F458-85DB-4E6B-A01F-D391924C8156}" srcOrd="1" destOrd="0" presId="urn:microsoft.com/office/officeart/2005/8/layout/vList2"/>
    <dgm:cxn modelId="{2649BCC7-2E31-4267-94EA-5413AF455859}" type="presParOf" srcId="{143FF4D4-3C4D-43D1-BEC6-F103CEEA0E71}" destId="{3E5A58BA-0FEF-46DD-96BB-5667B44A88F5}" srcOrd="2" destOrd="0" presId="urn:microsoft.com/office/officeart/2005/8/layout/vList2"/>
    <dgm:cxn modelId="{039D7F43-6403-48BC-B70B-BD44B047C531}" type="presParOf" srcId="{143FF4D4-3C4D-43D1-BEC6-F103CEEA0E71}" destId="{1B88F38E-BE79-4E59-A227-99D61AC2285B}" srcOrd="3" destOrd="0" presId="urn:microsoft.com/office/officeart/2005/8/layout/vList2"/>
    <dgm:cxn modelId="{44A95C7B-D98D-4DFC-8642-CA376B309730}" type="presParOf" srcId="{143FF4D4-3C4D-43D1-BEC6-F103CEEA0E71}" destId="{0E253C22-4649-4DA1-8156-DB7FFA83239A}" srcOrd="4" destOrd="0" presId="urn:microsoft.com/office/officeart/2005/8/layout/vList2"/>
    <dgm:cxn modelId="{FEB64B52-C254-4892-844D-DEA86090D8E2}" type="presParOf" srcId="{143FF4D4-3C4D-43D1-BEC6-F103CEEA0E71}" destId="{415CA910-BA97-480F-9374-3CB77BC58CFC}" srcOrd="5" destOrd="0" presId="urn:microsoft.com/office/officeart/2005/8/layout/vList2"/>
    <dgm:cxn modelId="{7E0DEE2A-AAA0-412B-90B8-60F839E26A14}" type="presParOf" srcId="{143FF4D4-3C4D-43D1-BEC6-F103CEEA0E71}" destId="{0F7AF5EB-7E38-455A-8E7C-498C9D7C0BA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E8172A-E72B-41D4-A8EE-AA75D5016CDF}">
      <dsp:nvSpPr>
        <dsp:cNvPr id="0" name=""/>
        <dsp:cNvSpPr/>
      </dsp:nvSpPr>
      <dsp:spPr>
        <a:xfrm>
          <a:off x="3002189" y="1477342"/>
          <a:ext cx="1998680" cy="1577589"/>
        </a:xfrm>
        <a:prstGeom prst="roundRect">
          <a:avLst/>
        </a:prstGeom>
        <a:solidFill>
          <a:srgbClr val="44525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bg1"/>
              </a:solidFill>
              <a:latin typeface="Bahnschrift" panose="020B0502040204020203" pitchFamily="34" charset="0"/>
            </a:rPr>
            <a:t>Enables organizations to develop and execute applications that</a:t>
          </a:r>
          <a:endParaRPr lang="en-IN" sz="1800" kern="1200" dirty="0"/>
        </a:p>
      </dsp:txBody>
      <dsp:txXfrm>
        <a:off x="3079201" y="1554354"/>
        <a:ext cx="1844656" cy="1423565"/>
      </dsp:txXfrm>
    </dsp:sp>
    <dsp:sp modelId="{1F777BFF-C956-42DD-8C92-F9974A37EF9B}">
      <dsp:nvSpPr>
        <dsp:cNvPr id="0" name=""/>
        <dsp:cNvSpPr/>
      </dsp:nvSpPr>
      <dsp:spPr>
        <a:xfrm rot="16169597">
          <a:off x="3803691" y="1288160"/>
          <a:ext cx="378378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78378" y="0"/>
              </a:lnTo>
            </a:path>
          </a:pathLst>
        </a:custGeom>
        <a:noFill/>
        <a:ln w="12700" cap="flat" cmpd="sng" algn="ctr">
          <a:solidFill>
            <a:schemeClr val="bg2">
              <a:lumMod val="2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5C182D-6D3A-4897-B39E-FC30F6B6CBBB}">
      <dsp:nvSpPr>
        <dsp:cNvPr id="0" name=""/>
        <dsp:cNvSpPr/>
      </dsp:nvSpPr>
      <dsp:spPr>
        <a:xfrm>
          <a:off x="3458040" y="41993"/>
          <a:ext cx="1056985" cy="1056985"/>
        </a:xfrm>
        <a:prstGeom prst="roundRect">
          <a:avLst/>
        </a:prstGeom>
        <a:solidFill>
          <a:srgbClr val="70879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Bahnschrift" panose="020B0502040204020203" pitchFamily="34" charset="0"/>
            </a:rPr>
            <a:t>ingest</a:t>
          </a:r>
          <a:endParaRPr lang="en-IN" sz="2000" kern="1200" dirty="0">
            <a:latin typeface="Bahnschrift" panose="020B0502040204020203" pitchFamily="34" charset="0"/>
          </a:endParaRPr>
        </a:p>
      </dsp:txBody>
      <dsp:txXfrm>
        <a:off x="3509638" y="93591"/>
        <a:ext cx="953789" cy="953789"/>
      </dsp:txXfrm>
    </dsp:sp>
    <dsp:sp modelId="{9ADCD48A-1626-4C9E-8AF4-1236DD56AA12}">
      <dsp:nvSpPr>
        <dsp:cNvPr id="0" name=""/>
        <dsp:cNvSpPr/>
      </dsp:nvSpPr>
      <dsp:spPr>
        <a:xfrm rot="1609992">
          <a:off x="4915935" y="3127728"/>
          <a:ext cx="1577605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77605" y="0"/>
              </a:lnTo>
            </a:path>
          </a:pathLst>
        </a:custGeom>
        <a:noFill/>
        <a:ln w="12700" cap="flat" cmpd="sng" algn="ctr">
          <a:solidFill>
            <a:schemeClr val="bg2">
              <a:lumMod val="2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6B389E-EE22-4234-BA1D-3A1CC67BA51F}">
      <dsp:nvSpPr>
        <dsp:cNvPr id="0" name=""/>
        <dsp:cNvSpPr/>
      </dsp:nvSpPr>
      <dsp:spPr>
        <a:xfrm>
          <a:off x="6408605" y="3222642"/>
          <a:ext cx="1056985" cy="1056985"/>
        </a:xfrm>
        <a:prstGeom prst="roundRect">
          <a:avLst/>
        </a:prstGeom>
        <a:solidFill>
          <a:srgbClr val="70879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Bahnschrift" panose="020B0502040204020203" pitchFamily="34" charset="0"/>
            </a:rPr>
            <a:t>filter</a:t>
          </a:r>
          <a:endParaRPr lang="en-IN" sz="2000" kern="1200" dirty="0">
            <a:latin typeface="Bahnschrift" panose="020B0502040204020203" pitchFamily="34" charset="0"/>
          </a:endParaRPr>
        </a:p>
      </dsp:txBody>
      <dsp:txXfrm>
        <a:off x="6460203" y="3274240"/>
        <a:ext cx="953789" cy="953789"/>
      </dsp:txXfrm>
    </dsp:sp>
    <dsp:sp modelId="{49C6E5C0-D428-40AA-912F-DB472A515F05}">
      <dsp:nvSpPr>
        <dsp:cNvPr id="0" name=""/>
        <dsp:cNvSpPr/>
      </dsp:nvSpPr>
      <dsp:spPr>
        <a:xfrm rot="5375896">
          <a:off x="3707748" y="3356350"/>
          <a:ext cx="602850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02850" y="0"/>
              </a:lnTo>
            </a:path>
          </a:pathLst>
        </a:custGeom>
        <a:noFill/>
        <a:ln w="12700" cap="flat" cmpd="sng" algn="ctr">
          <a:solidFill>
            <a:schemeClr val="bg2">
              <a:lumMod val="2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7638C2-5DBC-4316-A5DC-B2A05524BAE1}">
      <dsp:nvSpPr>
        <dsp:cNvPr id="0" name=""/>
        <dsp:cNvSpPr/>
      </dsp:nvSpPr>
      <dsp:spPr>
        <a:xfrm>
          <a:off x="2762336" y="3657768"/>
          <a:ext cx="2508352" cy="1490433"/>
        </a:xfrm>
        <a:prstGeom prst="roundRect">
          <a:avLst/>
        </a:prstGeom>
        <a:solidFill>
          <a:srgbClr val="70879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Bahnschrift" panose="020B0502040204020203" pitchFamily="34" charset="0"/>
            </a:rPr>
            <a:t>correlate massive volumes of continuous data streams</a:t>
          </a:r>
          <a:endParaRPr lang="en-IN" sz="1800" kern="1200" dirty="0"/>
        </a:p>
      </dsp:txBody>
      <dsp:txXfrm>
        <a:off x="2835093" y="3730525"/>
        <a:ext cx="2362838" cy="1344919"/>
      </dsp:txXfrm>
    </dsp:sp>
    <dsp:sp modelId="{9E62EF2E-400C-4594-BD83-BB5C5EF827DC}">
      <dsp:nvSpPr>
        <dsp:cNvPr id="0" name=""/>
        <dsp:cNvSpPr/>
      </dsp:nvSpPr>
      <dsp:spPr>
        <a:xfrm rot="9248927">
          <a:off x="1409688" y="3115820"/>
          <a:ext cx="1676379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76379" y="0"/>
              </a:lnTo>
            </a:path>
          </a:pathLst>
        </a:custGeom>
        <a:noFill/>
        <a:ln w="12700" cap="flat" cmpd="sng" algn="ctr">
          <a:solidFill>
            <a:schemeClr val="bg2">
              <a:lumMod val="2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77F1A1-529A-4B23-B087-D8E1825F1B8F}">
      <dsp:nvSpPr>
        <dsp:cNvPr id="0" name=""/>
        <dsp:cNvSpPr/>
      </dsp:nvSpPr>
      <dsp:spPr>
        <a:xfrm>
          <a:off x="360034" y="3227419"/>
          <a:ext cx="1133532" cy="1056985"/>
        </a:xfrm>
        <a:prstGeom prst="roundRect">
          <a:avLst/>
        </a:prstGeom>
        <a:solidFill>
          <a:srgbClr val="70879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Bahnschrift" panose="020B0502040204020203" pitchFamily="34" charset="0"/>
            </a:rPr>
            <a:t>analyze</a:t>
          </a:r>
          <a:endParaRPr lang="en-IN" sz="2000" kern="1200" dirty="0">
            <a:latin typeface="Bahnschrift" panose="020B0502040204020203" pitchFamily="34" charset="0"/>
          </a:endParaRPr>
        </a:p>
      </dsp:txBody>
      <dsp:txXfrm>
        <a:off x="411632" y="3279017"/>
        <a:ext cx="1030336" cy="95378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73C50C-5F82-4469-B562-E517F5CF136F}">
      <dsp:nvSpPr>
        <dsp:cNvPr id="0" name=""/>
        <dsp:cNvSpPr/>
      </dsp:nvSpPr>
      <dsp:spPr>
        <a:xfrm>
          <a:off x="1709112" y="-31034"/>
          <a:ext cx="4968537" cy="4968537"/>
        </a:xfrm>
        <a:prstGeom prst="circularArrow">
          <a:avLst>
            <a:gd name="adj1" fmla="val 5544"/>
            <a:gd name="adj2" fmla="val 330680"/>
            <a:gd name="adj3" fmla="val 13764238"/>
            <a:gd name="adj4" fmla="val 17393081"/>
            <a:gd name="adj5" fmla="val 5757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61800" extrusionH="600" contourW="3000">
          <a:bevelT w="48600" h="18600" prst="relaxedInset"/>
          <a:bevelB w="48600" h="8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79DEB4-FF68-4236-A1C6-9EC2E446459A}">
      <dsp:nvSpPr>
        <dsp:cNvPr id="0" name=""/>
        <dsp:cNvSpPr/>
      </dsp:nvSpPr>
      <dsp:spPr>
        <a:xfrm>
          <a:off x="3024230" y="870"/>
          <a:ext cx="2338301" cy="11691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Text files</a:t>
          </a:r>
          <a:endParaRPr lang="en-US" sz="2800" kern="1200" dirty="0"/>
        </a:p>
      </dsp:txBody>
      <dsp:txXfrm>
        <a:off x="3081303" y="57943"/>
        <a:ext cx="2224155" cy="1055004"/>
      </dsp:txXfrm>
    </dsp:sp>
    <dsp:sp modelId="{8AEEB5B7-51EE-4A0D-BB64-158A4F263756}">
      <dsp:nvSpPr>
        <dsp:cNvPr id="0" name=""/>
        <dsp:cNvSpPr/>
      </dsp:nvSpPr>
      <dsp:spPr>
        <a:xfrm>
          <a:off x="5039309" y="1464911"/>
          <a:ext cx="2338301" cy="116915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Spreadsheets</a:t>
          </a:r>
          <a:endParaRPr lang="en-US" sz="2800" kern="1200" dirty="0"/>
        </a:p>
      </dsp:txBody>
      <dsp:txXfrm>
        <a:off x="5096382" y="1521984"/>
        <a:ext cx="2224155" cy="1055004"/>
      </dsp:txXfrm>
    </dsp:sp>
    <dsp:sp modelId="{0F9E28D5-FC81-43B5-882D-98A550056487}">
      <dsp:nvSpPr>
        <dsp:cNvPr id="0" name=""/>
        <dsp:cNvSpPr/>
      </dsp:nvSpPr>
      <dsp:spPr>
        <a:xfrm>
          <a:off x="4269617" y="3833778"/>
          <a:ext cx="2338301" cy="116915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Images, </a:t>
          </a:r>
          <a:endParaRPr lang="en-US" sz="2800" kern="1200" dirty="0"/>
        </a:p>
      </dsp:txBody>
      <dsp:txXfrm>
        <a:off x="4326690" y="3890851"/>
        <a:ext cx="2224155" cy="1055004"/>
      </dsp:txXfrm>
    </dsp:sp>
    <dsp:sp modelId="{ED343A7D-D007-4001-ADE4-C7ED2C61FB79}">
      <dsp:nvSpPr>
        <dsp:cNvPr id="0" name=""/>
        <dsp:cNvSpPr/>
      </dsp:nvSpPr>
      <dsp:spPr>
        <a:xfrm>
          <a:off x="1778843" y="3833778"/>
          <a:ext cx="2338301" cy="116915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Video </a:t>
          </a:r>
          <a:endParaRPr lang="en-US" sz="2800" kern="1200" dirty="0"/>
        </a:p>
      </dsp:txBody>
      <dsp:txXfrm>
        <a:off x="1835916" y="3890851"/>
        <a:ext cx="2224155" cy="1055004"/>
      </dsp:txXfrm>
    </dsp:sp>
    <dsp:sp modelId="{0F961B9B-4EBA-4ED9-B09D-BC6516B102E3}">
      <dsp:nvSpPr>
        <dsp:cNvPr id="0" name=""/>
        <dsp:cNvSpPr/>
      </dsp:nvSpPr>
      <dsp:spPr>
        <a:xfrm>
          <a:off x="1009151" y="1464911"/>
          <a:ext cx="2338301" cy="1169150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Audio recordings</a:t>
          </a:r>
          <a:endParaRPr lang="en-IN" sz="2800" kern="1200" dirty="0"/>
        </a:p>
      </dsp:txBody>
      <dsp:txXfrm>
        <a:off x="1066224" y="1521984"/>
        <a:ext cx="2224155" cy="105500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09553D-C694-4DBB-AC40-2C9CEC25D2BE}">
      <dsp:nvSpPr>
        <dsp:cNvPr id="0" name=""/>
        <dsp:cNvSpPr/>
      </dsp:nvSpPr>
      <dsp:spPr>
        <a:xfrm>
          <a:off x="2858017" y="-48100"/>
          <a:ext cx="1588281" cy="93410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Bahnschrift" panose="020B0502040204020203" pitchFamily="34" charset="0"/>
            </a:rPr>
            <a:t>Email, </a:t>
          </a:r>
        </a:p>
      </dsp:txBody>
      <dsp:txXfrm>
        <a:off x="2903616" y="-2501"/>
        <a:ext cx="1497083" cy="842902"/>
      </dsp:txXfrm>
    </dsp:sp>
    <dsp:sp modelId="{DEF36048-BD8A-4CE1-98ED-22E585C65AC4}">
      <dsp:nvSpPr>
        <dsp:cNvPr id="0" name=""/>
        <dsp:cNvSpPr/>
      </dsp:nvSpPr>
      <dsp:spPr>
        <a:xfrm>
          <a:off x="1639114" y="418949"/>
          <a:ext cx="4026087" cy="4026087"/>
        </a:xfrm>
        <a:custGeom>
          <a:avLst/>
          <a:gdLst/>
          <a:ahLst/>
          <a:cxnLst/>
          <a:rect l="0" t="0" r="0" b="0"/>
          <a:pathLst>
            <a:path>
              <a:moveTo>
                <a:pt x="2813024" y="165782"/>
              </a:moveTo>
              <a:arcTo wR="2013043" hR="2013043" stAng="17604940" swAng="1068976"/>
            </a:path>
          </a:pathLst>
        </a:custGeom>
        <a:noFill/>
        <a:ln w="28575" cap="flat" cmpd="sng" algn="ctr">
          <a:solidFill>
            <a:srgbClr val="2A3442"/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DDF7925-4492-4056-8769-C0C6CCC71A73}">
      <dsp:nvSpPr>
        <dsp:cNvPr id="0" name=""/>
        <dsp:cNvSpPr/>
      </dsp:nvSpPr>
      <dsp:spPr>
        <a:xfrm>
          <a:off x="4568628" y="922288"/>
          <a:ext cx="1653752" cy="1006367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Bahnschrift" panose="020B0502040204020203" pitchFamily="34" charset="0"/>
            </a:rPr>
            <a:t>Chat </a:t>
          </a:r>
        </a:p>
      </dsp:txBody>
      <dsp:txXfrm>
        <a:off x="4617755" y="971415"/>
        <a:ext cx="1555498" cy="908113"/>
      </dsp:txXfrm>
    </dsp:sp>
    <dsp:sp modelId="{1E38DCD9-37D4-44AE-9437-8F4781E181CC}">
      <dsp:nvSpPr>
        <dsp:cNvPr id="0" name=""/>
        <dsp:cNvSpPr/>
      </dsp:nvSpPr>
      <dsp:spPr>
        <a:xfrm>
          <a:off x="1595196" y="198839"/>
          <a:ext cx="4026087" cy="4026087"/>
        </a:xfrm>
        <a:custGeom>
          <a:avLst/>
          <a:gdLst/>
          <a:ahLst/>
          <a:cxnLst/>
          <a:rect l="0" t="0" r="0" b="0"/>
          <a:pathLst>
            <a:path>
              <a:moveTo>
                <a:pt x="4006939" y="1736051"/>
              </a:moveTo>
              <a:arcTo wR="2013043" hR="2013043" stAng="21125465" swAng="1058213"/>
            </a:path>
          </a:pathLst>
        </a:custGeom>
        <a:noFill/>
        <a:ln w="28575" cap="flat" cmpd="sng" algn="ctr">
          <a:solidFill>
            <a:srgbClr val="2A3442"/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DA5EEEE-3DE6-4278-B4F5-00B3EE8B9F99}">
      <dsp:nvSpPr>
        <dsp:cNvPr id="0" name=""/>
        <dsp:cNvSpPr/>
      </dsp:nvSpPr>
      <dsp:spPr>
        <a:xfrm>
          <a:off x="4600367" y="2558232"/>
          <a:ext cx="1723066" cy="1163011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Bahnschrift" panose="020B0502040204020203" pitchFamily="34" charset="0"/>
            </a:rPr>
            <a:t>Instant messages, </a:t>
          </a:r>
        </a:p>
      </dsp:txBody>
      <dsp:txXfrm>
        <a:off x="4657141" y="2615006"/>
        <a:ext cx="1609518" cy="1049463"/>
      </dsp:txXfrm>
    </dsp:sp>
    <dsp:sp modelId="{D5AA710F-F86A-4718-9046-087D0492C3E8}">
      <dsp:nvSpPr>
        <dsp:cNvPr id="0" name=""/>
        <dsp:cNvSpPr/>
      </dsp:nvSpPr>
      <dsp:spPr>
        <a:xfrm>
          <a:off x="1549345" y="416167"/>
          <a:ext cx="4026087" cy="4026087"/>
        </a:xfrm>
        <a:custGeom>
          <a:avLst/>
          <a:gdLst/>
          <a:ahLst/>
          <a:cxnLst/>
          <a:rect l="0" t="0" r="0" b="0"/>
          <a:pathLst>
            <a:path>
              <a:moveTo>
                <a:pt x="3552765" y="3309808"/>
              </a:moveTo>
              <a:arcTo wR="2013043" hR="2013043" stAng="2406259" swAng="1038542"/>
            </a:path>
          </a:pathLst>
        </a:custGeom>
        <a:noFill/>
        <a:ln w="28575" cap="flat" cmpd="sng" algn="ctr">
          <a:solidFill>
            <a:srgbClr val="2A3442"/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5D10E9-63FE-41F0-9189-A99B8AE581E1}">
      <dsp:nvSpPr>
        <dsp:cNvPr id="0" name=""/>
        <dsp:cNvSpPr/>
      </dsp:nvSpPr>
      <dsp:spPr>
        <a:xfrm>
          <a:off x="2770105" y="3907309"/>
          <a:ext cx="1871244" cy="975878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Bahnschrift" panose="020B0502040204020203" pitchFamily="34" charset="0"/>
            </a:rPr>
            <a:t>Web traffic</a:t>
          </a:r>
        </a:p>
      </dsp:txBody>
      <dsp:txXfrm>
        <a:off x="2817743" y="3954947"/>
        <a:ext cx="1775968" cy="880602"/>
      </dsp:txXfrm>
    </dsp:sp>
    <dsp:sp modelId="{72971539-D350-41DC-BF38-01A2C378ACE6}">
      <dsp:nvSpPr>
        <dsp:cNvPr id="0" name=""/>
        <dsp:cNvSpPr/>
      </dsp:nvSpPr>
      <dsp:spPr>
        <a:xfrm>
          <a:off x="1682403" y="385960"/>
          <a:ext cx="4026087" cy="4026087"/>
        </a:xfrm>
        <a:custGeom>
          <a:avLst/>
          <a:gdLst/>
          <a:ahLst/>
          <a:cxnLst/>
          <a:rect l="0" t="0" r="0" b="0"/>
          <a:pathLst>
            <a:path>
              <a:moveTo>
                <a:pt x="1080638" y="3797130"/>
              </a:moveTo>
              <a:arcTo wR="2013043" hR="2013043" stAng="7055557" swAng="1341567"/>
            </a:path>
          </a:pathLst>
        </a:custGeom>
        <a:noFill/>
        <a:ln w="28575" cap="flat" cmpd="sng" algn="ctr">
          <a:solidFill>
            <a:srgbClr val="2A3442"/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DF22DC-C0C0-4654-942B-77FB9FC8444B}">
      <dsp:nvSpPr>
        <dsp:cNvPr id="0" name=""/>
        <dsp:cNvSpPr/>
      </dsp:nvSpPr>
      <dsp:spPr>
        <a:xfrm>
          <a:off x="911096" y="2591323"/>
          <a:ext cx="1829456" cy="1096824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Bahnschrift" panose="020B0502040204020203" pitchFamily="34" charset="0"/>
            </a:rPr>
            <a:t>Blogs</a:t>
          </a:r>
        </a:p>
      </dsp:txBody>
      <dsp:txXfrm>
        <a:off x="964639" y="2644866"/>
        <a:ext cx="1722370" cy="989738"/>
      </dsp:txXfrm>
    </dsp:sp>
    <dsp:sp modelId="{D1F9AF94-9A53-483F-9818-9DED25C9B9A7}">
      <dsp:nvSpPr>
        <dsp:cNvPr id="0" name=""/>
        <dsp:cNvSpPr/>
      </dsp:nvSpPr>
      <dsp:spPr>
        <a:xfrm>
          <a:off x="1672405" y="246240"/>
          <a:ext cx="4026087" cy="4026087"/>
        </a:xfrm>
        <a:custGeom>
          <a:avLst/>
          <a:gdLst/>
          <a:ahLst/>
          <a:cxnLst/>
          <a:rect l="0" t="0" r="0" b="0"/>
          <a:pathLst>
            <a:path>
              <a:moveTo>
                <a:pt x="26549" y="2338903"/>
              </a:moveTo>
              <a:arcTo wR="2013043" hR="2013043" stAng="10241058" swAng="1052631"/>
            </a:path>
          </a:pathLst>
        </a:custGeom>
        <a:noFill/>
        <a:ln w="28575" cap="flat" cmpd="sng" algn="ctr">
          <a:solidFill>
            <a:srgbClr val="2A3442"/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855EF3-CE07-43F0-AEDA-DF902416DDE5}">
      <dsp:nvSpPr>
        <dsp:cNvPr id="0" name=""/>
        <dsp:cNvSpPr/>
      </dsp:nvSpPr>
      <dsp:spPr>
        <a:xfrm>
          <a:off x="976879" y="885953"/>
          <a:ext cx="1863863" cy="107903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Bahnschrift" panose="020B0502040204020203" pitchFamily="34" charset="0"/>
            </a:rPr>
            <a:t>social networking sites</a:t>
          </a:r>
          <a:endParaRPr lang="en-IN" sz="2000" kern="1200" dirty="0">
            <a:latin typeface="Bahnschrift" panose="020B0502040204020203" pitchFamily="34" charset="0"/>
          </a:endParaRPr>
        </a:p>
      </dsp:txBody>
      <dsp:txXfrm>
        <a:off x="1029553" y="938627"/>
        <a:ext cx="1758515" cy="973687"/>
      </dsp:txXfrm>
    </dsp:sp>
    <dsp:sp modelId="{8FB4AB66-8594-4882-BDE4-14C5F853FD2A}">
      <dsp:nvSpPr>
        <dsp:cNvPr id="0" name=""/>
        <dsp:cNvSpPr/>
      </dsp:nvSpPr>
      <dsp:spPr>
        <a:xfrm>
          <a:off x="1639114" y="418949"/>
          <a:ext cx="4026087" cy="4026087"/>
        </a:xfrm>
        <a:custGeom>
          <a:avLst/>
          <a:gdLst/>
          <a:ahLst/>
          <a:cxnLst/>
          <a:rect l="0" t="0" r="0" b="0"/>
          <a:pathLst>
            <a:path>
              <a:moveTo>
                <a:pt x="728283" y="463290"/>
              </a:moveTo>
              <a:arcTo wR="2013043" hR="2013043" stAng="13820456" swAng="975546"/>
            </a:path>
          </a:pathLst>
        </a:custGeom>
        <a:noFill/>
        <a:ln w="28575" cap="flat" cmpd="sng" algn="ctr">
          <a:solidFill>
            <a:srgbClr val="2A3442"/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38A067-CD36-4EBC-AD6B-B916910F3C86}">
      <dsp:nvSpPr>
        <dsp:cNvPr id="0" name=""/>
        <dsp:cNvSpPr/>
      </dsp:nvSpPr>
      <dsp:spPr>
        <a:xfrm>
          <a:off x="235" y="468550"/>
          <a:ext cx="2620863" cy="1572517"/>
        </a:xfrm>
        <a:prstGeom prst="rect">
          <a:avLst/>
        </a:prstGeom>
        <a:solidFill>
          <a:srgbClr val="2A3442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Financial transactions, </a:t>
          </a:r>
        </a:p>
      </dsp:txBody>
      <dsp:txXfrm>
        <a:off x="235" y="468550"/>
        <a:ext cx="2620863" cy="1572517"/>
      </dsp:txXfrm>
    </dsp:sp>
    <dsp:sp modelId="{C10003D3-613F-4697-A968-48607ED913F5}">
      <dsp:nvSpPr>
        <dsp:cNvPr id="0" name=""/>
        <dsp:cNvSpPr/>
      </dsp:nvSpPr>
      <dsp:spPr>
        <a:xfrm>
          <a:off x="2923441" y="483536"/>
          <a:ext cx="2620863" cy="1572517"/>
        </a:xfrm>
        <a:prstGeom prst="rect">
          <a:avLst/>
        </a:prstGeom>
        <a:solidFill>
          <a:srgbClr val="2A3442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customer service records, </a:t>
          </a:r>
          <a:endParaRPr lang="en-US" sz="3100" kern="1200" dirty="0"/>
        </a:p>
      </dsp:txBody>
      <dsp:txXfrm>
        <a:off x="2923441" y="483536"/>
        <a:ext cx="2620863" cy="1572517"/>
      </dsp:txXfrm>
    </dsp:sp>
    <dsp:sp modelId="{B12066D2-4404-4E76-B55E-26FF2BEFF013}">
      <dsp:nvSpPr>
        <dsp:cNvPr id="0" name=""/>
        <dsp:cNvSpPr/>
      </dsp:nvSpPr>
      <dsp:spPr>
        <a:xfrm>
          <a:off x="5765898" y="528510"/>
          <a:ext cx="2620863" cy="1572517"/>
        </a:xfrm>
        <a:prstGeom prst="rect">
          <a:avLst/>
        </a:prstGeom>
        <a:solidFill>
          <a:srgbClr val="2A3442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telephone usage records, </a:t>
          </a:r>
          <a:endParaRPr lang="en-US" sz="3100" kern="1200" dirty="0"/>
        </a:p>
      </dsp:txBody>
      <dsp:txXfrm>
        <a:off x="5765898" y="528510"/>
        <a:ext cx="2620863" cy="1572517"/>
      </dsp:txXfrm>
    </dsp:sp>
    <dsp:sp modelId="{F1790FCE-0CD7-439C-B009-F3467621A75A}">
      <dsp:nvSpPr>
        <dsp:cNvPr id="0" name=""/>
        <dsp:cNvSpPr/>
      </dsp:nvSpPr>
      <dsp:spPr>
        <a:xfrm>
          <a:off x="1441474" y="2632943"/>
          <a:ext cx="2620863" cy="1572517"/>
        </a:xfrm>
        <a:prstGeom prst="rect">
          <a:avLst/>
        </a:prstGeom>
        <a:solidFill>
          <a:srgbClr val="2A3442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system </a:t>
          </a:r>
          <a:endParaRPr lang="en-US" sz="3100" kern="1200" dirty="0"/>
        </a:p>
      </dsp:txBody>
      <dsp:txXfrm>
        <a:off x="1441474" y="2632943"/>
        <a:ext cx="2620863" cy="1572517"/>
      </dsp:txXfrm>
    </dsp:sp>
    <dsp:sp modelId="{B5D225FE-AF21-40A7-ACDE-8546DB2C159D}">
      <dsp:nvSpPr>
        <dsp:cNvPr id="0" name=""/>
        <dsp:cNvSpPr/>
      </dsp:nvSpPr>
      <dsp:spPr>
        <a:xfrm>
          <a:off x="4384389" y="2632943"/>
          <a:ext cx="2620863" cy="1572517"/>
        </a:xfrm>
        <a:prstGeom prst="rect">
          <a:avLst/>
        </a:prstGeom>
        <a:solidFill>
          <a:srgbClr val="2A3442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application logs</a:t>
          </a:r>
          <a:endParaRPr lang="en-IN" sz="3100" kern="1200" dirty="0"/>
        </a:p>
      </dsp:txBody>
      <dsp:txXfrm>
        <a:off x="4384389" y="2632943"/>
        <a:ext cx="2620863" cy="157251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41C41D-29B0-4005-81EE-4F81C2A346BA}">
      <dsp:nvSpPr>
        <dsp:cNvPr id="0" name=""/>
        <dsp:cNvSpPr/>
      </dsp:nvSpPr>
      <dsp:spPr>
        <a:xfrm>
          <a:off x="0" y="38060"/>
          <a:ext cx="5433074" cy="110448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latin typeface="Bahnschrift" panose="020B0502040204020203" pitchFamily="34" charset="0"/>
            </a:rPr>
            <a:t>Data from satellites, </a:t>
          </a:r>
          <a:endParaRPr lang="en-US" sz="2800" kern="1200" dirty="0">
            <a:latin typeface="Bahnschrift" panose="020B0502040204020203" pitchFamily="34" charset="0"/>
          </a:endParaRPr>
        </a:p>
      </dsp:txBody>
      <dsp:txXfrm>
        <a:off x="53916" y="91976"/>
        <a:ext cx="5325242" cy="996648"/>
      </dsp:txXfrm>
    </dsp:sp>
    <dsp:sp modelId="{D447D219-E7C6-4210-A9BC-643437D13489}">
      <dsp:nvSpPr>
        <dsp:cNvPr id="0" name=""/>
        <dsp:cNvSpPr/>
      </dsp:nvSpPr>
      <dsp:spPr>
        <a:xfrm>
          <a:off x="0" y="1312460"/>
          <a:ext cx="5433074" cy="110448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latin typeface="Bahnschrift" panose="020B0502040204020203" pitchFamily="34" charset="0"/>
            </a:rPr>
            <a:t>GPS tracking, </a:t>
          </a:r>
          <a:endParaRPr lang="en-US" sz="2800" kern="1200" dirty="0">
            <a:latin typeface="Bahnschrift" panose="020B0502040204020203" pitchFamily="34" charset="0"/>
          </a:endParaRPr>
        </a:p>
      </dsp:txBody>
      <dsp:txXfrm>
        <a:off x="53916" y="1366376"/>
        <a:ext cx="5325242" cy="996648"/>
      </dsp:txXfrm>
    </dsp:sp>
    <dsp:sp modelId="{69BBE4EE-5B3F-42D7-9F0F-263DA466D6F8}">
      <dsp:nvSpPr>
        <dsp:cNvPr id="0" name=""/>
        <dsp:cNvSpPr/>
      </dsp:nvSpPr>
      <dsp:spPr>
        <a:xfrm>
          <a:off x="0" y="2586860"/>
          <a:ext cx="5433074" cy="110448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Bahnschrift" panose="020B0502040204020203" pitchFamily="34" charset="0"/>
            </a:rPr>
            <a:t>Smart devices </a:t>
          </a:r>
        </a:p>
      </dsp:txBody>
      <dsp:txXfrm>
        <a:off x="53916" y="2640776"/>
        <a:ext cx="5325242" cy="996648"/>
      </dsp:txXfrm>
    </dsp:sp>
    <dsp:sp modelId="{DA1DF913-FBFE-4078-93CB-535CA13F07FB}">
      <dsp:nvSpPr>
        <dsp:cNvPr id="0" name=""/>
        <dsp:cNvSpPr/>
      </dsp:nvSpPr>
      <dsp:spPr>
        <a:xfrm>
          <a:off x="0" y="3861259"/>
          <a:ext cx="5433074" cy="1104480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Bahnschrift" panose="020B0502040204020203" pitchFamily="34" charset="0"/>
            </a:rPr>
            <a:t>Network traffic sensors</a:t>
          </a:r>
          <a:endParaRPr lang="en-IN" sz="2800" kern="1200" dirty="0">
            <a:latin typeface="Bahnschrift" panose="020B0502040204020203" pitchFamily="34" charset="0"/>
          </a:endParaRPr>
        </a:p>
      </dsp:txBody>
      <dsp:txXfrm>
        <a:off x="53916" y="3915175"/>
        <a:ext cx="5325242" cy="99664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59CD94-E5A8-4886-A6E2-1185C50A1EC1}">
      <dsp:nvSpPr>
        <dsp:cNvPr id="0" name=""/>
        <dsp:cNvSpPr/>
      </dsp:nvSpPr>
      <dsp:spPr>
        <a:xfrm>
          <a:off x="0" y="451161"/>
          <a:ext cx="7981179" cy="705600"/>
        </a:xfrm>
        <a:prstGeom prst="rect">
          <a:avLst/>
        </a:prstGeom>
        <a:solidFill>
          <a:srgbClr val="E4E7E9"/>
        </a:solidFill>
        <a:ln w="12700" cap="flat" cmpd="sng" algn="ctr">
          <a:solidFill>
            <a:schemeClr val="bg2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4A8B9A-41A7-4C0F-A9CA-46BD80B7E2F9}">
      <dsp:nvSpPr>
        <dsp:cNvPr id="0" name=""/>
        <dsp:cNvSpPr/>
      </dsp:nvSpPr>
      <dsp:spPr>
        <a:xfrm>
          <a:off x="399058" y="37881"/>
          <a:ext cx="5586825" cy="826560"/>
        </a:xfrm>
        <a:prstGeom prst="roundRect">
          <a:avLst/>
        </a:prstGeom>
        <a:solidFill>
          <a:srgbClr val="44525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1169" tIns="0" rIns="211169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/>
            <a:t>IBM InfoSphere BigInsights™</a:t>
          </a:r>
        </a:p>
      </dsp:txBody>
      <dsp:txXfrm>
        <a:off x="439407" y="78230"/>
        <a:ext cx="5506127" cy="745862"/>
      </dsp:txXfrm>
    </dsp:sp>
    <dsp:sp modelId="{8D813F60-08F2-4463-BE0B-129510515EE7}">
      <dsp:nvSpPr>
        <dsp:cNvPr id="0" name=""/>
        <dsp:cNvSpPr/>
      </dsp:nvSpPr>
      <dsp:spPr>
        <a:xfrm>
          <a:off x="0" y="1721242"/>
          <a:ext cx="7981179" cy="705600"/>
        </a:xfrm>
        <a:prstGeom prst="rect">
          <a:avLst/>
        </a:prstGeom>
        <a:solidFill>
          <a:srgbClr val="E4E7E9"/>
        </a:solidFill>
        <a:ln w="12700" cap="flat" cmpd="sng" algn="ctr">
          <a:solidFill>
            <a:schemeClr val="bg2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DC3CE9-25B1-4DC3-8FF9-ED849BB2E7D6}">
      <dsp:nvSpPr>
        <dsp:cNvPr id="0" name=""/>
        <dsp:cNvSpPr/>
      </dsp:nvSpPr>
      <dsp:spPr>
        <a:xfrm>
          <a:off x="399058" y="1307962"/>
          <a:ext cx="5586825" cy="826560"/>
        </a:xfrm>
        <a:prstGeom prst="roundRect">
          <a:avLst/>
        </a:prstGeom>
        <a:solidFill>
          <a:srgbClr val="44525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1169" tIns="0" rIns="211169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/>
            <a:t>IBM InfoSphere Data Explorer</a:t>
          </a:r>
        </a:p>
      </dsp:txBody>
      <dsp:txXfrm>
        <a:off x="439407" y="1348311"/>
        <a:ext cx="5506127" cy="745862"/>
      </dsp:txXfrm>
    </dsp:sp>
    <dsp:sp modelId="{F0A388B2-D92B-4418-9BD7-587E42B86FC3}">
      <dsp:nvSpPr>
        <dsp:cNvPr id="0" name=""/>
        <dsp:cNvSpPr/>
      </dsp:nvSpPr>
      <dsp:spPr>
        <a:xfrm>
          <a:off x="0" y="2991322"/>
          <a:ext cx="7981179" cy="705600"/>
        </a:xfrm>
        <a:prstGeom prst="rect">
          <a:avLst/>
        </a:prstGeom>
        <a:solidFill>
          <a:srgbClr val="E4E7E9"/>
        </a:solidFill>
        <a:ln w="12700" cap="flat" cmpd="sng" algn="ctr">
          <a:solidFill>
            <a:schemeClr val="bg2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0D320B-85FC-41D8-899D-ECF801B92ADA}">
      <dsp:nvSpPr>
        <dsp:cNvPr id="0" name=""/>
        <dsp:cNvSpPr/>
      </dsp:nvSpPr>
      <dsp:spPr>
        <a:xfrm>
          <a:off x="399058" y="2578042"/>
          <a:ext cx="5586825" cy="826560"/>
        </a:xfrm>
        <a:prstGeom prst="roundRect">
          <a:avLst/>
        </a:prstGeom>
        <a:solidFill>
          <a:srgbClr val="44525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1169" tIns="0" rIns="211169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/>
            <a:t>IBM InfoSphere DataStage</a:t>
          </a:r>
        </a:p>
      </dsp:txBody>
      <dsp:txXfrm>
        <a:off x="439407" y="2618391"/>
        <a:ext cx="5506127" cy="745862"/>
      </dsp:txXfrm>
    </dsp:sp>
    <dsp:sp modelId="{06B44F38-4DD9-4364-82D9-75799C1031E4}">
      <dsp:nvSpPr>
        <dsp:cNvPr id="0" name=""/>
        <dsp:cNvSpPr/>
      </dsp:nvSpPr>
      <dsp:spPr>
        <a:xfrm>
          <a:off x="0" y="4261402"/>
          <a:ext cx="7981179" cy="705600"/>
        </a:xfrm>
        <a:prstGeom prst="rect">
          <a:avLst/>
        </a:prstGeom>
        <a:solidFill>
          <a:srgbClr val="E4E7E9"/>
        </a:solidFill>
        <a:ln w="12700" cap="flat" cmpd="sng" algn="ctr">
          <a:solidFill>
            <a:schemeClr val="bg2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BE796E-6C84-4332-9EA6-D973213F100F}">
      <dsp:nvSpPr>
        <dsp:cNvPr id="0" name=""/>
        <dsp:cNvSpPr/>
      </dsp:nvSpPr>
      <dsp:spPr>
        <a:xfrm>
          <a:off x="399058" y="3848122"/>
          <a:ext cx="5586825" cy="826560"/>
        </a:xfrm>
        <a:prstGeom prst="roundRect">
          <a:avLst/>
        </a:prstGeom>
        <a:solidFill>
          <a:srgbClr val="44525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1169" tIns="0" rIns="211169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kern="1200"/>
            <a:t>Support for XML </a:t>
          </a:r>
        </a:p>
      </dsp:txBody>
      <dsp:txXfrm>
        <a:off x="439407" y="3888471"/>
        <a:ext cx="5506127" cy="74586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C10754-97B0-47E9-A41C-19C6425DE159}">
      <dsp:nvSpPr>
        <dsp:cNvPr id="0" name=""/>
        <dsp:cNvSpPr/>
      </dsp:nvSpPr>
      <dsp:spPr>
        <a:xfrm>
          <a:off x="0" y="38602"/>
          <a:ext cx="5013127" cy="1104480"/>
        </a:xfrm>
        <a:prstGeom prst="roundRect">
          <a:avLst/>
        </a:prstGeom>
        <a:solidFill>
          <a:srgbClr val="44525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>
              <a:latin typeface="Bahnschrift" panose="020B0502040204020203" pitchFamily="34" charset="0"/>
            </a:rPr>
            <a:t>Complex Event Processing (CEP)</a:t>
          </a:r>
        </a:p>
      </dsp:txBody>
      <dsp:txXfrm>
        <a:off x="53916" y="92518"/>
        <a:ext cx="4905295" cy="996648"/>
      </dsp:txXfrm>
    </dsp:sp>
    <dsp:sp modelId="{3E5A58BA-0FEF-46DD-96BB-5667B44A88F5}">
      <dsp:nvSpPr>
        <dsp:cNvPr id="0" name=""/>
        <dsp:cNvSpPr/>
      </dsp:nvSpPr>
      <dsp:spPr>
        <a:xfrm>
          <a:off x="0" y="1313002"/>
          <a:ext cx="5013127" cy="1104480"/>
        </a:xfrm>
        <a:prstGeom prst="roundRect">
          <a:avLst/>
        </a:prstGeom>
        <a:solidFill>
          <a:srgbClr val="44525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>
              <a:latin typeface="Bahnschrift" panose="020B0502040204020203" pitchFamily="34" charset="0"/>
            </a:rPr>
            <a:t>InfoSphere Data Explorer</a:t>
          </a:r>
        </a:p>
      </dsp:txBody>
      <dsp:txXfrm>
        <a:off x="53916" y="1366918"/>
        <a:ext cx="4905295" cy="996648"/>
      </dsp:txXfrm>
    </dsp:sp>
    <dsp:sp modelId="{0E253C22-4649-4DA1-8156-DB7FFA83239A}">
      <dsp:nvSpPr>
        <dsp:cNvPr id="0" name=""/>
        <dsp:cNvSpPr/>
      </dsp:nvSpPr>
      <dsp:spPr>
        <a:xfrm>
          <a:off x="0" y="2587402"/>
          <a:ext cx="5013127" cy="1104480"/>
        </a:xfrm>
        <a:prstGeom prst="roundRect">
          <a:avLst/>
        </a:prstGeom>
        <a:solidFill>
          <a:srgbClr val="44525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>
              <a:latin typeface="Bahnschrift" panose="020B0502040204020203" pitchFamily="34" charset="0"/>
            </a:rPr>
            <a:t>InfoSphere DataStage</a:t>
          </a:r>
        </a:p>
      </dsp:txBody>
      <dsp:txXfrm>
        <a:off x="53916" y="2641318"/>
        <a:ext cx="4905295" cy="996648"/>
      </dsp:txXfrm>
    </dsp:sp>
    <dsp:sp modelId="{0F7AF5EB-7E38-455A-8E7C-498C9D7C0BAE}">
      <dsp:nvSpPr>
        <dsp:cNvPr id="0" name=""/>
        <dsp:cNvSpPr/>
      </dsp:nvSpPr>
      <dsp:spPr>
        <a:xfrm>
          <a:off x="0" y="3861802"/>
          <a:ext cx="5013127" cy="1104480"/>
        </a:xfrm>
        <a:prstGeom prst="roundRect">
          <a:avLst/>
        </a:prstGeom>
        <a:solidFill>
          <a:srgbClr val="44525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>
              <a:latin typeface="Bahnschrift" panose="020B0502040204020203" pitchFamily="34" charset="0"/>
            </a:rPr>
            <a:t>IBM SPSS</a:t>
          </a:r>
        </a:p>
      </dsp:txBody>
      <dsp:txXfrm>
        <a:off x="53916" y="3915718"/>
        <a:ext cx="4905295" cy="9966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22CA918-4CC9-454A-A0CC-18E4AB1471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B17E60-0D58-4E11-A0B3-7C89A95212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1E31DF-E085-4560-B70C-2BE0282116AF}" type="datetimeFigureOut">
              <a:rPr lang="en-US" smtClean="0"/>
              <a:t>9/18/2021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826CD9-44E6-4934-88CC-7B6414A4080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126C7B-3E85-4BB4-8FD9-8DF00D10313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2DE278-E6FC-4BDC-BC08-49EFF8121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9040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765F07-E125-4131-B579-76C6C6CD54ED}" type="datetimeFigureOut">
              <a:rPr lang="en-IN" smtClean="0"/>
              <a:t>18-09-2021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2C4CA6-976E-484B-956C-0FAF7C2B66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7089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 ?><Relationships xmlns="http://schemas.openxmlformats.org/package/2006/relationships"><Relationship Id="rId3" Target="../media/image2.jpeg" Type="http://schemas.openxmlformats.org/officeDocument/2006/relationships/image"/><Relationship Id="rId2" Target="../media/image1.jpeg" Type="http://schemas.openxmlformats.org/officeDocument/2006/relationships/image"/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FB821A54-EBB6-44D6-B654-A7206FCE625D}"/>
              </a:ext>
            </a:extLst>
          </p:cNvPr>
          <p:cNvSpPr/>
          <p:nvPr userDrawn="1"/>
        </p:nvSpPr>
        <p:spPr>
          <a:xfrm>
            <a:off x="51361" y="222575"/>
            <a:ext cx="4711139" cy="712652"/>
          </a:xfrm>
          <a:prstGeom prst="roundRect">
            <a:avLst>
              <a:gd fmla="val 10415" name="adj"/>
            </a:avLst>
          </a:prstGeom>
          <a:solidFill>
            <a:srgbClr val="44525B"/>
          </a:solidFill>
          <a:ln>
            <a:solidFill>
              <a:srgbClr val="44525A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  <a:scene3d>
            <a:camera prst="orthographicFront"/>
            <a:lightRig dir="t" rig="threeP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lvl="0"/>
            <a:r>
              <a:rPr baseline="0" cap="small" dirty="0" lang="en-US" sz="3200" u="none">
                <a:solidFill>
                  <a:schemeClr val="bg1"/>
                </a:solidFill>
                <a:latin charset="0" panose="020B0502040204020203" pitchFamily="34" typeface="Bahnschrift SemiBold"/>
              </a:rPr>
              <a:t>Introduction to Big Data</a:t>
            </a:r>
          </a:p>
        </p:txBody>
      </p:sp>
      <p:grpSp>
        <p:nvGrpSpPr>
          <p:cNvPr hidden="1" id="18" name="Group 45">
            <a:extLst>
              <a:ext uri="{FF2B5EF4-FFF2-40B4-BE49-F238E27FC236}">
                <a16:creationId xmlns:a16="http://schemas.microsoft.com/office/drawing/2014/main" id="{850EC89B-90C3-44BB-9D08-4AA2F18B7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62810" y="545"/>
            <a:ext cx="656040" cy="6857455"/>
            <a:chOff x="5632355" y="0"/>
            <a:chExt cx="874719" cy="6857455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E7AE735-969F-4B48-90BB-9C0B68FF3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5" y="2991370"/>
              <a:ext cx="6857455" cy="874715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8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47">
              <a:extLst>
                <a:ext uri="{FF2B5EF4-FFF2-40B4-BE49-F238E27FC236}">
                  <a16:creationId xmlns:a16="http://schemas.microsoft.com/office/drawing/2014/main" id="{1E3EFCBE-34EF-4B4E-BB43-0CC49CCDD1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8" y="2991370"/>
              <a:ext cx="6857455" cy="874716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7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algn="tl" flip="none" sx="100000" sy="100000" tx="0" ty="0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98" name="Picture 97">
            <a:extLst>
              <a:ext uri="{FF2B5EF4-FFF2-40B4-BE49-F238E27FC236}">
                <a16:creationId xmlns:a16="http://schemas.microsoft.com/office/drawing/2014/main" id="{178902E1-D29E-4408-BD1A-7961DCC69A4E}"/>
              </a:ext>
            </a:extLst>
          </p:cNvPr>
          <p:cNvPicPr>
            <a:picLocks noChangeArrowheads="1"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57" r="80"/>
          <a:stretch/>
        </p:blipFill>
        <p:spPr bwMode="auto">
          <a:xfrm>
            <a:off x="-9948" y="3838"/>
            <a:ext cx="9153948" cy="6850324"/>
          </a:xfrm>
          <a:custGeom>
            <a:avLst/>
            <a:gdLst>
              <a:gd fmla="*/ 5282861 w 9153948" name="connsiteX0"/>
              <a:gd fmla="*/ 0 h 6850324" name="connsiteY0"/>
              <a:gd fmla="*/ 9153948 w 9153948" name="connsiteX1"/>
              <a:gd fmla="*/ 0 h 6850324" name="connsiteY1"/>
              <a:gd fmla="*/ 9153948 w 9153948" name="connsiteX2"/>
              <a:gd fmla="*/ 3977971 h 6850324" name="connsiteY2"/>
              <a:gd fmla="*/ 9004662 w 9153948" name="connsiteX3"/>
              <a:gd fmla="*/ 4052945 h 6850324" name="connsiteY3"/>
              <a:gd fmla="*/ 6158650 w 9153948" name="connsiteX4"/>
              <a:gd fmla="*/ 6710840 h 6850324" name="connsiteY4"/>
              <a:gd fmla="*/ 6089071 w 9153948" name="connsiteX5"/>
              <a:gd fmla="*/ 6850324 h 6850324" name="connsiteY5"/>
              <a:gd fmla="*/ 0 w 9153948" name="connsiteX6"/>
              <a:gd fmla="*/ 6850324 h 6850324" name="connsiteY6"/>
              <a:gd fmla="*/ 0 w 9153948" name="connsiteX7"/>
              <a:gd fmla="*/ 4281319 h 6850324" name="connsiteY7"/>
              <a:gd fmla="*/ 169673 w 9153948" name="connsiteX8"/>
              <a:gd fmla="*/ 4239758 h 6850324" name="connsiteY8"/>
              <a:gd fmla="*/ 1253697 w 9153948" name="connsiteX9"/>
              <a:gd fmla="*/ 3877347 h 6850324" name="connsiteY9"/>
              <a:gd fmla="*/ 5263701 w 9153948" name="connsiteX10"/>
              <a:gd fmla="*/ 75693 h 6850324" name="connsiteY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b="b" l="l" r="r" t="t"/>
            <a:pathLst>
              <a:path h="6850324" w="9153948">
                <a:moveTo>
                  <a:pt x="5282861" y="0"/>
                </a:moveTo>
                <a:lnTo>
                  <a:pt x="9153948" y="0"/>
                </a:lnTo>
                <a:lnTo>
                  <a:pt x="9153948" y="3977971"/>
                </a:lnTo>
                <a:lnTo>
                  <a:pt x="9004662" y="4052945"/>
                </a:lnTo>
                <a:cubicBezTo>
                  <a:pt x="7703988" y="4749593"/>
                  <a:pt x="6701910" y="5709432"/>
                  <a:pt x="6158650" y="6710840"/>
                </a:cubicBezTo>
                <a:lnTo>
                  <a:pt x="6089071" y="6850324"/>
                </a:lnTo>
                <a:lnTo>
                  <a:pt x="0" y="6850324"/>
                </a:lnTo>
                <a:lnTo>
                  <a:pt x="0" y="4281319"/>
                </a:lnTo>
                <a:lnTo>
                  <a:pt x="169673" y="4239758"/>
                </a:lnTo>
                <a:cubicBezTo>
                  <a:pt x="528296" y="4145614"/>
                  <a:pt x="891090" y="4025089"/>
                  <a:pt x="1253697" y="3877347"/>
                </a:cubicBezTo>
                <a:cubicBezTo>
                  <a:pt x="3316023" y="3037055"/>
                  <a:pt x="4817044" y="1542499"/>
                  <a:pt x="5263701" y="75693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7" name="Freeform: Shape 96">
            <a:extLst>
              <a:ext uri="{FF2B5EF4-FFF2-40B4-BE49-F238E27FC236}">
                <a16:creationId xmlns:a16="http://schemas.microsoft.com/office/drawing/2014/main" id="{8B6C1D65-4ABB-4690-93DF-7DFB2A98622A}"/>
              </a:ext>
            </a:extLst>
          </p:cNvPr>
          <p:cNvSpPr/>
          <p:nvPr userDrawn="1"/>
        </p:nvSpPr>
        <p:spPr>
          <a:xfrm>
            <a:off x="-9948" y="3838"/>
            <a:ext cx="9153948" cy="6850324"/>
          </a:xfrm>
          <a:custGeom>
            <a:avLst/>
            <a:gdLst>
              <a:gd fmla="*/ 5282862 w 9153948" name="connsiteX0"/>
              <a:gd fmla="*/ 0 h 6850324" name="connsiteY0"/>
              <a:gd fmla="*/ 9153948 w 9153948" name="connsiteX1"/>
              <a:gd fmla="*/ 0 h 6850324" name="connsiteY1"/>
              <a:gd fmla="*/ 9153948 w 9153948" name="connsiteX2"/>
              <a:gd fmla="*/ 3977971 h 6850324" name="connsiteY2"/>
              <a:gd fmla="*/ 9004662 w 9153948" name="connsiteX3"/>
              <a:gd fmla="*/ 4052945 h 6850324" name="connsiteY3"/>
              <a:gd fmla="*/ 6158650 w 9153948" name="connsiteX4"/>
              <a:gd fmla="*/ 6710840 h 6850324" name="connsiteY4"/>
              <a:gd fmla="*/ 6089071 w 9153948" name="connsiteX5"/>
              <a:gd fmla="*/ 6850324 h 6850324" name="connsiteY5"/>
              <a:gd fmla="*/ 0 w 9153948" name="connsiteX6"/>
              <a:gd fmla="*/ 6850324 h 6850324" name="connsiteY6"/>
              <a:gd fmla="*/ 0 w 9153948" name="connsiteX7"/>
              <a:gd fmla="*/ 4281319 h 6850324" name="connsiteY7"/>
              <a:gd fmla="*/ 169673 w 9153948" name="connsiteX8"/>
              <a:gd fmla="*/ 4239758 h 6850324" name="connsiteY8"/>
              <a:gd fmla="*/ 1253697 w 9153948" name="connsiteX9"/>
              <a:gd fmla="*/ 3877347 h 6850324" name="connsiteY9"/>
              <a:gd fmla="*/ 5263701 w 9153948" name="connsiteX10"/>
              <a:gd fmla="*/ 75694 h 6850324" name="connsiteY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b="b" l="l" r="r" t="t"/>
            <a:pathLst>
              <a:path h="6850324" w="9153948">
                <a:moveTo>
                  <a:pt x="5282862" y="0"/>
                </a:moveTo>
                <a:lnTo>
                  <a:pt x="9153948" y="0"/>
                </a:lnTo>
                <a:lnTo>
                  <a:pt x="9153948" y="3977971"/>
                </a:lnTo>
                <a:lnTo>
                  <a:pt x="9004662" y="4052945"/>
                </a:lnTo>
                <a:cubicBezTo>
                  <a:pt x="7703988" y="4749593"/>
                  <a:pt x="6701910" y="5709433"/>
                  <a:pt x="6158650" y="6710840"/>
                </a:cubicBezTo>
                <a:lnTo>
                  <a:pt x="6089071" y="6850324"/>
                </a:lnTo>
                <a:lnTo>
                  <a:pt x="0" y="6850324"/>
                </a:lnTo>
                <a:lnTo>
                  <a:pt x="0" y="4281319"/>
                </a:lnTo>
                <a:lnTo>
                  <a:pt x="169673" y="4239758"/>
                </a:lnTo>
                <a:cubicBezTo>
                  <a:pt x="528296" y="4145614"/>
                  <a:pt x="891090" y="4025089"/>
                  <a:pt x="1253697" y="3877347"/>
                </a:cubicBezTo>
                <a:cubicBezTo>
                  <a:pt x="3316023" y="3037055"/>
                  <a:pt x="4817044" y="1542499"/>
                  <a:pt x="5263701" y="75694"/>
                </a:cubicBezTo>
                <a:close/>
              </a:path>
            </a:pathLst>
          </a:custGeom>
          <a:solidFill>
            <a:schemeClr val="bg1">
              <a:lumMod val="50000"/>
              <a:alpha val="50000"/>
            </a:schemeClr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75" name="Freeform: Shape 74">
            <a:extLst>
              <a:ext uri="{FF2B5EF4-FFF2-40B4-BE49-F238E27FC236}">
                <a16:creationId xmlns:a16="http://schemas.microsoft.com/office/drawing/2014/main" id="{3D86ACB6-5BFD-4C67-B168-1E477676C765}"/>
              </a:ext>
            </a:extLst>
          </p:cNvPr>
          <p:cNvSpPr/>
          <p:nvPr userDrawn="1"/>
        </p:nvSpPr>
        <p:spPr>
          <a:xfrm>
            <a:off x="-133350" y="-751246"/>
            <a:ext cx="11106409" cy="4858109"/>
          </a:xfrm>
          <a:custGeom>
            <a:avLst/>
            <a:gdLst>
              <a:gd fmla="*/ 3909888 w 9144000" name="connsiteX0"/>
              <a:gd fmla="*/ 1376794 h 3809635" name="connsiteY0"/>
              <a:gd fmla="*/ 3815327 w 9144000" name="connsiteX1"/>
              <a:gd fmla="*/ 1514144 h 3809635" name="connsiteY1"/>
              <a:gd fmla="*/ 1032179 w 9144000" name="connsiteX2"/>
              <a:gd fmla="*/ 3516551 h 3809635" name="connsiteY2"/>
              <a:gd fmla="*/ 139693 w 9144000" name="connsiteX3"/>
              <a:gd fmla="*/ 3800747 h 3809635" name="connsiteY3"/>
              <a:gd fmla="*/ 101598 w 9144000" name="connsiteX4"/>
              <a:gd fmla="*/ 3809635 h 3809635" name="connsiteY4"/>
              <a:gd fmla="*/ 101598 w 9144000" name="connsiteX5"/>
              <a:gd fmla="*/ 3477088 h 3809635" name="connsiteY5"/>
              <a:gd fmla="*/ 181491 w 9144000" name="connsiteX6"/>
              <a:gd fmla="*/ 3460712 h 3809635" name="connsiteY6"/>
              <a:gd fmla="*/ 897358 w 9144000" name="connsiteX7"/>
              <a:gd fmla="*/ 3266910 h 3809635" name="connsiteY7"/>
              <a:gd fmla="*/ 3800595 w 9144000" name="connsiteX8"/>
              <a:gd fmla="*/ 1503680 h 3809635" name="connsiteY8"/>
              <a:gd fmla="*/ 4639132 w 9144000" name="connsiteX9"/>
              <a:gd fmla="*/ 0 h 3809635" name="connsiteY9"/>
              <a:gd fmla="*/ 9144000 w 9144000" name="connsiteX10"/>
              <a:gd fmla="*/ 0 h 3809635" name="connsiteY10"/>
              <a:gd fmla="*/ 9144000 w 9144000" name="connsiteX11"/>
              <a:gd fmla="*/ 545 h 3809635" name="connsiteY11"/>
              <a:gd fmla="*/ 4639015 w 9144000" name="connsiteX12"/>
              <a:gd fmla="*/ 545 h 3809635" name="connsiteY12"/>
              <a:gd fmla="*/ 0 w 9144000" name="connsiteX13"/>
              <a:gd fmla="*/ 0 h 3809635" name="connsiteY13"/>
              <a:gd fmla="*/ 2434 w 9144000" name="connsiteX14"/>
              <a:gd fmla="*/ 0 h 3809635" name="connsiteY14"/>
              <a:gd fmla="*/ 2434 w 9144000" name="connsiteX15"/>
              <a:gd fmla="*/ 116112 h 3809635" name="connsiteY15"/>
              <a:gd fmla="*/ 0 w 9144000" name="connsiteX16"/>
              <a:gd fmla="*/ 116112 h 3809635" name="connsiteY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b="b" l="l" r="r" t="t"/>
            <a:pathLst>
              <a:path h="3809635" w="9144000">
                <a:moveTo>
                  <a:pt x="3909888" y="1376794"/>
                </a:moveTo>
                <a:lnTo>
                  <a:pt x="3815327" y="1514144"/>
                </a:lnTo>
                <a:cubicBezTo>
                  <a:pt x="3222015" y="2313441"/>
                  <a:pt x="2244987" y="3045879"/>
                  <a:pt x="1032179" y="3516551"/>
                </a:cubicBezTo>
                <a:cubicBezTo>
                  <a:pt x="733642" y="3632408"/>
                  <a:pt x="434950" y="3726921"/>
                  <a:pt x="139693" y="3800747"/>
                </a:cubicBezTo>
                <a:lnTo>
                  <a:pt x="101598" y="3809635"/>
                </a:lnTo>
                <a:lnTo>
                  <a:pt x="101598" y="3477088"/>
                </a:lnTo>
                <a:lnTo>
                  <a:pt x="181491" y="3460712"/>
                </a:lnTo>
                <a:cubicBezTo>
                  <a:pt x="418466" y="3408295"/>
                  <a:pt x="657613" y="3343819"/>
                  <a:pt x="897358" y="3266910"/>
                </a:cubicBezTo>
                <a:cubicBezTo>
                  <a:pt x="2114817" y="2876352"/>
                  <a:pt x="3128242" y="2235559"/>
                  <a:pt x="3800595" y="1503680"/>
                </a:cubicBezTo>
                <a:close/>
                <a:moveTo>
                  <a:pt x="4639132" y="0"/>
                </a:moveTo>
                <a:lnTo>
                  <a:pt x="9144000" y="0"/>
                </a:lnTo>
                <a:lnTo>
                  <a:pt x="9144000" y="545"/>
                </a:lnTo>
                <a:lnTo>
                  <a:pt x="4639015" y="545"/>
                </a:lnTo>
                <a:close/>
                <a:moveTo>
                  <a:pt x="0" y="0"/>
                </a:moveTo>
                <a:lnTo>
                  <a:pt x="2434" y="0"/>
                </a:lnTo>
                <a:lnTo>
                  <a:pt x="2434" y="116112"/>
                </a:lnTo>
                <a:lnTo>
                  <a:pt x="0" y="116112"/>
                </a:lnTo>
                <a:close/>
              </a:path>
            </a:pathLst>
          </a:custGeom>
          <a:solidFill>
            <a:srgbClr val="44525B"/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B33DEB17-D024-478D-B70D-E045AB878E9A}"/>
              </a:ext>
            </a:extLst>
          </p:cNvPr>
          <p:cNvSpPr/>
          <p:nvPr userDrawn="1"/>
        </p:nvSpPr>
        <p:spPr>
          <a:xfrm rot="10800000">
            <a:off x="99294" y="4154791"/>
            <a:ext cx="11106409" cy="4102154"/>
          </a:xfrm>
          <a:custGeom>
            <a:avLst/>
            <a:gdLst>
              <a:gd fmla="*/ 11106409 w 11106409" name="connsiteX0"/>
              <a:gd fmla="*/ 695 h 4102154" name="connsiteY0"/>
              <a:gd fmla="*/ 5634601 w 11106409" name="connsiteX1"/>
              <a:gd fmla="*/ 695 h 4102154" name="connsiteY1"/>
              <a:gd fmla="*/ 5634744 w 11106409" name="connsiteX2"/>
              <a:gd fmla="*/ 0 h 4102154" name="connsiteY2"/>
              <a:gd fmla="*/ 11106409 w 11106409" name="connsiteX3"/>
              <a:gd fmla="*/ 0 h 4102154" name="connsiteY3"/>
              <a:gd fmla="*/ 2956 w 11106409" name="connsiteX4"/>
              <a:gd fmla="*/ 148068 h 4102154" name="connsiteY4"/>
              <a:gd fmla="*/ 0 w 11106409" name="connsiteX5"/>
              <a:gd fmla="*/ 148068 h 4102154" name="connsiteY5"/>
              <a:gd fmla="*/ 0 w 11106409" name="connsiteX6"/>
              <a:gd fmla="*/ 0 h 4102154" name="connsiteY6"/>
              <a:gd fmla="*/ 2956 w 11106409" name="connsiteX7"/>
              <a:gd fmla="*/ 0 h 4102154" name="connsiteY7"/>
              <a:gd fmla="*/ 2061703 w 11106409" name="connsiteX8"/>
              <a:gd fmla="*/ 4102154 h 4102154" name="connsiteY8"/>
              <a:gd fmla="*/ 2061703 w 11106409" name="connsiteX9"/>
              <a:gd fmla="*/ 3774848 h 4102154" name="connsiteY9"/>
              <a:gd fmla="*/ 2149929 w 11106409" name="connsiteX10"/>
              <a:gd fmla="*/ 3735822 h 4102154" name="connsiteY10"/>
              <a:gd fmla="*/ 4616246 w 11106409" name="connsiteX11"/>
              <a:gd fmla="*/ 1917518 h 4102154" name="connsiteY11"/>
              <a:gd fmla="*/ 4748995 w 11106409" name="connsiteX12"/>
              <a:gd fmla="*/ 1755710 h 4102154" name="connsiteY12"/>
              <a:gd fmla="*/ 4634140 w 11106409" name="connsiteX13"/>
              <a:gd fmla="*/ 1930861 h 4102154" name="connsiteY13"/>
              <a:gd fmla="*/ 2302010 w 11106409" name="connsiteX14"/>
              <a:gd fmla="*/ 3975502 h 4102154" name="connsiteY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b="b" l="l" r="r" t="t"/>
            <a:pathLst>
              <a:path h="4102154" w="11106409">
                <a:moveTo>
                  <a:pt x="11106409" y="695"/>
                </a:moveTo>
                <a:lnTo>
                  <a:pt x="5634601" y="695"/>
                </a:lnTo>
                <a:lnTo>
                  <a:pt x="5634744" y="0"/>
                </a:lnTo>
                <a:lnTo>
                  <a:pt x="11106409" y="0"/>
                </a:lnTo>
                <a:close/>
                <a:moveTo>
                  <a:pt x="2956" y="148068"/>
                </a:moveTo>
                <a:lnTo>
                  <a:pt x="0" y="148068"/>
                </a:lnTo>
                <a:lnTo>
                  <a:pt x="0" y="0"/>
                </a:lnTo>
                <a:lnTo>
                  <a:pt x="2956" y="0"/>
                </a:lnTo>
                <a:close/>
                <a:moveTo>
                  <a:pt x="2061703" y="4102154"/>
                </a:moveTo>
                <a:lnTo>
                  <a:pt x="2061703" y="3774848"/>
                </a:lnTo>
                <a:lnTo>
                  <a:pt x="2149929" y="3735822"/>
                </a:lnTo>
                <a:cubicBezTo>
                  <a:pt x="3158248" y="3252137"/>
                  <a:pt x="4003761" y="2617496"/>
                  <a:pt x="4616246" y="1917518"/>
                </a:cubicBezTo>
                <a:lnTo>
                  <a:pt x="4748995" y="1755710"/>
                </a:lnTo>
                <a:lnTo>
                  <a:pt x="4634140" y="1930861"/>
                </a:lnTo>
                <a:cubicBezTo>
                  <a:pt x="4093657" y="2695319"/>
                  <a:pt x="3291012" y="3411818"/>
                  <a:pt x="2302010" y="3975502"/>
                </a:cubicBezTo>
                <a:close/>
              </a:path>
            </a:pathLst>
          </a:custGeom>
          <a:solidFill>
            <a:srgbClr val="44525B"/>
          </a:solidFill>
          <a:ln>
            <a:noFill/>
          </a:ln>
          <a:effectLst>
            <a:outerShdw algn="ctr" blurRad="63500" rotWithShape="0" sx="102000" sy="10200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dirty="0" lang="en-US"/>
          </a:p>
        </p:txBody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FFE54959-DEE0-47EE-AF9E-5321D7B257EA}"/>
              </a:ext>
            </a:extLst>
          </p:cNvPr>
          <p:cNvSpPr/>
          <p:nvPr userDrawn="1"/>
        </p:nvSpPr>
        <p:spPr>
          <a:xfrm>
            <a:off x="51361" y="1070314"/>
            <a:ext cx="2310839" cy="712652"/>
          </a:xfrm>
          <a:prstGeom prst="roundRect">
            <a:avLst>
              <a:gd fmla="val 7564" name="adj"/>
            </a:avLst>
          </a:prstGeom>
          <a:solidFill>
            <a:srgbClr val="44525B">
              <a:alpha val="4000"/>
            </a:srgbClr>
          </a:solidFill>
          <a:ln>
            <a:solidFill>
              <a:srgbClr val="44525A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  <a:scene3d>
            <a:camera prst="orthographicFront"/>
            <a:lightRig dir="t" rig="threeP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lvl="0"/>
            <a:r>
              <a:rPr baseline="0" cap="small" dirty="0" lang="en-US" sz="4000" u="none">
                <a:solidFill>
                  <a:srgbClr val="44525A"/>
                </a:solidFill>
                <a:latin charset="0" panose="020B0502040204020203" pitchFamily="34" typeface="Bahnschrift SemiBold"/>
              </a:rPr>
              <a:t>ECAP456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618CB88-4007-40A9-B126-AE157A2EA3D6}"/>
              </a:ext>
            </a:extLst>
          </p:cNvPr>
          <p:cNvSpPr txBox="1"/>
          <p:nvPr userDrawn="1"/>
        </p:nvSpPr>
        <p:spPr>
          <a:xfrm>
            <a:off x="6817722" y="5891971"/>
            <a:ext cx="2326278" cy="461665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400">
                <a:latin charset="0" panose="020B0502040204020203" pitchFamily="34" typeface="Bahnschrift SemiBold"/>
              </a:rPr>
              <a:t>Dr. Rajni Bhalla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0CF1EBC-DA85-4E58-B8EC-90839B52F650}"/>
              </a:ext>
            </a:extLst>
          </p:cNvPr>
          <p:cNvSpPr txBox="1"/>
          <p:nvPr userDrawn="1"/>
        </p:nvSpPr>
        <p:spPr>
          <a:xfrm>
            <a:off x="6667805" y="6332318"/>
            <a:ext cx="2518638" cy="400110"/>
          </a:xfrm>
          <a:prstGeom prst="rect">
            <a:avLst/>
          </a:prstGeom>
          <a:noFill/>
        </p:spPr>
        <p:txBody>
          <a:bodyPr rtlCol="0" wrap="none">
            <a:spAutoFit/>
          </a:bodyPr>
          <a:lstStyle/>
          <a:p>
            <a:r>
              <a:rPr dirty="0" lang="en-US" sz="2000">
                <a:latin charset="0" panose="020B0502040204020203" pitchFamily="34" typeface="Bahnschrift SemiBold"/>
              </a:rPr>
              <a:t>Associate Professor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28AA0A77-4443-4511-81DB-6D4919D92960}"/>
              </a:ext>
            </a:extLst>
          </p:cNvPr>
          <p:cNvSpPr/>
          <p:nvPr userDrawn="1"/>
        </p:nvSpPr>
        <p:spPr>
          <a:xfrm>
            <a:off x="6734323" y="6696075"/>
            <a:ext cx="2409677" cy="50253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072235"/>
              </a:gs>
            </a:gsLst>
            <a:path path="circle">
              <a:fillToRect b="50000" l="50000" r="50000" t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EA4B1C0C-45EB-4524-B766-E8F5A3D56091}"/>
              </a:ext>
            </a:extLst>
          </p:cNvPr>
          <p:cNvSpPr/>
          <p:nvPr userDrawn="1"/>
        </p:nvSpPr>
        <p:spPr>
          <a:xfrm>
            <a:off x="6734323" y="6353636"/>
            <a:ext cx="2409677" cy="50253"/>
          </a:xfrm>
          <a:prstGeom prst="rect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072235"/>
              </a:gs>
            </a:gsLst>
            <a:path path="circle">
              <a:fillToRect b="50000" l="50000" r="50000" t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7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959429"/>
          </a:xfrm>
          <a:prstGeom prst="rect">
            <a:avLst/>
          </a:prstGeom>
          <a:gradFill flip="none" rotWithShape="1">
            <a:gsLst>
              <a:gs pos="69000">
                <a:srgbClr val="818A8F"/>
              </a:gs>
              <a:gs pos="0">
                <a:srgbClr val="44525A"/>
              </a:gs>
              <a:gs pos="100000">
                <a:srgbClr val="F4F4F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1639" y="2700396"/>
            <a:ext cx="7525999" cy="3698763"/>
          </a:xfrm>
        </p:spPr>
        <p:txBody>
          <a:bodyPr/>
          <a:lstStyle>
            <a:lvl1pPr>
              <a:lnSpc>
                <a:spcPct val="150000"/>
              </a:lnSpc>
              <a:defRPr sz="2600"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F90CB2-A495-4AF3-BC7C-1B34E1164439}"/>
              </a:ext>
            </a:extLst>
          </p:cNvPr>
          <p:cNvSpPr txBox="1"/>
          <p:nvPr userDrawn="1"/>
        </p:nvSpPr>
        <p:spPr>
          <a:xfrm>
            <a:off x="628650" y="235182"/>
            <a:ext cx="3429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44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Learning Outcomes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BD9AB8-BE8B-4AD4-8989-7D5BB1CBD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02" b="98622" l="9753" r="89973">
                        <a14:foregroundMark x1="62637" y1="39764" x2="62637" y2="39764"/>
                        <a14:foregroundMark x1="40797" y1="53346" x2="40797" y2="53346"/>
                        <a14:foregroundMark x1="27198" y1="59055" x2="27198" y2="59055"/>
                        <a14:foregroundMark x1="25687" y1="41929" x2="25687" y2="41929"/>
                        <a14:foregroundMark x1="28434" y1="22835" x2="28434" y2="22835"/>
                        <a14:foregroundMark x1="37225" y1="10433" x2="37225" y2="10433"/>
                        <a14:foregroundMark x1="49863" y1="6496" x2="49863" y2="6496"/>
                        <a14:foregroundMark x1="61538" y1="13583" x2="61538" y2="13583"/>
                        <a14:foregroundMark x1="71016" y1="24803" x2="71016" y2="24803"/>
                        <a14:foregroundMark x1="73626" y1="40945" x2="73626" y2="40945"/>
                        <a14:foregroundMark x1="72115" y1="60039" x2="72115" y2="60039"/>
                        <a14:foregroundMark x1="55345" y1="90060" x2="55907" y2="90157"/>
                        <a14:foregroundMark x1="48764" y1="98622" x2="50275" y2="97835"/>
                        <a14:foregroundMark x1="53709" y1="89764" x2="53709" y2="89764"/>
                        <a14:foregroundMark x1="53434" y1="90354" x2="51511" y2="89370"/>
                        <a14:foregroundMark x1="44780" y1="88189" x2="51236" y2="89567"/>
                        <a14:backgroundMark x1="55769" y1="85433" x2="49950" y2="86267"/>
                        <a14:backgroundMark x1="52194" y1="91242" x2="50589" y2="90886"/>
                        <a14:backgroundMark x1="56181" y1="92126" x2="53895" y2="91619"/>
                        <a14:backgroundMark x1="55495" y1="86024" x2="54258" y2="85827"/>
                        <a14:backgroundMark x1="54396" y1="86024" x2="55632" y2="86614"/>
                        <a14:backgroundMark x1="49176" y1="96654" x2="47940" y2="950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619398">
            <a:off x="7045240" y="145893"/>
            <a:ext cx="2389846" cy="16676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FCCDEB3-12E7-45AF-A8F2-BC0F9E2254EE}"/>
              </a:ext>
            </a:extLst>
          </p:cNvPr>
          <p:cNvSpPr/>
          <p:nvPr userDrawn="1"/>
        </p:nvSpPr>
        <p:spPr>
          <a:xfrm>
            <a:off x="455696" y="1959429"/>
            <a:ext cx="7915742" cy="7409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lvl="0" indent="0" defTabSz="9144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800" dirty="0">
                <a:solidFill>
                  <a:schemeClr val="tx1"/>
                </a:solidFill>
                <a:latin typeface="Bahnschrift" panose="020B0502040204020203" pitchFamily="34" charset="0"/>
              </a:rPr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2209906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325563"/>
          </a:xfrm>
          <a:prstGeom prst="rect">
            <a:avLst/>
          </a:prstGeom>
          <a:solidFill>
            <a:srgbClr val="4452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8362" y="1628145"/>
            <a:ext cx="8386537" cy="5004884"/>
          </a:xfrm>
        </p:spPr>
        <p:txBody>
          <a:bodyPr/>
          <a:lstStyle>
            <a:lvl1pPr>
              <a:lnSpc>
                <a:spcPct val="150000"/>
              </a:lnSpc>
              <a:defRPr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674DD10-9343-40FC-87DE-8A1F63FF1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62" y="0"/>
            <a:ext cx="8386537" cy="1325563"/>
          </a:xfrm>
        </p:spPr>
        <p:txBody>
          <a:bodyPr>
            <a:normAutofit/>
          </a:bodyPr>
          <a:lstStyle>
            <a:lvl1pPr marL="0" algn="l" defTabSz="457200" rtl="0" eaLnBrk="1" latinLnBrk="0" hangingPunct="1">
              <a:lnSpc>
                <a:spcPct val="100000"/>
              </a:lnSpc>
              <a:defRPr lang="en-US" sz="36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2153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8928101"/>
            <a:ext cx="2057400" cy="365125"/>
          </a:xfrm>
        </p:spPr>
        <p:txBody>
          <a:bodyPr/>
          <a:lstStyle/>
          <a:p>
            <a:fld id="{71BC5188-02C1-4612-A2C7-F501CF181F2E}" type="datetimeFigureOut">
              <a:rPr lang="en-US" smtClean="0"/>
              <a:t>9/18/2021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8928101"/>
            <a:ext cx="30861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8928101"/>
            <a:ext cx="2057400" cy="365125"/>
          </a:xfrm>
        </p:spPr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9D0141E-891B-4C49-A1C4-D9497F151474}"/>
              </a:ext>
            </a:extLst>
          </p:cNvPr>
          <p:cNvSpPr/>
          <p:nvPr userDrawn="1"/>
        </p:nvSpPr>
        <p:spPr>
          <a:xfrm>
            <a:off x="1562553" y="2584505"/>
            <a:ext cx="6037944" cy="1756230"/>
          </a:xfrm>
          <a:custGeom>
            <a:avLst/>
            <a:gdLst>
              <a:gd name="connsiteX0" fmla="*/ 3018972 w 6037944"/>
              <a:gd name="connsiteY0" fmla="*/ 0 h 1451430"/>
              <a:gd name="connsiteX1" fmla="*/ 6037944 w 6037944"/>
              <a:gd name="connsiteY1" fmla="*/ 725715 h 1451430"/>
              <a:gd name="connsiteX2" fmla="*/ 3018972 w 6037944"/>
              <a:gd name="connsiteY2" fmla="*/ 1451430 h 1451430"/>
              <a:gd name="connsiteX3" fmla="*/ 0 w 6037944"/>
              <a:gd name="connsiteY3" fmla="*/ 725715 h 1451430"/>
              <a:gd name="connsiteX4" fmla="*/ 3018972 w 6037944"/>
              <a:gd name="connsiteY4" fmla="*/ 0 h 1451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451430">
                <a:moveTo>
                  <a:pt x="3018972" y="0"/>
                </a:moveTo>
                <a:cubicBezTo>
                  <a:pt x="4686304" y="0"/>
                  <a:pt x="6037944" y="324914"/>
                  <a:pt x="6037944" y="725715"/>
                </a:cubicBezTo>
                <a:cubicBezTo>
                  <a:pt x="6037944" y="1126516"/>
                  <a:pt x="4686304" y="1451430"/>
                  <a:pt x="3018972" y="1451430"/>
                </a:cubicBezTo>
                <a:cubicBezTo>
                  <a:pt x="1351640" y="1451430"/>
                  <a:pt x="0" y="1126516"/>
                  <a:pt x="0" y="725715"/>
                </a:cubicBezTo>
                <a:cubicBezTo>
                  <a:pt x="0" y="324914"/>
                  <a:pt x="1351640" y="0"/>
                  <a:pt x="3018972" y="0"/>
                </a:cubicBezTo>
                <a:close/>
              </a:path>
            </a:pathLst>
          </a:custGeom>
          <a:gradFill>
            <a:gsLst>
              <a:gs pos="54000">
                <a:schemeClr val="bg1"/>
              </a:gs>
              <a:gs pos="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8AD4718-0501-403B-AFBC-33331BEC043B}"/>
              </a:ext>
            </a:extLst>
          </p:cNvPr>
          <p:cNvSpPr/>
          <p:nvPr userDrawn="1"/>
        </p:nvSpPr>
        <p:spPr>
          <a:xfrm>
            <a:off x="1562553" y="1895077"/>
            <a:ext cx="6037944" cy="1146629"/>
          </a:xfrm>
          <a:custGeom>
            <a:avLst/>
            <a:gdLst>
              <a:gd name="connsiteX0" fmla="*/ 3018972 w 6037944"/>
              <a:gd name="connsiteY0" fmla="*/ 0 h 1146629"/>
              <a:gd name="connsiteX1" fmla="*/ 6037944 w 6037944"/>
              <a:gd name="connsiteY1" fmla="*/ 1146629 h 1146629"/>
              <a:gd name="connsiteX2" fmla="*/ 3018972 w 6037944"/>
              <a:gd name="connsiteY2" fmla="*/ 420914 h 1146629"/>
              <a:gd name="connsiteX3" fmla="*/ 0 w 6037944"/>
              <a:gd name="connsiteY3" fmla="*/ 1146629 h 1146629"/>
              <a:gd name="connsiteX4" fmla="*/ 3018972 w 6037944"/>
              <a:gd name="connsiteY4" fmla="*/ 0 h 114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146629">
                <a:moveTo>
                  <a:pt x="3018972" y="0"/>
                </a:moveTo>
                <a:cubicBezTo>
                  <a:pt x="4686304" y="0"/>
                  <a:pt x="6037944" y="513363"/>
                  <a:pt x="6037944" y="1146629"/>
                </a:cubicBezTo>
                <a:cubicBezTo>
                  <a:pt x="6037944" y="745828"/>
                  <a:pt x="4686304" y="420914"/>
                  <a:pt x="3018972" y="420914"/>
                </a:cubicBezTo>
                <a:cubicBezTo>
                  <a:pt x="1351640" y="420914"/>
                  <a:pt x="0" y="745828"/>
                  <a:pt x="0" y="1146629"/>
                </a:cubicBezTo>
                <a:cubicBezTo>
                  <a:pt x="0" y="513363"/>
                  <a:pt x="1351640" y="0"/>
                  <a:pt x="3018972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74000">
                <a:srgbClr val="44525A"/>
              </a:gs>
              <a:gs pos="8300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8861B3F-8E45-4BA3-97F7-23CB90BE0433}"/>
              </a:ext>
            </a:extLst>
          </p:cNvPr>
          <p:cNvSpPr/>
          <p:nvPr userDrawn="1"/>
        </p:nvSpPr>
        <p:spPr>
          <a:xfrm>
            <a:off x="1543503" y="3816295"/>
            <a:ext cx="6037944" cy="1146629"/>
          </a:xfrm>
          <a:custGeom>
            <a:avLst/>
            <a:gdLst>
              <a:gd name="connsiteX0" fmla="*/ 0 w 6037944"/>
              <a:gd name="connsiteY0" fmla="*/ 0 h 1146629"/>
              <a:gd name="connsiteX1" fmla="*/ 3018972 w 6037944"/>
              <a:gd name="connsiteY1" fmla="*/ 725715 h 1146629"/>
              <a:gd name="connsiteX2" fmla="*/ 6037944 w 6037944"/>
              <a:gd name="connsiteY2" fmla="*/ 0 h 1146629"/>
              <a:gd name="connsiteX3" fmla="*/ 3018972 w 6037944"/>
              <a:gd name="connsiteY3" fmla="*/ 1146629 h 1146629"/>
              <a:gd name="connsiteX4" fmla="*/ 0 w 6037944"/>
              <a:gd name="connsiteY4" fmla="*/ 0 h 114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37944" h="1146629">
                <a:moveTo>
                  <a:pt x="0" y="0"/>
                </a:moveTo>
                <a:cubicBezTo>
                  <a:pt x="0" y="400801"/>
                  <a:pt x="1351640" y="725715"/>
                  <a:pt x="3018972" y="725715"/>
                </a:cubicBezTo>
                <a:cubicBezTo>
                  <a:pt x="4686304" y="725715"/>
                  <a:pt x="6037944" y="400801"/>
                  <a:pt x="6037944" y="0"/>
                </a:cubicBezTo>
                <a:cubicBezTo>
                  <a:pt x="6037944" y="633266"/>
                  <a:pt x="4686304" y="1146629"/>
                  <a:pt x="3018972" y="1146629"/>
                </a:cubicBezTo>
                <a:cubicBezTo>
                  <a:pt x="1351640" y="1146629"/>
                  <a:pt x="0" y="633266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bg1"/>
              </a:gs>
              <a:gs pos="74000">
                <a:srgbClr val="44525A"/>
              </a:gs>
              <a:gs pos="83000">
                <a:srgbClr val="44525A"/>
              </a:gs>
              <a:gs pos="100000">
                <a:srgbClr val="44525A"/>
              </a:gs>
            </a:gsLst>
            <a:lin ang="5400000" scaled="1"/>
          </a:gradFill>
          <a:ln>
            <a:solidFill>
              <a:srgbClr val="81908F"/>
            </a:solidFill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tIns="731520" rtlCol="0" anchor="ctr">
            <a:noAutofit/>
          </a:bodyPr>
          <a:lstStyle/>
          <a:p>
            <a:pPr lvl="0"/>
            <a:endParaRPr lang="en-US" sz="3600" dirty="0">
              <a:solidFill>
                <a:srgbClr val="4B8985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3C37F6-66F0-4125-B2E0-B93F212BA9B3}"/>
              </a:ext>
            </a:extLst>
          </p:cNvPr>
          <p:cNvSpPr txBox="1"/>
          <p:nvPr userDrawn="1"/>
        </p:nvSpPr>
        <p:spPr>
          <a:xfrm>
            <a:off x="2147298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453A38"/>
                </a:solidFill>
                <a:latin typeface="Bahnschrift SemiBold" panose="020B0502040204020203" pitchFamily="34" charset="0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780960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509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03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9/18/2021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19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1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252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809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8827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260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9/18/2021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408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2235">
            <a:alpha val="1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BC5188-02C1-4612-A2C7-F501CF181F2E}" type="datetimeFigureOut">
              <a:rPr lang="en-US" smtClean="0"/>
              <a:t>9/18/2021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957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3" r:id="rId2"/>
    <p:sldLayoutId id="2147483674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 ?><Relationships xmlns="http://schemas.openxmlformats.org/package/2006/relationships"><Relationship Id="rId2" Target="../media/image5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5.xml.rels><?xml version="1.0" encoding="UTF-8" standalone="yes" ?><Relationships xmlns="http://schemas.openxmlformats.org/package/2006/relationships"><Relationship Id="rId2" Target="../media/image6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6.xml.rels><?xml version="1.0" encoding="UTF-8" standalone="yes" ?><Relationships xmlns="http://schemas.openxmlformats.org/package/2006/relationships"><Relationship Id="rId2" Target="../media/image7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7.xml.rels><?xml version="1.0" encoding="UTF-8" standalone="yes" ?><Relationships xmlns="http://schemas.openxmlformats.org/package/2006/relationships"><Relationship Id="rId2" Target="../media/image8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8.xml.rels><?xml version="1.0" encoding="UTF-8" standalone="yes" ?><Relationships xmlns="http://schemas.openxmlformats.org/package/2006/relationships"><Relationship Id="rId2" Target="../media/image9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 ?><Relationships xmlns="http://schemas.openxmlformats.org/package/2006/relationships"><Relationship Id="rId2" Target="../media/image11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11.xml.rels><?xml version="1.0" encoding="UTF-8" standalone="yes" ?><Relationships xmlns="http://schemas.openxmlformats.org/package/2006/relationships"><Relationship Id="rId2" Target="../media/image12.jpeg" Type="http://schemas.openxmlformats.org/officeDocument/2006/relationships/image"/><Relationship Id="rId1" Target="../slideLayouts/slideLayout8.xml" Type="http://schemas.openxmlformats.org/officeDocument/2006/relationships/slideLayout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 ?><Relationships xmlns="http://schemas.openxmlformats.org/package/2006/relationships"><Relationship Id="rId2" Target="../media/image15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16.xml.rels><?xml version="1.0" encoding="UTF-8" standalone="yes" ?><Relationships xmlns="http://schemas.openxmlformats.org/package/2006/relationships"><Relationship Id="rId2" Target="../media/image16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3.xml.rels><?xml version="1.0" encoding="UTF-8" standalone="yes" ?><Relationships xmlns="http://schemas.openxmlformats.org/package/2006/relationships"><Relationship Id="rId2" Target="../media/image18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24.xml.rels><?xml version="1.0" encoding="UTF-8" standalone="yes" ?><Relationships xmlns="http://schemas.openxmlformats.org/package/2006/relationships"><Relationship Id="rId2" Target="../media/image19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25.xml.rels><?xml version="1.0" encoding="UTF-8" standalone="yes" ?><Relationships xmlns="http://schemas.openxmlformats.org/package/2006/relationships"><Relationship Id="rId3" Target="../media/image20.jpeg" Type="http://schemas.openxmlformats.org/officeDocument/2006/relationships/image"/><Relationship Id="rId2" Target="../media/image19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 ?><Relationships xmlns="http://schemas.openxmlformats.org/package/2006/relationships"><Relationship Id="rId2" Target="../media/image25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37.xml.rels><?xml version="1.0" encoding="UTF-8" standalone="yes" ?><Relationships xmlns="http://schemas.openxmlformats.org/package/2006/relationships"><Relationship Id="rId2" Target="../media/image26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 ?><Relationships xmlns="http://schemas.openxmlformats.org/package/2006/relationships"><Relationship Id="rId3" Target="../media/image29.jpeg" Type="http://schemas.openxmlformats.org/officeDocument/2006/relationships/image"/><Relationship Id="rId2" Target="../media/image28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 ?><Relationships xmlns="http://schemas.openxmlformats.org/package/2006/relationships"><Relationship Id="rId3" Target="../media/image31.png" Type="http://schemas.openxmlformats.org/officeDocument/2006/relationships/image"/><Relationship Id="rId2" Target="../media/image30.png" Type="http://schemas.openxmlformats.org/officeDocument/2006/relationships/image"/><Relationship Id="rId1" Target="../slideLayouts/slideLayout3.xml" Type="http://schemas.openxmlformats.org/officeDocument/2006/relationships/slideLayout"/><Relationship Id="rId4" Target="../media/image32.jpeg" Type="http://schemas.openxmlformats.org/officeDocument/2006/relationships/image"/></Relationships>
</file>

<file path=ppt/slides/_rels/slide43.xml.rels><?xml version="1.0" encoding="UTF-8" standalone="yes" ?><Relationships xmlns="http://schemas.openxmlformats.org/package/2006/relationships"><Relationship Id="rId3" Target="../media/image31.png" Type="http://schemas.openxmlformats.org/officeDocument/2006/relationships/image"/><Relationship Id="rId2" Target="../media/image30.png" Type="http://schemas.openxmlformats.org/officeDocument/2006/relationships/image"/><Relationship Id="rId1" Target="../slideLayouts/slideLayout3.xml" Type="http://schemas.openxmlformats.org/officeDocument/2006/relationships/slideLayout"/><Relationship Id="rId5" Target="../media/image33.png" Type="http://schemas.openxmlformats.org/officeDocument/2006/relationships/image"/><Relationship Id="rId4" Target="../media/image32.jpeg" Type="http://schemas.openxmlformats.org/officeDocument/2006/relationships/image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6.png"/></Relationships>
</file>

<file path=ppt/slides/_rels/slide48.xml.rels><?xml version="1.0" encoding="UTF-8" standalone="yes" ?><Relationships xmlns="http://schemas.openxmlformats.org/package/2006/relationships"><Relationship Id="rId3" Target="../media/image35.png" Type="http://schemas.openxmlformats.org/officeDocument/2006/relationships/image"/><Relationship Id="rId2" Target="../media/image34.png" Type="http://schemas.openxmlformats.org/officeDocument/2006/relationships/image"/><Relationship Id="rId1" Target="../slideLayouts/slideLayout3.xml" Type="http://schemas.openxmlformats.org/officeDocument/2006/relationships/slideLayout"/><Relationship Id="rId5" Target="../media/image37.jpeg" Type="http://schemas.openxmlformats.org/officeDocument/2006/relationships/image"/><Relationship Id="rId4" Target="../media/image36.png" Type="http://schemas.openxmlformats.org/officeDocument/2006/relationships/image"/></Relationships>
</file>

<file path=ppt/slides/_rels/slide49.xml.rels><?xml version="1.0" encoding="UTF-8" standalone="yes" ?><Relationships xmlns="http://schemas.openxmlformats.org/package/2006/relationships"><Relationship Id="rId2" Target="../media/image38.jpeg" Type="http://schemas.openxmlformats.org/officeDocument/2006/relationships/image"/><Relationship Id="rId1" Target="../slideLayouts/slideLayout3.xml" Type="http://schemas.openxmlformats.org/officeDocument/2006/relationships/slideLayout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7609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1D9C0B-6FD1-4FB9-A1DD-A4626C9E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4360" y="2683239"/>
            <a:ext cx="7749916" cy="4174761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dirty="0"/>
              <a:t>understand </a:t>
            </a:r>
            <a:r>
              <a:rPr lang="en-IN" dirty="0"/>
              <a:t>IBM </a:t>
            </a:r>
            <a:r>
              <a:rPr lang="en-IN" dirty="0" err="1"/>
              <a:t>InfoSphere</a:t>
            </a:r>
            <a:r>
              <a:rPr lang="en-IN" dirty="0"/>
              <a:t> Streams,</a:t>
            </a:r>
          </a:p>
          <a:p>
            <a:pPr algn="just"/>
            <a:r>
              <a:rPr lang="en-IN" dirty="0"/>
              <a:t>learn </a:t>
            </a:r>
            <a:r>
              <a:rPr lang="en-US" dirty="0"/>
              <a:t>a new paradigm for information processing, learn powerful, real-time analytic processing made simple,</a:t>
            </a:r>
          </a:p>
          <a:p>
            <a:pPr algn="just"/>
            <a:r>
              <a:rPr lang="en-US" dirty="0"/>
              <a:t>explore Enterprise integration and concepts of scale-out architecture,</a:t>
            </a:r>
          </a:p>
          <a:p>
            <a:pPr algn="just"/>
            <a:r>
              <a:rPr lang="en-IN" dirty="0"/>
              <a:t>comprehensive tools and S</a:t>
            </a:r>
            <a:r>
              <a:rPr lang="en-IN" i="1" dirty="0"/>
              <a:t>o</a:t>
            </a:r>
            <a:r>
              <a:rPr lang="en-IN" dirty="0"/>
              <a:t>phisticated analytics with toolkits,</a:t>
            </a:r>
          </a:p>
          <a:p>
            <a:pPr algn="just"/>
            <a:r>
              <a:rPr lang="en-US" dirty="0"/>
              <a:t>learn </a:t>
            </a:r>
            <a:r>
              <a:rPr lang="en-IN" dirty="0" err="1"/>
              <a:t>InfoSphere</a:t>
            </a:r>
            <a:r>
              <a:rPr lang="en-IN" dirty="0"/>
              <a:t> Streams: System requirements.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399800"/>
      </p:ext>
    </p:extLst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34188D1-A84E-4C7B-9610-7530724E1C12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/>
          <a:srcRect b="4"/>
          <a:stretch/>
        </p:blipFill>
        <p:spPr>
          <a:xfrm>
            <a:off x="1053238" y="1446250"/>
            <a:ext cx="7208970" cy="4614086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C27E1D6-E295-4037-ADAB-F9B050F2C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401050" cy="1276351"/>
          </a:xfrm>
        </p:spPr>
        <p:txBody>
          <a:bodyPr/>
          <a:lstStyle/>
          <a:p>
            <a:r>
              <a:rPr dirty="0" lang="en-US"/>
              <a:t>Introduction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A16735-6E92-43B3-8575-7363A882B3DA}"/>
              </a:ext>
            </a:extLst>
          </p:cNvPr>
          <p:cNvSpPr txBox="1"/>
          <p:nvPr/>
        </p:nvSpPr>
        <p:spPr>
          <a:xfrm>
            <a:off x="3232960" y="6230235"/>
            <a:ext cx="2849525" cy="369332"/>
          </a:xfrm>
          <a:prstGeom prst="rect">
            <a:avLst/>
          </a:prstGeom>
          <a:solidFill>
            <a:srgbClr val="44525A"/>
          </a:solidFill>
        </p:spPr>
        <p:txBody>
          <a:bodyPr wrap="square">
            <a:spAutoFit/>
          </a:bodyPr>
          <a:lstStyle/>
          <a:p>
            <a:pPr algn="ctr"/>
            <a:r>
              <a:rPr dirty="0" lang="en-US">
                <a:solidFill>
                  <a:schemeClr val="bg1"/>
                </a:solidFill>
                <a:latin charset="0" panose="020B0502040204020203" pitchFamily="34" typeface="Bahnschrift"/>
              </a:rPr>
              <a:t>Generate data at a pace</a:t>
            </a:r>
            <a:endParaRPr dirty="0" lang="en-IN">
              <a:solidFill>
                <a:schemeClr val="bg1"/>
              </a:solidFill>
              <a:latin charset="0" panose="020B0502040204020203" pitchFamily="34" typeface="Bahnschrift"/>
            </a:endParaRPr>
          </a:p>
        </p:txBody>
      </p:sp>
    </p:spTree>
    <p:extLst>
      <p:ext uri="{BB962C8B-B14F-4D97-AF65-F5344CB8AC3E}">
        <p14:creationId xmlns:p14="http://schemas.microsoft.com/office/powerpoint/2010/main" val="1433013630"/>
      </p:ext>
    </p:extLst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27E1D6-E295-4037-ADAB-F9B050F2C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401050" cy="1276351"/>
          </a:xfrm>
        </p:spPr>
        <p:txBody>
          <a:bodyPr/>
          <a:lstStyle/>
          <a:p>
            <a:r>
              <a:rPr dirty="0" lang="en-US"/>
              <a:t>Introduction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A16735-6E92-43B3-8575-7363A882B3DA}"/>
              </a:ext>
            </a:extLst>
          </p:cNvPr>
          <p:cNvSpPr txBox="1"/>
          <p:nvPr/>
        </p:nvSpPr>
        <p:spPr>
          <a:xfrm>
            <a:off x="3232962" y="5392102"/>
            <a:ext cx="2849525" cy="646331"/>
          </a:xfrm>
          <a:prstGeom prst="rect">
            <a:avLst/>
          </a:prstGeom>
          <a:solidFill>
            <a:srgbClr val="44525A"/>
          </a:solidFill>
        </p:spPr>
        <p:txBody>
          <a:bodyPr wrap="square">
            <a:spAutoFit/>
          </a:bodyPr>
          <a:lstStyle/>
          <a:p>
            <a:pPr algn="ctr"/>
            <a:r>
              <a:rPr dirty="0" lang="en-US">
                <a:solidFill>
                  <a:schemeClr val="bg1"/>
                </a:solidFill>
                <a:latin charset="0" panose="020B0502040204020203" pitchFamily="34" typeface="Bahnschrift"/>
              </a:rPr>
              <a:t>30 petabytes of data through its network</a:t>
            </a:r>
            <a:endParaRPr dirty="0" lang="en-IN">
              <a:solidFill>
                <a:schemeClr val="bg1"/>
              </a:solidFill>
              <a:latin charset="0" panose="020B0502040204020203" pitchFamily="34" typeface="Bahnschrift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3107B22-4F2E-48DE-9B50-B12C886F142F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/>
          <a:srcRect b="-71" r="-43"/>
          <a:stretch/>
        </p:blipFill>
        <p:spPr>
          <a:xfrm>
            <a:off x="3102963" y="1828800"/>
            <a:ext cx="3192905" cy="3192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119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27E1D6-E295-4037-ADAB-F9B050F2C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401050" cy="1276351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A16735-6E92-43B3-8575-7363A882B3DA}"/>
              </a:ext>
            </a:extLst>
          </p:cNvPr>
          <p:cNvSpPr txBox="1"/>
          <p:nvPr/>
        </p:nvSpPr>
        <p:spPr>
          <a:xfrm>
            <a:off x="3232962" y="6289085"/>
            <a:ext cx="2849525" cy="369332"/>
          </a:xfrm>
          <a:prstGeom prst="rect">
            <a:avLst/>
          </a:prstGeom>
          <a:solidFill>
            <a:srgbClr val="44525A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Dublin city center</a:t>
            </a:r>
            <a:endParaRPr lang="en-IN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946BC3-151F-4BDC-9F1D-CAE0B28EC2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4047" y="1726289"/>
            <a:ext cx="6507354" cy="432271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72532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27E1D6-E295-4037-ADAB-F9B050F2C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401050" cy="1276351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A16735-6E92-43B3-8575-7363A882B3DA}"/>
              </a:ext>
            </a:extLst>
          </p:cNvPr>
          <p:cNvSpPr txBox="1"/>
          <p:nvPr/>
        </p:nvSpPr>
        <p:spPr>
          <a:xfrm>
            <a:off x="3232962" y="5984871"/>
            <a:ext cx="2849525" cy="646331"/>
          </a:xfrm>
          <a:prstGeom prst="rect">
            <a:avLst/>
          </a:prstGeom>
          <a:solidFill>
            <a:srgbClr val="44525A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Twitter handles 340 million tweets daily</a:t>
            </a:r>
            <a:endParaRPr lang="en-IN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C5F6F61-7CB8-4F82-A3B8-02B993202E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4101" y="1683134"/>
            <a:ext cx="6955797" cy="405442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48924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27E1D6-E295-4037-ADAB-F9B050F2C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401050" cy="1276351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A16735-6E92-43B3-8575-7363A882B3DA}"/>
              </a:ext>
            </a:extLst>
          </p:cNvPr>
          <p:cNvSpPr txBox="1"/>
          <p:nvPr/>
        </p:nvSpPr>
        <p:spPr>
          <a:xfrm>
            <a:off x="2726920" y="5962089"/>
            <a:ext cx="3690160" cy="646331"/>
          </a:xfrm>
          <a:prstGeom prst="rect">
            <a:avLst/>
          </a:prstGeom>
          <a:solidFill>
            <a:srgbClr val="44525A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Annual Internet traffic is expected to reach 1.3 zettabytes</a:t>
            </a:r>
            <a:endParaRPr lang="en-IN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6F3183E-E902-43D1-A063-C15E9B0B09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6006" y="1624327"/>
            <a:ext cx="6151988" cy="410132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05712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825717D-22B7-4238-BAB7-2F12BF8392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5532" y="1810524"/>
            <a:ext cx="6912935" cy="388852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9E301AD-CA84-42A9-BFA3-520F7CE18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7B0B44-3FB8-42D3-990C-70193C396CEF}"/>
              </a:ext>
            </a:extLst>
          </p:cNvPr>
          <p:cNvSpPr txBox="1"/>
          <p:nvPr/>
        </p:nvSpPr>
        <p:spPr>
          <a:xfrm>
            <a:off x="1169137" y="5995758"/>
            <a:ext cx="6805723" cy="656912"/>
          </a:xfrm>
          <a:prstGeom prst="rect">
            <a:avLst/>
          </a:prstGeom>
          <a:solidFill>
            <a:srgbClr val="44525A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Today’s organizations are challenged to make informed, real-time business decisions </a:t>
            </a:r>
            <a:endParaRPr lang="en-IN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5518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9E301AD-CA84-42A9-BFA3-520F7CE18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7B0B44-3FB8-42D3-990C-70193C396CEF}"/>
              </a:ext>
            </a:extLst>
          </p:cNvPr>
          <p:cNvSpPr txBox="1"/>
          <p:nvPr/>
        </p:nvSpPr>
        <p:spPr>
          <a:xfrm>
            <a:off x="1732454" y="5713384"/>
            <a:ext cx="5786298" cy="707886"/>
          </a:xfrm>
          <a:prstGeom prst="rect">
            <a:avLst/>
          </a:prstGeom>
          <a:solidFill>
            <a:srgbClr val="44525A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1. Extend the value of their existing systems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2. Generate significant business advantages</a:t>
            </a:r>
            <a:endParaRPr lang="en-IN" sz="20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5709997-5926-47E1-A9F1-F9F697A9F8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4291" y="1723397"/>
            <a:ext cx="7902625" cy="3411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233492"/>
      </p:ext>
    </p:extLst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DCA4D1E-0632-4781-A0D6-73BFA3D8DCBC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/>
          <a:srcRect b="55" r="-48"/>
          <a:stretch/>
        </p:blipFill>
        <p:spPr>
          <a:xfrm>
            <a:off x="1399112" y="1693887"/>
            <a:ext cx="6265036" cy="4176692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73692CF-33C9-4D3D-B512-2778EFB89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Introduction</a:t>
            </a:r>
            <a:endParaRPr dirty="0" lang="en-IN"/>
          </a:p>
        </p:txBody>
      </p:sp>
    </p:spTree>
    <p:extLst>
      <p:ext uri="{BB962C8B-B14F-4D97-AF65-F5344CB8AC3E}">
        <p14:creationId xmlns:p14="http://schemas.microsoft.com/office/powerpoint/2010/main" val="3823332722"/>
      </p:ext>
    </p:extLst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463B71B-F729-44CE-A50A-97EF7ACB024B}"/>
              </a:ext>
            </a:extLst>
          </p:cNvPr>
          <p:cNvPicPr>
            <a:picLocks noChangeAspect="1" noGrp="1"/>
          </p:cNvPicPr>
          <p:nvPr>
            <p:ph idx="4294967295"/>
          </p:nvPr>
        </p:nvPicPr>
        <p:blipFill rotWithShape="1">
          <a:blip r:embed="rId2"/>
          <a:srcRect r="-27"/>
          <a:stretch/>
        </p:blipFill>
        <p:spPr>
          <a:xfrm>
            <a:off x="123986" y="0"/>
            <a:ext cx="9020014" cy="68172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5EA32B9-10CE-4500-9961-6183CB8E1D06}"/>
              </a:ext>
            </a:extLst>
          </p:cNvPr>
          <p:cNvSpPr txBox="1"/>
          <p:nvPr/>
        </p:nvSpPr>
        <p:spPr>
          <a:xfrm>
            <a:off x="3088179" y="1104318"/>
            <a:ext cx="3349257" cy="646331"/>
          </a:xfrm>
          <a:prstGeom prst="rect">
            <a:avLst/>
          </a:prstGeom>
          <a:solidFill>
            <a:schemeClr val="bg2">
              <a:lumMod val="50000"/>
              <a:alpha val="3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dirty="0" lang="en-US">
                <a:latin charset="0" panose="020B0502040204020203" pitchFamily="34" typeface="Bahnschrift"/>
              </a:rPr>
              <a:t>Changes in customer sentiment</a:t>
            </a:r>
            <a:endParaRPr dirty="0" lang="en-IN">
              <a:latin charset="0" panose="020B0502040204020203" pitchFamily="34" typeface="Bahnschrif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758E4F-5ED4-4C11-89F8-A85071D39ABF}"/>
              </a:ext>
            </a:extLst>
          </p:cNvPr>
          <p:cNvSpPr/>
          <p:nvPr/>
        </p:nvSpPr>
        <p:spPr>
          <a:xfrm>
            <a:off x="239843" y="5588789"/>
            <a:ext cx="2938072" cy="1044358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b="1" dirty="0" lang="en-US">
                <a:solidFill>
                  <a:schemeClr val="tx1"/>
                </a:solidFill>
                <a:latin charset="0" panose="020B0502040204020203" pitchFamily="34" typeface="Bahnschrift"/>
              </a:rPr>
              <a:t>Totally dissatisfied with the service. Worst customer care ever.</a:t>
            </a:r>
            <a:endParaRPr b="1" dirty="0" lang="en-IN">
              <a:solidFill>
                <a:schemeClr val="tx1"/>
              </a:solidFill>
              <a:latin charset="0" panose="020B0502040204020203" pitchFamily="34" typeface="Bahnschrif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7C0A50-1B95-41B8-A0F4-9EB92E98D385}"/>
              </a:ext>
            </a:extLst>
          </p:cNvPr>
          <p:cNvSpPr/>
          <p:nvPr/>
        </p:nvSpPr>
        <p:spPr>
          <a:xfrm>
            <a:off x="3293772" y="5588789"/>
            <a:ext cx="2938072" cy="1044358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b="1" dirty="0" lang="en-US">
                <a:solidFill>
                  <a:schemeClr val="tx1"/>
                </a:solidFill>
                <a:latin charset="0" panose="020B0502040204020203" pitchFamily="34" typeface="Bahnschrift"/>
              </a:rPr>
              <a:t>Good Job but I will expect a lot more in future.</a:t>
            </a:r>
            <a:endParaRPr b="1" dirty="0" lang="en-IN">
              <a:solidFill>
                <a:schemeClr val="tx1"/>
              </a:solidFill>
              <a:latin charset="0" panose="020B0502040204020203" pitchFamily="34" typeface="Bahnschrift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37AA7C-A8DF-4F8F-9E37-7BD1DD5BC065}"/>
              </a:ext>
            </a:extLst>
          </p:cNvPr>
          <p:cNvSpPr/>
          <p:nvPr/>
        </p:nvSpPr>
        <p:spPr>
          <a:xfrm>
            <a:off x="6192970" y="5588789"/>
            <a:ext cx="2938072" cy="1044358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r>
              <a:rPr b="1" dirty="0" lang="en-US">
                <a:solidFill>
                  <a:schemeClr val="tx1"/>
                </a:solidFill>
                <a:latin charset="0" panose="020B0502040204020203" pitchFamily="34" typeface="Bahnschrift"/>
              </a:rPr>
              <a:t>Brilliant effort guys! Loved Your Work.</a:t>
            </a:r>
            <a:endParaRPr b="1" dirty="0" lang="en-IN">
              <a:solidFill>
                <a:schemeClr val="tx1"/>
              </a:solidFill>
              <a:latin charset="0" panose="020B0502040204020203" pitchFamily="34" typeface="Bahnschrift"/>
            </a:endParaRPr>
          </a:p>
        </p:txBody>
      </p:sp>
    </p:spTree>
    <p:extLst>
      <p:ext uri="{BB962C8B-B14F-4D97-AF65-F5344CB8AC3E}">
        <p14:creationId xmlns:p14="http://schemas.microsoft.com/office/powerpoint/2010/main" val="24032266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73692CF-33C9-4D3D-B512-2778EFB89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79C0652-CF99-4E7B-B290-8A18A5207236}"/>
              </a:ext>
            </a:extLst>
          </p:cNvPr>
          <p:cNvSpPr/>
          <p:nvPr/>
        </p:nvSpPr>
        <p:spPr>
          <a:xfrm>
            <a:off x="3579755" y="3429000"/>
            <a:ext cx="1903750" cy="1206710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Bahnschrift" panose="020B0502040204020203" pitchFamily="34" charset="0"/>
              </a:rPr>
              <a:t>Market Opportunities</a:t>
            </a:r>
            <a:endParaRPr lang="en-IN" sz="2000" dirty="0">
              <a:latin typeface="Bahnschrift" panose="020B0502040204020203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5251896-AD6F-4656-8682-A011A9A117AD}"/>
              </a:ext>
            </a:extLst>
          </p:cNvPr>
          <p:cNvSpPr/>
          <p:nvPr/>
        </p:nvSpPr>
        <p:spPr>
          <a:xfrm>
            <a:off x="509666" y="1783829"/>
            <a:ext cx="2398426" cy="1454045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  <a:latin typeface="Bahnschrift" panose="020B0502040204020203" pitchFamily="34" charset="0"/>
              </a:rPr>
              <a:t>TECHNOLOGY</a:t>
            </a:r>
          </a:p>
          <a:p>
            <a:pPr algn="ctr"/>
            <a:r>
              <a:rPr lang="en-US" dirty="0">
                <a:latin typeface="Bahnschrift" panose="020B0502040204020203" pitchFamily="34" charset="0"/>
              </a:rPr>
              <a:t>What new technologies will be a part of our future?</a:t>
            </a:r>
            <a:endParaRPr lang="en-IN" dirty="0">
              <a:latin typeface="Bahnschrift" panose="020B0502040204020203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7A342C4-49CF-4301-923F-D56A17B1AB55}"/>
              </a:ext>
            </a:extLst>
          </p:cNvPr>
          <p:cNvSpPr/>
          <p:nvPr/>
        </p:nvSpPr>
        <p:spPr>
          <a:xfrm>
            <a:off x="6235910" y="1776336"/>
            <a:ext cx="2229284" cy="1645171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  <a:latin typeface="Bahnschrift" panose="020B0502040204020203" pitchFamily="34" charset="0"/>
              </a:rPr>
              <a:t>TRENDS</a:t>
            </a:r>
          </a:p>
          <a:p>
            <a:pPr algn="ctr"/>
            <a:r>
              <a:rPr lang="en-US" dirty="0">
                <a:latin typeface="Bahnschrift" panose="020B0502040204020203" pitchFamily="34" charset="0"/>
              </a:rPr>
              <a:t>What megatrends do wee see on the horizon?</a:t>
            </a:r>
            <a:endParaRPr lang="en-IN" dirty="0">
              <a:latin typeface="Bahnschrift" panose="020B0502040204020203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D35D7B7-58D8-4489-A19A-AE2A5E20C8AE}"/>
              </a:ext>
            </a:extLst>
          </p:cNvPr>
          <p:cNvSpPr/>
          <p:nvPr/>
        </p:nvSpPr>
        <p:spPr>
          <a:xfrm>
            <a:off x="509666" y="5130849"/>
            <a:ext cx="2398425" cy="1454045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dirty="0">
                <a:solidFill>
                  <a:schemeClr val="tx1"/>
                </a:solidFill>
                <a:latin typeface="Bahnschrift" panose="020B0502040204020203" pitchFamily="34" charset="0"/>
              </a:rPr>
              <a:t>OUR IDEAS</a:t>
            </a:r>
          </a:p>
          <a:p>
            <a:pPr algn="ctr"/>
            <a:r>
              <a:rPr lang="en-US" dirty="0">
                <a:latin typeface="Bahnschrift" panose="020B0502040204020203" pitchFamily="34" charset="0"/>
              </a:rPr>
              <a:t>Internal Innovation Project</a:t>
            </a:r>
            <a:endParaRPr lang="en-IN" dirty="0">
              <a:latin typeface="Bahnschrift" panose="020B0502040204020203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9F525D2-B53A-4227-9589-1F708229E6A2}"/>
              </a:ext>
            </a:extLst>
          </p:cNvPr>
          <p:cNvSpPr/>
          <p:nvPr/>
        </p:nvSpPr>
        <p:spPr>
          <a:xfrm>
            <a:off x="6235910" y="5006713"/>
            <a:ext cx="2567564" cy="1702318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Bahnschrift" panose="020B0502040204020203" pitchFamily="34" charset="0"/>
              </a:rPr>
              <a:t>CUSTOMER NEEDS</a:t>
            </a:r>
          </a:p>
          <a:p>
            <a:pPr algn="ctr"/>
            <a:r>
              <a:rPr lang="en-US" dirty="0">
                <a:latin typeface="Bahnschrift" panose="020B0502040204020203" pitchFamily="34" charset="0"/>
              </a:rPr>
              <a:t>Uncover and understand today’s and tomorrow’s customer needs</a:t>
            </a:r>
            <a:endParaRPr lang="en-IN" dirty="0">
              <a:latin typeface="Bahnschrift" panose="020B0502040204020203" pitchFamily="34" charset="0"/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F18D09F8-074B-4EC8-BBAA-E054F4E96FFB}"/>
              </a:ext>
            </a:extLst>
          </p:cNvPr>
          <p:cNvSpPr/>
          <p:nvPr/>
        </p:nvSpPr>
        <p:spPr>
          <a:xfrm rot="2293306">
            <a:off x="2933320" y="3205015"/>
            <a:ext cx="621205" cy="296800"/>
          </a:xfrm>
          <a:prstGeom prst="rightArrow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2A31860E-EE92-45F7-B32A-B75BF64C8A30}"/>
              </a:ext>
            </a:extLst>
          </p:cNvPr>
          <p:cNvSpPr/>
          <p:nvPr/>
        </p:nvSpPr>
        <p:spPr>
          <a:xfrm rot="8515629">
            <a:off x="5571592" y="3198984"/>
            <a:ext cx="621205" cy="296800"/>
          </a:xfrm>
          <a:prstGeom prst="rightArrow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581A16BD-9700-4DEB-8585-AEBC58DEB875}"/>
              </a:ext>
            </a:extLst>
          </p:cNvPr>
          <p:cNvSpPr/>
          <p:nvPr/>
        </p:nvSpPr>
        <p:spPr>
          <a:xfrm rot="19287465">
            <a:off x="2944693" y="4719253"/>
            <a:ext cx="621205" cy="296800"/>
          </a:xfrm>
          <a:prstGeom prst="rightArrow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9E99D9C9-75E6-4A12-85E4-152945846304}"/>
              </a:ext>
            </a:extLst>
          </p:cNvPr>
          <p:cNvSpPr/>
          <p:nvPr/>
        </p:nvSpPr>
        <p:spPr>
          <a:xfrm rot="12852243">
            <a:off x="5574785" y="4798267"/>
            <a:ext cx="664800" cy="280979"/>
          </a:xfrm>
          <a:prstGeom prst="rightArrow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8897230"/>
      </p:ext>
    </p:extLst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73692CF-33C9-4D3D-B512-2778EFB89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Introduction</a:t>
            </a:r>
            <a:endParaRPr dirty="0" lang="en-IN"/>
          </a:p>
        </p:txBody>
      </p:sp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62BB306A-EA3B-413D-A2B8-CFA70F12CEC4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/>
          <a:srcRect b="-104"/>
          <a:stretch/>
        </p:blipFill>
        <p:spPr>
          <a:xfrm>
            <a:off x="2626630" y="2353454"/>
            <a:ext cx="3810000" cy="301302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5780566"/>
      </p:ext>
    </p:extLst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73692CF-33C9-4D3D-B512-2778EFB89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Introduction</a:t>
            </a:r>
            <a:endParaRPr dirty="0"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7AB0AFF-1534-442A-A4E5-B80AF8821E7A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/>
          <a:srcRect b="-11" r="-70"/>
          <a:stretch/>
        </p:blipFill>
        <p:spPr>
          <a:xfrm>
            <a:off x="138365" y="2194990"/>
            <a:ext cx="8867270" cy="3156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8834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73692CF-33C9-4D3D-B512-2778EFB89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95447F-7FBF-4B01-919A-B937E27716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04465" y="1892558"/>
            <a:ext cx="3429609" cy="33978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DB1F053-4874-4497-BA6F-4754469A23A7}"/>
              </a:ext>
            </a:extLst>
          </p:cNvPr>
          <p:cNvSpPr txBox="1"/>
          <p:nvPr/>
        </p:nvSpPr>
        <p:spPr>
          <a:xfrm>
            <a:off x="2816825" y="5702622"/>
            <a:ext cx="3429609" cy="769441"/>
          </a:xfrm>
          <a:prstGeom prst="rect">
            <a:avLst/>
          </a:prstGeom>
          <a:solidFill>
            <a:srgbClr val="44525A"/>
          </a:solidFill>
        </p:spPr>
        <p:txBody>
          <a:bodyPr wrap="square">
            <a:spAutoFit/>
          </a:bodyPr>
          <a:lstStyle/>
          <a:p>
            <a:pPr algn="ctr"/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Capture and act on key business data</a:t>
            </a:r>
            <a:endParaRPr lang="en-IN" sz="22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19468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70CD277-B672-493D-8BF4-1D755EA304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9117" y="1789941"/>
            <a:ext cx="6785765" cy="383067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B1B28E0-9483-47C4-BFC8-EC4681C88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new paradigm for information processing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550682-2F2C-498D-840E-762835F19B06}"/>
              </a:ext>
            </a:extLst>
          </p:cNvPr>
          <p:cNvSpPr txBox="1"/>
          <p:nvPr/>
        </p:nvSpPr>
        <p:spPr>
          <a:xfrm>
            <a:off x="2285999" y="6084993"/>
            <a:ext cx="4572000" cy="400110"/>
          </a:xfrm>
          <a:prstGeom prst="rect">
            <a:avLst/>
          </a:prstGeom>
          <a:solidFill>
            <a:srgbClr val="44525A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Pioneering work from IBM Research</a:t>
            </a:r>
            <a:endParaRPr lang="en-IN" sz="20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29925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B1B28E0-9483-47C4-BFC8-EC4681C88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new paradigm for information processing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2CB3F0-4072-415C-A53A-3FAA76038F4C}"/>
              </a:ext>
            </a:extLst>
          </p:cNvPr>
          <p:cNvSpPr txBox="1"/>
          <p:nvPr/>
        </p:nvSpPr>
        <p:spPr>
          <a:xfrm>
            <a:off x="2381693" y="588992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</a:t>
            </a:r>
            <a:endParaRPr lang="en-IN" dirty="0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915053BF-6EC3-40A8-B344-30A28FD6DD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71135637"/>
              </p:ext>
            </p:extLst>
          </p:nvPr>
        </p:nvGraphicFramePr>
        <p:xfrm>
          <a:off x="564233" y="1486940"/>
          <a:ext cx="7934793" cy="52586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568611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93245F62-CCC4-49E4-B95B-EA6C1E790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023730-2046-489B-93C4-A02E8C2C3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160" y="3484586"/>
            <a:ext cx="8182230" cy="1913308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571500" indent="-571500" algn="ctr">
              <a:lnSpc>
                <a:spcPct val="150000"/>
              </a:lnSpc>
            </a:pPr>
            <a:r>
              <a:rPr lang="en-US" sz="2600" kern="1200" dirty="0">
                <a:solidFill>
                  <a:schemeClr val="tx1"/>
                </a:solidFill>
                <a:latin typeface="Bahnschrift" panose="020B0502040204020203" pitchFamily="34" charset="0"/>
              </a:rPr>
              <a:t>These data streams can come from both structured and unstructured data sources, and they can contain a wide range of digital data, including:</a:t>
            </a:r>
          </a:p>
        </p:txBody>
      </p:sp>
      <p:pic>
        <p:nvPicPr>
          <p:cNvPr id="1026" name="Picture 2" descr="What is Structured Data vs. Unstructured Data?">
            <a:extLst>
              <a:ext uri="{FF2B5EF4-FFF2-40B4-BE49-F238E27FC236}">
                <a16:creationId xmlns:a16="http://schemas.microsoft.com/office/drawing/2014/main" id="{36858DA0-498D-4A6A-8F25-2E89E9D0F7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671"/>
          <a:stretch/>
        </p:blipFill>
        <p:spPr bwMode="auto">
          <a:xfrm>
            <a:off x="1660746" y="759572"/>
            <a:ext cx="5822508" cy="2529816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" name="sketch line">
            <a:extLst>
              <a:ext uri="{FF2B5EF4-FFF2-40B4-BE49-F238E27FC236}">
                <a16:creationId xmlns:a16="http://schemas.microsoft.com/office/drawing/2014/main" id="{E6C0DD6B-6AA3-448F-9B99-8386295BC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55776" y="5509052"/>
            <a:ext cx="3429000" cy="18288"/>
          </a:xfrm>
          <a:custGeom>
            <a:avLst/>
            <a:gdLst>
              <a:gd name="connsiteX0" fmla="*/ 0 w 3429000"/>
              <a:gd name="connsiteY0" fmla="*/ 0 h 18288"/>
              <a:gd name="connsiteX1" fmla="*/ 685800 w 3429000"/>
              <a:gd name="connsiteY1" fmla="*/ 0 h 18288"/>
              <a:gd name="connsiteX2" fmla="*/ 1371600 w 3429000"/>
              <a:gd name="connsiteY2" fmla="*/ 0 h 18288"/>
              <a:gd name="connsiteX3" fmla="*/ 2057400 w 3429000"/>
              <a:gd name="connsiteY3" fmla="*/ 0 h 18288"/>
              <a:gd name="connsiteX4" fmla="*/ 2674620 w 3429000"/>
              <a:gd name="connsiteY4" fmla="*/ 0 h 18288"/>
              <a:gd name="connsiteX5" fmla="*/ 3429000 w 3429000"/>
              <a:gd name="connsiteY5" fmla="*/ 0 h 18288"/>
              <a:gd name="connsiteX6" fmla="*/ 3429000 w 3429000"/>
              <a:gd name="connsiteY6" fmla="*/ 18288 h 18288"/>
              <a:gd name="connsiteX7" fmla="*/ 2811780 w 3429000"/>
              <a:gd name="connsiteY7" fmla="*/ 18288 h 18288"/>
              <a:gd name="connsiteX8" fmla="*/ 2228850 w 3429000"/>
              <a:gd name="connsiteY8" fmla="*/ 18288 h 18288"/>
              <a:gd name="connsiteX9" fmla="*/ 1543050 w 3429000"/>
              <a:gd name="connsiteY9" fmla="*/ 18288 h 18288"/>
              <a:gd name="connsiteX10" fmla="*/ 925830 w 3429000"/>
              <a:gd name="connsiteY10" fmla="*/ 18288 h 18288"/>
              <a:gd name="connsiteX11" fmla="*/ 0 w 3429000"/>
              <a:gd name="connsiteY11" fmla="*/ 18288 h 18288"/>
              <a:gd name="connsiteX12" fmla="*/ 0 w 3429000"/>
              <a:gd name="connsiteY12" fmla="*/ 0 h 18288"/>
              <a:gd name="connsiteX0" fmla="*/ 0 w 3429000"/>
              <a:gd name="connsiteY0" fmla="*/ 0 h 18288"/>
              <a:gd name="connsiteX1" fmla="*/ 617220 w 3429000"/>
              <a:gd name="connsiteY1" fmla="*/ 0 h 18288"/>
              <a:gd name="connsiteX2" fmla="*/ 1200150 w 3429000"/>
              <a:gd name="connsiteY2" fmla="*/ 0 h 18288"/>
              <a:gd name="connsiteX3" fmla="*/ 1817370 w 3429000"/>
              <a:gd name="connsiteY3" fmla="*/ 0 h 18288"/>
              <a:gd name="connsiteX4" fmla="*/ 2503170 w 3429000"/>
              <a:gd name="connsiteY4" fmla="*/ 0 h 18288"/>
              <a:gd name="connsiteX5" fmla="*/ 3429000 w 3429000"/>
              <a:gd name="connsiteY5" fmla="*/ 0 h 18288"/>
              <a:gd name="connsiteX6" fmla="*/ 3429000 w 3429000"/>
              <a:gd name="connsiteY6" fmla="*/ 18288 h 18288"/>
              <a:gd name="connsiteX7" fmla="*/ 2743200 w 3429000"/>
              <a:gd name="connsiteY7" fmla="*/ 18288 h 18288"/>
              <a:gd name="connsiteX8" fmla="*/ 1988820 w 3429000"/>
              <a:gd name="connsiteY8" fmla="*/ 18288 h 18288"/>
              <a:gd name="connsiteX9" fmla="*/ 1405890 w 3429000"/>
              <a:gd name="connsiteY9" fmla="*/ 18288 h 18288"/>
              <a:gd name="connsiteX10" fmla="*/ 651510 w 3429000"/>
              <a:gd name="connsiteY10" fmla="*/ 18288 h 18288"/>
              <a:gd name="connsiteX11" fmla="*/ 0 w 3429000"/>
              <a:gd name="connsiteY11" fmla="*/ 18288 h 18288"/>
              <a:gd name="connsiteX12" fmla="*/ 0 w 342900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29000" h="18288" fill="none" extrusionOk="0">
                <a:moveTo>
                  <a:pt x="0" y="0"/>
                </a:moveTo>
                <a:cubicBezTo>
                  <a:pt x="207705" y="23860"/>
                  <a:pt x="509323" y="68036"/>
                  <a:pt x="685800" y="0"/>
                </a:cubicBezTo>
                <a:cubicBezTo>
                  <a:pt x="881422" y="-43910"/>
                  <a:pt x="1129204" y="-58858"/>
                  <a:pt x="1371600" y="0"/>
                </a:cubicBezTo>
                <a:cubicBezTo>
                  <a:pt x="1611115" y="-12848"/>
                  <a:pt x="1887211" y="-6418"/>
                  <a:pt x="2057400" y="0"/>
                </a:cubicBezTo>
                <a:cubicBezTo>
                  <a:pt x="2233905" y="-53439"/>
                  <a:pt x="2400311" y="-9735"/>
                  <a:pt x="2674620" y="0"/>
                </a:cubicBezTo>
                <a:cubicBezTo>
                  <a:pt x="2899369" y="50175"/>
                  <a:pt x="3197952" y="-27603"/>
                  <a:pt x="3429000" y="0"/>
                </a:cubicBezTo>
                <a:cubicBezTo>
                  <a:pt x="3428966" y="4844"/>
                  <a:pt x="3428590" y="11009"/>
                  <a:pt x="3429000" y="18288"/>
                </a:cubicBezTo>
                <a:cubicBezTo>
                  <a:pt x="3212354" y="28872"/>
                  <a:pt x="3083619" y="-836"/>
                  <a:pt x="2811780" y="18288"/>
                </a:cubicBezTo>
                <a:cubicBezTo>
                  <a:pt x="2533576" y="25058"/>
                  <a:pt x="2477440" y="20531"/>
                  <a:pt x="2228850" y="18288"/>
                </a:cubicBezTo>
                <a:cubicBezTo>
                  <a:pt x="2003657" y="-1843"/>
                  <a:pt x="1810789" y="18294"/>
                  <a:pt x="1543050" y="18288"/>
                </a:cubicBezTo>
                <a:cubicBezTo>
                  <a:pt x="1286635" y="-21162"/>
                  <a:pt x="1189418" y="22290"/>
                  <a:pt x="925830" y="18288"/>
                </a:cubicBezTo>
                <a:cubicBezTo>
                  <a:pt x="678389" y="-2387"/>
                  <a:pt x="367033" y="43234"/>
                  <a:pt x="0" y="18288"/>
                </a:cubicBezTo>
                <a:cubicBezTo>
                  <a:pt x="-649" y="11698"/>
                  <a:pt x="663" y="5413"/>
                  <a:pt x="0" y="0"/>
                </a:cubicBezTo>
                <a:close/>
              </a:path>
              <a:path w="3429000" h="18288" stroke="0" extrusionOk="0">
                <a:moveTo>
                  <a:pt x="0" y="0"/>
                </a:moveTo>
                <a:cubicBezTo>
                  <a:pt x="169914" y="-16656"/>
                  <a:pt x="469790" y="-24030"/>
                  <a:pt x="617220" y="0"/>
                </a:cubicBezTo>
                <a:cubicBezTo>
                  <a:pt x="786601" y="24467"/>
                  <a:pt x="1085311" y="15192"/>
                  <a:pt x="1200150" y="0"/>
                </a:cubicBezTo>
                <a:cubicBezTo>
                  <a:pt x="1340195" y="-5060"/>
                  <a:pt x="1552999" y="41254"/>
                  <a:pt x="1817370" y="0"/>
                </a:cubicBezTo>
                <a:cubicBezTo>
                  <a:pt x="2086739" y="-377"/>
                  <a:pt x="2228603" y="31972"/>
                  <a:pt x="2503170" y="0"/>
                </a:cubicBezTo>
                <a:cubicBezTo>
                  <a:pt x="2794334" y="-14173"/>
                  <a:pt x="3002837" y="-13310"/>
                  <a:pt x="3429000" y="0"/>
                </a:cubicBezTo>
                <a:cubicBezTo>
                  <a:pt x="3428475" y="5049"/>
                  <a:pt x="3429193" y="12044"/>
                  <a:pt x="3429000" y="18288"/>
                </a:cubicBezTo>
                <a:cubicBezTo>
                  <a:pt x="3101445" y="-3440"/>
                  <a:pt x="2879434" y="34023"/>
                  <a:pt x="2743200" y="18288"/>
                </a:cubicBezTo>
                <a:cubicBezTo>
                  <a:pt x="2609544" y="13915"/>
                  <a:pt x="2334178" y="48649"/>
                  <a:pt x="1988820" y="18288"/>
                </a:cubicBezTo>
                <a:cubicBezTo>
                  <a:pt x="1620184" y="18423"/>
                  <a:pt x="1586822" y="-1871"/>
                  <a:pt x="1405890" y="18288"/>
                </a:cubicBezTo>
                <a:cubicBezTo>
                  <a:pt x="1266239" y="28547"/>
                  <a:pt x="867500" y="15208"/>
                  <a:pt x="651510" y="18288"/>
                </a:cubicBezTo>
                <a:cubicBezTo>
                  <a:pt x="445459" y="40105"/>
                  <a:pt x="119818" y="-23744"/>
                  <a:pt x="0" y="18288"/>
                </a:cubicBezTo>
                <a:cubicBezTo>
                  <a:pt x="-39" y="12511"/>
                  <a:pt x="-381" y="8039"/>
                  <a:pt x="0" y="0"/>
                </a:cubicBezTo>
                <a:close/>
              </a:path>
              <a:path w="3429000" h="18288" fill="none" stroke="0" extrusionOk="0">
                <a:moveTo>
                  <a:pt x="0" y="0"/>
                </a:moveTo>
                <a:cubicBezTo>
                  <a:pt x="199661" y="29771"/>
                  <a:pt x="488726" y="20925"/>
                  <a:pt x="685800" y="0"/>
                </a:cubicBezTo>
                <a:cubicBezTo>
                  <a:pt x="835372" y="-29710"/>
                  <a:pt x="1088413" y="6369"/>
                  <a:pt x="1371600" y="0"/>
                </a:cubicBezTo>
                <a:cubicBezTo>
                  <a:pt x="1631865" y="6637"/>
                  <a:pt x="1839907" y="52251"/>
                  <a:pt x="2057400" y="0"/>
                </a:cubicBezTo>
                <a:cubicBezTo>
                  <a:pt x="2266442" y="-8132"/>
                  <a:pt x="2461070" y="-4034"/>
                  <a:pt x="2674620" y="0"/>
                </a:cubicBezTo>
                <a:cubicBezTo>
                  <a:pt x="2940120" y="30498"/>
                  <a:pt x="3202681" y="-54357"/>
                  <a:pt x="3429000" y="0"/>
                </a:cubicBezTo>
                <a:cubicBezTo>
                  <a:pt x="3429314" y="4158"/>
                  <a:pt x="3428021" y="12539"/>
                  <a:pt x="3429000" y="18288"/>
                </a:cubicBezTo>
                <a:cubicBezTo>
                  <a:pt x="3250522" y="56023"/>
                  <a:pt x="3056248" y="-1557"/>
                  <a:pt x="2811780" y="18288"/>
                </a:cubicBezTo>
                <a:cubicBezTo>
                  <a:pt x="2534418" y="26558"/>
                  <a:pt x="2483107" y="19890"/>
                  <a:pt x="2228850" y="18288"/>
                </a:cubicBezTo>
                <a:cubicBezTo>
                  <a:pt x="1996093" y="-20362"/>
                  <a:pt x="1790611" y="35096"/>
                  <a:pt x="1543050" y="18288"/>
                </a:cubicBezTo>
                <a:cubicBezTo>
                  <a:pt x="1276188" y="-29727"/>
                  <a:pt x="1196665" y="1050"/>
                  <a:pt x="925830" y="18288"/>
                </a:cubicBezTo>
                <a:cubicBezTo>
                  <a:pt x="718623" y="61416"/>
                  <a:pt x="374628" y="25039"/>
                  <a:pt x="0" y="18288"/>
                </a:cubicBezTo>
                <a:cubicBezTo>
                  <a:pt x="20" y="11469"/>
                  <a:pt x="-29" y="515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3429000"/>
                      <a:gd name="connsiteY0" fmla="*/ 0 h 18288"/>
                      <a:gd name="connsiteX1" fmla="*/ 685800 w 3429000"/>
                      <a:gd name="connsiteY1" fmla="*/ 0 h 18288"/>
                      <a:gd name="connsiteX2" fmla="*/ 1371600 w 3429000"/>
                      <a:gd name="connsiteY2" fmla="*/ 0 h 18288"/>
                      <a:gd name="connsiteX3" fmla="*/ 2057400 w 3429000"/>
                      <a:gd name="connsiteY3" fmla="*/ 0 h 18288"/>
                      <a:gd name="connsiteX4" fmla="*/ 2674620 w 3429000"/>
                      <a:gd name="connsiteY4" fmla="*/ 0 h 18288"/>
                      <a:gd name="connsiteX5" fmla="*/ 3429000 w 3429000"/>
                      <a:gd name="connsiteY5" fmla="*/ 0 h 18288"/>
                      <a:gd name="connsiteX6" fmla="*/ 3429000 w 3429000"/>
                      <a:gd name="connsiteY6" fmla="*/ 18288 h 18288"/>
                      <a:gd name="connsiteX7" fmla="*/ 2811780 w 3429000"/>
                      <a:gd name="connsiteY7" fmla="*/ 18288 h 18288"/>
                      <a:gd name="connsiteX8" fmla="*/ 2228850 w 3429000"/>
                      <a:gd name="connsiteY8" fmla="*/ 18288 h 18288"/>
                      <a:gd name="connsiteX9" fmla="*/ 1543050 w 3429000"/>
                      <a:gd name="connsiteY9" fmla="*/ 18288 h 18288"/>
                      <a:gd name="connsiteX10" fmla="*/ 925830 w 3429000"/>
                      <a:gd name="connsiteY10" fmla="*/ 18288 h 18288"/>
                      <a:gd name="connsiteX11" fmla="*/ 0 w 3429000"/>
                      <a:gd name="connsiteY11" fmla="*/ 18288 h 18288"/>
                      <a:gd name="connsiteX12" fmla="*/ 0 w 3429000"/>
                      <a:gd name="connsiteY12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3429000" h="18288" fill="none" extrusionOk="0">
                        <a:moveTo>
                          <a:pt x="0" y="0"/>
                        </a:moveTo>
                        <a:cubicBezTo>
                          <a:pt x="219865" y="20479"/>
                          <a:pt x="493281" y="26186"/>
                          <a:pt x="685800" y="0"/>
                        </a:cubicBezTo>
                        <a:cubicBezTo>
                          <a:pt x="878319" y="-26186"/>
                          <a:pt x="1121382" y="-11869"/>
                          <a:pt x="1371600" y="0"/>
                        </a:cubicBezTo>
                        <a:cubicBezTo>
                          <a:pt x="1621818" y="11869"/>
                          <a:pt x="1878793" y="32281"/>
                          <a:pt x="2057400" y="0"/>
                        </a:cubicBezTo>
                        <a:cubicBezTo>
                          <a:pt x="2236007" y="-32281"/>
                          <a:pt x="2433797" y="-18251"/>
                          <a:pt x="2674620" y="0"/>
                        </a:cubicBezTo>
                        <a:cubicBezTo>
                          <a:pt x="2915443" y="18251"/>
                          <a:pt x="3205923" y="-1443"/>
                          <a:pt x="3429000" y="0"/>
                        </a:cubicBezTo>
                        <a:cubicBezTo>
                          <a:pt x="3429442" y="4516"/>
                          <a:pt x="3428173" y="12266"/>
                          <a:pt x="3429000" y="18288"/>
                        </a:cubicBezTo>
                        <a:cubicBezTo>
                          <a:pt x="3221081" y="48608"/>
                          <a:pt x="3088001" y="8066"/>
                          <a:pt x="2811780" y="18288"/>
                        </a:cubicBezTo>
                        <a:cubicBezTo>
                          <a:pt x="2535559" y="28510"/>
                          <a:pt x="2481355" y="24898"/>
                          <a:pt x="2228850" y="18288"/>
                        </a:cubicBezTo>
                        <a:cubicBezTo>
                          <a:pt x="1976345" y="11679"/>
                          <a:pt x="1807520" y="48356"/>
                          <a:pt x="1543050" y="18288"/>
                        </a:cubicBezTo>
                        <a:cubicBezTo>
                          <a:pt x="1278580" y="-11780"/>
                          <a:pt x="1181944" y="5123"/>
                          <a:pt x="925830" y="18288"/>
                        </a:cubicBezTo>
                        <a:cubicBezTo>
                          <a:pt x="669716" y="31453"/>
                          <a:pt x="410304" y="34815"/>
                          <a:pt x="0" y="18288"/>
                        </a:cubicBezTo>
                        <a:cubicBezTo>
                          <a:pt x="-306" y="11477"/>
                          <a:pt x="485" y="4355"/>
                          <a:pt x="0" y="0"/>
                        </a:cubicBezTo>
                        <a:close/>
                      </a:path>
                      <a:path w="3429000" h="18288" stroke="0" extrusionOk="0">
                        <a:moveTo>
                          <a:pt x="0" y="0"/>
                        </a:moveTo>
                        <a:cubicBezTo>
                          <a:pt x="174095" y="-12874"/>
                          <a:pt x="443087" y="-14090"/>
                          <a:pt x="617220" y="0"/>
                        </a:cubicBezTo>
                        <a:cubicBezTo>
                          <a:pt x="791353" y="14090"/>
                          <a:pt x="1072677" y="8451"/>
                          <a:pt x="1200150" y="0"/>
                        </a:cubicBezTo>
                        <a:cubicBezTo>
                          <a:pt x="1327623" y="-8451"/>
                          <a:pt x="1526638" y="19866"/>
                          <a:pt x="1817370" y="0"/>
                        </a:cubicBezTo>
                        <a:cubicBezTo>
                          <a:pt x="2108102" y="-19866"/>
                          <a:pt x="2221289" y="26161"/>
                          <a:pt x="2503170" y="0"/>
                        </a:cubicBezTo>
                        <a:cubicBezTo>
                          <a:pt x="2785051" y="-26161"/>
                          <a:pt x="3022134" y="39178"/>
                          <a:pt x="3429000" y="0"/>
                        </a:cubicBezTo>
                        <a:cubicBezTo>
                          <a:pt x="3429577" y="4624"/>
                          <a:pt x="3429819" y="11191"/>
                          <a:pt x="3429000" y="18288"/>
                        </a:cubicBezTo>
                        <a:cubicBezTo>
                          <a:pt x="3103464" y="593"/>
                          <a:pt x="2887909" y="22940"/>
                          <a:pt x="2743200" y="18288"/>
                        </a:cubicBezTo>
                        <a:cubicBezTo>
                          <a:pt x="2598491" y="13636"/>
                          <a:pt x="2362615" y="10656"/>
                          <a:pt x="1988820" y="18288"/>
                        </a:cubicBezTo>
                        <a:cubicBezTo>
                          <a:pt x="1615025" y="25920"/>
                          <a:pt x="1580494" y="3693"/>
                          <a:pt x="1405890" y="18288"/>
                        </a:cubicBezTo>
                        <a:cubicBezTo>
                          <a:pt x="1231286" y="32884"/>
                          <a:pt x="885259" y="-16285"/>
                          <a:pt x="651510" y="18288"/>
                        </a:cubicBezTo>
                        <a:cubicBezTo>
                          <a:pt x="417761" y="52861"/>
                          <a:pt x="138362" y="-13856"/>
                          <a:pt x="0" y="18288"/>
                        </a:cubicBezTo>
                        <a:cubicBezTo>
                          <a:pt x="-171" y="12755"/>
                          <a:pt x="-690" y="7930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3284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1E75170-1009-42DF-89B6-4D278DACD9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0306521"/>
              </p:ext>
            </p:extLst>
          </p:nvPr>
        </p:nvGraphicFramePr>
        <p:xfrm>
          <a:off x="338138" y="1628775"/>
          <a:ext cx="8386762" cy="500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B8C51140-CEB1-4ABE-9D12-180B703CA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new paradigm for information processing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417817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8C51140-CEB1-4ABE-9D12-180B703CA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new paradigm for information processing</a:t>
            </a:r>
            <a:endParaRPr lang="en-IN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6BFA5E4E-AA59-4122-89BC-85E5AD1C62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35543988"/>
              </p:ext>
            </p:extLst>
          </p:nvPr>
        </p:nvGraphicFramePr>
        <p:xfrm>
          <a:off x="955041" y="1740777"/>
          <a:ext cx="7233918" cy="4884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658247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5E375C5-DFCA-4401-8CF2-EA7CFDBE3C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7612038"/>
              </p:ext>
            </p:extLst>
          </p:nvPr>
        </p:nvGraphicFramePr>
        <p:xfrm>
          <a:off x="338138" y="1628775"/>
          <a:ext cx="8386762" cy="500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77BAB2E8-DD0D-4B06-BF2D-8097CDEC8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new paradigm for information processing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5157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9E5E3C7-285E-4114-A3B6-F94238A27D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4764670"/>
              </p:ext>
            </p:extLst>
          </p:nvPr>
        </p:nvGraphicFramePr>
        <p:xfrm>
          <a:off x="1815092" y="1688736"/>
          <a:ext cx="5433075" cy="500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08D7DDC9-A00C-4902-BF88-60C814F70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new paradigm for information processing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91090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8C51140-CEB1-4ABE-9D12-180B703CA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new paradigm for information processing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26362A5-18B9-4017-A3A6-4A524D41F4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915" y="1702285"/>
            <a:ext cx="3453430" cy="345343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1BE8DC2-0964-4E91-BEC0-D874F02DA0B1}"/>
              </a:ext>
            </a:extLst>
          </p:cNvPr>
          <p:cNvSpPr txBox="1"/>
          <p:nvPr/>
        </p:nvSpPr>
        <p:spPr>
          <a:xfrm>
            <a:off x="3460067" y="5532437"/>
            <a:ext cx="2143125" cy="707886"/>
          </a:xfrm>
          <a:prstGeom prst="rect">
            <a:avLst/>
          </a:prstGeom>
          <a:solidFill>
            <a:srgbClr val="44525A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Powerful data analysis</a:t>
            </a:r>
            <a:endParaRPr lang="en-IN" sz="20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27628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3E4B3E8-CDF2-49D3-81DD-73182C6C16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1630" y="1671121"/>
            <a:ext cx="7620000" cy="423862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957B409-5288-461D-9F36-054496A1D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Powerful, real-time analytic processing made simple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6E9F32-DFF3-4E1A-84D1-D0A417561E3D}"/>
              </a:ext>
            </a:extLst>
          </p:cNvPr>
          <p:cNvSpPr txBox="1"/>
          <p:nvPr/>
        </p:nvSpPr>
        <p:spPr>
          <a:xfrm>
            <a:off x="2593385" y="6070638"/>
            <a:ext cx="3957230" cy="369332"/>
          </a:xfrm>
          <a:prstGeom prst="rect">
            <a:avLst/>
          </a:prstGeom>
          <a:solidFill>
            <a:srgbClr val="44525A"/>
          </a:solidFill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Bahnschrift" panose="020B0502040204020203" pitchFamily="34" charset="0"/>
              </a:rPr>
              <a:t>Analyzing large volumes of data </a:t>
            </a:r>
            <a:endParaRPr lang="en-IN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13700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3E4B3E8-CDF2-49D3-81DD-73182C6C16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01785" y="2067192"/>
            <a:ext cx="3942871" cy="240295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957B409-5288-461D-9F36-054496A1D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Powerful, real-time analytic processing made simple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6E9F32-DFF3-4E1A-84D1-D0A417561E3D}"/>
              </a:ext>
            </a:extLst>
          </p:cNvPr>
          <p:cNvSpPr txBox="1"/>
          <p:nvPr/>
        </p:nvSpPr>
        <p:spPr>
          <a:xfrm>
            <a:off x="1956216" y="5068496"/>
            <a:ext cx="5388964" cy="707886"/>
          </a:xfrm>
          <a:prstGeom prst="rect">
            <a:avLst/>
          </a:prstGeom>
          <a:solidFill>
            <a:srgbClr val="44525A"/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Bahnschrift" panose="020B0502040204020203" pitchFamily="34" charset="0"/>
              </a:rPr>
              <a:t>Continuously generated data is often critical for organizations</a:t>
            </a:r>
            <a:endParaRPr lang="en-IN" sz="20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4723B68-FDE4-4DA9-9BD0-BED61360C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653" y="2067192"/>
            <a:ext cx="3724563" cy="240295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67398999"/>
      </p:ext>
    </p:extLst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57B409-5288-461D-9F36-054496A1D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Powerful, real-time analytic processing made simple</a:t>
            </a:r>
            <a:endParaRPr dirty="0"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FE6BDA-703D-4192-8292-BA10775B6FFC}"/>
              </a:ext>
            </a:extLst>
          </p:cNvPr>
          <p:cNvSpPr txBox="1"/>
          <p:nvPr/>
        </p:nvSpPr>
        <p:spPr>
          <a:xfrm>
            <a:off x="3227441" y="4893601"/>
            <a:ext cx="2689117" cy="646331"/>
          </a:xfrm>
          <a:prstGeom prst="rect">
            <a:avLst/>
          </a:prstGeom>
          <a:solidFill>
            <a:srgbClr val="44525A"/>
          </a:solidFill>
        </p:spPr>
        <p:txBody>
          <a:bodyPr wrap="square">
            <a:spAutoFit/>
          </a:bodyPr>
          <a:lstStyle/>
          <a:p>
            <a:pPr algn="ctr"/>
            <a:r>
              <a:rPr dirty="0" lang="en-US">
                <a:solidFill>
                  <a:schemeClr val="bg1"/>
                </a:solidFill>
                <a:latin charset="0" panose="020B0502040204020203" pitchFamily="34" typeface="Bahnschrift"/>
              </a:rPr>
              <a:t>Market Alerts and Events</a:t>
            </a:r>
            <a:endParaRPr dirty="0" lang="en-IN">
              <a:solidFill>
                <a:schemeClr val="bg1"/>
              </a:solidFill>
              <a:latin charset="0" panose="020B0502040204020203" pitchFamily="34" typeface="Bahnschrift"/>
            </a:endParaRPr>
          </a:p>
        </p:txBody>
      </p:sp>
      <p:pic>
        <p:nvPicPr>
          <p:cNvPr descr="Graphical user interface, application&#10;&#10;Description automatically generated" id="6" name="Content Placeholder 5">
            <a:extLst>
              <a:ext uri="{FF2B5EF4-FFF2-40B4-BE49-F238E27FC236}">
                <a16:creationId xmlns:a16="http://schemas.microsoft.com/office/drawing/2014/main" id="{4759BFBD-8EF1-454B-B50B-8663B6AA2F67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7" r="29"/>
          <a:stretch/>
        </p:blipFill>
        <p:spPr>
          <a:xfrm>
            <a:off x="479685" y="2473377"/>
            <a:ext cx="8139659" cy="1918741"/>
          </a:xfrm>
          <a:ln>
            <a:solidFill>
              <a:schemeClr val="tx1">
                <a:lumMod val="75000"/>
                <a:lumOff val="25000"/>
              </a:schemeClr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33638230"/>
      </p:ext>
    </p:extLst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57B409-5288-461D-9F36-054496A1D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Powerful, real-time analytic processing made simple</a:t>
            </a:r>
            <a:endParaRPr dirty="0"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FE6BDA-703D-4192-8292-BA10775B6FFC}"/>
              </a:ext>
            </a:extLst>
          </p:cNvPr>
          <p:cNvSpPr txBox="1"/>
          <p:nvPr/>
        </p:nvSpPr>
        <p:spPr>
          <a:xfrm>
            <a:off x="2978557" y="5339331"/>
            <a:ext cx="2689117" cy="923330"/>
          </a:xfrm>
          <a:prstGeom prst="rect">
            <a:avLst/>
          </a:prstGeom>
          <a:solidFill>
            <a:srgbClr val="44525A"/>
          </a:solidFill>
        </p:spPr>
        <p:txBody>
          <a:bodyPr wrap="square">
            <a:spAutoFit/>
          </a:bodyPr>
          <a:lstStyle/>
          <a:p>
            <a:pPr algn="ctr"/>
            <a:r>
              <a:rPr dirty="0" lang="en-US">
                <a:solidFill>
                  <a:schemeClr val="bg1"/>
                </a:solidFill>
                <a:latin charset="0" panose="020B0502040204020203" pitchFamily="34" typeface="Bahnschrift"/>
              </a:rPr>
              <a:t>Compiling and running a stream processing application</a:t>
            </a:r>
            <a:endParaRPr dirty="0" lang="en-IN">
              <a:solidFill>
                <a:schemeClr val="bg1"/>
              </a:solidFill>
              <a:latin charset="0" panose="020B0502040204020203" pitchFamily="34" typeface="Bahnschrif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111D645-5872-4B54-B67A-0B5977BC8775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/>
          <a:srcRect b="81" r="-22"/>
          <a:stretch/>
        </p:blipFill>
        <p:spPr>
          <a:xfrm>
            <a:off x="674557" y="1801651"/>
            <a:ext cx="7794886" cy="319290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46850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57B409-5288-461D-9F36-054496A1D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Powerful, real-time analytic processing made simple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DEFAFB-2F4E-41E5-A37C-130350989C49}"/>
              </a:ext>
            </a:extLst>
          </p:cNvPr>
          <p:cNvSpPr/>
          <p:nvPr/>
        </p:nvSpPr>
        <p:spPr>
          <a:xfrm>
            <a:off x="128478" y="3104707"/>
            <a:ext cx="2029931" cy="744280"/>
          </a:xfrm>
          <a:prstGeom prst="rect">
            <a:avLst/>
          </a:prstGeom>
          <a:solidFill>
            <a:srgbClr val="44525A"/>
          </a:solidFill>
          <a:ln>
            <a:solidFill>
              <a:srgbClr val="2A34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InfoSphere</a:t>
            </a:r>
            <a:r>
              <a:rPr lang="en-US" dirty="0"/>
              <a:t> Streams applications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6CCE7B-BA4E-461B-8CB0-B2FB49DD54EB}"/>
              </a:ext>
            </a:extLst>
          </p:cNvPr>
          <p:cNvSpPr/>
          <p:nvPr/>
        </p:nvSpPr>
        <p:spPr>
          <a:xfrm>
            <a:off x="2511555" y="3104707"/>
            <a:ext cx="2029931" cy="744280"/>
          </a:xfrm>
          <a:prstGeom prst="rect">
            <a:avLst/>
          </a:prstGeom>
          <a:solidFill>
            <a:srgbClr val="44525A"/>
          </a:solidFill>
          <a:ln>
            <a:solidFill>
              <a:srgbClr val="2A34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ahnschrift" panose="020B0502040204020203" pitchFamily="34" charset="0"/>
              </a:rPr>
              <a:t>Extended</a:t>
            </a:r>
            <a:endParaRPr lang="en-IN" sz="2400" dirty="0">
              <a:latin typeface="Bahnschrift" panose="020B0502040204020203" pitchFamily="34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5302D90-CA09-4361-8DCC-297100EE632A}"/>
              </a:ext>
            </a:extLst>
          </p:cNvPr>
          <p:cNvCxnSpPr>
            <a:stCxn id="7" idx="3"/>
            <a:endCxn id="11" idx="1"/>
          </p:cNvCxnSpPr>
          <p:nvPr/>
        </p:nvCxnSpPr>
        <p:spPr>
          <a:xfrm>
            <a:off x="2158409" y="3476847"/>
            <a:ext cx="35314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57968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57B409-5288-461D-9F36-054496A1D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Powerful, real-time analytic processing made simple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4B06B8-F835-4000-81C9-AA3F479AB56E}"/>
              </a:ext>
            </a:extLst>
          </p:cNvPr>
          <p:cNvSpPr/>
          <p:nvPr/>
        </p:nvSpPr>
        <p:spPr>
          <a:xfrm>
            <a:off x="5303874" y="2103493"/>
            <a:ext cx="733646" cy="595423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Bahnschrift" panose="020B0502040204020203" pitchFamily="34" charset="0"/>
              </a:rPr>
              <a:t>C</a:t>
            </a:r>
            <a:endParaRPr lang="en-IN" sz="4000" dirty="0">
              <a:latin typeface="Bahnschrift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DEFAFB-2F4E-41E5-A37C-130350989C49}"/>
              </a:ext>
            </a:extLst>
          </p:cNvPr>
          <p:cNvSpPr/>
          <p:nvPr/>
        </p:nvSpPr>
        <p:spPr>
          <a:xfrm>
            <a:off x="128478" y="3104707"/>
            <a:ext cx="2029931" cy="744280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InfoSphere Streams applications</a:t>
            </a:r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6CCE7B-BA4E-461B-8CB0-B2FB49DD54EB}"/>
              </a:ext>
            </a:extLst>
          </p:cNvPr>
          <p:cNvSpPr/>
          <p:nvPr/>
        </p:nvSpPr>
        <p:spPr>
          <a:xfrm>
            <a:off x="2511555" y="3104707"/>
            <a:ext cx="2029931" cy="744280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ahnschrift" panose="020B0502040204020203" pitchFamily="34" charset="0"/>
              </a:rPr>
              <a:t>Extended</a:t>
            </a:r>
            <a:endParaRPr lang="en-IN" sz="2400" dirty="0">
              <a:latin typeface="Bahnschrift" panose="020B0502040204020203" pitchFamily="34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5302D90-CA09-4361-8DCC-297100EE632A}"/>
              </a:ext>
            </a:extLst>
          </p:cNvPr>
          <p:cNvCxnSpPr>
            <a:stCxn id="7" idx="3"/>
            <a:endCxn id="11" idx="1"/>
          </p:cNvCxnSpPr>
          <p:nvPr/>
        </p:nvCxnSpPr>
        <p:spPr>
          <a:xfrm>
            <a:off x="2158409" y="3476847"/>
            <a:ext cx="35314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2F1F572-AA1D-4E99-B9C0-69D6874F2489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4541486" y="2401205"/>
            <a:ext cx="762388" cy="100121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25947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57B409-5288-461D-9F36-054496A1D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Powerful, real-time analytic processing made simple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4B06B8-F835-4000-81C9-AA3F479AB56E}"/>
              </a:ext>
            </a:extLst>
          </p:cNvPr>
          <p:cNvSpPr/>
          <p:nvPr/>
        </p:nvSpPr>
        <p:spPr>
          <a:xfrm>
            <a:off x="5303874" y="2103493"/>
            <a:ext cx="733646" cy="595423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Bahnschrift" panose="020B0502040204020203" pitchFamily="34" charset="0"/>
              </a:rPr>
              <a:t>C</a:t>
            </a:r>
            <a:endParaRPr lang="en-IN" sz="4000" dirty="0">
              <a:latin typeface="Bahnschrift" panose="020B050204020402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D7A7EA-EDE4-4586-961C-C560BE047CDE}"/>
              </a:ext>
            </a:extLst>
          </p:cNvPr>
          <p:cNvSpPr/>
          <p:nvPr/>
        </p:nvSpPr>
        <p:spPr>
          <a:xfrm>
            <a:off x="5207296" y="3104707"/>
            <a:ext cx="1123507" cy="595423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Bahnschrift" panose="020B0502040204020203" pitchFamily="34" charset="0"/>
              </a:rPr>
              <a:t>C++</a:t>
            </a:r>
            <a:endParaRPr lang="en-IN" sz="4000" dirty="0">
              <a:latin typeface="Bahnschrift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DEFAFB-2F4E-41E5-A37C-130350989C49}"/>
              </a:ext>
            </a:extLst>
          </p:cNvPr>
          <p:cNvSpPr/>
          <p:nvPr/>
        </p:nvSpPr>
        <p:spPr>
          <a:xfrm>
            <a:off x="128478" y="3104707"/>
            <a:ext cx="2029931" cy="744280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InfoSphere Streams applications</a:t>
            </a:r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6CCE7B-BA4E-461B-8CB0-B2FB49DD54EB}"/>
              </a:ext>
            </a:extLst>
          </p:cNvPr>
          <p:cNvSpPr/>
          <p:nvPr/>
        </p:nvSpPr>
        <p:spPr>
          <a:xfrm>
            <a:off x="2511555" y="3104707"/>
            <a:ext cx="2029931" cy="744280"/>
          </a:xfrm>
          <a:prstGeom prst="rect">
            <a:avLst/>
          </a:prstGeom>
          <a:solidFill>
            <a:srgbClr val="4452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ahnschrift" panose="020B0502040204020203" pitchFamily="34" charset="0"/>
              </a:rPr>
              <a:t>Extended</a:t>
            </a:r>
            <a:endParaRPr lang="en-IN" sz="2400" dirty="0">
              <a:latin typeface="Bahnschrift" panose="020B0502040204020203" pitchFamily="34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5302D90-CA09-4361-8DCC-297100EE632A}"/>
              </a:ext>
            </a:extLst>
          </p:cNvPr>
          <p:cNvCxnSpPr>
            <a:stCxn id="7" idx="3"/>
            <a:endCxn id="11" idx="1"/>
          </p:cNvCxnSpPr>
          <p:nvPr/>
        </p:nvCxnSpPr>
        <p:spPr>
          <a:xfrm>
            <a:off x="2158409" y="3476847"/>
            <a:ext cx="35314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2F1F572-AA1D-4E99-B9C0-69D6874F2489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4541486" y="2401205"/>
            <a:ext cx="762388" cy="100121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EEC654F-2F03-401A-8882-9AEA7727A976}"/>
              </a:ext>
            </a:extLst>
          </p:cNvPr>
          <p:cNvCxnSpPr>
            <a:cxnSpLocks/>
            <a:stCxn id="11" idx="3"/>
            <a:endCxn id="8" idx="1"/>
          </p:cNvCxnSpPr>
          <p:nvPr/>
        </p:nvCxnSpPr>
        <p:spPr>
          <a:xfrm flipV="1">
            <a:off x="4541486" y="3402419"/>
            <a:ext cx="665810" cy="744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824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57B409-5288-461D-9F36-054496A1D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Powerful, real-time analytic processing made simple</a:t>
            </a: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4B06B8-F835-4000-81C9-AA3F479AB56E}"/>
              </a:ext>
            </a:extLst>
          </p:cNvPr>
          <p:cNvSpPr/>
          <p:nvPr/>
        </p:nvSpPr>
        <p:spPr>
          <a:xfrm>
            <a:off x="5303874" y="2103493"/>
            <a:ext cx="733646" cy="595423"/>
          </a:xfrm>
          <a:prstGeom prst="rect">
            <a:avLst/>
          </a:prstGeom>
          <a:solidFill>
            <a:srgbClr val="44525A"/>
          </a:solidFill>
          <a:ln>
            <a:solidFill>
              <a:srgbClr val="2A34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Bahnschrift" panose="020B0502040204020203" pitchFamily="34" charset="0"/>
              </a:rPr>
              <a:t>C</a:t>
            </a:r>
            <a:endParaRPr lang="en-IN" sz="4000" dirty="0">
              <a:latin typeface="Bahnschrift" panose="020B050204020402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D7A7EA-EDE4-4586-961C-C560BE047CDE}"/>
              </a:ext>
            </a:extLst>
          </p:cNvPr>
          <p:cNvSpPr/>
          <p:nvPr/>
        </p:nvSpPr>
        <p:spPr>
          <a:xfrm>
            <a:off x="5207296" y="3104707"/>
            <a:ext cx="1123507" cy="595423"/>
          </a:xfrm>
          <a:prstGeom prst="rect">
            <a:avLst/>
          </a:prstGeom>
          <a:solidFill>
            <a:srgbClr val="44525A"/>
          </a:solidFill>
          <a:ln>
            <a:solidFill>
              <a:srgbClr val="2A34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atin typeface="Bahnschrift" panose="020B0502040204020203" pitchFamily="34" charset="0"/>
              </a:rPr>
              <a:t>C++</a:t>
            </a:r>
            <a:endParaRPr lang="en-IN" sz="4000" dirty="0">
              <a:latin typeface="Bahnschrift" panose="020B050204020402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1C30BE-FF54-4A3F-BA82-FFC76F3285B6}"/>
              </a:ext>
            </a:extLst>
          </p:cNvPr>
          <p:cNvSpPr/>
          <p:nvPr/>
        </p:nvSpPr>
        <p:spPr>
          <a:xfrm>
            <a:off x="5207296" y="4274289"/>
            <a:ext cx="1930695" cy="762406"/>
          </a:xfrm>
          <a:prstGeom prst="rect">
            <a:avLst/>
          </a:prstGeom>
          <a:solidFill>
            <a:srgbClr val="44525A"/>
          </a:solidFill>
          <a:ln>
            <a:solidFill>
              <a:srgbClr val="2A34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Bahnschrift" panose="020B0502040204020203" pitchFamily="34" charset="0"/>
              </a:rPr>
              <a:t>Java Applications</a:t>
            </a:r>
            <a:endParaRPr lang="en-IN" sz="2000" dirty="0">
              <a:latin typeface="Bahnschrift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DEFAFB-2F4E-41E5-A37C-130350989C49}"/>
              </a:ext>
            </a:extLst>
          </p:cNvPr>
          <p:cNvSpPr/>
          <p:nvPr/>
        </p:nvSpPr>
        <p:spPr>
          <a:xfrm>
            <a:off x="128478" y="3104707"/>
            <a:ext cx="2029931" cy="744280"/>
          </a:xfrm>
          <a:prstGeom prst="rect">
            <a:avLst/>
          </a:prstGeom>
          <a:solidFill>
            <a:srgbClr val="44525A"/>
          </a:solidFill>
          <a:ln>
            <a:solidFill>
              <a:srgbClr val="2A34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InfoSphere Streams applications</a:t>
            </a:r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6CCE7B-BA4E-461B-8CB0-B2FB49DD54EB}"/>
              </a:ext>
            </a:extLst>
          </p:cNvPr>
          <p:cNvSpPr/>
          <p:nvPr/>
        </p:nvSpPr>
        <p:spPr>
          <a:xfrm>
            <a:off x="2511555" y="3104707"/>
            <a:ext cx="2029931" cy="744280"/>
          </a:xfrm>
          <a:prstGeom prst="rect">
            <a:avLst/>
          </a:prstGeom>
          <a:solidFill>
            <a:srgbClr val="44525A"/>
          </a:solidFill>
          <a:ln>
            <a:solidFill>
              <a:srgbClr val="2A34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ahnschrift" panose="020B0502040204020203" pitchFamily="34" charset="0"/>
              </a:rPr>
              <a:t>Extended</a:t>
            </a:r>
            <a:endParaRPr lang="en-IN" sz="2400" dirty="0">
              <a:latin typeface="Bahnschrift" panose="020B0502040204020203" pitchFamily="34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5302D90-CA09-4361-8DCC-297100EE632A}"/>
              </a:ext>
            </a:extLst>
          </p:cNvPr>
          <p:cNvCxnSpPr>
            <a:stCxn id="7" idx="3"/>
            <a:endCxn id="11" idx="1"/>
          </p:cNvCxnSpPr>
          <p:nvPr/>
        </p:nvCxnSpPr>
        <p:spPr>
          <a:xfrm>
            <a:off x="2158409" y="3476847"/>
            <a:ext cx="35314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2F1F572-AA1D-4E99-B9C0-69D6874F2489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4541486" y="2401205"/>
            <a:ext cx="762388" cy="100121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EEC654F-2F03-401A-8882-9AEA7727A976}"/>
              </a:ext>
            </a:extLst>
          </p:cNvPr>
          <p:cNvCxnSpPr>
            <a:cxnSpLocks/>
            <a:stCxn id="11" idx="3"/>
            <a:endCxn id="8" idx="1"/>
          </p:cNvCxnSpPr>
          <p:nvPr/>
        </p:nvCxnSpPr>
        <p:spPr>
          <a:xfrm flipV="1">
            <a:off x="4541486" y="3402419"/>
            <a:ext cx="665810" cy="744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19C39C8-DA42-4DC8-B690-52E6F68FFEE7}"/>
              </a:ext>
            </a:extLst>
          </p:cNvPr>
          <p:cNvCxnSpPr>
            <a:cxnSpLocks/>
            <a:stCxn id="11" idx="3"/>
            <a:endCxn id="10" idx="1"/>
          </p:cNvCxnSpPr>
          <p:nvPr/>
        </p:nvCxnSpPr>
        <p:spPr>
          <a:xfrm>
            <a:off x="4541486" y="3476847"/>
            <a:ext cx="665810" cy="11786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0842555"/>
      </p:ext>
    </p:extLst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57B409-5288-461D-9F36-054496A1D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Powerful, real-time analytic processing made simple</a:t>
            </a:r>
            <a:endParaRPr dirty="0"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86E1125-21B3-45D9-8C78-1AA8FE0CB06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5"/>
          <a:stretch/>
        </p:blipFill>
        <p:spPr>
          <a:xfrm>
            <a:off x="661920" y="1944702"/>
            <a:ext cx="7507719" cy="331662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133902C-6BED-4751-B965-01908F416DAD}"/>
              </a:ext>
            </a:extLst>
          </p:cNvPr>
          <p:cNvSpPr txBox="1"/>
          <p:nvPr/>
        </p:nvSpPr>
        <p:spPr>
          <a:xfrm>
            <a:off x="2286000" y="6135518"/>
            <a:ext cx="4572000" cy="400110"/>
          </a:xfrm>
          <a:prstGeom prst="rect">
            <a:avLst/>
          </a:prstGeom>
          <a:solidFill>
            <a:srgbClr val="44525A"/>
          </a:solidFill>
        </p:spPr>
        <p:txBody>
          <a:bodyPr wrap="square">
            <a:spAutoFit/>
          </a:bodyPr>
          <a:lstStyle/>
          <a:p>
            <a:pPr algn="ctr"/>
            <a:r>
              <a:rPr dirty="0" lang="en-US" sz="2000">
                <a:solidFill>
                  <a:schemeClr val="bg1"/>
                </a:solidFill>
                <a:latin charset="0" panose="020B0502040204020203" pitchFamily="34" typeface="Bahnschrift"/>
              </a:rPr>
              <a:t>Drag-and-drop visual development </a:t>
            </a:r>
            <a:endParaRPr dirty="0" lang="en-IN" sz="2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00577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698B9EE-5F0D-490F-B5AA-62FE72F416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434415"/>
              </p:ext>
            </p:extLst>
          </p:nvPr>
        </p:nvGraphicFramePr>
        <p:xfrm>
          <a:off x="338362" y="1585614"/>
          <a:ext cx="7981179" cy="50048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46DCD61C-187E-4119-962B-B467EF060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Enterprise integration: Extending the power of </a:t>
            </a:r>
            <a:r>
              <a:rPr lang="en-US" dirty="0" err="1"/>
              <a:t>InfoSphere</a:t>
            </a:r>
            <a:r>
              <a:rPr lang="en-US" dirty="0"/>
              <a:t> Streams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3374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3A9E30C-03FA-4088-8E75-F468C7D000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4201" y="1651825"/>
            <a:ext cx="6595597" cy="4868896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6DCD61C-187E-4119-962B-B467EF060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Scale-out architecture</a:t>
            </a:r>
          </a:p>
        </p:txBody>
      </p:sp>
    </p:spTree>
    <p:extLst>
      <p:ext uri="{BB962C8B-B14F-4D97-AF65-F5344CB8AC3E}">
        <p14:creationId xmlns:p14="http://schemas.microsoft.com/office/powerpoint/2010/main" val="21579564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2A4D7FA-673F-49B0-83B4-BDE368E6A4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 err="1"/>
              <a:t>InfoSphere</a:t>
            </a:r>
            <a:r>
              <a:rPr lang="en-IN" dirty="0"/>
              <a:t> Streams Debugger</a:t>
            </a:r>
          </a:p>
          <a:p>
            <a:pPr algn="just"/>
            <a:r>
              <a:rPr lang="en-IN" dirty="0"/>
              <a:t>The drag-and-drop graphical editor</a:t>
            </a:r>
          </a:p>
          <a:p>
            <a:pPr algn="just"/>
            <a:r>
              <a:rPr lang="en-IN" dirty="0"/>
              <a:t>An instance graph</a:t>
            </a:r>
          </a:p>
          <a:p>
            <a:pPr algn="just"/>
            <a:r>
              <a:rPr lang="en-US" dirty="0"/>
              <a:t>The latest </a:t>
            </a:r>
            <a:r>
              <a:rPr lang="en-US" dirty="0" err="1"/>
              <a:t>InfoSphere</a:t>
            </a:r>
            <a:r>
              <a:rPr lang="en-US" dirty="0"/>
              <a:t> Streams data visualization capabilities</a:t>
            </a:r>
            <a:endParaRPr lang="en-IN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2F3011-0CE8-4750-B5C0-CEF8490EC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Comprehensive tools for an agile development environment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62080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01804C6-B2D0-43BF-AFD3-93494BFE07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46584" y="2364682"/>
            <a:ext cx="5850832" cy="268678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92F3011-0CE8-4750-B5C0-CEF8490EC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Sophisticated analytics with toolkits and accelerators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7357414"/>
      </p:ext>
    </p:extLst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92F3011-0CE8-4750-B5C0-CEF8490EC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lang="en-US"/>
              <a:t>Sophisticated analytics with toolkits and accelerators</a:t>
            </a:r>
            <a:endParaRPr dirty="0" lang="en-IN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165A391-99B7-42A5-8DE8-5C248A5028AA}"/>
              </a:ext>
            </a:extLst>
          </p:cNvPr>
          <p:cNvPicPr>
            <a:picLocks noChangeAspect="1" noGrp="1"/>
          </p:cNvPicPr>
          <p:nvPr>
            <p:ph idx="1"/>
          </p:nvPr>
        </p:nvPicPr>
        <p:blipFill rotWithShape="1">
          <a:blip r:embed="rId2"/>
          <a:srcRect b="54" r="-23"/>
          <a:stretch/>
        </p:blipFill>
        <p:spPr>
          <a:xfrm>
            <a:off x="2083458" y="1930944"/>
            <a:ext cx="4977084" cy="352887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25893B6-28B6-4398-9BB2-F7E5FDD0A76E}"/>
              </a:ext>
            </a:extLst>
          </p:cNvPr>
          <p:cNvSpPr txBox="1"/>
          <p:nvPr/>
        </p:nvSpPr>
        <p:spPr>
          <a:xfrm>
            <a:off x="3204757" y="5908761"/>
            <a:ext cx="2506495" cy="830997"/>
          </a:xfrm>
          <a:prstGeom prst="rect">
            <a:avLst/>
          </a:prstGeom>
          <a:solidFill>
            <a:srgbClr val="44525A"/>
          </a:solidFill>
        </p:spPr>
        <p:txBody>
          <a:bodyPr wrap="square">
            <a:spAutoFit/>
          </a:bodyPr>
          <a:lstStyle/>
          <a:p>
            <a:pPr algn="ctr"/>
            <a:r>
              <a:rPr dirty="0" lang="en-IN" sz="2400">
                <a:solidFill>
                  <a:schemeClr val="bg1"/>
                </a:solidFill>
                <a:latin charset="0" panose="020B0502040204020203" pitchFamily="34" typeface="Bahnschrift"/>
              </a:rPr>
              <a:t>Data Mining Toolkit</a:t>
            </a:r>
          </a:p>
        </p:txBody>
      </p:sp>
    </p:spTree>
    <p:extLst>
      <p:ext uri="{BB962C8B-B14F-4D97-AF65-F5344CB8AC3E}">
        <p14:creationId xmlns:p14="http://schemas.microsoft.com/office/powerpoint/2010/main" val="38543501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92F3011-0CE8-4750-B5C0-CEF8490EC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Sophisticated analytics with toolkits and accelerators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6D3C648-8BBE-4323-8E6B-90EBC0A32C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0129" y="1586725"/>
            <a:ext cx="9149044" cy="437936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B9A1918-4F01-4EBE-ACE8-B96DAA7F3A04}"/>
              </a:ext>
            </a:extLst>
          </p:cNvPr>
          <p:cNvSpPr txBox="1"/>
          <p:nvPr/>
        </p:nvSpPr>
        <p:spPr>
          <a:xfrm>
            <a:off x="2498651" y="6260280"/>
            <a:ext cx="4572000" cy="400110"/>
          </a:xfrm>
          <a:prstGeom prst="rect">
            <a:avLst/>
          </a:prstGeom>
          <a:solidFill>
            <a:srgbClr val="44525A"/>
          </a:solidFill>
        </p:spPr>
        <p:txBody>
          <a:bodyPr wrap="square">
            <a:spAutoFit/>
          </a:bodyPr>
          <a:lstStyle/>
          <a:p>
            <a:pPr algn="ctr"/>
            <a:r>
              <a:rPr lang="en-IN" sz="2000" dirty="0">
                <a:solidFill>
                  <a:schemeClr val="bg1"/>
                </a:solidFill>
                <a:latin typeface="Bahnschrift" panose="020B0502040204020203" pitchFamily="34" charset="0"/>
              </a:rPr>
              <a:t>Financial Services Toolkit</a:t>
            </a:r>
          </a:p>
        </p:txBody>
      </p:sp>
    </p:spTree>
    <p:extLst>
      <p:ext uri="{BB962C8B-B14F-4D97-AF65-F5344CB8AC3E}">
        <p14:creationId xmlns:p14="http://schemas.microsoft.com/office/powerpoint/2010/main" val="3023096690"/>
      </p:ext>
    </p:extLst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B1C9A19-016C-4ACD-AC4A-4B30A48FD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 lang="en-IN"/>
              <a:t>InfoSphere</a:t>
            </a:r>
            <a:r>
              <a:rPr dirty="0" lang="en-IN"/>
              <a:t> Streams: System requirements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2E63F7-C169-45E3-B6B8-5003477DA89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-63" r="-70"/>
          <a:stretch/>
        </p:blipFill>
        <p:spPr>
          <a:xfrm>
            <a:off x="665916" y="2532128"/>
            <a:ext cx="2966484" cy="2837314"/>
          </a:xfrm>
          <a:prstGeom prst="round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459BD8E-48DD-4621-89F0-0E6A871A920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-48" r="-79"/>
          <a:stretch/>
        </p:blipFill>
        <p:spPr>
          <a:xfrm>
            <a:off x="4379741" y="2532128"/>
            <a:ext cx="4098343" cy="28373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94DA96C-36D3-4A69-AC28-B0A7BD435DC7}"/>
              </a:ext>
            </a:extLst>
          </p:cNvPr>
          <p:cNvSpPr txBox="1"/>
          <p:nvPr/>
        </p:nvSpPr>
        <p:spPr>
          <a:xfrm>
            <a:off x="2336006" y="1713402"/>
            <a:ext cx="4391247" cy="430887"/>
          </a:xfrm>
          <a:prstGeom prst="rect">
            <a:avLst/>
          </a:prstGeom>
          <a:solidFill>
            <a:srgbClr val="44525A"/>
          </a:solidFill>
        </p:spPr>
        <p:txBody>
          <a:bodyPr rtlCol="0" wrap="square">
            <a:spAutoFit/>
          </a:bodyPr>
          <a:lstStyle/>
          <a:p>
            <a:pPr algn="ctr"/>
            <a:r>
              <a:rPr dirty="0" lang="en-US" sz="2200">
                <a:solidFill>
                  <a:schemeClr val="bg1"/>
                </a:solidFill>
                <a:latin charset="0" panose="020B0502040204020203" pitchFamily="34" typeface="Bahnschrift"/>
              </a:rPr>
              <a:t>HARDWARE REQUIREMENTS</a:t>
            </a:r>
            <a:endParaRPr dirty="0" lang="en-IN" sz="2200">
              <a:solidFill>
                <a:schemeClr val="bg1"/>
              </a:solidFill>
              <a:latin charset="0" panose="020B0502040204020203" pitchFamily="34" typeface="Bahnschrift"/>
            </a:endParaRPr>
          </a:p>
        </p:txBody>
      </p:sp>
    </p:spTree>
    <p:extLst>
      <p:ext uri="{BB962C8B-B14F-4D97-AF65-F5344CB8AC3E}">
        <p14:creationId xmlns:p14="http://schemas.microsoft.com/office/powerpoint/2010/main" val="5760645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B1C9A19-016C-4ACD-AC4A-4B30A48FD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InfoSphere</a:t>
            </a:r>
            <a:r>
              <a:rPr lang="en-IN" dirty="0"/>
              <a:t> Streams: System requirements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4DA96C-36D3-4A69-AC28-B0A7BD435DC7}"/>
              </a:ext>
            </a:extLst>
          </p:cNvPr>
          <p:cNvSpPr txBox="1"/>
          <p:nvPr/>
        </p:nvSpPr>
        <p:spPr>
          <a:xfrm>
            <a:off x="2376376" y="1608191"/>
            <a:ext cx="4391247" cy="430887"/>
          </a:xfrm>
          <a:prstGeom prst="rect">
            <a:avLst/>
          </a:prstGeom>
          <a:solidFill>
            <a:srgbClr val="44525A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solidFill>
                  <a:schemeClr val="bg1"/>
                </a:solidFill>
                <a:latin typeface="Bahnschrift" panose="020B0502040204020203" pitchFamily="34" charset="0"/>
              </a:rPr>
              <a:t>SOFTWARE REQUIREMENTS</a:t>
            </a:r>
            <a:endParaRPr lang="en-IN" sz="22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DF6469F-C5AA-4B5D-B963-3AE407A15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29" y="2321706"/>
            <a:ext cx="3191647" cy="1595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024542"/>
      </p:ext>
    </p:extLst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B1C9A19-016C-4ACD-AC4A-4B30A48FD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 lang="en-IN"/>
              <a:t>InfoSphere</a:t>
            </a:r>
            <a:r>
              <a:rPr dirty="0" lang="en-IN"/>
              <a:t> Streams: System requirements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4DA96C-36D3-4A69-AC28-B0A7BD435DC7}"/>
              </a:ext>
            </a:extLst>
          </p:cNvPr>
          <p:cNvSpPr txBox="1"/>
          <p:nvPr/>
        </p:nvSpPr>
        <p:spPr>
          <a:xfrm>
            <a:off x="2376376" y="1608191"/>
            <a:ext cx="4391247" cy="430887"/>
          </a:xfrm>
          <a:prstGeom prst="rect">
            <a:avLst/>
          </a:prstGeom>
          <a:solidFill>
            <a:srgbClr val="44525A"/>
          </a:solidFill>
        </p:spPr>
        <p:txBody>
          <a:bodyPr rtlCol="0" wrap="square">
            <a:spAutoFit/>
          </a:bodyPr>
          <a:lstStyle/>
          <a:p>
            <a:pPr algn="ctr"/>
            <a:r>
              <a:rPr dirty="0" lang="en-US" sz="2200">
                <a:solidFill>
                  <a:schemeClr val="bg1"/>
                </a:solidFill>
                <a:latin charset="0" panose="020B0502040204020203" pitchFamily="34" typeface="Bahnschrift"/>
              </a:rPr>
              <a:t>SOFTWARE REQUIREMENTS</a:t>
            </a:r>
            <a:endParaRPr dirty="0" lang="en-IN" sz="2200">
              <a:solidFill>
                <a:schemeClr val="bg1"/>
              </a:solidFill>
              <a:latin charset="0" panose="020B0502040204020203" pitchFamily="34" typeface="Bahnschrif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DF6469F-C5AA-4B5D-B963-3AE407A15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29" y="2321706"/>
            <a:ext cx="3191647" cy="159582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2E9234D-2D6E-4096-86BB-C193968CA92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98" r="20"/>
          <a:stretch/>
        </p:blipFill>
        <p:spPr>
          <a:xfrm>
            <a:off x="4271214" y="2373815"/>
            <a:ext cx="4386659" cy="1483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625036"/>
      </p:ext>
    </p:extLst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B1C9A19-016C-4ACD-AC4A-4B30A48FD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 lang="en-IN"/>
              <a:t>InfoSphere</a:t>
            </a:r>
            <a:r>
              <a:rPr dirty="0" lang="en-IN"/>
              <a:t> Streams: System requirements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4DA96C-36D3-4A69-AC28-B0A7BD435DC7}"/>
              </a:ext>
            </a:extLst>
          </p:cNvPr>
          <p:cNvSpPr txBox="1"/>
          <p:nvPr/>
        </p:nvSpPr>
        <p:spPr>
          <a:xfrm>
            <a:off x="2376376" y="1608191"/>
            <a:ext cx="4391247" cy="430887"/>
          </a:xfrm>
          <a:prstGeom prst="rect">
            <a:avLst/>
          </a:prstGeom>
          <a:solidFill>
            <a:srgbClr val="44525A"/>
          </a:solidFill>
        </p:spPr>
        <p:txBody>
          <a:bodyPr rtlCol="0" wrap="square">
            <a:spAutoFit/>
          </a:bodyPr>
          <a:lstStyle/>
          <a:p>
            <a:pPr algn="ctr"/>
            <a:r>
              <a:rPr dirty="0" lang="en-US" sz="2200">
                <a:solidFill>
                  <a:schemeClr val="bg1"/>
                </a:solidFill>
                <a:latin charset="0" panose="020B0502040204020203" pitchFamily="34" typeface="Bahnschrift"/>
              </a:rPr>
              <a:t>SOFTWARE REQUIREMENTS</a:t>
            </a:r>
            <a:endParaRPr dirty="0" lang="en-IN" sz="2200">
              <a:solidFill>
                <a:schemeClr val="bg1"/>
              </a:solidFill>
              <a:latin charset="0" panose="020B0502040204020203" pitchFamily="34" typeface="Bahnschrif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DF6469F-C5AA-4B5D-B963-3AE407A15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29" y="2321706"/>
            <a:ext cx="3191647" cy="159582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2E9234D-2D6E-4096-86BB-C193968CA92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98" r="20"/>
          <a:stretch/>
        </p:blipFill>
        <p:spPr>
          <a:xfrm>
            <a:off x="4271214" y="2373815"/>
            <a:ext cx="4386659" cy="14835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A7D3FD5-631B-4693-9D7B-B609C795A6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62" y="4122505"/>
            <a:ext cx="3161414" cy="2371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480742"/>
      </p:ext>
    </p:extLst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B1C9A19-016C-4ACD-AC4A-4B30A48FD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 lang="en-IN"/>
              <a:t>InfoSphere</a:t>
            </a:r>
            <a:r>
              <a:rPr dirty="0" lang="en-IN"/>
              <a:t> Streams: System requirements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4DA96C-36D3-4A69-AC28-B0A7BD435DC7}"/>
              </a:ext>
            </a:extLst>
          </p:cNvPr>
          <p:cNvSpPr txBox="1"/>
          <p:nvPr/>
        </p:nvSpPr>
        <p:spPr>
          <a:xfrm>
            <a:off x="2376376" y="1608191"/>
            <a:ext cx="4391247" cy="430887"/>
          </a:xfrm>
          <a:prstGeom prst="rect">
            <a:avLst/>
          </a:prstGeom>
          <a:solidFill>
            <a:srgbClr val="44525A"/>
          </a:solidFill>
        </p:spPr>
        <p:txBody>
          <a:bodyPr rtlCol="0" wrap="square">
            <a:spAutoFit/>
          </a:bodyPr>
          <a:lstStyle/>
          <a:p>
            <a:pPr algn="ctr"/>
            <a:r>
              <a:rPr dirty="0" lang="en-US" sz="2200">
                <a:solidFill>
                  <a:schemeClr val="bg1"/>
                </a:solidFill>
                <a:latin charset="0" panose="020B0502040204020203" pitchFamily="34" typeface="Bahnschrift"/>
              </a:rPr>
              <a:t>SOFTWARE REQUIREMENTS</a:t>
            </a:r>
            <a:endParaRPr dirty="0" lang="en-IN" sz="2200">
              <a:solidFill>
                <a:schemeClr val="bg1"/>
              </a:solidFill>
              <a:latin charset="0" panose="020B0502040204020203" pitchFamily="34" typeface="Bahnschrif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DF6469F-C5AA-4B5D-B963-3AE407A15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29" y="2321706"/>
            <a:ext cx="3191647" cy="159582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2E9234D-2D6E-4096-86BB-C193968CA92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98" r="20"/>
          <a:stretch/>
        </p:blipFill>
        <p:spPr>
          <a:xfrm>
            <a:off x="4271214" y="2373815"/>
            <a:ext cx="4386659" cy="14835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A7D3FD5-631B-4693-9D7B-B609C795A6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62" y="4122505"/>
            <a:ext cx="3161414" cy="23710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F243C78-ED20-47E1-B927-F6A588679C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7144" y="4514002"/>
            <a:ext cx="4764195" cy="1588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437074"/>
      </p:ext>
    </p:extLst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B1C9A19-016C-4ACD-AC4A-4B30A48FD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 lang="en-IN"/>
              <a:t>InfoSphere</a:t>
            </a:r>
            <a:r>
              <a:rPr dirty="0" lang="en-IN"/>
              <a:t> Streams: System requirements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A08BB9-B81C-4946-A73A-4DA78B0EE2D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-65" l="869" r="-44" t="1461"/>
          <a:stretch/>
        </p:blipFill>
        <p:spPr>
          <a:xfrm>
            <a:off x="1355860" y="2098623"/>
            <a:ext cx="6351540" cy="384889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25013167"/>
      </p:ext>
    </p:extLst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B1C9A19-016C-4ACD-AC4A-4B30A48FD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 lang="en-IN"/>
              <a:t>InfoSphere</a:t>
            </a:r>
            <a:r>
              <a:rPr dirty="0" lang="en-IN"/>
              <a:t> Streams: System requirements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A08BB9-B81C-4946-A73A-4DA78B0EE2D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-65" r="-44"/>
          <a:stretch/>
        </p:blipFill>
        <p:spPr>
          <a:xfrm>
            <a:off x="338362" y="1561878"/>
            <a:ext cx="4005262" cy="244167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14671554"/>
      </p:ext>
    </p:extLst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B1C9A19-016C-4ACD-AC4A-4B30A48FD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 lang="en-IN"/>
              <a:t>InfoSphere</a:t>
            </a:r>
            <a:r>
              <a:rPr dirty="0" lang="en-IN"/>
              <a:t> Streams: System requirements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A08BB9-B81C-4946-A73A-4DA78B0EE2D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-65" r="-44"/>
          <a:stretch/>
        </p:blipFill>
        <p:spPr>
          <a:xfrm>
            <a:off x="338362" y="1561878"/>
            <a:ext cx="4005262" cy="244167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B964397-7A8E-4FF2-8A4C-A72326E37F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8538" y="1561878"/>
            <a:ext cx="1724025" cy="300037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62029262"/>
      </p:ext>
    </p:extLst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B1C9A19-016C-4ACD-AC4A-4B30A48FD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 lang="en-IN"/>
              <a:t>InfoSphere</a:t>
            </a:r>
            <a:r>
              <a:rPr dirty="0" lang="en-IN"/>
              <a:t> Streams: System requirements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A08BB9-B81C-4946-A73A-4DA78B0EE2D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-65" r="-44"/>
          <a:stretch/>
        </p:blipFill>
        <p:spPr>
          <a:xfrm>
            <a:off x="338362" y="1561878"/>
            <a:ext cx="4005262" cy="244167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B964397-7A8E-4FF2-8A4C-A72326E37F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8538" y="1561878"/>
            <a:ext cx="1724025" cy="300037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A67454B-7620-4DDC-BD71-3C1AF3D7F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952" y="4285883"/>
            <a:ext cx="3384081" cy="244167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89739949"/>
      </p:ext>
    </p:extLst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B1C9A19-016C-4ACD-AC4A-4B30A48FD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 lang="en-IN"/>
              <a:t>InfoSphere</a:t>
            </a:r>
            <a:r>
              <a:rPr dirty="0" lang="en-IN"/>
              <a:t> Streams: System requirements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A08BB9-B81C-4946-A73A-4DA78B0EE2D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-65" r="-44"/>
          <a:stretch/>
        </p:blipFill>
        <p:spPr>
          <a:xfrm>
            <a:off x="338362" y="1561878"/>
            <a:ext cx="4005262" cy="244167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B964397-7A8E-4FF2-8A4C-A72326E37F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8538" y="1561878"/>
            <a:ext cx="1724025" cy="300037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A67454B-7620-4DDC-BD71-3C1AF3D7F5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952" y="4285883"/>
            <a:ext cx="3384081" cy="244167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04B4762-9C97-4A79-B998-7A29AA75662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4" r="-25"/>
          <a:stretch/>
        </p:blipFill>
        <p:spPr>
          <a:xfrm>
            <a:off x="5356204" y="5047617"/>
            <a:ext cx="3368695" cy="167994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18096806"/>
      </p:ext>
    </p:extLst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B1C9A19-016C-4ACD-AC4A-4B30A48FD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 lang="en-IN"/>
              <a:t>InfoSphere</a:t>
            </a:r>
            <a:r>
              <a:rPr dirty="0" lang="en-IN"/>
              <a:t> Streams: System requirements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B9E2CAE-C2F6-481E-A336-1B6C10EE4DD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2" r="52"/>
          <a:stretch/>
        </p:blipFill>
        <p:spPr>
          <a:xfrm>
            <a:off x="1109272" y="1768839"/>
            <a:ext cx="6655633" cy="436213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algn="ctr" blurRad="63500" rotWithShape="0" sx="102000" sy="10200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4065830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BF1626C-06C1-461B-9FE0-AD7A65DD19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7553168"/>
              </p:ext>
            </p:extLst>
          </p:nvPr>
        </p:nvGraphicFramePr>
        <p:xfrm>
          <a:off x="2025066" y="1598165"/>
          <a:ext cx="5013127" cy="50048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81A9CB66-45EB-4019-BD5A-D2713B118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toolkits in </a:t>
            </a:r>
            <a:r>
              <a:rPr lang="en-US" dirty="0" err="1"/>
              <a:t>InfoSphere</a:t>
            </a:r>
            <a:r>
              <a:rPr lang="en-US" dirty="0"/>
              <a:t> Streams include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130080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9F833FF-69AC-44C7-8198-C9E9DFC3D79A}"/>
              </a:ext>
            </a:extLst>
          </p:cNvPr>
          <p:cNvGrpSpPr/>
          <p:nvPr/>
        </p:nvGrpSpPr>
        <p:grpSpPr>
          <a:xfrm>
            <a:off x="2025067" y="1842037"/>
            <a:ext cx="4986738" cy="4420760"/>
            <a:chOff x="2025067" y="1842037"/>
            <a:chExt cx="4986738" cy="4420760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FEC11B7E-1750-437C-8FFF-A3D9610E69D2}"/>
                </a:ext>
              </a:extLst>
            </p:cNvPr>
            <p:cNvSpPr/>
            <p:nvPr/>
          </p:nvSpPr>
          <p:spPr>
            <a:xfrm>
              <a:off x="2025067" y="1842037"/>
              <a:ext cx="4960350" cy="1141920"/>
            </a:xfrm>
            <a:custGeom>
              <a:avLst/>
              <a:gdLst>
                <a:gd name="connsiteX0" fmla="*/ 0 w 4960350"/>
                <a:gd name="connsiteY0" fmla="*/ 190324 h 1141920"/>
                <a:gd name="connsiteX1" fmla="*/ 190324 w 4960350"/>
                <a:gd name="connsiteY1" fmla="*/ 0 h 1141920"/>
                <a:gd name="connsiteX2" fmla="*/ 4770026 w 4960350"/>
                <a:gd name="connsiteY2" fmla="*/ 0 h 1141920"/>
                <a:gd name="connsiteX3" fmla="*/ 4960350 w 4960350"/>
                <a:gd name="connsiteY3" fmla="*/ 190324 h 1141920"/>
                <a:gd name="connsiteX4" fmla="*/ 4960350 w 4960350"/>
                <a:gd name="connsiteY4" fmla="*/ 951596 h 1141920"/>
                <a:gd name="connsiteX5" fmla="*/ 4770026 w 4960350"/>
                <a:gd name="connsiteY5" fmla="*/ 1141920 h 1141920"/>
                <a:gd name="connsiteX6" fmla="*/ 190324 w 4960350"/>
                <a:gd name="connsiteY6" fmla="*/ 1141920 h 1141920"/>
                <a:gd name="connsiteX7" fmla="*/ 0 w 4960350"/>
                <a:gd name="connsiteY7" fmla="*/ 951596 h 1141920"/>
                <a:gd name="connsiteX8" fmla="*/ 0 w 4960350"/>
                <a:gd name="connsiteY8" fmla="*/ 190324 h 1141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960350" h="1141920">
                  <a:moveTo>
                    <a:pt x="0" y="190324"/>
                  </a:moveTo>
                  <a:cubicBezTo>
                    <a:pt x="0" y="85211"/>
                    <a:pt x="85211" y="0"/>
                    <a:pt x="190324" y="0"/>
                  </a:cubicBezTo>
                  <a:lnTo>
                    <a:pt x="4770026" y="0"/>
                  </a:lnTo>
                  <a:cubicBezTo>
                    <a:pt x="4875139" y="0"/>
                    <a:pt x="4960350" y="85211"/>
                    <a:pt x="4960350" y="190324"/>
                  </a:cubicBezTo>
                  <a:lnTo>
                    <a:pt x="4960350" y="951596"/>
                  </a:lnTo>
                  <a:cubicBezTo>
                    <a:pt x="4960350" y="1056709"/>
                    <a:pt x="4875139" y="1141920"/>
                    <a:pt x="4770026" y="1141920"/>
                  </a:cubicBezTo>
                  <a:lnTo>
                    <a:pt x="190324" y="1141920"/>
                  </a:lnTo>
                  <a:cubicBezTo>
                    <a:pt x="85211" y="1141920"/>
                    <a:pt x="0" y="1056709"/>
                    <a:pt x="0" y="951596"/>
                  </a:cubicBezTo>
                  <a:lnTo>
                    <a:pt x="0" y="190324"/>
                  </a:lnTo>
                  <a:close/>
                </a:path>
              </a:pathLst>
            </a:custGeom>
            <a:solidFill>
              <a:srgbClr val="44525A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4804" tIns="154804" rIns="154804" bIns="154804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600" kern="1200">
                  <a:latin typeface="Bahnschrift" panose="020B0502040204020203" pitchFamily="34" charset="0"/>
                </a:rPr>
                <a:t>Geospatial</a:t>
              </a: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58A4FD58-EF28-41B0-A248-DDD46525793F}"/>
                </a:ext>
              </a:extLst>
            </p:cNvPr>
            <p:cNvSpPr/>
            <p:nvPr/>
          </p:nvSpPr>
          <p:spPr>
            <a:xfrm>
              <a:off x="2051455" y="3500431"/>
              <a:ext cx="4960350" cy="1141920"/>
            </a:xfrm>
            <a:custGeom>
              <a:avLst/>
              <a:gdLst>
                <a:gd name="connsiteX0" fmla="*/ 0 w 4960350"/>
                <a:gd name="connsiteY0" fmla="*/ 190324 h 1141920"/>
                <a:gd name="connsiteX1" fmla="*/ 190324 w 4960350"/>
                <a:gd name="connsiteY1" fmla="*/ 0 h 1141920"/>
                <a:gd name="connsiteX2" fmla="*/ 4770026 w 4960350"/>
                <a:gd name="connsiteY2" fmla="*/ 0 h 1141920"/>
                <a:gd name="connsiteX3" fmla="*/ 4960350 w 4960350"/>
                <a:gd name="connsiteY3" fmla="*/ 190324 h 1141920"/>
                <a:gd name="connsiteX4" fmla="*/ 4960350 w 4960350"/>
                <a:gd name="connsiteY4" fmla="*/ 951596 h 1141920"/>
                <a:gd name="connsiteX5" fmla="*/ 4770026 w 4960350"/>
                <a:gd name="connsiteY5" fmla="*/ 1141920 h 1141920"/>
                <a:gd name="connsiteX6" fmla="*/ 190324 w 4960350"/>
                <a:gd name="connsiteY6" fmla="*/ 1141920 h 1141920"/>
                <a:gd name="connsiteX7" fmla="*/ 0 w 4960350"/>
                <a:gd name="connsiteY7" fmla="*/ 951596 h 1141920"/>
                <a:gd name="connsiteX8" fmla="*/ 0 w 4960350"/>
                <a:gd name="connsiteY8" fmla="*/ 190324 h 1141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960350" h="1141920">
                  <a:moveTo>
                    <a:pt x="0" y="190324"/>
                  </a:moveTo>
                  <a:cubicBezTo>
                    <a:pt x="0" y="85211"/>
                    <a:pt x="85211" y="0"/>
                    <a:pt x="190324" y="0"/>
                  </a:cubicBezTo>
                  <a:lnTo>
                    <a:pt x="4770026" y="0"/>
                  </a:lnTo>
                  <a:cubicBezTo>
                    <a:pt x="4875139" y="0"/>
                    <a:pt x="4960350" y="85211"/>
                    <a:pt x="4960350" y="190324"/>
                  </a:cubicBezTo>
                  <a:lnTo>
                    <a:pt x="4960350" y="951596"/>
                  </a:lnTo>
                  <a:cubicBezTo>
                    <a:pt x="4960350" y="1056709"/>
                    <a:pt x="4875139" y="1141920"/>
                    <a:pt x="4770026" y="1141920"/>
                  </a:cubicBezTo>
                  <a:lnTo>
                    <a:pt x="190324" y="1141920"/>
                  </a:lnTo>
                  <a:cubicBezTo>
                    <a:pt x="85211" y="1141920"/>
                    <a:pt x="0" y="1056709"/>
                    <a:pt x="0" y="951596"/>
                  </a:cubicBezTo>
                  <a:lnTo>
                    <a:pt x="0" y="190324"/>
                  </a:lnTo>
                  <a:close/>
                </a:path>
              </a:pathLst>
            </a:custGeom>
            <a:solidFill>
              <a:srgbClr val="44525A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4804" tIns="154804" rIns="154804" bIns="154804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600" kern="1200">
                  <a:latin typeface="Bahnschrift" panose="020B0502040204020203" pitchFamily="34" charset="0"/>
                </a:rPr>
                <a:t>Messaging</a:t>
              </a: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E0D8B461-F356-415A-B4B2-B21D948CC874}"/>
                </a:ext>
              </a:extLst>
            </p:cNvPr>
            <p:cNvSpPr/>
            <p:nvPr/>
          </p:nvSpPr>
          <p:spPr>
            <a:xfrm>
              <a:off x="2025067" y="5120877"/>
              <a:ext cx="4960350" cy="1141920"/>
            </a:xfrm>
            <a:custGeom>
              <a:avLst/>
              <a:gdLst>
                <a:gd name="connsiteX0" fmla="*/ 0 w 4960350"/>
                <a:gd name="connsiteY0" fmla="*/ 190324 h 1141920"/>
                <a:gd name="connsiteX1" fmla="*/ 190324 w 4960350"/>
                <a:gd name="connsiteY1" fmla="*/ 0 h 1141920"/>
                <a:gd name="connsiteX2" fmla="*/ 4770026 w 4960350"/>
                <a:gd name="connsiteY2" fmla="*/ 0 h 1141920"/>
                <a:gd name="connsiteX3" fmla="*/ 4960350 w 4960350"/>
                <a:gd name="connsiteY3" fmla="*/ 190324 h 1141920"/>
                <a:gd name="connsiteX4" fmla="*/ 4960350 w 4960350"/>
                <a:gd name="connsiteY4" fmla="*/ 951596 h 1141920"/>
                <a:gd name="connsiteX5" fmla="*/ 4770026 w 4960350"/>
                <a:gd name="connsiteY5" fmla="*/ 1141920 h 1141920"/>
                <a:gd name="connsiteX6" fmla="*/ 190324 w 4960350"/>
                <a:gd name="connsiteY6" fmla="*/ 1141920 h 1141920"/>
                <a:gd name="connsiteX7" fmla="*/ 0 w 4960350"/>
                <a:gd name="connsiteY7" fmla="*/ 951596 h 1141920"/>
                <a:gd name="connsiteX8" fmla="*/ 0 w 4960350"/>
                <a:gd name="connsiteY8" fmla="*/ 190324 h 11419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960350" h="1141920">
                  <a:moveTo>
                    <a:pt x="0" y="190324"/>
                  </a:moveTo>
                  <a:cubicBezTo>
                    <a:pt x="0" y="85211"/>
                    <a:pt x="85211" y="0"/>
                    <a:pt x="190324" y="0"/>
                  </a:cubicBezTo>
                  <a:lnTo>
                    <a:pt x="4770026" y="0"/>
                  </a:lnTo>
                  <a:cubicBezTo>
                    <a:pt x="4875139" y="0"/>
                    <a:pt x="4960350" y="85211"/>
                    <a:pt x="4960350" y="190324"/>
                  </a:cubicBezTo>
                  <a:lnTo>
                    <a:pt x="4960350" y="951596"/>
                  </a:lnTo>
                  <a:cubicBezTo>
                    <a:pt x="4960350" y="1056709"/>
                    <a:pt x="4875139" y="1141920"/>
                    <a:pt x="4770026" y="1141920"/>
                  </a:cubicBezTo>
                  <a:lnTo>
                    <a:pt x="190324" y="1141920"/>
                  </a:lnTo>
                  <a:cubicBezTo>
                    <a:pt x="85211" y="1141920"/>
                    <a:pt x="0" y="1056709"/>
                    <a:pt x="0" y="951596"/>
                  </a:cubicBezTo>
                  <a:lnTo>
                    <a:pt x="0" y="190324"/>
                  </a:lnTo>
                  <a:close/>
                </a:path>
              </a:pathLst>
            </a:custGeom>
            <a:solidFill>
              <a:srgbClr val="44525A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54804" tIns="154804" rIns="154804" bIns="154804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2600" kern="1200">
                  <a:latin typeface="Bahnschrift" panose="020B0502040204020203" pitchFamily="34" charset="0"/>
                </a:rPr>
                <a:t>Time series</a:t>
              </a:r>
            </a:p>
          </p:txBody>
        </p:sp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81A9CB66-45EB-4019-BD5A-D2713B118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toolkits in </a:t>
            </a:r>
            <a:r>
              <a:rPr lang="en-US" dirty="0" err="1"/>
              <a:t>InfoSphere</a:t>
            </a:r>
            <a:r>
              <a:rPr lang="en-US" dirty="0"/>
              <a:t> Streams include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521436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3614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1240</TotalTime>
  <Words>618</Words>
  <Application>Microsoft Office PowerPoint</Application>
  <PresentationFormat>On-screen Show (4:3)</PresentationFormat>
  <Paragraphs>144</Paragraphs>
  <Slides>52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8" baseType="lpstr">
      <vt:lpstr>Arial</vt:lpstr>
      <vt:lpstr>Bahnschrift</vt:lpstr>
      <vt:lpstr>Bahnschrift SemiBold</vt:lpstr>
      <vt:lpstr>Calibri</vt:lpstr>
      <vt:lpstr>Calibri Light</vt:lpstr>
      <vt:lpstr>Office Theme</vt:lpstr>
      <vt:lpstr>PowerPoint Presentation</vt:lpstr>
      <vt:lpstr>PowerPoint Presentation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PowerPoint Presentation</vt:lpstr>
      <vt:lpstr>Introduction</vt:lpstr>
      <vt:lpstr>Introduction</vt:lpstr>
      <vt:lpstr>Introduction</vt:lpstr>
      <vt:lpstr>Introduction</vt:lpstr>
      <vt:lpstr>A new paradigm for information processing</vt:lpstr>
      <vt:lpstr>A new paradigm for information processing</vt:lpstr>
      <vt:lpstr>These data streams can come from both structured and unstructured data sources, and they can contain a wide range of digital data, including:</vt:lpstr>
      <vt:lpstr>A new paradigm for information processing</vt:lpstr>
      <vt:lpstr>A new paradigm for information processing</vt:lpstr>
      <vt:lpstr>A new paradigm for information processing</vt:lpstr>
      <vt:lpstr>A new paradigm for information processing</vt:lpstr>
      <vt:lpstr>A new paradigm for information processing</vt:lpstr>
      <vt:lpstr>Powerful, real-time analytic processing made simple</vt:lpstr>
      <vt:lpstr>Powerful, real-time analytic processing made simple</vt:lpstr>
      <vt:lpstr>Powerful, real-time analytic processing made simple</vt:lpstr>
      <vt:lpstr>Powerful, real-time analytic processing made simple</vt:lpstr>
      <vt:lpstr>Powerful, real-time analytic processing made simple</vt:lpstr>
      <vt:lpstr>Powerful, real-time analytic processing made simple</vt:lpstr>
      <vt:lpstr>Powerful, real-time analytic processing made simple</vt:lpstr>
      <vt:lpstr>Powerful, real-time analytic processing made simple</vt:lpstr>
      <vt:lpstr>Powerful, real-time analytic processing made simple</vt:lpstr>
      <vt:lpstr>Enterprise integration: Extending the power of InfoSphere Streams</vt:lpstr>
      <vt:lpstr>Scale-out architecture</vt:lpstr>
      <vt:lpstr>Comprehensive tools for an agile development environment</vt:lpstr>
      <vt:lpstr>Sophisticated analytics with toolkits and accelerators</vt:lpstr>
      <vt:lpstr>Sophisticated analytics with toolkits and accelerators</vt:lpstr>
      <vt:lpstr>Sophisticated analytics with toolkits and accelerators</vt:lpstr>
      <vt:lpstr>InfoSphere Streams: System requirements</vt:lpstr>
      <vt:lpstr>InfoSphere Streams: System requirements</vt:lpstr>
      <vt:lpstr>InfoSphere Streams: System requirements</vt:lpstr>
      <vt:lpstr>InfoSphere Streams: System requirements</vt:lpstr>
      <vt:lpstr>InfoSphere Streams: System requirements</vt:lpstr>
      <vt:lpstr>InfoSphere Streams: System requirements</vt:lpstr>
      <vt:lpstr>InfoSphere Streams: System requirements</vt:lpstr>
      <vt:lpstr>InfoSphere Streams: System requirements</vt:lpstr>
      <vt:lpstr>InfoSphere Streams: System requirements</vt:lpstr>
      <vt:lpstr>InfoSphere Streams: System requirements</vt:lpstr>
      <vt:lpstr>InfoSphere Streams: System requirements</vt:lpstr>
      <vt:lpstr>Other toolkits in InfoSphere Streams include</vt:lpstr>
      <vt:lpstr>Other toolkits in InfoSphere Streams include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video recording 1</dc:creator>
  <cp:lastModifiedBy>video recording2</cp:lastModifiedBy>
  <cp:revision>112</cp:revision>
  <dcterms:created xsi:type="dcterms:W3CDTF">2021-05-13T17:45:44Z</dcterms:created>
  <dcterms:modified xsi:type="dcterms:W3CDTF">2021-09-18T03:43:53Z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1421631</vt:lpwstr>
  </property>
  <property fmtid="{D5CDD505-2E9C-101B-9397-08002B2CF9AE}" name="NXPowerLiteSettings" pid="3">
    <vt:lpwstr>E700052003A000</vt:lpwstr>
  </property>
  <property fmtid="{D5CDD505-2E9C-101B-9397-08002B2CF9AE}" name="NXPowerLiteVersion" pid="4">
    <vt:lpwstr>D9.1.4</vt:lpwstr>
  </property>
</Properties>
</file>