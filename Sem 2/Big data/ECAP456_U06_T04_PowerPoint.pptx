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266" r:id="rId2"/>
    <p:sldId id="261" r:id="rId3"/>
    <p:sldId id="264" r:id="rId4"/>
    <p:sldId id="286" r:id="rId5"/>
    <p:sldId id="268" r:id="rId6"/>
    <p:sldId id="267" r:id="rId7"/>
    <p:sldId id="269" r:id="rId8"/>
    <p:sldId id="270" r:id="rId9"/>
    <p:sldId id="271" r:id="rId10"/>
    <p:sldId id="272" r:id="rId11"/>
    <p:sldId id="273" r:id="rId12"/>
    <p:sldId id="274" r:id="rId13"/>
    <p:sldId id="276" r:id="rId14"/>
    <p:sldId id="277" r:id="rId15"/>
    <p:sldId id="275" r:id="rId16"/>
    <p:sldId id="278" r:id="rId17"/>
    <p:sldId id="279" r:id="rId18"/>
    <p:sldId id="280" r:id="rId19"/>
    <p:sldId id="281" r:id="rId20"/>
    <p:sldId id="282" r:id="rId21"/>
    <p:sldId id="283" r:id="rId22"/>
    <p:sldId id="285" r:id="rId23"/>
    <p:sldId id="26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basic commands in HDFS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6" y="1433624"/>
            <a:ext cx="8867554" cy="5123206"/>
          </a:xfrm>
        </p:spPr>
        <p:txBody>
          <a:bodyPr>
            <a:noAutofit/>
          </a:bodyPr>
          <a:lstStyle/>
          <a:p>
            <a:r>
              <a:rPr lang="en-US" sz="2400" b="0" i="0" dirty="0" err="1">
                <a:effectLst/>
              </a:rPr>
              <a:t>jps</a:t>
            </a:r>
            <a:endParaRPr lang="en-US" sz="2400" b="0" i="0" dirty="0">
              <a:effectLst/>
            </a:endParaRPr>
          </a:p>
          <a:p>
            <a:r>
              <a:rPr lang="en-US" sz="2400" b="0" i="0" dirty="0">
                <a:effectLst/>
              </a:rPr>
              <a:t>This command is a part of Java since v1.5.0.</a:t>
            </a:r>
            <a:br>
              <a:rPr lang="en-US" sz="2400" dirty="0"/>
            </a:br>
            <a:r>
              <a:rPr lang="en-US" sz="2400" b="0" i="0" dirty="0" err="1">
                <a:effectLst/>
              </a:rPr>
              <a:t>jps</a:t>
            </a:r>
            <a:r>
              <a:rPr lang="en-US" sz="2400" b="0" i="0" dirty="0">
                <a:effectLst/>
              </a:rPr>
              <a:t> stands for </a:t>
            </a:r>
            <a:r>
              <a:rPr lang="en-US" sz="2400" b="1" i="0" dirty="0">
                <a:effectLst/>
              </a:rPr>
              <a:t>Java Virtual Machine Process Status Tool.</a:t>
            </a:r>
          </a:p>
          <a:p>
            <a:pPr algn="l" fontAlgn="base"/>
            <a:r>
              <a:rPr lang="en-US" sz="2400" b="0" i="0" dirty="0">
                <a:effectLst/>
              </a:rPr>
              <a:t>In our practice, when we start the single node cluster following processes are must be up and running:</a:t>
            </a:r>
          </a:p>
          <a:p>
            <a:pPr algn="ctr" fontAlgn="base"/>
            <a:r>
              <a:rPr lang="en-US" sz="2400" b="0" i="0" dirty="0">
                <a:effectLst/>
              </a:rPr>
              <a:t>Name Node</a:t>
            </a:r>
            <a:br>
              <a:rPr lang="en-US" sz="2400" b="0" i="0" dirty="0">
                <a:effectLst/>
              </a:rPr>
            </a:br>
            <a:r>
              <a:rPr lang="en-US" sz="2400" b="0" i="0" dirty="0">
                <a:effectLst/>
              </a:rPr>
              <a:t>Data Node</a:t>
            </a:r>
            <a:br>
              <a:rPr lang="en-US" sz="2400" b="0" i="0" dirty="0">
                <a:effectLst/>
              </a:rPr>
            </a:br>
            <a:r>
              <a:rPr lang="en-US" sz="2400" b="0" i="0" dirty="0">
                <a:effectLst/>
              </a:rPr>
              <a:t>Resource Manager</a:t>
            </a:r>
            <a:br>
              <a:rPr lang="en-US" sz="2400" b="0" i="0" dirty="0">
                <a:effectLst/>
              </a:rPr>
            </a:br>
            <a:r>
              <a:rPr lang="en-US" sz="2400" b="0" i="0" dirty="0">
                <a:effectLst/>
              </a:rPr>
              <a:t>Node Manager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6" y="1433624"/>
            <a:ext cx="8867554" cy="5123206"/>
          </a:xfrm>
        </p:spPr>
        <p:txBody>
          <a:bodyPr>
            <a:noAutofit/>
          </a:bodyPr>
          <a:lstStyle/>
          <a:p>
            <a:pPr algn="just"/>
            <a:r>
              <a:rPr lang="en-US" b="0" i="0" dirty="0" err="1">
                <a:effectLst/>
              </a:rPr>
              <a:t>jps</a:t>
            </a:r>
            <a:r>
              <a:rPr lang="en-US" b="0" i="0" dirty="0">
                <a:effectLst/>
              </a:rPr>
              <a:t> is a tool to check, whether expected Hadoop processes are up and in running state or not.</a:t>
            </a:r>
          </a:p>
          <a:p>
            <a:pPr algn="just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7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7DA385-F3DD-44DC-B160-E16F0F28F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72281"/>
            <a:ext cx="8386537" cy="5004884"/>
          </a:xfrm>
        </p:spPr>
        <p:txBody>
          <a:bodyPr/>
          <a:lstStyle/>
          <a:p>
            <a:r>
              <a:rPr lang="en-IN" dirty="0"/>
              <a:t>The syntax is </a:t>
            </a:r>
          </a:p>
          <a:p>
            <a:pPr marL="0" indent="0" algn="ctr">
              <a:buNone/>
            </a:pPr>
            <a:r>
              <a:rPr lang="en-IN" dirty="0" err="1"/>
              <a:t>jps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EA44F1-BACE-46D4-A48B-D978B816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04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191171-6EA6-4673-BBA8-9C293BCE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ls</a:t>
            </a:r>
          </a:p>
          <a:p>
            <a:pPr algn="just"/>
            <a:r>
              <a:rPr lang="en-US" b="0" i="0" dirty="0">
                <a:effectLst/>
              </a:rPr>
              <a:t>Using the </a:t>
            </a:r>
            <a:r>
              <a:rPr lang="en-US" b="1" i="0" dirty="0">
                <a:effectLst/>
              </a:rPr>
              <a:t>ls</a:t>
            </a:r>
            <a:r>
              <a:rPr lang="en-US" b="0" i="0" dirty="0">
                <a:effectLst/>
              </a:rPr>
              <a:t> command, we can check for the directories in HDFS.</a:t>
            </a:r>
          </a:p>
          <a:p>
            <a:pPr algn="just"/>
            <a:r>
              <a:rPr lang="en-US" dirty="0"/>
              <a:t>List the HDFS contents</a:t>
            </a:r>
            <a:endParaRPr lang="en-US" b="0" i="0" dirty="0"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DCAFB0-3545-4733-8464-6EBD4D1C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51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92E01-8E22-404F-80FF-02D30954C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576190"/>
            <a:ext cx="8386537" cy="5004884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IN" dirty="0"/>
              <a:t>Every command in Hadoop have prefix:</a:t>
            </a:r>
          </a:p>
          <a:p>
            <a:pPr marL="0" indent="0" algn="ctr">
              <a:buNone/>
            </a:pPr>
            <a:r>
              <a:rPr lang="en-IN" dirty="0" err="1"/>
              <a:t>hadoop</a:t>
            </a:r>
            <a:r>
              <a:rPr lang="en-IN" dirty="0"/>
              <a:t> fs </a:t>
            </a:r>
          </a:p>
          <a:p>
            <a:pPr marL="0" indent="0" algn="ctr">
              <a:buNone/>
            </a:pPr>
            <a:r>
              <a:rPr lang="en-IN" dirty="0"/>
              <a:t>Or</a:t>
            </a:r>
          </a:p>
          <a:p>
            <a:pPr marL="0" indent="0" algn="ctr">
              <a:buNone/>
            </a:pPr>
            <a:r>
              <a:rPr lang="en-IN" dirty="0"/>
              <a:t>hdfs </a:t>
            </a:r>
            <a:r>
              <a:rPr lang="en-IN" dirty="0" err="1"/>
              <a:t>dfs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D7D7C9-64A2-4795-B6CA-5BD96214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 Prefix</a:t>
            </a:r>
          </a:p>
        </p:txBody>
      </p:sp>
    </p:spTree>
    <p:extLst>
      <p:ext uri="{BB962C8B-B14F-4D97-AF65-F5344CB8AC3E}">
        <p14:creationId xmlns:p14="http://schemas.microsoft.com/office/powerpoint/2010/main" val="1181122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92E01-8E22-404F-80FF-02D30954C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just">
              <a:buNone/>
            </a:pPr>
            <a:r>
              <a:rPr lang="en-IN" dirty="0"/>
              <a:t>List the contents that are in Hadoop</a:t>
            </a:r>
          </a:p>
          <a:p>
            <a:pPr marL="0" indent="0" algn="ctr">
              <a:buNone/>
            </a:pPr>
            <a:br>
              <a:rPr lang="en-IN" dirty="0"/>
            </a:br>
            <a:r>
              <a:rPr lang="en-IN" dirty="0" err="1"/>
              <a:t>hadoop</a:t>
            </a:r>
            <a:r>
              <a:rPr lang="en-IN" dirty="0"/>
              <a:t> fs -ls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D7D7C9-64A2-4795-B6CA-5BD96214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Commands</a:t>
            </a:r>
          </a:p>
        </p:txBody>
      </p:sp>
    </p:spTree>
    <p:extLst>
      <p:ext uri="{BB962C8B-B14F-4D97-AF65-F5344CB8AC3E}">
        <p14:creationId xmlns:p14="http://schemas.microsoft.com/office/powerpoint/2010/main" val="3978893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19973-B569-4112-966C-F26572F03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Display the contents of directory</a:t>
            </a:r>
          </a:p>
          <a:p>
            <a:pPr algn="just"/>
            <a:r>
              <a:rPr lang="en-IN" dirty="0"/>
              <a:t>Syntax</a:t>
            </a:r>
          </a:p>
          <a:p>
            <a:pPr marL="0" indent="0" algn="just">
              <a:buNone/>
            </a:pPr>
            <a:r>
              <a:rPr lang="en-IN" dirty="0"/>
              <a:t>            $</a:t>
            </a:r>
            <a:r>
              <a:rPr lang="en-IN" dirty="0" err="1"/>
              <a:t>hadoop</a:t>
            </a:r>
            <a:r>
              <a:rPr lang="en-IN" dirty="0"/>
              <a:t> fs –ls </a:t>
            </a:r>
            <a:r>
              <a:rPr lang="en-IN" dirty="0" err="1"/>
              <a:t>directoryname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023AF1-4601-44A8-9FAF-93EDC95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703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19973-B569-4112-966C-F26572F03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Create a directory in </a:t>
            </a:r>
            <a:r>
              <a:rPr lang="en-IN" dirty="0" err="1"/>
              <a:t>hdfs</a:t>
            </a:r>
            <a:endParaRPr lang="en-IN" dirty="0"/>
          </a:p>
          <a:p>
            <a:pPr algn="just"/>
            <a:r>
              <a:rPr lang="en-IN" dirty="0"/>
              <a:t>Syntax</a:t>
            </a:r>
          </a:p>
          <a:p>
            <a:pPr marL="0" indent="0" algn="just">
              <a:buNone/>
            </a:pPr>
            <a:r>
              <a:rPr lang="en-IN" dirty="0"/>
              <a:t>            </a:t>
            </a:r>
            <a:r>
              <a:rPr lang="en-IN" dirty="0" err="1"/>
              <a:t>hadoop</a:t>
            </a:r>
            <a:r>
              <a:rPr lang="en-IN" dirty="0"/>
              <a:t> fs –</a:t>
            </a:r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abc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023AF1-4601-44A8-9FAF-93EDC95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19973-B569-4112-966C-F26572F03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Verify a directory in </a:t>
            </a:r>
            <a:r>
              <a:rPr lang="en-IN" dirty="0" err="1"/>
              <a:t>hdfs</a:t>
            </a:r>
            <a:endParaRPr lang="en-IN" dirty="0"/>
          </a:p>
          <a:p>
            <a:r>
              <a:rPr lang="en-IN" dirty="0"/>
              <a:t>Syntax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hadoop</a:t>
            </a:r>
            <a:r>
              <a:rPr lang="en-IN" dirty="0"/>
              <a:t> fs –ls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023AF1-4601-44A8-9FAF-93EDC95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064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19973-B569-4112-966C-F26572F03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55409"/>
            <a:ext cx="8386537" cy="5004884"/>
          </a:xfrm>
        </p:spPr>
        <p:txBody>
          <a:bodyPr/>
          <a:lstStyle/>
          <a:p>
            <a:pPr algn="just"/>
            <a:r>
              <a:rPr lang="en-US" dirty="0"/>
              <a:t>Every command start with (-)hyphen in </a:t>
            </a:r>
            <a:r>
              <a:rPr lang="en-US" dirty="0" err="1"/>
              <a:t>hdfs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Syntax to create a file</a:t>
            </a:r>
          </a:p>
          <a:p>
            <a:pPr marL="0" indent="0" algn="ctr">
              <a:buNone/>
            </a:pPr>
            <a:r>
              <a:rPr lang="en-US" dirty="0"/>
              <a:t>	$</a:t>
            </a:r>
            <a:r>
              <a:rPr lang="en-US" dirty="0" err="1"/>
              <a:t>hadoop</a:t>
            </a:r>
            <a:r>
              <a:rPr lang="en-US" dirty="0"/>
              <a:t> fs –</a:t>
            </a:r>
            <a:r>
              <a:rPr lang="en-US" dirty="0" err="1"/>
              <a:t>touchz</a:t>
            </a:r>
            <a:r>
              <a:rPr lang="en-US" dirty="0"/>
              <a:t> file1.txt</a:t>
            </a:r>
          </a:p>
          <a:p>
            <a:pPr marL="0" indent="0" algn="just">
              <a:buNone/>
            </a:pPr>
            <a:r>
              <a:rPr lang="en-US" dirty="0"/>
              <a:t>This command will create an empty file in home location.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Create a file of zero length.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023AF1-4601-44A8-9FAF-93EDC95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306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19973-B569-4112-966C-F26572F03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82672"/>
            <a:ext cx="8386537" cy="50048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Copy from local file system into </a:t>
            </a:r>
            <a:r>
              <a:rPr lang="en-US" dirty="0" err="1"/>
              <a:t>hdfs</a:t>
            </a:r>
            <a:r>
              <a:rPr lang="en-US" dirty="0"/>
              <a:t> directory</a:t>
            </a:r>
          </a:p>
          <a:p>
            <a:r>
              <a:rPr lang="en-US" dirty="0"/>
              <a:t>Firstly create a simple file.</a:t>
            </a:r>
          </a:p>
          <a:p>
            <a:pPr marL="0" indent="0" algn="ctr">
              <a:buNone/>
            </a:pPr>
            <a:r>
              <a:rPr lang="en-US" dirty="0" err="1"/>
              <a:t>gedit</a:t>
            </a:r>
            <a:r>
              <a:rPr lang="en-US" dirty="0"/>
              <a:t> f1.txt</a:t>
            </a:r>
          </a:p>
          <a:p>
            <a:pPr marL="0" indent="0" algn="ctr">
              <a:buNone/>
            </a:pPr>
            <a:r>
              <a:rPr lang="en-US" dirty="0"/>
              <a:t>$</a:t>
            </a:r>
            <a:r>
              <a:rPr lang="en-US" dirty="0" err="1"/>
              <a:t>hadoop</a:t>
            </a:r>
            <a:r>
              <a:rPr lang="en-US" dirty="0"/>
              <a:t> fs –</a:t>
            </a:r>
            <a:r>
              <a:rPr lang="en-US" dirty="0" err="1"/>
              <a:t>copyFromLocal</a:t>
            </a:r>
            <a:r>
              <a:rPr lang="en-US" dirty="0"/>
              <a:t> f1.txt file1</a:t>
            </a:r>
          </a:p>
          <a:p>
            <a:pPr marL="0" indent="0" algn="ctr">
              <a:buNone/>
            </a:pPr>
            <a:r>
              <a:rPr lang="en-US" dirty="0"/>
              <a:t>Or</a:t>
            </a:r>
          </a:p>
          <a:p>
            <a:pPr marL="0" indent="0" algn="ctr">
              <a:buNone/>
            </a:pPr>
            <a:r>
              <a:rPr lang="en-US" dirty="0"/>
              <a:t>put(</a:t>
            </a:r>
            <a:r>
              <a:rPr lang="en-US" b="0" i="0" dirty="0">
                <a:solidFill>
                  <a:srgbClr val="000000"/>
                </a:solidFill>
                <a:effectLst/>
              </a:rPr>
              <a:t>Copy single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src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 or multiple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srcs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from local file system to the destination file system).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023AF1-4601-44A8-9FAF-93EDC95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34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8479-8F7C-4A8F-B3CE-4359F981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92680"/>
            <a:ext cx="9144000" cy="2462688"/>
          </a:xfrm>
          <a:solidFill>
            <a:srgbClr val="44525A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ahnschrift" panose="020B0502040204020203" pitchFamily="34" charset="0"/>
              </a:rPr>
              <a:t>Verify </a:t>
            </a:r>
            <a:br>
              <a:rPr lang="en-US" sz="48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4800" dirty="0">
                <a:solidFill>
                  <a:schemeClr val="bg1"/>
                </a:solidFill>
                <a:latin typeface="Bahnschrift" panose="020B0502040204020203" pitchFamily="34" charset="0"/>
              </a:rPr>
              <a:t>$</a:t>
            </a:r>
            <a:r>
              <a:rPr lang="en-US" sz="4800" dirty="0" err="1">
                <a:solidFill>
                  <a:schemeClr val="bg1"/>
                </a:solidFill>
                <a:latin typeface="Bahnschrift" panose="020B0502040204020203" pitchFamily="34" charset="0"/>
              </a:rPr>
              <a:t>hadoop</a:t>
            </a:r>
            <a:r>
              <a:rPr lang="en-US" sz="4800" dirty="0">
                <a:solidFill>
                  <a:schemeClr val="bg1"/>
                </a:solidFill>
                <a:latin typeface="Bahnschrift" panose="020B0502040204020203" pitchFamily="34" charset="0"/>
              </a:rPr>
              <a:t> fs -ls</a:t>
            </a:r>
            <a:endParaRPr lang="en-IN" sz="4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EB093-F1C4-488A-B9A1-A81C2E6F5999}"/>
              </a:ext>
            </a:extLst>
          </p:cNvPr>
          <p:cNvSpPr/>
          <p:nvPr/>
        </p:nvSpPr>
        <p:spPr>
          <a:xfrm>
            <a:off x="0" y="2576945"/>
            <a:ext cx="9144000" cy="207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A44D4D-F64D-468A-B898-E56C649E9F3F}"/>
              </a:ext>
            </a:extLst>
          </p:cNvPr>
          <p:cNvSpPr/>
          <p:nvPr/>
        </p:nvSpPr>
        <p:spPr>
          <a:xfrm>
            <a:off x="0" y="4468091"/>
            <a:ext cx="9144000" cy="207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921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696360-30E6-4F66-9033-139B6BA4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2281"/>
            <a:ext cx="8386537" cy="5004884"/>
          </a:xfrm>
        </p:spPr>
        <p:txBody>
          <a:bodyPr/>
          <a:lstStyle/>
          <a:p>
            <a:pPr algn="just"/>
            <a:r>
              <a:rPr lang="en-US" dirty="0"/>
              <a:t>Create a file</a:t>
            </a:r>
          </a:p>
          <a:p>
            <a:pPr algn="just"/>
            <a:r>
              <a:rPr lang="en-US" dirty="0"/>
              <a:t>To check either f1.txt is available or not. To check the contents of the file.</a:t>
            </a:r>
          </a:p>
          <a:p>
            <a:pPr marL="0" indent="0" algn="ctr">
              <a:buNone/>
            </a:pPr>
            <a:r>
              <a:rPr lang="en-US" dirty="0"/>
              <a:t>$</a:t>
            </a:r>
            <a:r>
              <a:rPr lang="en-US" dirty="0" err="1"/>
              <a:t>hadoop</a:t>
            </a:r>
            <a:r>
              <a:rPr lang="en-US" dirty="0"/>
              <a:t> fs –cat </a:t>
            </a:r>
            <a:r>
              <a:rPr lang="en-US" dirty="0" err="1"/>
              <a:t>abc</a:t>
            </a:r>
            <a:r>
              <a:rPr lang="en-US" dirty="0"/>
              <a:t>/f1.txt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FECE8D-3E0C-4162-AEFB-B8F9B7AA1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561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B9ABFD-4A02-4F8C-81D3-0975EFAC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24236"/>
            <a:ext cx="8386537" cy="50048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Sending a file from </a:t>
            </a:r>
            <a:r>
              <a:rPr lang="en-US" dirty="0" err="1"/>
              <a:t>hdfs</a:t>
            </a:r>
            <a:r>
              <a:rPr lang="en-US" dirty="0"/>
              <a:t> to local file system</a:t>
            </a:r>
          </a:p>
          <a:p>
            <a:r>
              <a:rPr lang="en-US" dirty="0"/>
              <a:t>Syntax</a:t>
            </a:r>
          </a:p>
          <a:p>
            <a:pPr marL="0" indent="0">
              <a:buNone/>
            </a:pPr>
            <a:r>
              <a:rPr lang="en-US" dirty="0"/>
              <a:t>      Hadoop fs –</a:t>
            </a:r>
            <a:r>
              <a:rPr lang="en-US" dirty="0" err="1"/>
              <a:t>copyToLocal</a:t>
            </a:r>
            <a:r>
              <a:rPr lang="en-US" dirty="0"/>
              <a:t> </a:t>
            </a:r>
            <a:r>
              <a:rPr lang="en-US" dirty="0" err="1"/>
              <a:t>abc</a:t>
            </a:r>
            <a:r>
              <a:rPr lang="en-US" dirty="0"/>
              <a:t>/f1.txt ~/desktop/</a:t>
            </a:r>
          </a:p>
          <a:p>
            <a:pPr marL="0" indent="0">
              <a:buNone/>
            </a:pPr>
            <a:r>
              <a:rPr lang="en-US" dirty="0"/>
              <a:t>Verify</a:t>
            </a:r>
            <a:r>
              <a:rPr lang="en-IN" dirty="0"/>
              <a:t> either it is available in desktop location or not:</a:t>
            </a:r>
          </a:p>
          <a:p>
            <a:pPr marL="0" indent="0" algn="ctr">
              <a:buNone/>
            </a:pPr>
            <a:r>
              <a:rPr lang="en-IN" dirty="0"/>
              <a:t>  cd Desktop/</a:t>
            </a:r>
          </a:p>
          <a:p>
            <a:pPr marL="0" indent="0" algn="ctr">
              <a:buNone/>
            </a:pPr>
            <a:r>
              <a:rPr lang="en-IN" dirty="0"/>
              <a:t>ls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3BBB5E-1754-4427-9883-3D30DFFF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311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AD7931-BA87-42F8-BE36-F13D2D18A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Verify either it’s the same file </a:t>
            </a:r>
          </a:p>
          <a:p>
            <a:pPr marL="0" indent="0" algn="ctr">
              <a:buNone/>
            </a:pPr>
            <a:r>
              <a:rPr lang="en-US" dirty="0"/>
              <a:t>cat f1.txt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8D9386-9885-4522-A791-5DB4BBE9F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912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BA193D-0915-4D94-903A-709AC7D01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30718"/>
            <a:ext cx="8386537" cy="5004884"/>
          </a:xfrm>
        </p:spPr>
        <p:txBody>
          <a:bodyPr>
            <a:noAutofit/>
          </a:bodyPr>
          <a:lstStyle/>
          <a:p>
            <a:r>
              <a:rPr lang="en-US" sz="2400" dirty="0"/>
              <a:t>Copy Command</a:t>
            </a:r>
          </a:p>
          <a:p>
            <a:r>
              <a:rPr lang="en-US" sz="2400" dirty="0"/>
              <a:t>Sending file from </a:t>
            </a:r>
            <a:r>
              <a:rPr lang="en-US" sz="2400" dirty="0" err="1"/>
              <a:t>hdfs</a:t>
            </a:r>
            <a:r>
              <a:rPr lang="en-US" sz="2400" dirty="0"/>
              <a:t> to </a:t>
            </a:r>
            <a:r>
              <a:rPr lang="en-US" sz="2400" dirty="0" err="1"/>
              <a:t>hdfs</a:t>
            </a:r>
            <a:r>
              <a:rPr lang="en-US" sz="2400" dirty="0"/>
              <a:t> directory</a:t>
            </a:r>
          </a:p>
          <a:p>
            <a:r>
              <a:rPr lang="en-US" sz="2400" dirty="0"/>
              <a:t>Syntax is</a:t>
            </a:r>
          </a:p>
          <a:p>
            <a:pPr marL="0" indent="0" algn="ctr">
              <a:buNone/>
            </a:pPr>
            <a:r>
              <a:rPr lang="en-US" sz="2400" dirty="0" err="1"/>
              <a:t>hadoop</a:t>
            </a:r>
            <a:r>
              <a:rPr lang="en-US" sz="2400" dirty="0"/>
              <a:t> fs –</a:t>
            </a:r>
            <a:r>
              <a:rPr lang="en-US" sz="2400" dirty="0" err="1"/>
              <a:t>mkdir</a:t>
            </a:r>
            <a:r>
              <a:rPr lang="en-US" sz="2400" dirty="0"/>
              <a:t> abc1</a:t>
            </a:r>
          </a:p>
          <a:p>
            <a:pPr marL="0" indent="0" algn="ctr">
              <a:buNone/>
            </a:pPr>
            <a:r>
              <a:rPr lang="en-US" sz="2400" dirty="0"/>
              <a:t>Hadoop fs –cp </a:t>
            </a:r>
            <a:r>
              <a:rPr lang="en-US" sz="2400" dirty="0" err="1"/>
              <a:t>abc</a:t>
            </a:r>
            <a:r>
              <a:rPr lang="en-US" sz="2400" dirty="0"/>
              <a:t>/f1.txt abc1/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–cp </a:t>
            </a:r>
            <a:r>
              <a:rPr lang="en-US" sz="2400" dirty="0" err="1"/>
              <a:t>abc</a:t>
            </a:r>
            <a:r>
              <a:rPr lang="en-US" sz="2400" dirty="0"/>
              <a:t>/f1.txt      -     Source</a:t>
            </a:r>
          </a:p>
          <a:p>
            <a:pPr marL="0" indent="0">
              <a:buNone/>
            </a:pPr>
            <a:r>
              <a:rPr lang="en-US" sz="2400" dirty="0"/>
              <a:t>abc1/                    -    Destination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 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CA9191-5056-4ED3-953F-EE97C99F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887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E5E042-A6C1-4772-BE6C-2C90F9B8C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13845"/>
            <a:ext cx="8386537" cy="50048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Verify</a:t>
            </a:r>
          </a:p>
          <a:p>
            <a:pPr marL="0" indent="0" algn="ctr">
              <a:buNone/>
            </a:pPr>
            <a:r>
              <a:rPr lang="en-US" dirty="0"/>
              <a:t>$</a:t>
            </a:r>
            <a:r>
              <a:rPr lang="en-US" dirty="0" err="1"/>
              <a:t>hadoop</a:t>
            </a:r>
            <a:r>
              <a:rPr lang="en-US" dirty="0"/>
              <a:t> –fs –cat abc1/f1.txt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2B23BF-F070-4A85-9E1A-9157C110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264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8D8F-4533-4F8A-8E73-268B2163D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30718"/>
            <a:ext cx="8608212" cy="5004884"/>
          </a:xfrm>
        </p:spPr>
        <p:txBody>
          <a:bodyPr/>
          <a:lstStyle/>
          <a:p>
            <a:r>
              <a:rPr lang="en-US" dirty="0"/>
              <a:t>Move the directory from one </a:t>
            </a:r>
            <a:r>
              <a:rPr lang="en-US" dirty="0" err="1"/>
              <a:t>hdfs</a:t>
            </a:r>
            <a:r>
              <a:rPr lang="en-US" dirty="0"/>
              <a:t> to other </a:t>
            </a:r>
            <a:r>
              <a:rPr lang="en-US" dirty="0" err="1"/>
              <a:t>hdfs</a:t>
            </a:r>
            <a:endParaRPr lang="en-US" dirty="0"/>
          </a:p>
          <a:p>
            <a:r>
              <a:rPr lang="en-US" dirty="0"/>
              <a:t>Firstly create another directory with abc2</a:t>
            </a:r>
          </a:p>
          <a:p>
            <a:pPr marL="0" indent="0" algn="ctr">
              <a:buNone/>
            </a:pPr>
            <a:r>
              <a:rPr lang="en-US" dirty="0" err="1"/>
              <a:t>hadoop</a:t>
            </a:r>
            <a:r>
              <a:rPr lang="en-US" dirty="0"/>
              <a:t> fs –</a:t>
            </a:r>
            <a:r>
              <a:rPr lang="en-US" dirty="0" err="1"/>
              <a:t>mkdir</a:t>
            </a:r>
            <a:r>
              <a:rPr lang="en-US" dirty="0"/>
              <a:t> abc2</a:t>
            </a:r>
          </a:p>
          <a:p>
            <a:pPr marL="0" indent="0" algn="ctr">
              <a:buNone/>
            </a:pPr>
            <a:r>
              <a:rPr lang="en-US" dirty="0"/>
              <a:t>Hadoop fs –mv </a:t>
            </a:r>
            <a:r>
              <a:rPr lang="en-US" dirty="0" err="1"/>
              <a:t>abc</a:t>
            </a:r>
            <a:r>
              <a:rPr lang="en-US" dirty="0"/>
              <a:t>/f1.txt abc2/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B5394B-1A5E-44A1-AD29-262861B7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3506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8D8F-4533-4F8A-8E73-268B2163D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93063"/>
            <a:ext cx="8386537" cy="500488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Check the content with cat command</a:t>
            </a:r>
          </a:p>
          <a:p>
            <a:pPr marL="0" indent="0" algn="ctr">
              <a:buNone/>
            </a:pPr>
            <a:r>
              <a:rPr lang="en-US" dirty="0" err="1"/>
              <a:t>hadoop</a:t>
            </a:r>
            <a:r>
              <a:rPr lang="en-US" dirty="0"/>
              <a:t> fs –cat abc2/f1.txt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B5394B-1A5E-44A1-AD29-262861B7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091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28D8F-4533-4F8A-8E73-268B2163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Which directory is taking more space?</a:t>
            </a:r>
          </a:p>
          <a:p>
            <a:pPr marL="0" indent="0" algn="ctr">
              <a:buNone/>
            </a:pPr>
            <a:r>
              <a:rPr lang="en-US" dirty="0" err="1"/>
              <a:t>hadoop</a:t>
            </a:r>
            <a:r>
              <a:rPr lang="en-US" dirty="0"/>
              <a:t> fs –du abc1 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B5394B-1A5E-44A1-AD29-262861B7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in </a:t>
            </a:r>
            <a:r>
              <a:rPr lang="en-US" dirty="0" err="1"/>
              <a:t>hdfs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E15A6F1-D7A2-4DB7-B4BC-CEC8107E7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16701"/>
              </p:ext>
            </p:extLst>
          </p:nvPr>
        </p:nvGraphicFramePr>
        <p:xfrm>
          <a:off x="1483630" y="4056159"/>
          <a:ext cx="6096000" cy="1305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29838432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34812653"/>
                    </a:ext>
                  </a:extLst>
                </a:gridCol>
              </a:tblGrid>
              <a:tr h="47892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-du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-</a:t>
                      </a:r>
                      <a:r>
                        <a:rPr lang="en-US" sz="2400" dirty="0" err="1">
                          <a:latin typeface="Bahnschrift" panose="020B0502040204020203" pitchFamily="34" charset="0"/>
                        </a:rPr>
                        <a:t>dus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4452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656346"/>
                  </a:ext>
                </a:extLst>
              </a:tr>
              <a:tr h="8266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Display size of each and every file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ahnschrift" panose="020B0502040204020203" pitchFamily="34" charset="0"/>
                        </a:rPr>
                        <a:t>Display total size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73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798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1058</TotalTime>
  <Words>517</Words>
  <Application>Microsoft Office PowerPoint</Application>
  <PresentationFormat>On-screen Show (4:3)</PresentationFormat>
  <Paragraphs>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Commands in hdfs</vt:lpstr>
      <vt:lpstr>Commands in hdfs</vt:lpstr>
      <vt:lpstr>Commands in hdfs</vt:lpstr>
      <vt:lpstr>Commands in hdfs</vt:lpstr>
      <vt:lpstr>Hadoop Prefix</vt:lpstr>
      <vt:lpstr>Basic Commands</vt:lpstr>
      <vt:lpstr>Commands in hdfs</vt:lpstr>
      <vt:lpstr>Commands in hdfs</vt:lpstr>
      <vt:lpstr>Commands in hdfs</vt:lpstr>
      <vt:lpstr>Commands in hdfs</vt:lpstr>
      <vt:lpstr>Commands in hdfs</vt:lpstr>
      <vt:lpstr>Verify  $hadoop fs -ls</vt:lpstr>
      <vt:lpstr>Commands in hdfs</vt:lpstr>
      <vt:lpstr>Commands in hdfs</vt:lpstr>
      <vt:lpstr>Commands in hdfs</vt:lpstr>
      <vt:lpstr>Commands in hdfs</vt:lpstr>
      <vt:lpstr>Commands in hdfs</vt:lpstr>
      <vt:lpstr>Commands in hdfs</vt:lpstr>
      <vt:lpstr>Commands in hdfs</vt:lpstr>
      <vt:lpstr>Commands in hdfs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48</cp:revision>
  <dcterms:created xsi:type="dcterms:W3CDTF">2021-05-13T17:45:44Z</dcterms:created>
  <dcterms:modified xsi:type="dcterms:W3CDTF">2021-07-26T05:10:13Z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245827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