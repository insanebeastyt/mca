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78" r:id="rId2"/>
    <p:sldId id="279" r:id="rId3"/>
    <p:sldId id="291" r:id="rId4"/>
    <p:sldId id="323" r:id="rId5"/>
    <p:sldId id="363" r:id="rId6"/>
    <p:sldId id="368" r:id="rId7"/>
    <p:sldId id="349" r:id="rId8"/>
    <p:sldId id="362" r:id="rId9"/>
    <p:sldId id="369" r:id="rId10"/>
    <p:sldId id="370" r:id="rId11"/>
    <p:sldId id="325" r:id="rId12"/>
    <p:sldId id="357" r:id="rId13"/>
    <p:sldId id="356" r:id="rId14"/>
    <p:sldId id="358" r:id="rId15"/>
    <p:sldId id="324" r:id="rId16"/>
    <p:sldId id="359" r:id="rId17"/>
    <p:sldId id="360" r:id="rId18"/>
    <p:sldId id="364" r:id="rId19"/>
    <p:sldId id="365" r:id="rId20"/>
    <p:sldId id="326" r:id="rId21"/>
    <p:sldId id="328" r:id="rId22"/>
    <p:sldId id="329" r:id="rId23"/>
    <p:sldId id="330" r:id="rId24"/>
    <p:sldId id="344" r:id="rId25"/>
    <p:sldId id="343" r:id="rId26"/>
    <p:sldId id="34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ABABAB"/>
    <a:srgbClr val="03232C"/>
    <a:srgbClr val="021F28"/>
    <a:srgbClr val="02222C"/>
    <a:srgbClr val="01141A"/>
    <a:srgbClr val="034155"/>
    <a:srgbClr val="3B3C3E"/>
    <a:srgbClr val="357999"/>
    <a:srgbClr val="A80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slide" Target="slide9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analyze the basics relating to concepts of clock.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Circumference - 60 equal parts</a:t>
            </a:r>
          </a:p>
          <a:p>
            <a:pPr algn="just"/>
            <a:r>
              <a:rPr lang="en-US" sz="2800" dirty="0"/>
              <a:t>60 equal parts - Minute 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16852-7BFE-4384-8853-D187AADCF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7861" y="3139162"/>
            <a:ext cx="2692977" cy="2660136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E72156B-00DC-4020-9C53-143F0C5430C8}"/>
              </a:ext>
            </a:extLst>
          </p:cNvPr>
          <p:cNvSpPr/>
          <p:nvPr/>
        </p:nvSpPr>
        <p:spPr>
          <a:xfrm>
            <a:off x="3298031" y="3466722"/>
            <a:ext cx="2035970" cy="2029203"/>
          </a:xfrm>
          <a:prstGeom prst="ellipse">
            <a:avLst/>
          </a:prstGeom>
          <a:noFill/>
          <a:ln w="31750">
            <a:solidFill>
              <a:srgbClr val="C00000">
                <a:alpha val="9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310DE7-AC41-4B6C-A571-67F2B5BAAE6F}"/>
              </a:ext>
            </a:extLst>
          </p:cNvPr>
          <p:cNvSpPr/>
          <p:nvPr/>
        </p:nvSpPr>
        <p:spPr>
          <a:xfrm>
            <a:off x="3306364" y="3466722"/>
            <a:ext cx="2035970" cy="2029203"/>
          </a:xfrm>
          <a:prstGeom prst="ellipse">
            <a:avLst/>
          </a:prstGeom>
          <a:noFill/>
          <a:ln w="31750">
            <a:solidFill>
              <a:srgbClr val="C00000">
                <a:alpha val="9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00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D384B37-DC66-4849-B53B-56F9EF43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377" y="3485343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Smaller Hand - Hour Hand/Short Hand </a:t>
            </a:r>
          </a:p>
          <a:p>
            <a:pPr algn="just"/>
            <a:r>
              <a:rPr lang="en-US" sz="2800" dirty="0"/>
              <a:t>Larger Hand - Minute Hand/Long Hand</a:t>
            </a:r>
          </a:p>
          <a:p>
            <a:pPr algn="just"/>
            <a:r>
              <a:rPr lang="en-US" sz="2800" dirty="0"/>
              <a:t>Thin long Hand - Second Hand </a:t>
            </a:r>
          </a:p>
        </p:txBody>
      </p:sp>
      <p:grpSp>
        <p:nvGrpSpPr>
          <p:cNvPr id="12" name="Group 18">
            <a:extLst>
              <a:ext uri="{FF2B5EF4-FFF2-40B4-BE49-F238E27FC236}">
                <a16:creationId xmlns:a16="http://schemas.microsoft.com/office/drawing/2014/main" id="{E2F6E57E-4CF7-4663-B6A6-C63C427B48CF}"/>
              </a:ext>
            </a:extLst>
          </p:cNvPr>
          <p:cNvGrpSpPr/>
          <p:nvPr/>
        </p:nvGrpSpPr>
        <p:grpSpPr>
          <a:xfrm rot="16200000">
            <a:off x="5570925" y="5046618"/>
            <a:ext cx="1914074" cy="59395"/>
            <a:chOff x="5416681" y="3605337"/>
            <a:chExt cx="2262090" cy="93592"/>
          </a:xfrm>
        </p:grpSpPr>
        <p:sp>
          <p:nvSpPr>
            <p:cNvPr id="13" name="Pentagon 16">
              <a:extLst>
                <a:ext uri="{FF2B5EF4-FFF2-40B4-BE49-F238E27FC236}">
                  <a16:creationId xmlns:a16="http://schemas.microsoft.com/office/drawing/2014/main" id="{262D1FD4-C30C-4A52-B44C-81926BD11242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Pentagon 10">
              <a:extLst>
                <a:ext uri="{FF2B5EF4-FFF2-40B4-BE49-F238E27FC236}">
                  <a16:creationId xmlns:a16="http://schemas.microsoft.com/office/drawing/2014/main" id="{2C1119C2-F944-4C30-AB45-B1A5972E726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5" name="Group 19">
            <a:extLst>
              <a:ext uri="{FF2B5EF4-FFF2-40B4-BE49-F238E27FC236}">
                <a16:creationId xmlns:a16="http://schemas.microsoft.com/office/drawing/2014/main" id="{660C331E-D85C-4FAF-9000-94E6D67063F3}"/>
              </a:ext>
            </a:extLst>
          </p:cNvPr>
          <p:cNvGrpSpPr/>
          <p:nvPr/>
        </p:nvGrpSpPr>
        <p:grpSpPr>
          <a:xfrm rot="16200000">
            <a:off x="5260973" y="5128801"/>
            <a:ext cx="2533978" cy="85677"/>
            <a:chOff x="5148122" y="3648855"/>
            <a:chExt cx="3241126" cy="76199"/>
          </a:xfrm>
        </p:grpSpPr>
        <p:sp>
          <p:nvSpPr>
            <p:cNvPr id="16" name="Pentagon 12">
              <a:extLst>
                <a:ext uri="{FF2B5EF4-FFF2-40B4-BE49-F238E27FC236}">
                  <a16:creationId xmlns:a16="http://schemas.microsoft.com/office/drawing/2014/main" id="{9282588F-BCCF-412D-9599-325AB30F8514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Pentagon 13">
              <a:extLst>
                <a:ext uri="{FF2B5EF4-FFF2-40B4-BE49-F238E27FC236}">
                  <a16:creationId xmlns:a16="http://schemas.microsoft.com/office/drawing/2014/main" id="{AE313762-E34E-4BF0-9FE7-3F54C60D95A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8" name="Group 19">
            <a:extLst>
              <a:ext uri="{FF2B5EF4-FFF2-40B4-BE49-F238E27FC236}">
                <a16:creationId xmlns:a16="http://schemas.microsoft.com/office/drawing/2014/main" id="{BC611F67-940A-43DE-A68A-4631F9EF20DC}"/>
              </a:ext>
            </a:extLst>
          </p:cNvPr>
          <p:cNvGrpSpPr/>
          <p:nvPr/>
        </p:nvGrpSpPr>
        <p:grpSpPr>
          <a:xfrm rot="16200000" flipV="1">
            <a:off x="5102577" y="5104971"/>
            <a:ext cx="2850771" cy="51409"/>
            <a:chOff x="5148122" y="3648855"/>
            <a:chExt cx="3241126" cy="76199"/>
          </a:xfrm>
        </p:grpSpPr>
        <p:sp>
          <p:nvSpPr>
            <p:cNvPr id="19" name="Pentagon 12">
              <a:extLst>
                <a:ext uri="{FF2B5EF4-FFF2-40B4-BE49-F238E27FC236}">
                  <a16:creationId xmlns:a16="http://schemas.microsoft.com/office/drawing/2014/main" id="{900581E7-0D57-4970-B327-A87F5BCF3AA2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0" name="Pentagon 13">
              <a:extLst>
                <a:ext uri="{FF2B5EF4-FFF2-40B4-BE49-F238E27FC236}">
                  <a16:creationId xmlns:a16="http://schemas.microsoft.com/office/drawing/2014/main" id="{F3E300B0-8A84-4E68-B189-7486190ADB08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1" name="Oval 15">
            <a:extLst>
              <a:ext uri="{FF2B5EF4-FFF2-40B4-BE49-F238E27FC236}">
                <a16:creationId xmlns:a16="http://schemas.microsoft.com/office/drawing/2014/main" id="{4358340C-E91E-476D-87A1-423AAE44E180}"/>
              </a:ext>
            </a:extLst>
          </p:cNvPr>
          <p:cNvSpPr/>
          <p:nvPr/>
        </p:nvSpPr>
        <p:spPr>
          <a:xfrm>
            <a:off x="6370209" y="4907893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61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Concepts of Clock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315278"/>
            <a:ext cx="4210050" cy="5400675"/>
          </a:xfrm>
        </p:spPr>
        <p:txBody>
          <a:bodyPr/>
          <a:lstStyle/>
          <a:p>
            <a:pPr algn="just"/>
            <a:r>
              <a:rPr lang="en-US" sz="2400" dirty="0"/>
              <a:t>Angle traced by minute hand in 60 min. = 360°</a:t>
            </a:r>
          </a:p>
          <a:p>
            <a:pPr algn="just"/>
            <a:r>
              <a:rPr lang="en-US" sz="2400" dirty="0"/>
              <a:t>Angle traced by hour hand in 12 hrs. = 360°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64814" y="1738542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20" name="Group 18">
            <a:extLst>
              <a:ext uri="{FF2B5EF4-FFF2-40B4-BE49-F238E27FC236}">
                <a16:creationId xmlns:a16="http://schemas.microsoft.com/office/drawing/2014/main" id="{6A2D2005-469A-4193-84FE-2E08B6E06EA2}"/>
              </a:ext>
            </a:extLst>
          </p:cNvPr>
          <p:cNvGrpSpPr/>
          <p:nvPr/>
        </p:nvGrpSpPr>
        <p:grpSpPr>
          <a:xfrm rot="16200000">
            <a:off x="5911109" y="3633427"/>
            <a:ext cx="1914074" cy="59395"/>
            <a:chOff x="5416681" y="3605337"/>
            <a:chExt cx="2262090" cy="93592"/>
          </a:xfrm>
        </p:grpSpPr>
        <p:sp>
          <p:nvSpPr>
            <p:cNvPr id="21" name="Pentagon 16">
              <a:extLst>
                <a:ext uri="{FF2B5EF4-FFF2-40B4-BE49-F238E27FC236}">
                  <a16:creationId xmlns:a16="http://schemas.microsoft.com/office/drawing/2014/main" id="{FEAD0AB2-9BE9-4DC6-8224-D961623D3154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Pentagon 10">
              <a:extLst>
                <a:ext uri="{FF2B5EF4-FFF2-40B4-BE49-F238E27FC236}">
                  <a16:creationId xmlns:a16="http://schemas.microsoft.com/office/drawing/2014/main" id="{7E314967-997E-4561-8619-27A5AA206058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19">
            <a:extLst>
              <a:ext uri="{FF2B5EF4-FFF2-40B4-BE49-F238E27FC236}">
                <a16:creationId xmlns:a16="http://schemas.microsoft.com/office/drawing/2014/main" id="{022DDE3B-0058-47B5-9F6C-EBBDA4AC3AD7}"/>
              </a:ext>
            </a:extLst>
          </p:cNvPr>
          <p:cNvGrpSpPr/>
          <p:nvPr/>
        </p:nvGrpSpPr>
        <p:grpSpPr>
          <a:xfrm rot="16200000">
            <a:off x="5551637" y="3653536"/>
            <a:ext cx="2617835" cy="96715"/>
            <a:chOff x="5148122" y="3648855"/>
            <a:chExt cx="3241126" cy="76199"/>
          </a:xfrm>
        </p:grpSpPr>
        <p:sp>
          <p:nvSpPr>
            <p:cNvPr id="24" name="Pentagon 12">
              <a:extLst>
                <a:ext uri="{FF2B5EF4-FFF2-40B4-BE49-F238E27FC236}">
                  <a16:creationId xmlns:a16="http://schemas.microsoft.com/office/drawing/2014/main" id="{74A70564-E777-4FDE-BB64-AECDC410CEFE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Pentagon 13">
              <a:extLst>
                <a:ext uri="{FF2B5EF4-FFF2-40B4-BE49-F238E27FC236}">
                  <a16:creationId xmlns:a16="http://schemas.microsoft.com/office/drawing/2014/main" id="{364E2DD1-E58F-4FBD-9379-EAD605FD99B4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15">
            <a:extLst>
              <a:ext uri="{FF2B5EF4-FFF2-40B4-BE49-F238E27FC236}">
                <a16:creationId xmlns:a16="http://schemas.microsoft.com/office/drawing/2014/main" id="{41528354-7BE5-4793-A0F3-DF7FF374017A}"/>
              </a:ext>
            </a:extLst>
          </p:cNvPr>
          <p:cNvSpPr/>
          <p:nvPr/>
        </p:nvSpPr>
        <p:spPr>
          <a:xfrm>
            <a:off x="6804458" y="3556516"/>
            <a:ext cx="174087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Concepts of Clock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2726206"/>
            <a:ext cx="4210050" cy="198255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dirty="0"/>
              <a:t>The minute hand moves 12 times as fast as the hour hand. 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64814" y="1738542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20" name="Group 18">
            <a:extLst>
              <a:ext uri="{FF2B5EF4-FFF2-40B4-BE49-F238E27FC236}">
                <a16:creationId xmlns:a16="http://schemas.microsoft.com/office/drawing/2014/main" id="{6A2D2005-469A-4193-84FE-2E08B6E06EA2}"/>
              </a:ext>
            </a:extLst>
          </p:cNvPr>
          <p:cNvGrpSpPr/>
          <p:nvPr/>
        </p:nvGrpSpPr>
        <p:grpSpPr>
          <a:xfrm rot="16200000">
            <a:off x="5911109" y="3633427"/>
            <a:ext cx="1914074" cy="59395"/>
            <a:chOff x="5416681" y="3605337"/>
            <a:chExt cx="2262090" cy="93592"/>
          </a:xfrm>
        </p:grpSpPr>
        <p:sp>
          <p:nvSpPr>
            <p:cNvPr id="21" name="Pentagon 16">
              <a:extLst>
                <a:ext uri="{FF2B5EF4-FFF2-40B4-BE49-F238E27FC236}">
                  <a16:creationId xmlns:a16="http://schemas.microsoft.com/office/drawing/2014/main" id="{FEAD0AB2-9BE9-4DC6-8224-D961623D3154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Pentagon 10">
              <a:extLst>
                <a:ext uri="{FF2B5EF4-FFF2-40B4-BE49-F238E27FC236}">
                  <a16:creationId xmlns:a16="http://schemas.microsoft.com/office/drawing/2014/main" id="{7E314967-997E-4561-8619-27A5AA206058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19">
            <a:extLst>
              <a:ext uri="{FF2B5EF4-FFF2-40B4-BE49-F238E27FC236}">
                <a16:creationId xmlns:a16="http://schemas.microsoft.com/office/drawing/2014/main" id="{022DDE3B-0058-47B5-9F6C-EBBDA4AC3AD7}"/>
              </a:ext>
            </a:extLst>
          </p:cNvPr>
          <p:cNvGrpSpPr/>
          <p:nvPr/>
        </p:nvGrpSpPr>
        <p:grpSpPr>
          <a:xfrm rot="16200000">
            <a:off x="5551637" y="3653536"/>
            <a:ext cx="2617835" cy="96715"/>
            <a:chOff x="5148122" y="3648855"/>
            <a:chExt cx="3241126" cy="76199"/>
          </a:xfrm>
        </p:grpSpPr>
        <p:sp>
          <p:nvSpPr>
            <p:cNvPr id="24" name="Pentagon 12">
              <a:extLst>
                <a:ext uri="{FF2B5EF4-FFF2-40B4-BE49-F238E27FC236}">
                  <a16:creationId xmlns:a16="http://schemas.microsoft.com/office/drawing/2014/main" id="{74A70564-E777-4FDE-BB64-AECDC410CEFE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Pentagon 13">
              <a:extLst>
                <a:ext uri="{FF2B5EF4-FFF2-40B4-BE49-F238E27FC236}">
                  <a16:creationId xmlns:a16="http://schemas.microsoft.com/office/drawing/2014/main" id="{364E2DD1-E58F-4FBD-9379-EAD605FD99B4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15">
            <a:extLst>
              <a:ext uri="{FF2B5EF4-FFF2-40B4-BE49-F238E27FC236}">
                <a16:creationId xmlns:a16="http://schemas.microsoft.com/office/drawing/2014/main" id="{41528354-7BE5-4793-A0F3-DF7FF374017A}"/>
              </a:ext>
            </a:extLst>
          </p:cNvPr>
          <p:cNvSpPr/>
          <p:nvPr/>
        </p:nvSpPr>
        <p:spPr>
          <a:xfrm>
            <a:off x="6804458" y="3556516"/>
            <a:ext cx="174087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693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Concepts of Clock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315279"/>
            <a:ext cx="8582025" cy="1323778"/>
          </a:xfrm>
        </p:spPr>
        <p:txBody>
          <a:bodyPr/>
          <a:lstStyle/>
          <a:p>
            <a:r>
              <a:rPr lang="en-US" sz="2400" dirty="0"/>
              <a:t>The minute hand of clock gains 55 minutes on the hour hand of clock  in 60 minutes. </a:t>
            </a:r>
          </a:p>
          <a:p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35061" y="2637950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20" name="Group 18">
            <a:extLst>
              <a:ext uri="{FF2B5EF4-FFF2-40B4-BE49-F238E27FC236}">
                <a16:creationId xmlns:a16="http://schemas.microsoft.com/office/drawing/2014/main" id="{6A2D2005-469A-4193-84FE-2E08B6E06EA2}"/>
              </a:ext>
            </a:extLst>
          </p:cNvPr>
          <p:cNvGrpSpPr/>
          <p:nvPr/>
        </p:nvGrpSpPr>
        <p:grpSpPr>
          <a:xfrm rot="16200000">
            <a:off x="3581356" y="4532835"/>
            <a:ext cx="1914074" cy="59395"/>
            <a:chOff x="5416681" y="3605337"/>
            <a:chExt cx="2262090" cy="93592"/>
          </a:xfrm>
        </p:grpSpPr>
        <p:sp>
          <p:nvSpPr>
            <p:cNvPr id="21" name="Pentagon 16">
              <a:extLst>
                <a:ext uri="{FF2B5EF4-FFF2-40B4-BE49-F238E27FC236}">
                  <a16:creationId xmlns:a16="http://schemas.microsoft.com/office/drawing/2014/main" id="{FEAD0AB2-9BE9-4DC6-8224-D961623D3154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Pentagon 10">
              <a:extLst>
                <a:ext uri="{FF2B5EF4-FFF2-40B4-BE49-F238E27FC236}">
                  <a16:creationId xmlns:a16="http://schemas.microsoft.com/office/drawing/2014/main" id="{7E314967-997E-4561-8619-27A5AA206058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19">
            <a:extLst>
              <a:ext uri="{FF2B5EF4-FFF2-40B4-BE49-F238E27FC236}">
                <a16:creationId xmlns:a16="http://schemas.microsoft.com/office/drawing/2014/main" id="{022DDE3B-0058-47B5-9F6C-EBBDA4AC3AD7}"/>
              </a:ext>
            </a:extLst>
          </p:cNvPr>
          <p:cNvGrpSpPr/>
          <p:nvPr/>
        </p:nvGrpSpPr>
        <p:grpSpPr>
          <a:xfrm rot="16200000">
            <a:off x="3221884" y="4552944"/>
            <a:ext cx="2617835" cy="96715"/>
            <a:chOff x="5148122" y="3648855"/>
            <a:chExt cx="3241126" cy="76199"/>
          </a:xfrm>
        </p:grpSpPr>
        <p:sp>
          <p:nvSpPr>
            <p:cNvPr id="24" name="Pentagon 12">
              <a:extLst>
                <a:ext uri="{FF2B5EF4-FFF2-40B4-BE49-F238E27FC236}">
                  <a16:creationId xmlns:a16="http://schemas.microsoft.com/office/drawing/2014/main" id="{74A70564-E777-4FDE-BB64-AECDC410CEFE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Pentagon 13">
              <a:extLst>
                <a:ext uri="{FF2B5EF4-FFF2-40B4-BE49-F238E27FC236}">
                  <a16:creationId xmlns:a16="http://schemas.microsoft.com/office/drawing/2014/main" id="{364E2DD1-E58F-4FBD-9379-EAD605FD99B4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15">
            <a:extLst>
              <a:ext uri="{FF2B5EF4-FFF2-40B4-BE49-F238E27FC236}">
                <a16:creationId xmlns:a16="http://schemas.microsoft.com/office/drawing/2014/main" id="{41528354-7BE5-4793-A0F3-DF7FF374017A}"/>
              </a:ext>
            </a:extLst>
          </p:cNvPr>
          <p:cNvSpPr/>
          <p:nvPr/>
        </p:nvSpPr>
        <p:spPr>
          <a:xfrm>
            <a:off x="4474705" y="4455924"/>
            <a:ext cx="174087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139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4622559" cy="5400675"/>
          </a:xfrm>
        </p:spPr>
        <p:txBody>
          <a:bodyPr>
            <a:noAutofit/>
          </a:bodyPr>
          <a:lstStyle/>
          <a:p>
            <a:r>
              <a:rPr lang="en-US" dirty="0"/>
              <a:t>In each minute  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minute hand moves through 6°.</a:t>
            </a:r>
          </a:p>
        </p:txBody>
      </p:sp>
      <p:pic>
        <p:nvPicPr>
          <p:cNvPr id="5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05903" y="1983028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6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18116645">
            <a:off x="6032017" y="3836781"/>
            <a:ext cx="1856331" cy="45719"/>
            <a:chOff x="5416681" y="3605337"/>
            <a:chExt cx="2262090" cy="93592"/>
          </a:xfrm>
        </p:grpSpPr>
        <p:sp>
          <p:nvSpPr>
            <p:cNvPr id="7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5677115" y="3770954"/>
            <a:ext cx="2566136" cy="87540"/>
            <a:chOff x="5148122" y="3648855"/>
            <a:chExt cx="3241126" cy="76199"/>
          </a:xfrm>
        </p:grpSpPr>
        <p:sp>
          <p:nvSpPr>
            <p:cNvPr id="10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2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6891428" y="3690206"/>
            <a:ext cx="192170" cy="338873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6" name="Slide Zoom 25">
                <a:extLst>
                  <a:ext uri="{FF2B5EF4-FFF2-40B4-BE49-F238E27FC236}">
                    <a16:creationId xmlns:a16="http://schemas.microsoft.com/office/drawing/2014/main" id="{14F0A214-0631-497C-B580-02F8DD83AE4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01257454"/>
                  </p:ext>
                </p:extLst>
              </p:nvPr>
            </p:nvGraphicFramePr>
            <p:xfrm>
              <a:off x="6496374" y="2287358"/>
              <a:ext cx="1948581" cy="1714500"/>
            </p:xfrm>
            <a:graphic>
              <a:graphicData uri="http://schemas.microsoft.com/office/powerpoint/2016/slidezoom">
                <pslz:sldZm>
                  <pslz:sldZmObj sldId="369" cId="1157123313">
                    <pslz:zmPr id="{C2BE50F5-B483-4C5F-8C52-9E7A72AA5490}" returnToParent="0" imageType="cover" transitionDur="1000">
                      <p166:blipFill xmlns:p166="http://schemas.microsoft.com/office/powerpoint/2016/6/main"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48581" cy="17145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6" name="Slide Zoom 25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14F0A214-0631-497C-B580-02F8DD83AE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96374" y="2287358"/>
                <a:ext cx="1948581" cy="1714500"/>
              </a:xfrm>
              <a:prstGeom prst="rect">
                <a:avLst/>
              </a:prstGeom>
              <a:ln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307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pic>
        <p:nvPicPr>
          <p:cNvPr id="5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8188" y="41338"/>
            <a:ext cx="6587624" cy="6816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6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17977443">
            <a:off x="2500539" y="3318935"/>
            <a:ext cx="4008737" cy="113254"/>
            <a:chOff x="5416681" y="3605337"/>
            <a:chExt cx="2262090" cy="93592"/>
          </a:xfrm>
        </p:grpSpPr>
        <p:sp>
          <p:nvSpPr>
            <p:cNvPr id="7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1851546" y="3275608"/>
            <a:ext cx="5157299" cy="193673"/>
            <a:chOff x="5148122" y="3648855"/>
            <a:chExt cx="3241126" cy="76199"/>
          </a:xfrm>
        </p:grpSpPr>
        <p:sp>
          <p:nvSpPr>
            <p:cNvPr id="10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2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4168613" y="3160576"/>
            <a:ext cx="561954" cy="604944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01CFD2-91A1-48D2-B7B5-D17EF7849F31}"/>
                  </a:ext>
                </a:extLst>
              </p:cNvPr>
              <p:cNvSpPr txBox="1"/>
              <p:nvPr/>
            </p:nvSpPr>
            <p:spPr>
              <a:xfrm>
                <a:off x="2799855" y="3358245"/>
                <a:ext cx="3544290" cy="945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>
                  <a:lnSpc>
                    <a:spcPct val="150000"/>
                  </a:lnSpc>
                </a:pPr>
                <a:r>
                  <a:rPr lang="en-US" sz="2800" b="1" dirty="0"/>
                  <a:t>Hour hand moves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8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/>
                  <a:t>°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01CFD2-91A1-48D2-B7B5-D17EF7849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55" y="3358245"/>
                <a:ext cx="3544290" cy="945259"/>
              </a:xfrm>
              <a:prstGeom prst="rect">
                <a:avLst/>
              </a:prstGeom>
              <a:blipFill>
                <a:blip r:embed="rId3"/>
                <a:stretch>
                  <a:fillRect l="-3436" r="-687" b="-58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7123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950" y="1295400"/>
                <a:ext cx="4622559" cy="5400675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In each minute  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The minute hand gains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5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° than the hour hand.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295400"/>
                <a:ext cx="4622559" cy="5400675"/>
              </a:xfrm>
              <a:blipFill>
                <a:blip r:embed="rId2"/>
                <a:stretch>
                  <a:fillRect l="-1976" r="-6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9">
            <a:extLst>
              <a:ext uri="{FF2B5EF4-FFF2-40B4-BE49-F238E27FC236}">
                <a16:creationId xmlns:a16="http://schemas.microsoft.com/office/drawing/2014/main" id="{0223CCB6-89C0-42AD-A6DB-CBF57D561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05903" y="1983028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14" name="Group 18">
            <a:extLst>
              <a:ext uri="{FF2B5EF4-FFF2-40B4-BE49-F238E27FC236}">
                <a16:creationId xmlns:a16="http://schemas.microsoft.com/office/drawing/2014/main" id="{28724415-05A2-428D-A26C-C64AD30D6D75}"/>
              </a:ext>
            </a:extLst>
          </p:cNvPr>
          <p:cNvGrpSpPr/>
          <p:nvPr/>
        </p:nvGrpSpPr>
        <p:grpSpPr>
          <a:xfrm rot="18116645">
            <a:off x="6032017" y="3836781"/>
            <a:ext cx="1856331" cy="45719"/>
            <a:chOff x="5416681" y="3605337"/>
            <a:chExt cx="2262090" cy="93592"/>
          </a:xfrm>
        </p:grpSpPr>
        <p:sp>
          <p:nvSpPr>
            <p:cNvPr id="15" name="Pentagon 16">
              <a:extLst>
                <a:ext uri="{FF2B5EF4-FFF2-40B4-BE49-F238E27FC236}">
                  <a16:creationId xmlns:a16="http://schemas.microsoft.com/office/drawing/2014/main" id="{D623A09C-ED45-4E9D-A51F-AC8FA2D9BD66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Pentagon 10">
              <a:extLst>
                <a:ext uri="{FF2B5EF4-FFF2-40B4-BE49-F238E27FC236}">
                  <a16:creationId xmlns:a16="http://schemas.microsoft.com/office/drawing/2014/main" id="{48481F66-C7BE-4933-90E1-ED93EC7F899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7" name="Group 19">
            <a:extLst>
              <a:ext uri="{FF2B5EF4-FFF2-40B4-BE49-F238E27FC236}">
                <a16:creationId xmlns:a16="http://schemas.microsoft.com/office/drawing/2014/main" id="{8C1DC323-5DD0-40BF-BCBE-B2CBA963E1AE}"/>
              </a:ext>
            </a:extLst>
          </p:cNvPr>
          <p:cNvGrpSpPr/>
          <p:nvPr/>
        </p:nvGrpSpPr>
        <p:grpSpPr>
          <a:xfrm rot="16200000">
            <a:off x="5677115" y="3770954"/>
            <a:ext cx="2566136" cy="87540"/>
            <a:chOff x="5148122" y="3648855"/>
            <a:chExt cx="3241126" cy="76199"/>
          </a:xfrm>
        </p:grpSpPr>
        <p:sp>
          <p:nvSpPr>
            <p:cNvPr id="18" name="Pentagon 12">
              <a:extLst>
                <a:ext uri="{FF2B5EF4-FFF2-40B4-BE49-F238E27FC236}">
                  <a16:creationId xmlns:a16="http://schemas.microsoft.com/office/drawing/2014/main" id="{36D426A9-3A01-4B18-B568-BD6324E6B5FE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Pentagon 13">
              <a:extLst>
                <a:ext uri="{FF2B5EF4-FFF2-40B4-BE49-F238E27FC236}">
                  <a16:creationId xmlns:a16="http://schemas.microsoft.com/office/drawing/2014/main" id="{FCDA450A-E6C9-47F6-AF50-2E0C22116C61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0" name="Oval 15">
            <a:extLst>
              <a:ext uri="{FF2B5EF4-FFF2-40B4-BE49-F238E27FC236}">
                <a16:creationId xmlns:a16="http://schemas.microsoft.com/office/drawing/2014/main" id="{AC26B07D-4395-4ADE-A3FB-AE087270AA6E}"/>
              </a:ext>
            </a:extLst>
          </p:cNvPr>
          <p:cNvSpPr/>
          <p:nvPr/>
        </p:nvSpPr>
        <p:spPr>
          <a:xfrm>
            <a:off x="6891428" y="3690206"/>
            <a:ext cx="192170" cy="338873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7C20D844-41FE-41F3-9E72-2A27BB886B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48217647"/>
                  </p:ext>
                </p:extLst>
              </p:nvPr>
            </p:nvGraphicFramePr>
            <p:xfrm>
              <a:off x="6496374" y="2287358"/>
              <a:ext cx="1948581" cy="1714500"/>
            </p:xfrm>
            <a:graphic>
              <a:graphicData uri="http://schemas.microsoft.com/office/powerpoint/2016/slidezoom">
                <pslz:sldZm>
                  <pslz:sldZmObj sldId="369" cId="1157123313">
                    <pslz:zmPr id="{C2BE50F5-B483-4C5F-8C52-9E7A72AA5490}" returnToParent="0" imageType="cover" transitionDur="1000">
                      <p166:blipFill xmlns:p166="http://schemas.microsoft.com/office/powerpoint/2016/6/main"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48581" cy="17145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1" name="Slide Zoom 20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7C20D844-41FE-41F3-9E72-2A27BB886B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96374" y="2287358"/>
                <a:ext cx="1948581" cy="1714500"/>
              </a:xfrm>
              <a:prstGeom prst="rect">
                <a:avLst/>
              </a:prstGeom>
              <a:ln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9932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Both the hands of clock coincide once in every hour. </a:t>
            </a:r>
          </a:p>
          <a:p>
            <a:pPr algn="just"/>
            <a:endParaRPr lang="en-US" sz="2800" dirty="0"/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7FA74ABD-D8A2-4ECD-84F7-6AB5BF7E6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40701" y="2648183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14" name="Group 18">
            <a:extLst>
              <a:ext uri="{FF2B5EF4-FFF2-40B4-BE49-F238E27FC236}">
                <a16:creationId xmlns:a16="http://schemas.microsoft.com/office/drawing/2014/main" id="{57BFE85E-4CCC-4EC9-A37C-B4CD9C2717CD}"/>
              </a:ext>
            </a:extLst>
          </p:cNvPr>
          <p:cNvGrpSpPr/>
          <p:nvPr/>
        </p:nvGrpSpPr>
        <p:grpSpPr>
          <a:xfrm rot="16200000">
            <a:off x="3686996" y="4543068"/>
            <a:ext cx="1914074" cy="59395"/>
            <a:chOff x="5416681" y="3605337"/>
            <a:chExt cx="2262090" cy="93592"/>
          </a:xfrm>
        </p:grpSpPr>
        <p:sp>
          <p:nvSpPr>
            <p:cNvPr id="15" name="Pentagon 16">
              <a:extLst>
                <a:ext uri="{FF2B5EF4-FFF2-40B4-BE49-F238E27FC236}">
                  <a16:creationId xmlns:a16="http://schemas.microsoft.com/office/drawing/2014/main" id="{B2CA1349-F2E0-444C-A81F-C8E9ACDCF003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Pentagon 10">
              <a:extLst>
                <a:ext uri="{FF2B5EF4-FFF2-40B4-BE49-F238E27FC236}">
                  <a16:creationId xmlns:a16="http://schemas.microsoft.com/office/drawing/2014/main" id="{16159338-9D15-4943-93D7-FBF55A1E1746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7" name="Group 19">
            <a:extLst>
              <a:ext uri="{FF2B5EF4-FFF2-40B4-BE49-F238E27FC236}">
                <a16:creationId xmlns:a16="http://schemas.microsoft.com/office/drawing/2014/main" id="{6EBE8497-D227-4232-AEE5-E633FC3FFC8F}"/>
              </a:ext>
            </a:extLst>
          </p:cNvPr>
          <p:cNvGrpSpPr/>
          <p:nvPr/>
        </p:nvGrpSpPr>
        <p:grpSpPr>
          <a:xfrm rot="16200000">
            <a:off x="3327524" y="4563177"/>
            <a:ext cx="2617835" cy="96715"/>
            <a:chOff x="5148122" y="3648855"/>
            <a:chExt cx="3241126" cy="76199"/>
          </a:xfrm>
        </p:grpSpPr>
        <p:sp>
          <p:nvSpPr>
            <p:cNvPr id="18" name="Pentagon 12">
              <a:extLst>
                <a:ext uri="{FF2B5EF4-FFF2-40B4-BE49-F238E27FC236}">
                  <a16:creationId xmlns:a16="http://schemas.microsoft.com/office/drawing/2014/main" id="{4F756FD0-3BD8-436C-B571-5A949B5CD35A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9" name="Pentagon 13">
              <a:extLst>
                <a:ext uri="{FF2B5EF4-FFF2-40B4-BE49-F238E27FC236}">
                  <a16:creationId xmlns:a16="http://schemas.microsoft.com/office/drawing/2014/main" id="{E69BF4EC-AE7D-4355-BC03-0AC27E249E6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0" name="Oval 15">
            <a:extLst>
              <a:ext uri="{FF2B5EF4-FFF2-40B4-BE49-F238E27FC236}">
                <a16:creationId xmlns:a16="http://schemas.microsoft.com/office/drawing/2014/main" id="{BF55449D-3D12-4E14-8B65-FF1DA306BC6C}"/>
              </a:ext>
            </a:extLst>
          </p:cNvPr>
          <p:cNvSpPr/>
          <p:nvPr/>
        </p:nvSpPr>
        <p:spPr>
          <a:xfrm>
            <a:off x="4580345" y="4466157"/>
            <a:ext cx="174087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68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Concepts of Clock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315278"/>
            <a:ext cx="8582025" cy="5400675"/>
          </a:xfrm>
        </p:spPr>
        <p:txBody>
          <a:bodyPr/>
          <a:lstStyle/>
          <a:p>
            <a:r>
              <a:rPr lang="en-US" dirty="0"/>
              <a:t>The hands of the clock are coincident.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Angle  - 0° </a:t>
            </a:r>
          </a:p>
          <a:p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473" y="2503040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20" name="Group 18">
            <a:extLst>
              <a:ext uri="{FF2B5EF4-FFF2-40B4-BE49-F238E27FC236}">
                <a16:creationId xmlns:a16="http://schemas.microsoft.com/office/drawing/2014/main" id="{6A2D2005-469A-4193-84FE-2E08B6E06EA2}"/>
              </a:ext>
            </a:extLst>
          </p:cNvPr>
          <p:cNvGrpSpPr/>
          <p:nvPr/>
        </p:nvGrpSpPr>
        <p:grpSpPr>
          <a:xfrm rot="16200000">
            <a:off x="5963467" y="4420246"/>
            <a:ext cx="1914074" cy="59395"/>
            <a:chOff x="5416681" y="3605337"/>
            <a:chExt cx="2262090" cy="93592"/>
          </a:xfrm>
        </p:grpSpPr>
        <p:sp>
          <p:nvSpPr>
            <p:cNvPr id="21" name="Pentagon 16">
              <a:extLst>
                <a:ext uri="{FF2B5EF4-FFF2-40B4-BE49-F238E27FC236}">
                  <a16:creationId xmlns:a16="http://schemas.microsoft.com/office/drawing/2014/main" id="{FEAD0AB2-9BE9-4DC6-8224-D961623D3154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Pentagon 10">
              <a:extLst>
                <a:ext uri="{FF2B5EF4-FFF2-40B4-BE49-F238E27FC236}">
                  <a16:creationId xmlns:a16="http://schemas.microsoft.com/office/drawing/2014/main" id="{7E314967-997E-4561-8619-27A5AA206058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19">
            <a:extLst>
              <a:ext uri="{FF2B5EF4-FFF2-40B4-BE49-F238E27FC236}">
                <a16:creationId xmlns:a16="http://schemas.microsoft.com/office/drawing/2014/main" id="{022DDE3B-0058-47B5-9F6C-EBBDA4AC3AD7}"/>
              </a:ext>
            </a:extLst>
          </p:cNvPr>
          <p:cNvGrpSpPr/>
          <p:nvPr/>
        </p:nvGrpSpPr>
        <p:grpSpPr>
          <a:xfrm rot="16200000">
            <a:off x="5615418" y="4418034"/>
            <a:ext cx="2617835" cy="96715"/>
            <a:chOff x="5148122" y="3648855"/>
            <a:chExt cx="3241126" cy="76199"/>
          </a:xfrm>
        </p:grpSpPr>
        <p:sp>
          <p:nvSpPr>
            <p:cNvPr id="24" name="Pentagon 12">
              <a:extLst>
                <a:ext uri="{FF2B5EF4-FFF2-40B4-BE49-F238E27FC236}">
                  <a16:creationId xmlns:a16="http://schemas.microsoft.com/office/drawing/2014/main" id="{74A70564-E777-4FDE-BB64-AECDC410CEFE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Pentagon 13">
              <a:extLst>
                <a:ext uri="{FF2B5EF4-FFF2-40B4-BE49-F238E27FC236}">
                  <a16:creationId xmlns:a16="http://schemas.microsoft.com/office/drawing/2014/main" id="{364E2DD1-E58F-4FBD-9379-EAD605FD99B4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15">
            <a:extLst>
              <a:ext uri="{FF2B5EF4-FFF2-40B4-BE49-F238E27FC236}">
                <a16:creationId xmlns:a16="http://schemas.microsoft.com/office/drawing/2014/main" id="{41528354-7BE5-4793-A0F3-DF7FF374017A}"/>
              </a:ext>
            </a:extLst>
          </p:cNvPr>
          <p:cNvSpPr/>
          <p:nvPr/>
        </p:nvSpPr>
        <p:spPr>
          <a:xfrm>
            <a:off x="6878178" y="4321014"/>
            <a:ext cx="174087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540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Concepts of Clock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315278"/>
            <a:ext cx="8582025" cy="5400675"/>
          </a:xfrm>
        </p:spPr>
        <p:txBody>
          <a:bodyPr/>
          <a:lstStyle/>
          <a:p>
            <a:pPr algn="just"/>
            <a:r>
              <a:rPr lang="en-US" sz="2400" dirty="0"/>
              <a:t>Both the hands of clock coincident or opposite to each other - Same straight line. </a:t>
            </a:r>
          </a:p>
          <a:p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473" y="2503040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20" name="Group 18">
            <a:extLst>
              <a:ext uri="{FF2B5EF4-FFF2-40B4-BE49-F238E27FC236}">
                <a16:creationId xmlns:a16="http://schemas.microsoft.com/office/drawing/2014/main" id="{6A2D2005-469A-4193-84FE-2E08B6E06EA2}"/>
              </a:ext>
            </a:extLst>
          </p:cNvPr>
          <p:cNvGrpSpPr/>
          <p:nvPr/>
        </p:nvGrpSpPr>
        <p:grpSpPr>
          <a:xfrm rot="16200000">
            <a:off x="5994768" y="4397925"/>
            <a:ext cx="1914074" cy="59395"/>
            <a:chOff x="5416681" y="3605337"/>
            <a:chExt cx="2262090" cy="93592"/>
          </a:xfrm>
        </p:grpSpPr>
        <p:sp>
          <p:nvSpPr>
            <p:cNvPr id="21" name="Pentagon 16">
              <a:extLst>
                <a:ext uri="{FF2B5EF4-FFF2-40B4-BE49-F238E27FC236}">
                  <a16:creationId xmlns:a16="http://schemas.microsoft.com/office/drawing/2014/main" id="{FEAD0AB2-9BE9-4DC6-8224-D961623D3154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Pentagon 10">
              <a:extLst>
                <a:ext uri="{FF2B5EF4-FFF2-40B4-BE49-F238E27FC236}">
                  <a16:creationId xmlns:a16="http://schemas.microsoft.com/office/drawing/2014/main" id="{7E314967-997E-4561-8619-27A5AA206058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19">
            <a:extLst>
              <a:ext uri="{FF2B5EF4-FFF2-40B4-BE49-F238E27FC236}">
                <a16:creationId xmlns:a16="http://schemas.microsoft.com/office/drawing/2014/main" id="{022DDE3B-0058-47B5-9F6C-EBBDA4AC3AD7}"/>
              </a:ext>
            </a:extLst>
          </p:cNvPr>
          <p:cNvGrpSpPr/>
          <p:nvPr/>
        </p:nvGrpSpPr>
        <p:grpSpPr>
          <a:xfrm rot="16200000">
            <a:off x="5635296" y="4418034"/>
            <a:ext cx="2617835" cy="96715"/>
            <a:chOff x="5148122" y="3648855"/>
            <a:chExt cx="3241126" cy="76199"/>
          </a:xfrm>
        </p:grpSpPr>
        <p:sp>
          <p:nvSpPr>
            <p:cNvPr id="24" name="Pentagon 12">
              <a:extLst>
                <a:ext uri="{FF2B5EF4-FFF2-40B4-BE49-F238E27FC236}">
                  <a16:creationId xmlns:a16="http://schemas.microsoft.com/office/drawing/2014/main" id="{74A70564-E777-4FDE-BB64-AECDC410CEFE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Pentagon 13">
              <a:extLst>
                <a:ext uri="{FF2B5EF4-FFF2-40B4-BE49-F238E27FC236}">
                  <a16:creationId xmlns:a16="http://schemas.microsoft.com/office/drawing/2014/main" id="{364E2DD1-E58F-4FBD-9379-EAD605FD99B4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15">
            <a:extLst>
              <a:ext uri="{FF2B5EF4-FFF2-40B4-BE49-F238E27FC236}">
                <a16:creationId xmlns:a16="http://schemas.microsoft.com/office/drawing/2014/main" id="{41528354-7BE5-4793-A0F3-DF7FF374017A}"/>
              </a:ext>
            </a:extLst>
          </p:cNvPr>
          <p:cNvSpPr/>
          <p:nvPr/>
        </p:nvSpPr>
        <p:spPr>
          <a:xfrm>
            <a:off x="6888117" y="4321014"/>
            <a:ext cx="174087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575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Concepts of Clock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315278"/>
            <a:ext cx="8582025" cy="5400675"/>
          </a:xfrm>
        </p:spPr>
        <p:txBody>
          <a:bodyPr/>
          <a:lstStyle/>
          <a:p>
            <a:pPr algn="just"/>
            <a:r>
              <a:rPr lang="en-US" dirty="0"/>
              <a:t>The hands of the clock point in opposite directions.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Angle – 180°</a:t>
            </a:r>
          </a:p>
          <a:p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473" y="2503040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20" name="Group 18">
            <a:extLst>
              <a:ext uri="{FF2B5EF4-FFF2-40B4-BE49-F238E27FC236}">
                <a16:creationId xmlns:a16="http://schemas.microsoft.com/office/drawing/2014/main" id="{6A2D2005-469A-4193-84FE-2E08B6E06EA2}"/>
              </a:ext>
            </a:extLst>
          </p:cNvPr>
          <p:cNvGrpSpPr/>
          <p:nvPr/>
        </p:nvGrpSpPr>
        <p:grpSpPr>
          <a:xfrm rot="16200000">
            <a:off x="5984829" y="4397925"/>
            <a:ext cx="1914074" cy="59395"/>
            <a:chOff x="5416681" y="3605337"/>
            <a:chExt cx="2262090" cy="93592"/>
          </a:xfrm>
        </p:grpSpPr>
        <p:sp>
          <p:nvSpPr>
            <p:cNvPr id="21" name="Pentagon 16">
              <a:extLst>
                <a:ext uri="{FF2B5EF4-FFF2-40B4-BE49-F238E27FC236}">
                  <a16:creationId xmlns:a16="http://schemas.microsoft.com/office/drawing/2014/main" id="{FEAD0AB2-9BE9-4DC6-8224-D961623D3154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Pentagon 10">
              <a:extLst>
                <a:ext uri="{FF2B5EF4-FFF2-40B4-BE49-F238E27FC236}">
                  <a16:creationId xmlns:a16="http://schemas.microsoft.com/office/drawing/2014/main" id="{7E314967-997E-4561-8619-27A5AA206058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19">
            <a:extLst>
              <a:ext uri="{FF2B5EF4-FFF2-40B4-BE49-F238E27FC236}">
                <a16:creationId xmlns:a16="http://schemas.microsoft.com/office/drawing/2014/main" id="{022DDE3B-0058-47B5-9F6C-EBBDA4AC3AD7}"/>
              </a:ext>
            </a:extLst>
          </p:cNvPr>
          <p:cNvGrpSpPr/>
          <p:nvPr/>
        </p:nvGrpSpPr>
        <p:grpSpPr>
          <a:xfrm rot="16200000">
            <a:off x="5625356" y="4418034"/>
            <a:ext cx="2617835" cy="96715"/>
            <a:chOff x="5148122" y="3648855"/>
            <a:chExt cx="3241126" cy="76199"/>
          </a:xfrm>
        </p:grpSpPr>
        <p:sp>
          <p:nvSpPr>
            <p:cNvPr id="24" name="Pentagon 12">
              <a:extLst>
                <a:ext uri="{FF2B5EF4-FFF2-40B4-BE49-F238E27FC236}">
                  <a16:creationId xmlns:a16="http://schemas.microsoft.com/office/drawing/2014/main" id="{74A70564-E777-4FDE-BB64-AECDC410CEFE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Pentagon 13">
              <a:extLst>
                <a:ext uri="{FF2B5EF4-FFF2-40B4-BE49-F238E27FC236}">
                  <a16:creationId xmlns:a16="http://schemas.microsoft.com/office/drawing/2014/main" id="{364E2DD1-E58F-4FBD-9379-EAD605FD99B4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15">
            <a:extLst>
              <a:ext uri="{FF2B5EF4-FFF2-40B4-BE49-F238E27FC236}">
                <a16:creationId xmlns:a16="http://schemas.microsoft.com/office/drawing/2014/main" id="{41528354-7BE5-4793-A0F3-DF7FF374017A}"/>
              </a:ext>
            </a:extLst>
          </p:cNvPr>
          <p:cNvSpPr/>
          <p:nvPr/>
        </p:nvSpPr>
        <p:spPr>
          <a:xfrm>
            <a:off x="6878178" y="4321014"/>
            <a:ext cx="174087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371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The two hands of clock are 15 minute spaces apart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Right Angle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6B191-A0CA-432B-BE9E-04A9D587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980" y="2838450"/>
            <a:ext cx="3924300" cy="3857625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grpSp>
        <p:nvGrpSpPr>
          <p:cNvPr id="5" name="Group 18">
            <a:extLst>
              <a:ext uri="{FF2B5EF4-FFF2-40B4-BE49-F238E27FC236}">
                <a16:creationId xmlns:a16="http://schemas.microsoft.com/office/drawing/2014/main" id="{68AB51CC-58A1-4193-8C7D-18DE1D1D643D}"/>
              </a:ext>
            </a:extLst>
          </p:cNvPr>
          <p:cNvGrpSpPr/>
          <p:nvPr/>
        </p:nvGrpSpPr>
        <p:grpSpPr>
          <a:xfrm rot="18011901">
            <a:off x="3223621" y="4679392"/>
            <a:ext cx="1914074" cy="59395"/>
            <a:chOff x="5416681" y="3605337"/>
            <a:chExt cx="2262090" cy="93592"/>
          </a:xfrm>
        </p:grpSpPr>
        <p:sp>
          <p:nvSpPr>
            <p:cNvPr id="6" name="Pentagon 16">
              <a:extLst>
                <a:ext uri="{FF2B5EF4-FFF2-40B4-BE49-F238E27FC236}">
                  <a16:creationId xmlns:a16="http://schemas.microsoft.com/office/drawing/2014/main" id="{EB0A5062-EA1E-42FF-9BEC-874D8338335C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Pentagon 10">
              <a:extLst>
                <a:ext uri="{FF2B5EF4-FFF2-40B4-BE49-F238E27FC236}">
                  <a16:creationId xmlns:a16="http://schemas.microsoft.com/office/drawing/2014/main" id="{EC494144-6F4F-4A72-A197-9562584B04F6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B3D22874-57E3-42A2-B545-46246E6AF742}"/>
              </a:ext>
            </a:extLst>
          </p:cNvPr>
          <p:cNvGrpSpPr/>
          <p:nvPr/>
        </p:nvGrpSpPr>
        <p:grpSpPr>
          <a:xfrm rot="16200000">
            <a:off x="2834330" y="4699499"/>
            <a:ext cx="2617835" cy="96715"/>
            <a:chOff x="5148122" y="3648855"/>
            <a:chExt cx="3241126" cy="76199"/>
          </a:xfrm>
        </p:grpSpPr>
        <p:sp>
          <p:nvSpPr>
            <p:cNvPr id="9" name="Pentagon 12">
              <a:extLst>
                <a:ext uri="{FF2B5EF4-FFF2-40B4-BE49-F238E27FC236}">
                  <a16:creationId xmlns:a16="http://schemas.microsoft.com/office/drawing/2014/main" id="{BD52DAE9-0812-41D0-AF29-C4D5D452B6AD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Pentagon 13">
              <a:extLst>
                <a:ext uri="{FF2B5EF4-FFF2-40B4-BE49-F238E27FC236}">
                  <a16:creationId xmlns:a16="http://schemas.microsoft.com/office/drawing/2014/main" id="{EEA2D374-DCEA-4710-9B8F-F20303A92B4E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60932BFD-1AEE-49DF-8621-75F9907F38D3}"/>
              </a:ext>
            </a:extLst>
          </p:cNvPr>
          <p:cNvSpPr/>
          <p:nvPr/>
        </p:nvSpPr>
        <p:spPr>
          <a:xfrm>
            <a:off x="4097092" y="4612418"/>
            <a:ext cx="174087" cy="232117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72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8600" lvl="1" algn="just">
              <a:lnSpc>
                <a:spcPct val="150000"/>
              </a:lnSpc>
              <a:spcBef>
                <a:spcPts val="1000"/>
              </a:spcBef>
            </a:pPr>
            <a:r>
              <a:rPr lang="en-US" sz="2800" dirty="0"/>
              <a:t>The hands of a clock are twice at right angles </a:t>
            </a:r>
          </a:p>
          <a:p>
            <a:pPr marL="228600" lvl="1" algn="just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sz="2800" dirty="0"/>
              <a:t>	- 15 minute spaces apart</a:t>
            </a:r>
          </a:p>
          <a:p>
            <a:pPr algn="just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6B191-A0CA-432B-BE9E-04A9D587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980" y="2838450"/>
            <a:ext cx="3924300" cy="3857625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grpSp>
        <p:nvGrpSpPr>
          <p:cNvPr id="5" name="Group 18">
            <a:extLst>
              <a:ext uri="{FF2B5EF4-FFF2-40B4-BE49-F238E27FC236}">
                <a16:creationId xmlns:a16="http://schemas.microsoft.com/office/drawing/2014/main" id="{68AB51CC-58A1-4193-8C7D-18DE1D1D643D}"/>
              </a:ext>
            </a:extLst>
          </p:cNvPr>
          <p:cNvGrpSpPr/>
          <p:nvPr/>
        </p:nvGrpSpPr>
        <p:grpSpPr>
          <a:xfrm rot="18011901">
            <a:off x="3223621" y="4679392"/>
            <a:ext cx="1914074" cy="59395"/>
            <a:chOff x="5416681" y="3605337"/>
            <a:chExt cx="2262090" cy="93592"/>
          </a:xfrm>
        </p:grpSpPr>
        <p:sp>
          <p:nvSpPr>
            <p:cNvPr id="6" name="Pentagon 16">
              <a:extLst>
                <a:ext uri="{FF2B5EF4-FFF2-40B4-BE49-F238E27FC236}">
                  <a16:creationId xmlns:a16="http://schemas.microsoft.com/office/drawing/2014/main" id="{EB0A5062-EA1E-42FF-9BEC-874D8338335C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Pentagon 10">
              <a:extLst>
                <a:ext uri="{FF2B5EF4-FFF2-40B4-BE49-F238E27FC236}">
                  <a16:creationId xmlns:a16="http://schemas.microsoft.com/office/drawing/2014/main" id="{EC494144-6F4F-4A72-A197-9562584B04F6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B3D22874-57E3-42A2-B545-46246E6AF742}"/>
              </a:ext>
            </a:extLst>
          </p:cNvPr>
          <p:cNvGrpSpPr/>
          <p:nvPr/>
        </p:nvGrpSpPr>
        <p:grpSpPr>
          <a:xfrm rot="16200000">
            <a:off x="2834330" y="4699499"/>
            <a:ext cx="2617835" cy="96715"/>
            <a:chOff x="5148122" y="3648855"/>
            <a:chExt cx="3241126" cy="76199"/>
          </a:xfrm>
        </p:grpSpPr>
        <p:sp>
          <p:nvSpPr>
            <p:cNvPr id="9" name="Pentagon 12">
              <a:extLst>
                <a:ext uri="{FF2B5EF4-FFF2-40B4-BE49-F238E27FC236}">
                  <a16:creationId xmlns:a16="http://schemas.microsoft.com/office/drawing/2014/main" id="{BD52DAE9-0812-41D0-AF29-C4D5D452B6AD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Pentagon 13">
              <a:extLst>
                <a:ext uri="{FF2B5EF4-FFF2-40B4-BE49-F238E27FC236}">
                  <a16:creationId xmlns:a16="http://schemas.microsoft.com/office/drawing/2014/main" id="{EEA2D374-DCEA-4710-9B8F-F20303A92B4E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60932BFD-1AEE-49DF-8621-75F9907F38D3}"/>
              </a:ext>
            </a:extLst>
          </p:cNvPr>
          <p:cNvSpPr/>
          <p:nvPr/>
        </p:nvSpPr>
        <p:spPr>
          <a:xfrm>
            <a:off x="4097092" y="4612418"/>
            <a:ext cx="174087" cy="232117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311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The two hands of clock are 30 minute spaces apart </a:t>
            </a:r>
          </a:p>
          <a:p>
            <a:pPr algn="just">
              <a:buNone/>
            </a:pPr>
            <a:r>
              <a:rPr lang="en-US" sz="2800" dirty="0"/>
              <a:t>	- Opposite Directions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6B191-A0CA-432B-BE9E-04A9D587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980" y="2838450"/>
            <a:ext cx="3924300" cy="3857625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grpSp>
        <p:nvGrpSpPr>
          <p:cNvPr id="5" name="Group 18">
            <a:extLst>
              <a:ext uri="{FF2B5EF4-FFF2-40B4-BE49-F238E27FC236}">
                <a16:creationId xmlns:a16="http://schemas.microsoft.com/office/drawing/2014/main" id="{68AB51CC-58A1-4193-8C7D-18DE1D1D643D}"/>
              </a:ext>
            </a:extLst>
          </p:cNvPr>
          <p:cNvGrpSpPr/>
          <p:nvPr/>
        </p:nvGrpSpPr>
        <p:grpSpPr>
          <a:xfrm rot="18011901">
            <a:off x="3223621" y="4679392"/>
            <a:ext cx="1914074" cy="59395"/>
            <a:chOff x="5416681" y="3605337"/>
            <a:chExt cx="2262090" cy="93592"/>
          </a:xfrm>
        </p:grpSpPr>
        <p:sp>
          <p:nvSpPr>
            <p:cNvPr id="6" name="Pentagon 16">
              <a:extLst>
                <a:ext uri="{FF2B5EF4-FFF2-40B4-BE49-F238E27FC236}">
                  <a16:creationId xmlns:a16="http://schemas.microsoft.com/office/drawing/2014/main" id="{EB0A5062-EA1E-42FF-9BEC-874D8338335C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Pentagon 10">
              <a:extLst>
                <a:ext uri="{FF2B5EF4-FFF2-40B4-BE49-F238E27FC236}">
                  <a16:creationId xmlns:a16="http://schemas.microsoft.com/office/drawing/2014/main" id="{EC494144-6F4F-4A72-A197-9562584B04F6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B3D22874-57E3-42A2-B545-46246E6AF742}"/>
              </a:ext>
            </a:extLst>
          </p:cNvPr>
          <p:cNvGrpSpPr/>
          <p:nvPr/>
        </p:nvGrpSpPr>
        <p:grpSpPr>
          <a:xfrm rot="16200000">
            <a:off x="2834330" y="4699499"/>
            <a:ext cx="2617835" cy="96715"/>
            <a:chOff x="5148122" y="3648855"/>
            <a:chExt cx="3241126" cy="76199"/>
          </a:xfrm>
        </p:grpSpPr>
        <p:sp>
          <p:nvSpPr>
            <p:cNvPr id="9" name="Pentagon 12">
              <a:extLst>
                <a:ext uri="{FF2B5EF4-FFF2-40B4-BE49-F238E27FC236}">
                  <a16:creationId xmlns:a16="http://schemas.microsoft.com/office/drawing/2014/main" id="{BD52DAE9-0812-41D0-AF29-C4D5D452B6AD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Pentagon 13">
              <a:extLst>
                <a:ext uri="{FF2B5EF4-FFF2-40B4-BE49-F238E27FC236}">
                  <a16:creationId xmlns:a16="http://schemas.microsoft.com/office/drawing/2014/main" id="{EEA2D374-DCEA-4710-9B8F-F20303A92B4E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60932BFD-1AEE-49DF-8621-75F9907F38D3}"/>
              </a:ext>
            </a:extLst>
          </p:cNvPr>
          <p:cNvSpPr/>
          <p:nvPr/>
        </p:nvSpPr>
        <p:spPr>
          <a:xfrm>
            <a:off x="4097092" y="4612418"/>
            <a:ext cx="174087" cy="232117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89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Too Fast</a:t>
            </a:r>
          </a:p>
          <a:p>
            <a:pPr lvl="1" algn="just">
              <a:lnSpc>
                <a:spcPct val="100000"/>
              </a:lnSpc>
            </a:pPr>
            <a:r>
              <a:rPr lang="en-US" sz="2600" dirty="0"/>
              <a:t>Clock indicates 12:15 &amp; Correct time – 12</a:t>
            </a:r>
          </a:p>
          <a:p>
            <a:pPr lvl="1" algn="just">
              <a:lnSpc>
                <a:spcPct val="100000"/>
              </a:lnSpc>
            </a:pPr>
            <a:r>
              <a:rPr lang="en-US" sz="2600" dirty="0"/>
              <a:t>Clock - 15 minutes too fast </a:t>
            </a:r>
          </a:p>
          <a:p>
            <a:pPr algn="just">
              <a:buNone/>
            </a:pPr>
            <a:r>
              <a:rPr lang="en-US" sz="28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6B191-A0CA-432B-BE9E-04A9D587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589" y="2878203"/>
            <a:ext cx="3924300" cy="3857625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5" name="Group 18">
            <a:extLst>
              <a:ext uri="{FF2B5EF4-FFF2-40B4-BE49-F238E27FC236}">
                <a16:creationId xmlns:a16="http://schemas.microsoft.com/office/drawing/2014/main" id="{68AB51CC-58A1-4193-8C7D-18DE1D1D643D}"/>
              </a:ext>
            </a:extLst>
          </p:cNvPr>
          <p:cNvGrpSpPr/>
          <p:nvPr/>
        </p:nvGrpSpPr>
        <p:grpSpPr>
          <a:xfrm rot="14419143">
            <a:off x="5723230" y="4719145"/>
            <a:ext cx="1914074" cy="59395"/>
            <a:chOff x="5416681" y="3605337"/>
            <a:chExt cx="2262090" cy="93592"/>
          </a:xfrm>
        </p:grpSpPr>
        <p:sp>
          <p:nvSpPr>
            <p:cNvPr id="6" name="Pentagon 16">
              <a:extLst>
                <a:ext uri="{FF2B5EF4-FFF2-40B4-BE49-F238E27FC236}">
                  <a16:creationId xmlns:a16="http://schemas.microsoft.com/office/drawing/2014/main" id="{EB0A5062-EA1E-42FF-9BEC-874D8338335C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Pentagon 10">
              <a:extLst>
                <a:ext uri="{FF2B5EF4-FFF2-40B4-BE49-F238E27FC236}">
                  <a16:creationId xmlns:a16="http://schemas.microsoft.com/office/drawing/2014/main" id="{EC494144-6F4F-4A72-A197-9562584B04F6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B3D22874-57E3-42A2-B545-46246E6AF742}"/>
              </a:ext>
            </a:extLst>
          </p:cNvPr>
          <p:cNvGrpSpPr/>
          <p:nvPr/>
        </p:nvGrpSpPr>
        <p:grpSpPr>
          <a:xfrm rot="16200000">
            <a:off x="5373695" y="4739252"/>
            <a:ext cx="2617835" cy="96715"/>
            <a:chOff x="5148122" y="3648855"/>
            <a:chExt cx="3241126" cy="76199"/>
          </a:xfrm>
        </p:grpSpPr>
        <p:sp>
          <p:nvSpPr>
            <p:cNvPr id="9" name="Pentagon 12">
              <a:extLst>
                <a:ext uri="{FF2B5EF4-FFF2-40B4-BE49-F238E27FC236}">
                  <a16:creationId xmlns:a16="http://schemas.microsoft.com/office/drawing/2014/main" id="{BD52DAE9-0812-41D0-AF29-C4D5D452B6AD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Pentagon 13">
              <a:extLst>
                <a:ext uri="{FF2B5EF4-FFF2-40B4-BE49-F238E27FC236}">
                  <a16:creationId xmlns:a16="http://schemas.microsoft.com/office/drawing/2014/main" id="{EEA2D374-DCEA-4710-9B8F-F20303A92B4E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60932BFD-1AEE-49DF-8621-75F9907F38D3}"/>
              </a:ext>
            </a:extLst>
          </p:cNvPr>
          <p:cNvSpPr/>
          <p:nvPr/>
        </p:nvSpPr>
        <p:spPr>
          <a:xfrm>
            <a:off x="6626518" y="4652171"/>
            <a:ext cx="174087" cy="232117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2C7C54-29ED-4FE3-BF2D-822AEB15B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24" y="2912169"/>
            <a:ext cx="3924300" cy="3857625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13" name="Group 18">
            <a:extLst>
              <a:ext uri="{FF2B5EF4-FFF2-40B4-BE49-F238E27FC236}">
                <a16:creationId xmlns:a16="http://schemas.microsoft.com/office/drawing/2014/main" id="{712D9D54-3394-4AEE-86CA-641BED023484}"/>
              </a:ext>
            </a:extLst>
          </p:cNvPr>
          <p:cNvGrpSpPr/>
          <p:nvPr/>
        </p:nvGrpSpPr>
        <p:grpSpPr>
          <a:xfrm rot="14325423">
            <a:off x="1455204" y="4772989"/>
            <a:ext cx="1914074" cy="59395"/>
            <a:chOff x="5416681" y="3605337"/>
            <a:chExt cx="2262090" cy="93592"/>
          </a:xfrm>
        </p:grpSpPr>
        <p:sp>
          <p:nvSpPr>
            <p:cNvPr id="14" name="Pentagon 16">
              <a:extLst>
                <a:ext uri="{FF2B5EF4-FFF2-40B4-BE49-F238E27FC236}">
                  <a16:creationId xmlns:a16="http://schemas.microsoft.com/office/drawing/2014/main" id="{5E5AD815-644C-4203-8904-D4703494A6D7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5" name="Pentagon 10">
              <a:extLst>
                <a:ext uri="{FF2B5EF4-FFF2-40B4-BE49-F238E27FC236}">
                  <a16:creationId xmlns:a16="http://schemas.microsoft.com/office/drawing/2014/main" id="{6026CDEF-5F62-48DC-9A64-96F9E70A086D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8DEE2305-B80D-4B1C-8EE9-C01B655EB4D8}"/>
              </a:ext>
            </a:extLst>
          </p:cNvPr>
          <p:cNvGrpSpPr/>
          <p:nvPr/>
        </p:nvGrpSpPr>
        <p:grpSpPr>
          <a:xfrm rot="16200000">
            <a:off x="1095730" y="4713584"/>
            <a:ext cx="2617835" cy="96715"/>
            <a:chOff x="5148122" y="3648855"/>
            <a:chExt cx="3241126" cy="76199"/>
          </a:xfrm>
        </p:grpSpPr>
        <p:sp>
          <p:nvSpPr>
            <p:cNvPr id="17" name="Pentagon 12">
              <a:extLst>
                <a:ext uri="{FF2B5EF4-FFF2-40B4-BE49-F238E27FC236}">
                  <a16:creationId xmlns:a16="http://schemas.microsoft.com/office/drawing/2014/main" id="{E2048AD4-43D8-4E8B-B241-F56C3C9C7C83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Pentagon 13">
              <a:extLst>
                <a:ext uri="{FF2B5EF4-FFF2-40B4-BE49-F238E27FC236}">
                  <a16:creationId xmlns:a16="http://schemas.microsoft.com/office/drawing/2014/main" id="{E5F1BD30-7C89-4516-B308-0AAEFF994328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2A5C2F03-D4DD-43CB-97EA-F089F2D74D06}"/>
              </a:ext>
            </a:extLst>
          </p:cNvPr>
          <p:cNvSpPr/>
          <p:nvPr/>
        </p:nvSpPr>
        <p:spPr>
          <a:xfrm>
            <a:off x="2338614" y="4666259"/>
            <a:ext cx="174087" cy="232117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549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Too Slow </a:t>
            </a:r>
          </a:p>
          <a:p>
            <a:pPr lvl="1" algn="just">
              <a:lnSpc>
                <a:spcPct val="100000"/>
              </a:lnSpc>
            </a:pPr>
            <a:r>
              <a:rPr lang="en-US" sz="2600" dirty="0"/>
              <a:t>Clock indicates 11:45 &amp; Correct time – 12</a:t>
            </a:r>
          </a:p>
          <a:p>
            <a:pPr lvl="1" algn="just">
              <a:lnSpc>
                <a:spcPct val="100000"/>
              </a:lnSpc>
            </a:pPr>
            <a:r>
              <a:rPr lang="en-US" sz="2600" dirty="0"/>
              <a:t>Clock - 15 minutes too slow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6B191-A0CA-432B-BE9E-04A9D587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560" y="2878203"/>
            <a:ext cx="3924300" cy="3857625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5" name="Group 18">
            <a:extLst>
              <a:ext uri="{FF2B5EF4-FFF2-40B4-BE49-F238E27FC236}">
                <a16:creationId xmlns:a16="http://schemas.microsoft.com/office/drawing/2014/main" id="{68AB51CC-58A1-4193-8C7D-18DE1D1D643D}"/>
              </a:ext>
            </a:extLst>
          </p:cNvPr>
          <p:cNvGrpSpPr/>
          <p:nvPr/>
        </p:nvGrpSpPr>
        <p:grpSpPr>
          <a:xfrm rot="14419143">
            <a:off x="5694201" y="4719145"/>
            <a:ext cx="1914074" cy="59395"/>
            <a:chOff x="5416681" y="3605337"/>
            <a:chExt cx="2262090" cy="93592"/>
          </a:xfrm>
        </p:grpSpPr>
        <p:sp>
          <p:nvSpPr>
            <p:cNvPr id="6" name="Pentagon 16">
              <a:extLst>
                <a:ext uri="{FF2B5EF4-FFF2-40B4-BE49-F238E27FC236}">
                  <a16:creationId xmlns:a16="http://schemas.microsoft.com/office/drawing/2014/main" id="{EB0A5062-EA1E-42FF-9BEC-874D8338335C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Pentagon 10">
              <a:extLst>
                <a:ext uri="{FF2B5EF4-FFF2-40B4-BE49-F238E27FC236}">
                  <a16:creationId xmlns:a16="http://schemas.microsoft.com/office/drawing/2014/main" id="{EC494144-6F4F-4A72-A197-9562584B04F6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B3D22874-57E3-42A2-B545-46246E6AF742}"/>
              </a:ext>
            </a:extLst>
          </p:cNvPr>
          <p:cNvGrpSpPr/>
          <p:nvPr/>
        </p:nvGrpSpPr>
        <p:grpSpPr>
          <a:xfrm rot="16200000">
            <a:off x="5344666" y="4739252"/>
            <a:ext cx="2617835" cy="96715"/>
            <a:chOff x="5148122" y="3648855"/>
            <a:chExt cx="3241126" cy="76199"/>
          </a:xfrm>
        </p:grpSpPr>
        <p:sp>
          <p:nvSpPr>
            <p:cNvPr id="9" name="Pentagon 12">
              <a:extLst>
                <a:ext uri="{FF2B5EF4-FFF2-40B4-BE49-F238E27FC236}">
                  <a16:creationId xmlns:a16="http://schemas.microsoft.com/office/drawing/2014/main" id="{BD52DAE9-0812-41D0-AF29-C4D5D452B6AD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0" name="Pentagon 13">
              <a:extLst>
                <a:ext uri="{FF2B5EF4-FFF2-40B4-BE49-F238E27FC236}">
                  <a16:creationId xmlns:a16="http://schemas.microsoft.com/office/drawing/2014/main" id="{EEA2D374-DCEA-4710-9B8F-F20303A92B4E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60932BFD-1AEE-49DF-8621-75F9907F38D3}"/>
              </a:ext>
            </a:extLst>
          </p:cNvPr>
          <p:cNvSpPr/>
          <p:nvPr/>
        </p:nvSpPr>
        <p:spPr>
          <a:xfrm>
            <a:off x="6597489" y="4652171"/>
            <a:ext cx="174087" cy="232117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2C7C54-29ED-4FE3-BF2D-822AEB15B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95" y="2912169"/>
            <a:ext cx="3924300" cy="3857625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13" name="Group 18">
            <a:extLst>
              <a:ext uri="{FF2B5EF4-FFF2-40B4-BE49-F238E27FC236}">
                <a16:creationId xmlns:a16="http://schemas.microsoft.com/office/drawing/2014/main" id="{712D9D54-3394-4AEE-86CA-641BED023484}"/>
              </a:ext>
            </a:extLst>
          </p:cNvPr>
          <p:cNvGrpSpPr/>
          <p:nvPr/>
        </p:nvGrpSpPr>
        <p:grpSpPr>
          <a:xfrm rot="14325423">
            <a:off x="1426175" y="4772989"/>
            <a:ext cx="1914074" cy="59395"/>
            <a:chOff x="5416681" y="3605337"/>
            <a:chExt cx="2262090" cy="93592"/>
          </a:xfrm>
        </p:grpSpPr>
        <p:sp>
          <p:nvSpPr>
            <p:cNvPr id="14" name="Pentagon 16">
              <a:extLst>
                <a:ext uri="{FF2B5EF4-FFF2-40B4-BE49-F238E27FC236}">
                  <a16:creationId xmlns:a16="http://schemas.microsoft.com/office/drawing/2014/main" id="{5E5AD815-644C-4203-8904-D4703494A6D7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5" name="Pentagon 10">
              <a:extLst>
                <a:ext uri="{FF2B5EF4-FFF2-40B4-BE49-F238E27FC236}">
                  <a16:creationId xmlns:a16="http://schemas.microsoft.com/office/drawing/2014/main" id="{6026CDEF-5F62-48DC-9A64-96F9E70A086D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8DEE2305-B80D-4B1C-8EE9-C01B655EB4D8}"/>
              </a:ext>
            </a:extLst>
          </p:cNvPr>
          <p:cNvGrpSpPr/>
          <p:nvPr/>
        </p:nvGrpSpPr>
        <p:grpSpPr>
          <a:xfrm rot="16200000">
            <a:off x="1066701" y="4713584"/>
            <a:ext cx="2617835" cy="96715"/>
            <a:chOff x="5148122" y="3648855"/>
            <a:chExt cx="3241126" cy="76199"/>
          </a:xfrm>
        </p:grpSpPr>
        <p:sp>
          <p:nvSpPr>
            <p:cNvPr id="17" name="Pentagon 12">
              <a:extLst>
                <a:ext uri="{FF2B5EF4-FFF2-40B4-BE49-F238E27FC236}">
                  <a16:creationId xmlns:a16="http://schemas.microsoft.com/office/drawing/2014/main" id="{E2048AD4-43D8-4E8B-B241-F56C3C9C7C83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Pentagon 13">
              <a:extLst>
                <a:ext uri="{FF2B5EF4-FFF2-40B4-BE49-F238E27FC236}">
                  <a16:creationId xmlns:a16="http://schemas.microsoft.com/office/drawing/2014/main" id="{E5F1BD30-7C89-4516-B308-0AAEFF994328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2A5C2F03-D4DD-43CB-97EA-F089F2D74D06}"/>
              </a:ext>
            </a:extLst>
          </p:cNvPr>
          <p:cNvSpPr/>
          <p:nvPr/>
        </p:nvSpPr>
        <p:spPr>
          <a:xfrm>
            <a:off x="2309585" y="4666259"/>
            <a:ext cx="174087" cy="232117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751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800" dirty="0"/>
                  <a:t>Both the hands of a clock are together - After every </a:t>
                </a:r>
                <a14:m>
                  <m:oMath xmlns:m="http://schemas.openxmlformats.org/officeDocument/2006/math">
                    <m:r>
                      <a:rPr lang="en-US" sz="2800" dirty="0" smtClean="0">
                        <a:latin typeface="Cambria Math" panose="02040503050406030204" pitchFamily="18" charset="0"/>
                      </a:rPr>
                      <m:t>65</m:t>
                    </m:r>
                    <m:f>
                      <m:fPr>
                        <m:ctrlPr>
                          <a:rPr lang="en-US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800" i="0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en-US" sz="2800" dirty="0"/>
                  <a:t> min. </a:t>
                </a:r>
              </a:p>
              <a:p>
                <a:pPr algn="just"/>
                <a:r>
                  <a:rPr lang="en-US" sz="2800" dirty="0"/>
                  <a:t>Clock is running fast - If both the hands of a clock are meeting after an interval &lt;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65</m:t>
                    </m:r>
                    <m:f>
                      <m:f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en-US" sz="2800" dirty="0"/>
                  <a:t> min.  </a:t>
                </a:r>
              </a:p>
              <a:p>
                <a:pPr algn="just"/>
                <a:r>
                  <a:rPr lang="en-US" sz="2800" dirty="0"/>
                  <a:t>Clock is running slow - If both the hands of a clock are meeting after an interval &gt;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65</m:t>
                    </m:r>
                    <m:f>
                      <m:f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en-US" sz="2800" dirty="0"/>
                  <a:t> min.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r="-14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730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Interchange of Hands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Whenever the hands of the clock interchange positions, the sum of the angles traced by hour hand and minute hand = 360°. </a:t>
            </a:r>
          </a:p>
        </p:txBody>
      </p:sp>
    </p:spTree>
    <p:extLst>
      <p:ext uri="{BB962C8B-B14F-4D97-AF65-F5344CB8AC3E}">
        <p14:creationId xmlns:p14="http://schemas.microsoft.com/office/powerpoint/2010/main" val="3343039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800" dirty="0"/>
                  <a:t>Interchange of Hands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After x minutes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Angle traced by minute hand in x min 	= (6x)°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Angle traced by hour hand in x min 	= (0.5x)°</a:t>
                </a:r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r>
                  <a:rPr lang="en-US" dirty="0"/>
                  <a:t>	Therefore, 	0.5x + 6x 	= 360</a:t>
                </a:r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r>
                  <a:rPr lang="en-US" dirty="0"/>
                  <a:t>				6.5x 	= 360 </a:t>
                </a:r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r>
                  <a:rPr lang="en-US" dirty="0"/>
                  <a:t>				x  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6.5</m:t>
                        </m:r>
                      </m:den>
                    </m:f>
                  </m:oMath>
                </a14:m>
                <a:endParaRPr lang="en-US" dirty="0"/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196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Concepts of Clock</a:t>
            </a:r>
            <a:endParaRPr lang="en-IN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800" dirty="0"/>
                  <a:t>Interchange of Hands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dirty="0">
                            <a:latin typeface="Cambria Math" panose="02040503050406030204" pitchFamily="18" charset="0"/>
                          </a:rPr>
                          <m:t>360</m:t>
                        </m:r>
                        <m:r>
                          <a:rPr lang="en-US" sz="26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600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600" b="0" i="0" dirty="0" smtClean="0">
                            <a:latin typeface="Cambria Math" panose="02040503050406030204" pitchFamily="18" charset="0"/>
                          </a:rPr>
                          <m:t> 10</m:t>
                        </m:r>
                      </m:num>
                      <m:den>
                        <m:r>
                          <a:rPr lang="en-US" sz="2600" dirty="0">
                            <a:latin typeface="Cambria Math" panose="02040503050406030204" pitchFamily="18" charset="0"/>
                          </a:rPr>
                          <m:t>65</m:t>
                        </m:r>
                      </m:den>
                    </m:f>
                  </m:oMath>
                </a14:m>
                <a:endParaRPr lang="en-US" sz="2600" dirty="0"/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x = </a:t>
                </a:r>
                <a14:m>
                  <m:oMath xmlns:m="http://schemas.openxmlformats.org/officeDocument/2006/math">
                    <m:r>
                      <a:rPr lang="en-US" sz="2600" dirty="0">
                        <a:latin typeface="Cambria Math" panose="02040503050406030204" pitchFamily="18" charset="0"/>
                      </a:rPr>
                      <m:t>55</m:t>
                    </m:r>
                    <m:f>
                      <m:f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dirty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6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600" dirty="0"/>
                  <a:t> minutes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Therefore, after every </a:t>
                </a:r>
                <a14:m>
                  <m:oMath xmlns:m="http://schemas.openxmlformats.org/officeDocument/2006/math">
                    <m:r>
                      <a:rPr lang="en-US" sz="2600" dirty="0">
                        <a:latin typeface="Cambria Math" panose="02040503050406030204" pitchFamily="18" charset="0"/>
                      </a:rPr>
                      <m:t>55</m:t>
                    </m:r>
                    <m:f>
                      <m:f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dirty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6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600" dirty="0"/>
                  <a:t> minutes, both the hands of a clock interchange their positions.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721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8FFE-3A72-4394-AD5F-CC335238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3C8FA-71A4-4395-92DC-07072B85A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800" dirty="0"/>
              <a:t>60 equal parts - Minute Spaces </a:t>
            </a:r>
          </a:p>
          <a:p>
            <a:pPr algn="just"/>
            <a:r>
              <a:rPr lang="en-US" sz="2800" dirty="0"/>
              <a:t>Hour Hand &amp; Minute Hand/Long Hand </a:t>
            </a:r>
          </a:p>
          <a:p>
            <a:pPr algn="just"/>
            <a:r>
              <a:rPr lang="en-US" sz="2800" dirty="0"/>
              <a:t>In every hour 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Both the hands coincide once. 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Point in opposite directions once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Twice at right angles. </a:t>
            </a:r>
          </a:p>
          <a:p>
            <a:pPr marL="228600" lvl="1" algn="just">
              <a:lnSpc>
                <a:spcPct val="150000"/>
              </a:lnSpc>
              <a:spcBef>
                <a:spcPts val="1000"/>
              </a:spcBef>
            </a:pPr>
            <a:r>
              <a:rPr lang="en-US" sz="2800" dirty="0"/>
              <a:t>Whenever the hands of the clock interchange positions, the sum of the angles traced by hour hand &amp; minute hand = 360°. </a:t>
            </a:r>
          </a:p>
          <a:p>
            <a:pPr lvl="1" algn="just">
              <a:lnSpc>
                <a:spcPct val="150000"/>
              </a:lnSpc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89079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Concepts of Clock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1016</TotalTime>
  <Words>553</Words>
  <Application>Microsoft Office PowerPoint</Application>
  <PresentationFormat>On-screen Show (4:3)</PresentationFormat>
  <Paragraphs>81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Concepts of Clock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86</cp:revision>
  <dcterms:created xsi:type="dcterms:W3CDTF">2020-12-18T18:59:12Z</dcterms:created>
  <dcterms:modified xsi:type="dcterms:W3CDTF">2022-04-14T10:20:51Z</dcterms:modified>
</cp:coreProperties>
</file>