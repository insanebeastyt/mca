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856" r:id="rId3"/>
    <p:sldId id="774" r:id="rId4"/>
    <p:sldId id="845" r:id="rId5"/>
    <p:sldId id="857" r:id="rId6"/>
    <p:sldId id="860" r:id="rId7"/>
    <p:sldId id="861" r:id="rId8"/>
    <p:sldId id="862" r:id="rId9"/>
    <p:sldId id="863" r:id="rId10"/>
    <p:sldId id="864" r:id="rId11"/>
    <p:sldId id="865" r:id="rId12"/>
    <p:sldId id="866" r:id="rId13"/>
    <p:sldId id="867" r:id="rId14"/>
    <p:sldId id="767" r:id="rId15"/>
    <p:sldId id="343" r:id="rId16"/>
    <p:sldId id="34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4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xmlns="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xmlns="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xmlns="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xmlns="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xmlns="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11/5/2022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develop understanding about the basics of series of figures,</a:t>
            </a:r>
          </a:p>
          <a:p>
            <a:pPr algn="just"/>
            <a:r>
              <a:rPr lang="en-US" dirty="0"/>
              <a:t>analyze different types of series of figures,</a:t>
            </a:r>
          </a:p>
          <a:p>
            <a:pPr lvl="0" algn="just"/>
            <a:r>
              <a:rPr lang="en-US" dirty="0"/>
              <a:t>solve various problems relating to series of figures. </a:t>
            </a:r>
          </a:p>
        </p:txBody>
      </p:sp>
    </p:spTree>
    <p:extLst>
      <p:ext uri="{BB962C8B-B14F-4D97-AF65-F5344CB8AC3E}">
        <p14:creationId xmlns:p14="http://schemas.microsoft.com/office/powerpoint/2010/main" val="1045868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of Figures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Continuation - Question Figure </a:t>
            </a:r>
          </a:p>
          <a:p>
            <a:pPr algn="just"/>
            <a:r>
              <a:rPr lang="en-US" sz="2800" dirty="0"/>
              <a:t>Step by Step Change - Every Figure </a:t>
            </a:r>
          </a:p>
          <a:p>
            <a:pPr algn="just"/>
            <a:r>
              <a:rPr lang="en-US" sz="2800" dirty="0"/>
              <a:t>Step by Step Change - Sequence </a:t>
            </a:r>
          </a:p>
          <a:p>
            <a:pPr algn="just"/>
            <a:r>
              <a:rPr lang="en-US" sz="2800" dirty="0"/>
              <a:t>Series of Figures - Four/Five Problem 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fr-FR" dirty="0"/>
          </a:p>
          <a:p>
            <a:pPr algn="just">
              <a:lnSpc>
                <a:spcPct val="17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483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1           2 	        3          4          5 </a:t>
            </a:r>
          </a:p>
          <a:p>
            <a:pPr algn="just"/>
            <a:r>
              <a:rPr lang="en-US" dirty="0"/>
              <a:t>On every step one new figure is added</a:t>
            </a:r>
          </a:p>
          <a:p>
            <a:pPr algn="just"/>
            <a:r>
              <a:rPr lang="en-US" dirty="0"/>
              <a:t>Next figure of the series - (3) - one additional ear.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D7C28AA-924C-B04A-9228-100433B21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93" y="1570384"/>
            <a:ext cx="5421987" cy="933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B7495EE-7963-9D75-E1DD-50864E4C2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5696" y="3240776"/>
            <a:ext cx="5461684" cy="93386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xmlns="" id="{5AE8CB93-052B-CB1F-8D87-AE5D71860434}"/>
              </a:ext>
            </a:extLst>
          </p:cNvPr>
          <p:cNvSpPr/>
          <p:nvPr/>
        </p:nvSpPr>
        <p:spPr>
          <a:xfrm>
            <a:off x="5330778" y="3206402"/>
            <a:ext cx="891118" cy="153456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27B65477-47B9-02C0-5AE7-65C53383E949}"/>
              </a:ext>
            </a:extLst>
          </p:cNvPr>
          <p:cNvCxnSpPr>
            <a:cxnSpLocks/>
          </p:cNvCxnSpPr>
          <p:nvPr/>
        </p:nvCxnSpPr>
        <p:spPr>
          <a:xfrm>
            <a:off x="3329609" y="349857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14013B29-B85E-19B5-99D7-37C907308639}"/>
              </a:ext>
            </a:extLst>
          </p:cNvPr>
          <p:cNvCxnSpPr>
            <a:cxnSpLocks/>
          </p:cNvCxnSpPr>
          <p:nvPr/>
        </p:nvCxnSpPr>
        <p:spPr>
          <a:xfrm flipH="1">
            <a:off x="3260035" y="342900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B17A810F-F807-3D9D-27A2-764A09EF55D4}"/>
              </a:ext>
            </a:extLst>
          </p:cNvPr>
          <p:cNvCxnSpPr>
            <a:cxnSpLocks/>
          </p:cNvCxnSpPr>
          <p:nvPr/>
        </p:nvCxnSpPr>
        <p:spPr>
          <a:xfrm>
            <a:off x="4360011" y="3463890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42703E9C-FBE8-1930-5285-16D2EA19CDD0}"/>
              </a:ext>
            </a:extLst>
          </p:cNvPr>
          <p:cNvCxnSpPr>
            <a:cxnSpLocks/>
          </p:cNvCxnSpPr>
          <p:nvPr/>
        </p:nvCxnSpPr>
        <p:spPr>
          <a:xfrm flipH="1">
            <a:off x="4290437" y="3394316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422EF73F-53F8-2FB2-5721-48826FC6CFA9}"/>
              </a:ext>
            </a:extLst>
          </p:cNvPr>
          <p:cNvCxnSpPr>
            <a:cxnSpLocks/>
          </p:cNvCxnSpPr>
          <p:nvPr/>
        </p:nvCxnSpPr>
        <p:spPr>
          <a:xfrm>
            <a:off x="6520115" y="3463890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30B10B2F-2C19-1D10-271B-A9C1CE3E78FB}"/>
              </a:ext>
            </a:extLst>
          </p:cNvPr>
          <p:cNvCxnSpPr>
            <a:cxnSpLocks/>
          </p:cNvCxnSpPr>
          <p:nvPr/>
        </p:nvCxnSpPr>
        <p:spPr>
          <a:xfrm flipH="1">
            <a:off x="6450541" y="3394316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4A10B4C0-EC58-BBC7-1887-DD87117F6F91}"/>
              </a:ext>
            </a:extLst>
          </p:cNvPr>
          <p:cNvCxnSpPr>
            <a:cxnSpLocks/>
          </p:cNvCxnSpPr>
          <p:nvPr/>
        </p:nvCxnSpPr>
        <p:spPr>
          <a:xfrm>
            <a:off x="7656535" y="3463890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BD729A7A-15EA-018A-E89C-8C6F63C675B8}"/>
              </a:ext>
            </a:extLst>
          </p:cNvPr>
          <p:cNvCxnSpPr>
            <a:cxnSpLocks/>
          </p:cNvCxnSpPr>
          <p:nvPr/>
        </p:nvCxnSpPr>
        <p:spPr>
          <a:xfrm flipH="1">
            <a:off x="7586961" y="3394316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xmlns="" id="{7AAC70DA-D3A3-094D-9312-1C0C2B663A95}"/>
              </a:ext>
            </a:extLst>
          </p:cNvPr>
          <p:cNvSpPr/>
          <p:nvPr/>
        </p:nvSpPr>
        <p:spPr>
          <a:xfrm>
            <a:off x="4661315" y="2146852"/>
            <a:ext cx="891118" cy="228600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xmlns="" id="{B875B8C3-5833-DCD1-C29B-4ADBA382D957}"/>
              </a:ext>
            </a:extLst>
          </p:cNvPr>
          <p:cNvSpPr/>
          <p:nvPr/>
        </p:nvSpPr>
        <p:spPr>
          <a:xfrm>
            <a:off x="5902323" y="1630222"/>
            <a:ext cx="891118" cy="228600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xmlns="" id="{56F259F6-344D-41C8-A54B-A1C918C2AF7B}"/>
              </a:ext>
            </a:extLst>
          </p:cNvPr>
          <p:cNvSpPr/>
          <p:nvPr/>
        </p:nvSpPr>
        <p:spPr>
          <a:xfrm>
            <a:off x="7789076" y="1858822"/>
            <a:ext cx="361011" cy="194018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91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   2 	      3            4        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5CD6D2C3-24D2-6742-5A70-23DFB3C86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3197" y="1431221"/>
            <a:ext cx="5444577" cy="1294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25CFE7BE-3464-A486-039D-F5EAD01F2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197" y="3359426"/>
            <a:ext cx="5444577" cy="10294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6016B04-E727-1FFE-0F14-DCD4977DFDEA}"/>
              </a:ext>
            </a:extLst>
          </p:cNvPr>
          <p:cNvSpPr/>
          <p:nvPr/>
        </p:nvSpPr>
        <p:spPr>
          <a:xfrm>
            <a:off x="3196003" y="1537205"/>
            <a:ext cx="1207032" cy="103284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1AE2294F-D27E-707F-A669-6BCA2D95159F}"/>
              </a:ext>
            </a:extLst>
          </p:cNvPr>
          <p:cNvSpPr/>
          <p:nvPr/>
        </p:nvSpPr>
        <p:spPr>
          <a:xfrm>
            <a:off x="5867218" y="1527219"/>
            <a:ext cx="1207032" cy="103284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59EF070C-5758-F1A8-E730-B11C581895C9}"/>
              </a:ext>
            </a:extLst>
          </p:cNvPr>
          <p:cNvSpPr/>
          <p:nvPr/>
        </p:nvSpPr>
        <p:spPr>
          <a:xfrm>
            <a:off x="4520778" y="1534575"/>
            <a:ext cx="1207032" cy="10328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E1A12D68-049F-F252-2358-DD48ECC06B04}"/>
              </a:ext>
            </a:extLst>
          </p:cNvPr>
          <p:cNvSpPr/>
          <p:nvPr/>
        </p:nvSpPr>
        <p:spPr>
          <a:xfrm>
            <a:off x="7196833" y="1523537"/>
            <a:ext cx="1207032" cy="10328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3E1EEB80-EB3B-5FA5-579A-7FE4E41D42F4}"/>
              </a:ext>
            </a:extLst>
          </p:cNvPr>
          <p:cNvCxnSpPr>
            <a:cxnSpLocks/>
          </p:cNvCxnSpPr>
          <p:nvPr/>
        </p:nvCxnSpPr>
        <p:spPr>
          <a:xfrm>
            <a:off x="4860235" y="365340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xmlns="" id="{D03239F9-3DFA-CEF4-0884-4B9E0D9F17CE}"/>
              </a:ext>
            </a:extLst>
          </p:cNvPr>
          <p:cNvCxnSpPr>
            <a:cxnSpLocks/>
          </p:cNvCxnSpPr>
          <p:nvPr/>
        </p:nvCxnSpPr>
        <p:spPr>
          <a:xfrm flipH="1">
            <a:off x="4790661" y="358383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BB35051B-04FC-6C9C-E21B-695C7743E4FC}"/>
              </a:ext>
            </a:extLst>
          </p:cNvPr>
          <p:cNvCxnSpPr>
            <a:cxnSpLocks/>
          </p:cNvCxnSpPr>
          <p:nvPr/>
        </p:nvCxnSpPr>
        <p:spPr>
          <a:xfrm>
            <a:off x="6168933" y="365340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xmlns="" id="{3EDD8BE7-C0CC-CE98-BA8B-64662B913C1F}"/>
              </a:ext>
            </a:extLst>
          </p:cNvPr>
          <p:cNvCxnSpPr>
            <a:cxnSpLocks/>
          </p:cNvCxnSpPr>
          <p:nvPr/>
        </p:nvCxnSpPr>
        <p:spPr>
          <a:xfrm flipH="1">
            <a:off x="6099359" y="358383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xmlns="" id="{AE2A54E4-2A5A-D404-55C7-EBFDA83F62B8}"/>
              </a:ext>
            </a:extLst>
          </p:cNvPr>
          <p:cNvCxnSpPr>
            <a:cxnSpLocks/>
          </p:cNvCxnSpPr>
          <p:nvPr/>
        </p:nvCxnSpPr>
        <p:spPr>
          <a:xfrm>
            <a:off x="7567865" y="361448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xmlns="" id="{D49DA6DA-C4E1-E17A-2D70-2DCAC01693F0}"/>
              </a:ext>
            </a:extLst>
          </p:cNvPr>
          <p:cNvCxnSpPr>
            <a:cxnSpLocks/>
          </p:cNvCxnSpPr>
          <p:nvPr/>
        </p:nvCxnSpPr>
        <p:spPr>
          <a:xfrm flipH="1">
            <a:off x="7498291" y="354490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xmlns="" id="{690E0246-0903-9575-4012-8633B78F97C1}"/>
              </a:ext>
            </a:extLst>
          </p:cNvPr>
          <p:cNvSpPr/>
          <p:nvPr/>
        </p:nvSpPr>
        <p:spPr>
          <a:xfrm>
            <a:off x="3237002" y="3324384"/>
            <a:ext cx="12070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70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   2 	      3            4        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AB035340-9DF3-ED23-BEDA-FB352787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071" y="1878496"/>
            <a:ext cx="5477700" cy="9035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795C98BD-F82D-0281-A147-75677313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65" y="3429000"/>
            <a:ext cx="5395291" cy="93591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E6A53B0C-7137-A6DF-DAB6-AD12085DB742}"/>
              </a:ext>
            </a:extLst>
          </p:cNvPr>
          <p:cNvSpPr/>
          <p:nvPr/>
        </p:nvSpPr>
        <p:spPr>
          <a:xfrm>
            <a:off x="3102665" y="1813845"/>
            <a:ext cx="1207032" cy="103284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40985357-8C72-97A4-9B7E-C83B1E54938B}"/>
              </a:ext>
            </a:extLst>
          </p:cNvPr>
          <p:cNvSpPr/>
          <p:nvPr/>
        </p:nvSpPr>
        <p:spPr>
          <a:xfrm>
            <a:off x="4470696" y="1813845"/>
            <a:ext cx="1207032" cy="103284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xmlns="" id="{EBCE0184-A40C-6DB5-BC86-A6DF1692D210}"/>
              </a:ext>
            </a:extLst>
          </p:cNvPr>
          <p:cNvSpPr/>
          <p:nvPr/>
        </p:nvSpPr>
        <p:spPr>
          <a:xfrm>
            <a:off x="5790786" y="1813845"/>
            <a:ext cx="1207032" cy="10328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B42147A4-2C24-75F5-58C6-08D4671BF684}"/>
              </a:ext>
            </a:extLst>
          </p:cNvPr>
          <p:cNvSpPr/>
          <p:nvPr/>
        </p:nvSpPr>
        <p:spPr>
          <a:xfrm>
            <a:off x="7214378" y="1820733"/>
            <a:ext cx="1207032" cy="1032840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xmlns="" id="{BE26B67B-BBEB-8FAA-F8CF-39DD173850AC}"/>
              </a:ext>
            </a:extLst>
          </p:cNvPr>
          <p:cNvCxnSpPr>
            <a:cxnSpLocks/>
          </p:cNvCxnSpPr>
          <p:nvPr/>
        </p:nvCxnSpPr>
        <p:spPr>
          <a:xfrm>
            <a:off x="3511546" y="362661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xmlns="" id="{94AD1B19-B1C7-C63F-EB1A-AFACAD57C4C9}"/>
              </a:ext>
            </a:extLst>
          </p:cNvPr>
          <p:cNvCxnSpPr>
            <a:cxnSpLocks/>
          </p:cNvCxnSpPr>
          <p:nvPr/>
        </p:nvCxnSpPr>
        <p:spPr>
          <a:xfrm flipH="1">
            <a:off x="3441972" y="355704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xmlns="" id="{CD5AE6EA-CA42-F327-85F2-1B30D3DBA56F}"/>
              </a:ext>
            </a:extLst>
          </p:cNvPr>
          <p:cNvCxnSpPr>
            <a:cxnSpLocks/>
          </p:cNvCxnSpPr>
          <p:nvPr/>
        </p:nvCxnSpPr>
        <p:spPr>
          <a:xfrm>
            <a:off x="4778784" y="365360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xmlns="" id="{BA5DE1FE-E06B-F14E-3D7B-F67E5A7751BC}"/>
              </a:ext>
            </a:extLst>
          </p:cNvPr>
          <p:cNvCxnSpPr>
            <a:cxnSpLocks/>
          </p:cNvCxnSpPr>
          <p:nvPr/>
        </p:nvCxnSpPr>
        <p:spPr>
          <a:xfrm flipH="1">
            <a:off x="4709210" y="358402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xmlns="" id="{C478B5DB-31F2-0C30-BD70-BCCB96D04454}"/>
              </a:ext>
            </a:extLst>
          </p:cNvPr>
          <p:cNvCxnSpPr>
            <a:cxnSpLocks/>
          </p:cNvCxnSpPr>
          <p:nvPr/>
        </p:nvCxnSpPr>
        <p:spPr>
          <a:xfrm>
            <a:off x="7545639" y="369619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xmlns="" id="{AEE83230-441A-17DB-EB77-B0F0DFF4B478}"/>
              </a:ext>
            </a:extLst>
          </p:cNvPr>
          <p:cNvCxnSpPr>
            <a:cxnSpLocks/>
          </p:cNvCxnSpPr>
          <p:nvPr/>
        </p:nvCxnSpPr>
        <p:spPr>
          <a:xfrm flipH="1">
            <a:off x="7476065" y="362661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xmlns="" id="{529505C1-3632-A903-285C-739D9AE5E98F}"/>
              </a:ext>
            </a:extLst>
          </p:cNvPr>
          <p:cNvSpPr/>
          <p:nvPr/>
        </p:nvSpPr>
        <p:spPr>
          <a:xfrm>
            <a:off x="5841029" y="3401652"/>
            <a:ext cx="12070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291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   2 	      3            4 </a:t>
            </a:r>
          </a:p>
          <a:p>
            <a:pPr marL="0" indent="0" algn="just">
              <a:buNone/>
            </a:pPr>
            <a:r>
              <a:rPr lang="en-US" dirty="0"/>
              <a:t>The circle at the corner of the square moves clock wise, where as the cross inside the square moves anti clock wise.     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D20631FE-011D-D00C-E59A-88D8EE5EB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229" y="1639542"/>
            <a:ext cx="5451908" cy="9247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A0164638-C75B-B1AF-3222-EF1FEAE65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228" y="3240159"/>
            <a:ext cx="5451907" cy="96861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CED5BDE2-F01C-D7A7-E198-2D9970B9408B}"/>
              </a:ext>
            </a:extLst>
          </p:cNvPr>
          <p:cNvSpPr/>
          <p:nvPr/>
        </p:nvSpPr>
        <p:spPr>
          <a:xfrm>
            <a:off x="5080421" y="2133862"/>
            <a:ext cx="285147" cy="28951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B0B1024D-F4E9-0CDB-798D-9C5E28C8EAE3}"/>
              </a:ext>
            </a:extLst>
          </p:cNvPr>
          <p:cNvSpPr/>
          <p:nvPr/>
        </p:nvSpPr>
        <p:spPr>
          <a:xfrm>
            <a:off x="6043777" y="2123919"/>
            <a:ext cx="285147" cy="36707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1DA182C-134B-30AD-9182-AF7F6793E8B8}"/>
              </a:ext>
            </a:extLst>
          </p:cNvPr>
          <p:cNvSpPr/>
          <p:nvPr/>
        </p:nvSpPr>
        <p:spPr>
          <a:xfrm>
            <a:off x="5010848" y="1767581"/>
            <a:ext cx="285147" cy="28951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C307CA03-9458-AE34-4637-71BFDD9E0B1B}"/>
              </a:ext>
            </a:extLst>
          </p:cNvPr>
          <p:cNvSpPr/>
          <p:nvPr/>
        </p:nvSpPr>
        <p:spPr>
          <a:xfrm>
            <a:off x="6059470" y="1655952"/>
            <a:ext cx="285147" cy="36707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xmlns="" id="{524F2C26-D088-BBB8-740B-86F2067E391C}"/>
              </a:ext>
            </a:extLst>
          </p:cNvPr>
          <p:cNvCxnSpPr>
            <a:cxnSpLocks/>
          </p:cNvCxnSpPr>
          <p:nvPr/>
        </p:nvCxnSpPr>
        <p:spPr>
          <a:xfrm>
            <a:off x="3520432" y="348919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677F42B2-9CA8-C1BA-8C98-3B7436DDC4F5}"/>
              </a:ext>
            </a:extLst>
          </p:cNvPr>
          <p:cNvCxnSpPr>
            <a:cxnSpLocks/>
          </p:cNvCxnSpPr>
          <p:nvPr/>
        </p:nvCxnSpPr>
        <p:spPr>
          <a:xfrm flipH="1">
            <a:off x="3450858" y="341962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A04B6CDA-D137-DF9B-EBD1-B0CD1CDA91E0}"/>
              </a:ext>
            </a:extLst>
          </p:cNvPr>
          <p:cNvCxnSpPr>
            <a:cxnSpLocks/>
          </p:cNvCxnSpPr>
          <p:nvPr/>
        </p:nvCxnSpPr>
        <p:spPr>
          <a:xfrm>
            <a:off x="4787670" y="3516179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43882140-4AC3-38BB-F4A8-185C66B70DD1}"/>
              </a:ext>
            </a:extLst>
          </p:cNvPr>
          <p:cNvCxnSpPr>
            <a:cxnSpLocks/>
          </p:cNvCxnSpPr>
          <p:nvPr/>
        </p:nvCxnSpPr>
        <p:spPr>
          <a:xfrm flipH="1">
            <a:off x="4718096" y="3446605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ABB3EC83-2F9C-5FC1-C6FB-5445043924DC}"/>
              </a:ext>
            </a:extLst>
          </p:cNvPr>
          <p:cNvCxnSpPr>
            <a:cxnSpLocks/>
          </p:cNvCxnSpPr>
          <p:nvPr/>
        </p:nvCxnSpPr>
        <p:spPr>
          <a:xfrm>
            <a:off x="6113351" y="349913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C6479C7F-531E-B06F-62B8-8F87F33C2925}"/>
              </a:ext>
            </a:extLst>
          </p:cNvPr>
          <p:cNvCxnSpPr>
            <a:cxnSpLocks/>
          </p:cNvCxnSpPr>
          <p:nvPr/>
        </p:nvCxnSpPr>
        <p:spPr>
          <a:xfrm flipH="1">
            <a:off x="6043777" y="342956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E49AA90-2C09-60D9-06A5-FA69143ECD3F}"/>
              </a:ext>
            </a:extLst>
          </p:cNvPr>
          <p:cNvSpPr/>
          <p:nvPr/>
        </p:nvSpPr>
        <p:spPr>
          <a:xfrm>
            <a:off x="7010648" y="3240159"/>
            <a:ext cx="12070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130CDAF3-C81E-2FF9-E8B1-0E5D2407F5E8}"/>
              </a:ext>
            </a:extLst>
          </p:cNvPr>
          <p:cNvSpPr/>
          <p:nvPr/>
        </p:nvSpPr>
        <p:spPr>
          <a:xfrm>
            <a:off x="7182058" y="1655952"/>
            <a:ext cx="285147" cy="36707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xmlns="" id="{748F95A5-34E5-5490-45A4-F705C9000C8C}"/>
              </a:ext>
            </a:extLst>
          </p:cNvPr>
          <p:cNvSpPr/>
          <p:nvPr/>
        </p:nvSpPr>
        <p:spPr>
          <a:xfrm>
            <a:off x="7329017" y="2101919"/>
            <a:ext cx="285147" cy="36707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xmlns="" id="{B32024DD-35B7-6318-72E4-6B9EB595B66B}"/>
              </a:ext>
            </a:extLst>
          </p:cNvPr>
          <p:cNvSpPr/>
          <p:nvPr/>
        </p:nvSpPr>
        <p:spPr>
          <a:xfrm>
            <a:off x="3791769" y="1732964"/>
            <a:ext cx="285147" cy="28951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4F3F0179-3739-0C51-7C9F-B6F3E265253C}"/>
              </a:ext>
            </a:extLst>
          </p:cNvPr>
          <p:cNvSpPr/>
          <p:nvPr/>
        </p:nvSpPr>
        <p:spPr>
          <a:xfrm>
            <a:off x="3650230" y="2130603"/>
            <a:ext cx="285147" cy="289516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00206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8512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   2 	      3            4</a:t>
            </a:r>
          </a:p>
          <a:p>
            <a:pPr marL="0" indent="0" algn="just">
              <a:buNone/>
            </a:pPr>
            <a:r>
              <a:rPr lang="en-US" dirty="0"/>
              <a:t>Every time the curved are moves clock wise and there is addition of one more curve.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F24096E-1923-42F8-7178-A64B7B1B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456" y="1742660"/>
            <a:ext cx="5823913" cy="950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B15B11A-129D-680C-570A-F3E675A0E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3395" y="3339547"/>
            <a:ext cx="5808594" cy="9631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94911173-AA73-C6EB-CCBA-F75BC9CEC5D5}"/>
              </a:ext>
            </a:extLst>
          </p:cNvPr>
          <p:cNvSpPr/>
          <p:nvPr/>
        </p:nvSpPr>
        <p:spPr>
          <a:xfrm>
            <a:off x="4962091" y="1764288"/>
            <a:ext cx="495431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7677D15-5F02-5F1A-4637-9A9810E4C3E6}"/>
              </a:ext>
            </a:extLst>
          </p:cNvPr>
          <p:cNvSpPr/>
          <p:nvPr/>
        </p:nvSpPr>
        <p:spPr>
          <a:xfrm>
            <a:off x="7794744" y="1783617"/>
            <a:ext cx="603822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7726A0D-4625-8403-6C57-57DB21B5D2D6}"/>
              </a:ext>
            </a:extLst>
          </p:cNvPr>
          <p:cNvSpPr/>
          <p:nvPr/>
        </p:nvSpPr>
        <p:spPr>
          <a:xfrm>
            <a:off x="3443900" y="1772720"/>
            <a:ext cx="495431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2B16DC6-06E2-20FE-899D-FE142BF78CAB}"/>
              </a:ext>
            </a:extLst>
          </p:cNvPr>
          <p:cNvSpPr/>
          <p:nvPr/>
        </p:nvSpPr>
        <p:spPr>
          <a:xfrm>
            <a:off x="3276940" y="3362870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CE535B2-FF96-89E4-1664-BAAFEC6B6178}"/>
              </a:ext>
            </a:extLst>
          </p:cNvPr>
          <p:cNvCxnSpPr>
            <a:cxnSpLocks/>
          </p:cNvCxnSpPr>
          <p:nvPr/>
        </p:nvCxnSpPr>
        <p:spPr>
          <a:xfrm>
            <a:off x="5001362" y="357864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6D7E145B-F5DB-2886-225B-BB1B84D1301B}"/>
              </a:ext>
            </a:extLst>
          </p:cNvPr>
          <p:cNvCxnSpPr>
            <a:cxnSpLocks/>
          </p:cNvCxnSpPr>
          <p:nvPr/>
        </p:nvCxnSpPr>
        <p:spPr>
          <a:xfrm flipH="1">
            <a:off x="4931788" y="350907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A2A68502-9830-682D-DE1A-946A3FEDACAC}"/>
              </a:ext>
            </a:extLst>
          </p:cNvPr>
          <p:cNvCxnSpPr>
            <a:cxnSpLocks/>
          </p:cNvCxnSpPr>
          <p:nvPr/>
        </p:nvCxnSpPr>
        <p:spPr>
          <a:xfrm>
            <a:off x="6268600" y="3605630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D5C4C1E3-245E-4631-6E8F-1CA939A49DD0}"/>
              </a:ext>
            </a:extLst>
          </p:cNvPr>
          <p:cNvCxnSpPr>
            <a:cxnSpLocks/>
          </p:cNvCxnSpPr>
          <p:nvPr/>
        </p:nvCxnSpPr>
        <p:spPr>
          <a:xfrm flipH="1">
            <a:off x="6199026" y="3536056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F5A442DC-84C1-7041-A79A-6720C88459DC}"/>
              </a:ext>
            </a:extLst>
          </p:cNvPr>
          <p:cNvCxnSpPr>
            <a:cxnSpLocks/>
          </p:cNvCxnSpPr>
          <p:nvPr/>
        </p:nvCxnSpPr>
        <p:spPr>
          <a:xfrm>
            <a:off x="7594281" y="3588585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2C4E234F-0A05-FFC3-14B2-2B36B011D9CD}"/>
              </a:ext>
            </a:extLst>
          </p:cNvPr>
          <p:cNvCxnSpPr>
            <a:cxnSpLocks/>
          </p:cNvCxnSpPr>
          <p:nvPr/>
        </p:nvCxnSpPr>
        <p:spPr>
          <a:xfrm flipH="1">
            <a:off x="7524707" y="3519011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4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   2 	      3            4 </a:t>
            </a:r>
          </a:p>
          <a:p>
            <a:pPr marL="0" indent="0" algn="just">
              <a:buNone/>
            </a:pPr>
            <a:r>
              <a:rPr lang="en-US" dirty="0"/>
              <a:t>Vertical line increases by one and diagonal line cuts it every time from left corner to right corner diagonally.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23A7D5D-F274-2AC4-6089-50740DC55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26" y="1584461"/>
            <a:ext cx="5683113" cy="12581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4518CEB-AFF3-0408-1248-CF71ED3BC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626" y="3333542"/>
            <a:ext cx="5775514" cy="110924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DB69328-CF73-8D19-D4E6-DC383B30C962}"/>
              </a:ext>
            </a:extLst>
          </p:cNvPr>
          <p:cNvSpPr/>
          <p:nvPr/>
        </p:nvSpPr>
        <p:spPr>
          <a:xfrm>
            <a:off x="4740965" y="1764288"/>
            <a:ext cx="716557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3281535-49E2-9B25-BCCF-EADF19BA189C}"/>
              </a:ext>
            </a:extLst>
          </p:cNvPr>
          <p:cNvSpPr/>
          <p:nvPr/>
        </p:nvSpPr>
        <p:spPr>
          <a:xfrm>
            <a:off x="7405987" y="1753800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A79AA62-8AE6-50E3-445A-E39A609ED117}"/>
              </a:ext>
            </a:extLst>
          </p:cNvPr>
          <p:cNvSpPr/>
          <p:nvPr/>
        </p:nvSpPr>
        <p:spPr>
          <a:xfrm>
            <a:off x="3404144" y="1772720"/>
            <a:ext cx="495431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3D293D4-9051-F397-EB56-D13571133D72}"/>
              </a:ext>
            </a:extLst>
          </p:cNvPr>
          <p:cNvSpPr/>
          <p:nvPr/>
        </p:nvSpPr>
        <p:spPr>
          <a:xfrm>
            <a:off x="3336574" y="3382748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EFE5EF92-8B01-31B5-0460-4816F63616E1}"/>
              </a:ext>
            </a:extLst>
          </p:cNvPr>
          <p:cNvCxnSpPr>
            <a:cxnSpLocks/>
          </p:cNvCxnSpPr>
          <p:nvPr/>
        </p:nvCxnSpPr>
        <p:spPr>
          <a:xfrm>
            <a:off x="5060996" y="359852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EE5CD93-4850-A81A-9C26-3C73FBB829FD}"/>
              </a:ext>
            </a:extLst>
          </p:cNvPr>
          <p:cNvCxnSpPr>
            <a:cxnSpLocks/>
          </p:cNvCxnSpPr>
          <p:nvPr/>
        </p:nvCxnSpPr>
        <p:spPr>
          <a:xfrm flipH="1">
            <a:off x="4991422" y="352894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508AE956-CF0B-5981-AD76-5497C1A94582}"/>
              </a:ext>
            </a:extLst>
          </p:cNvPr>
          <p:cNvCxnSpPr>
            <a:cxnSpLocks/>
          </p:cNvCxnSpPr>
          <p:nvPr/>
        </p:nvCxnSpPr>
        <p:spPr>
          <a:xfrm>
            <a:off x="6328234" y="362550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9601C859-0343-E3A8-54A7-5CD36605E600}"/>
              </a:ext>
            </a:extLst>
          </p:cNvPr>
          <p:cNvCxnSpPr>
            <a:cxnSpLocks/>
          </p:cNvCxnSpPr>
          <p:nvPr/>
        </p:nvCxnSpPr>
        <p:spPr>
          <a:xfrm flipH="1">
            <a:off x="6258660" y="355593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681DC2FB-2E0E-063B-2E1D-7A9ECF0359C4}"/>
              </a:ext>
            </a:extLst>
          </p:cNvPr>
          <p:cNvCxnSpPr>
            <a:cxnSpLocks/>
          </p:cNvCxnSpPr>
          <p:nvPr/>
        </p:nvCxnSpPr>
        <p:spPr>
          <a:xfrm>
            <a:off x="7653915" y="360846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24755B14-B3E5-EC7B-EE5A-DC8D71FE00B4}"/>
              </a:ext>
            </a:extLst>
          </p:cNvPr>
          <p:cNvCxnSpPr>
            <a:cxnSpLocks/>
          </p:cNvCxnSpPr>
          <p:nvPr/>
        </p:nvCxnSpPr>
        <p:spPr>
          <a:xfrm flipH="1">
            <a:off x="7584341" y="353888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70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1           2          3         4          5</a:t>
            </a:r>
          </a:p>
          <a:p>
            <a:pPr marL="0" indent="0" algn="just">
              <a:buNone/>
            </a:pPr>
            <a:r>
              <a:rPr lang="en-US" dirty="0"/>
              <a:t>Figure gets a dividing mark or line than in the very next step it is separated.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26B6B33-3C4A-F49C-1758-14C11501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024" y="1528762"/>
            <a:ext cx="5591741" cy="896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82BD5CA-3FB7-D702-EDAF-EFBF16F25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840" y="3287678"/>
            <a:ext cx="5591741" cy="9414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F74E567-A49F-941F-7678-D27C7C81E75C}"/>
              </a:ext>
            </a:extLst>
          </p:cNvPr>
          <p:cNvSpPr/>
          <p:nvPr/>
        </p:nvSpPr>
        <p:spPr>
          <a:xfrm>
            <a:off x="4790660" y="1535690"/>
            <a:ext cx="716557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F243F1AF-2BE8-5FD8-BDCA-F02D4833CC3F}"/>
              </a:ext>
            </a:extLst>
          </p:cNvPr>
          <p:cNvSpPr/>
          <p:nvPr/>
        </p:nvSpPr>
        <p:spPr>
          <a:xfrm>
            <a:off x="5974751" y="1504966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56580D8-ED76-3196-DF02-A935E839004A}"/>
              </a:ext>
            </a:extLst>
          </p:cNvPr>
          <p:cNvSpPr/>
          <p:nvPr/>
        </p:nvSpPr>
        <p:spPr>
          <a:xfrm>
            <a:off x="3453839" y="1544122"/>
            <a:ext cx="716557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68EB8D1-0C67-C972-52FA-D8E3B2622173}"/>
              </a:ext>
            </a:extLst>
          </p:cNvPr>
          <p:cNvSpPr/>
          <p:nvPr/>
        </p:nvSpPr>
        <p:spPr>
          <a:xfrm>
            <a:off x="7411365" y="1548640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D2E14460-64E0-AB03-5C38-2BC58C450E93}"/>
              </a:ext>
            </a:extLst>
          </p:cNvPr>
          <p:cNvCxnSpPr>
            <a:cxnSpLocks/>
          </p:cNvCxnSpPr>
          <p:nvPr/>
        </p:nvCxnSpPr>
        <p:spPr>
          <a:xfrm>
            <a:off x="3374336" y="349857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978D740D-3EC1-EF36-C680-DE4FA2778032}"/>
              </a:ext>
            </a:extLst>
          </p:cNvPr>
          <p:cNvCxnSpPr>
            <a:cxnSpLocks/>
          </p:cNvCxnSpPr>
          <p:nvPr/>
        </p:nvCxnSpPr>
        <p:spPr>
          <a:xfrm flipH="1">
            <a:off x="3304762" y="342900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14985539-7624-149A-EBC0-35309AEE6E18}"/>
              </a:ext>
            </a:extLst>
          </p:cNvPr>
          <p:cNvCxnSpPr>
            <a:cxnSpLocks/>
          </p:cNvCxnSpPr>
          <p:nvPr/>
        </p:nvCxnSpPr>
        <p:spPr>
          <a:xfrm>
            <a:off x="4542184" y="3525559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0C3E256-4156-361D-FA75-DE3239E85C94}"/>
              </a:ext>
            </a:extLst>
          </p:cNvPr>
          <p:cNvCxnSpPr>
            <a:cxnSpLocks/>
          </p:cNvCxnSpPr>
          <p:nvPr/>
        </p:nvCxnSpPr>
        <p:spPr>
          <a:xfrm flipH="1">
            <a:off x="4472610" y="3455985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BBE6B871-3AB8-5195-2721-BF1AE4656BE1}"/>
              </a:ext>
            </a:extLst>
          </p:cNvPr>
          <p:cNvCxnSpPr>
            <a:cxnSpLocks/>
          </p:cNvCxnSpPr>
          <p:nvPr/>
        </p:nvCxnSpPr>
        <p:spPr>
          <a:xfrm>
            <a:off x="5649204" y="3508514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DE3D0ECD-5D53-C2EA-7077-6ADF1BF6DD21}"/>
              </a:ext>
            </a:extLst>
          </p:cNvPr>
          <p:cNvCxnSpPr>
            <a:cxnSpLocks/>
          </p:cNvCxnSpPr>
          <p:nvPr/>
        </p:nvCxnSpPr>
        <p:spPr>
          <a:xfrm flipH="1">
            <a:off x="5579630" y="3438940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42DED8F7-0DC9-E537-E981-41CD3E1930F6}"/>
              </a:ext>
            </a:extLst>
          </p:cNvPr>
          <p:cNvCxnSpPr>
            <a:cxnSpLocks/>
          </p:cNvCxnSpPr>
          <p:nvPr/>
        </p:nvCxnSpPr>
        <p:spPr>
          <a:xfrm>
            <a:off x="7747264" y="345216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61C34F8E-0DC7-E0DE-A092-6C2F90FFAE26}"/>
              </a:ext>
            </a:extLst>
          </p:cNvPr>
          <p:cNvCxnSpPr>
            <a:cxnSpLocks/>
          </p:cNvCxnSpPr>
          <p:nvPr/>
        </p:nvCxnSpPr>
        <p:spPr>
          <a:xfrm flipH="1">
            <a:off x="7677690" y="338259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D2D4C5B-4336-9433-0955-591EC125E382}"/>
              </a:ext>
            </a:extLst>
          </p:cNvPr>
          <p:cNvSpPr/>
          <p:nvPr/>
        </p:nvSpPr>
        <p:spPr>
          <a:xfrm>
            <a:off x="6522027" y="3253203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59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   (b) 	    (c) 		(d)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1           2          3         4          5</a:t>
            </a:r>
          </a:p>
          <a:p>
            <a:pPr marL="0" indent="0" algn="just">
              <a:buNone/>
            </a:pPr>
            <a:r>
              <a:rPr lang="en-US" dirty="0"/>
              <a:t>First two figures are doubled in the next two figures, but the position remains same.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204A961-4BCB-74C4-DFCC-00A034F02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02" y="1782417"/>
            <a:ext cx="5679448" cy="970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0B0B2CF-D919-AE95-797F-3D68C3058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601" y="3429000"/>
            <a:ext cx="5736085" cy="97072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20EC4DD-CADC-969F-AC49-D0D0857BFBE5}"/>
              </a:ext>
            </a:extLst>
          </p:cNvPr>
          <p:cNvSpPr/>
          <p:nvPr/>
        </p:nvSpPr>
        <p:spPr>
          <a:xfrm>
            <a:off x="4820478" y="1769467"/>
            <a:ext cx="716557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B5C8666-FDE4-399F-DE2D-63140FC6297E}"/>
              </a:ext>
            </a:extLst>
          </p:cNvPr>
          <p:cNvSpPr/>
          <p:nvPr/>
        </p:nvSpPr>
        <p:spPr>
          <a:xfrm>
            <a:off x="6004569" y="1788438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FD505C0-0CFE-B604-89FC-7FE6F415C5F6}"/>
              </a:ext>
            </a:extLst>
          </p:cNvPr>
          <p:cNvSpPr/>
          <p:nvPr/>
        </p:nvSpPr>
        <p:spPr>
          <a:xfrm>
            <a:off x="3404145" y="1777899"/>
            <a:ext cx="716557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C7F1BB33-7BF4-6BD2-7876-8AD280600FA4}"/>
              </a:ext>
            </a:extLst>
          </p:cNvPr>
          <p:cNvSpPr/>
          <p:nvPr/>
        </p:nvSpPr>
        <p:spPr>
          <a:xfrm>
            <a:off x="7441183" y="1782417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7E6E97B4-70E1-1CFD-74A0-53B38A3609A5}"/>
              </a:ext>
            </a:extLst>
          </p:cNvPr>
          <p:cNvCxnSpPr>
            <a:cxnSpLocks/>
          </p:cNvCxnSpPr>
          <p:nvPr/>
        </p:nvCxnSpPr>
        <p:spPr>
          <a:xfrm>
            <a:off x="4577893" y="368470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012871A4-1D62-2F39-7B21-487511F8B528}"/>
              </a:ext>
            </a:extLst>
          </p:cNvPr>
          <p:cNvCxnSpPr>
            <a:cxnSpLocks/>
          </p:cNvCxnSpPr>
          <p:nvPr/>
        </p:nvCxnSpPr>
        <p:spPr>
          <a:xfrm flipH="1">
            <a:off x="4508319" y="361512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67929D0D-4F78-8C60-2426-7C243AF9DFB4}"/>
              </a:ext>
            </a:extLst>
          </p:cNvPr>
          <p:cNvCxnSpPr>
            <a:cxnSpLocks/>
          </p:cNvCxnSpPr>
          <p:nvPr/>
        </p:nvCxnSpPr>
        <p:spPr>
          <a:xfrm>
            <a:off x="5745741" y="371168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18CF1960-F3EE-1E34-3542-0AD32ACA87FA}"/>
              </a:ext>
            </a:extLst>
          </p:cNvPr>
          <p:cNvCxnSpPr>
            <a:cxnSpLocks/>
          </p:cNvCxnSpPr>
          <p:nvPr/>
        </p:nvCxnSpPr>
        <p:spPr>
          <a:xfrm flipH="1">
            <a:off x="5676167" y="364211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A32FE669-0AE5-8F9D-7348-8A45536089B1}"/>
              </a:ext>
            </a:extLst>
          </p:cNvPr>
          <p:cNvCxnSpPr>
            <a:cxnSpLocks/>
          </p:cNvCxnSpPr>
          <p:nvPr/>
        </p:nvCxnSpPr>
        <p:spPr>
          <a:xfrm>
            <a:off x="6852761" y="369464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8F163E3-6C32-C4A5-F766-B8A138805DAA}"/>
              </a:ext>
            </a:extLst>
          </p:cNvPr>
          <p:cNvCxnSpPr>
            <a:cxnSpLocks/>
          </p:cNvCxnSpPr>
          <p:nvPr/>
        </p:nvCxnSpPr>
        <p:spPr>
          <a:xfrm flipH="1">
            <a:off x="6783187" y="362506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2A4129C5-7EA7-7E52-6EF2-222490037839}"/>
              </a:ext>
            </a:extLst>
          </p:cNvPr>
          <p:cNvCxnSpPr>
            <a:cxnSpLocks/>
          </p:cNvCxnSpPr>
          <p:nvPr/>
        </p:nvCxnSpPr>
        <p:spPr>
          <a:xfrm>
            <a:off x="7932205" y="367499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2090D89B-56EF-15A0-5D26-B02C5F15E736}"/>
              </a:ext>
            </a:extLst>
          </p:cNvPr>
          <p:cNvCxnSpPr>
            <a:cxnSpLocks/>
          </p:cNvCxnSpPr>
          <p:nvPr/>
        </p:nvCxnSpPr>
        <p:spPr>
          <a:xfrm flipH="1">
            <a:off x="7862631" y="360541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F4CD6A09-7BF4-AE17-D85B-1A7424935AC4}"/>
              </a:ext>
            </a:extLst>
          </p:cNvPr>
          <p:cNvSpPr/>
          <p:nvPr/>
        </p:nvSpPr>
        <p:spPr>
          <a:xfrm>
            <a:off x="3263443" y="3394626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51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(a) 	       (b)      (c) 	(d) 	(e)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   1           2          3         4          5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061C9A0-AA6B-346F-0752-EFB189AC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78" y="1717500"/>
            <a:ext cx="5588668" cy="9362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E7B7800-BB54-9608-09BA-B8068E526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151" y="3337582"/>
            <a:ext cx="5703899" cy="93624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96BFA86-611C-E84C-AA85-5DE5F35A9A1F}"/>
              </a:ext>
            </a:extLst>
          </p:cNvPr>
          <p:cNvSpPr/>
          <p:nvPr/>
        </p:nvSpPr>
        <p:spPr>
          <a:xfrm>
            <a:off x="4432852" y="1714592"/>
            <a:ext cx="815945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44FBB93A-5232-B759-FAA5-9ABD4E69EB05}"/>
              </a:ext>
            </a:extLst>
          </p:cNvPr>
          <p:cNvSpPr/>
          <p:nvPr/>
        </p:nvSpPr>
        <p:spPr>
          <a:xfrm>
            <a:off x="5388344" y="1723624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77F190C-B6BF-C838-AEFE-FA6C8F451DDF}"/>
              </a:ext>
            </a:extLst>
          </p:cNvPr>
          <p:cNvSpPr/>
          <p:nvPr/>
        </p:nvSpPr>
        <p:spPr>
          <a:xfrm>
            <a:off x="3195419" y="1732963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D5A7C5-67FD-E9C0-2E3E-EAE6ACA44EA5}"/>
              </a:ext>
            </a:extLst>
          </p:cNvPr>
          <p:cNvSpPr/>
          <p:nvPr/>
        </p:nvSpPr>
        <p:spPr>
          <a:xfrm>
            <a:off x="6556601" y="1727542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AD17452-E367-C28F-9239-4069B604A6BB}"/>
              </a:ext>
            </a:extLst>
          </p:cNvPr>
          <p:cNvSpPr/>
          <p:nvPr/>
        </p:nvSpPr>
        <p:spPr>
          <a:xfrm>
            <a:off x="7674570" y="1724531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F9EBA877-4BAE-D5AE-DA9C-8D39CF2CE33F}"/>
              </a:ext>
            </a:extLst>
          </p:cNvPr>
          <p:cNvCxnSpPr>
            <a:cxnSpLocks/>
          </p:cNvCxnSpPr>
          <p:nvPr/>
        </p:nvCxnSpPr>
        <p:spPr>
          <a:xfrm>
            <a:off x="3431822" y="3595482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BFA626C1-8D70-8731-D7CD-5A7801B9DD20}"/>
              </a:ext>
            </a:extLst>
          </p:cNvPr>
          <p:cNvCxnSpPr>
            <a:cxnSpLocks/>
          </p:cNvCxnSpPr>
          <p:nvPr/>
        </p:nvCxnSpPr>
        <p:spPr>
          <a:xfrm flipH="1">
            <a:off x="3362248" y="3525908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E88AAF44-FF98-BA5A-139E-6E44570DB482}"/>
              </a:ext>
            </a:extLst>
          </p:cNvPr>
          <p:cNvCxnSpPr>
            <a:cxnSpLocks/>
          </p:cNvCxnSpPr>
          <p:nvPr/>
        </p:nvCxnSpPr>
        <p:spPr>
          <a:xfrm>
            <a:off x="5666229" y="3612298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F693310D-8D77-1549-6589-823DBB34EF1F}"/>
              </a:ext>
            </a:extLst>
          </p:cNvPr>
          <p:cNvCxnSpPr>
            <a:cxnSpLocks/>
          </p:cNvCxnSpPr>
          <p:nvPr/>
        </p:nvCxnSpPr>
        <p:spPr>
          <a:xfrm flipH="1">
            <a:off x="5596655" y="3542724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0F785E28-B85D-6B6B-8809-FBF9E0A0BAC7}"/>
              </a:ext>
            </a:extLst>
          </p:cNvPr>
          <p:cNvCxnSpPr>
            <a:cxnSpLocks/>
          </p:cNvCxnSpPr>
          <p:nvPr/>
        </p:nvCxnSpPr>
        <p:spPr>
          <a:xfrm>
            <a:off x="6773249" y="359525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08C2BA1F-F071-059B-E869-BEA042DBA510}"/>
              </a:ext>
            </a:extLst>
          </p:cNvPr>
          <p:cNvCxnSpPr>
            <a:cxnSpLocks/>
          </p:cNvCxnSpPr>
          <p:nvPr/>
        </p:nvCxnSpPr>
        <p:spPr>
          <a:xfrm flipH="1">
            <a:off x="6703675" y="352567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084EC3DE-21EA-ABAE-235F-F792E91A9DD3}"/>
              </a:ext>
            </a:extLst>
          </p:cNvPr>
          <p:cNvCxnSpPr>
            <a:cxnSpLocks/>
          </p:cNvCxnSpPr>
          <p:nvPr/>
        </p:nvCxnSpPr>
        <p:spPr>
          <a:xfrm>
            <a:off x="7852693" y="3575603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E9CA8047-57A4-5034-06CF-9206E1BF4BA1}"/>
              </a:ext>
            </a:extLst>
          </p:cNvPr>
          <p:cNvCxnSpPr>
            <a:cxnSpLocks/>
          </p:cNvCxnSpPr>
          <p:nvPr/>
        </p:nvCxnSpPr>
        <p:spPr>
          <a:xfrm flipH="1">
            <a:off x="7783119" y="3506029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3968BDDC-8AAC-64A6-6C11-7546A96D105B}"/>
              </a:ext>
            </a:extLst>
          </p:cNvPr>
          <p:cNvSpPr/>
          <p:nvPr/>
        </p:nvSpPr>
        <p:spPr>
          <a:xfrm>
            <a:off x="4396735" y="3280745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7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9E2FA4-EB76-2A70-0C40-8E300AC7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2D397F-D684-3D86-E913-AFA232EA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Problem Figure 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			   (a) 	       (b) 	(c) 	(d)       (e) </a:t>
            </a:r>
          </a:p>
          <a:p>
            <a:pPr algn="just"/>
            <a:r>
              <a:rPr lang="en-US" dirty="0"/>
              <a:t>Answer Figure </a:t>
            </a:r>
          </a:p>
          <a:p>
            <a:pPr marL="0" indent="0" algn="just">
              <a:buNone/>
            </a:pPr>
            <a:r>
              <a:rPr lang="en-US" dirty="0"/>
              <a:t>			    1           2           3           4          5</a:t>
            </a:r>
          </a:p>
          <a:p>
            <a:pPr marL="0" indent="0" algn="just">
              <a:buNone/>
            </a:pPr>
            <a:r>
              <a:rPr lang="en-US" dirty="0"/>
              <a:t>The petals move 45 degree clockwise and every step a half petals added to the previous figure and the addition done first right side than left side.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2B526F56-33D9-BE72-75CF-7F0F5C89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009" y="1687685"/>
            <a:ext cx="5763041" cy="970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60EB854-4E90-202A-F451-F46E798C4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09" y="3258172"/>
            <a:ext cx="5763041" cy="9875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444CD1D-0FEA-93E1-4332-727AE5A4867A}"/>
              </a:ext>
            </a:extLst>
          </p:cNvPr>
          <p:cNvSpPr/>
          <p:nvPr/>
        </p:nvSpPr>
        <p:spPr>
          <a:xfrm>
            <a:off x="4432852" y="1714592"/>
            <a:ext cx="815945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72FED2C-E381-1FBE-C806-B43B461B53E5}"/>
              </a:ext>
            </a:extLst>
          </p:cNvPr>
          <p:cNvSpPr/>
          <p:nvPr/>
        </p:nvSpPr>
        <p:spPr>
          <a:xfrm>
            <a:off x="5388344" y="1723624"/>
            <a:ext cx="992579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EFC4919-DA73-0534-2A5E-AE2149A795A7}"/>
              </a:ext>
            </a:extLst>
          </p:cNvPr>
          <p:cNvSpPr/>
          <p:nvPr/>
        </p:nvSpPr>
        <p:spPr>
          <a:xfrm>
            <a:off x="3195419" y="1732963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9DE1105-A30D-3A2A-DD1E-4F848FED2580}"/>
              </a:ext>
            </a:extLst>
          </p:cNvPr>
          <p:cNvSpPr/>
          <p:nvPr/>
        </p:nvSpPr>
        <p:spPr>
          <a:xfrm>
            <a:off x="6556601" y="1727542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593051F-5718-A9C4-0B26-35ACBEB27999}"/>
              </a:ext>
            </a:extLst>
          </p:cNvPr>
          <p:cNvSpPr/>
          <p:nvPr/>
        </p:nvSpPr>
        <p:spPr>
          <a:xfrm>
            <a:off x="7674570" y="1724531"/>
            <a:ext cx="892786" cy="9098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ECED8A3D-FFB7-7E9A-00FA-3985AA7B0BDB}"/>
              </a:ext>
            </a:extLst>
          </p:cNvPr>
          <p:cNvCxnSpPr>
            <a:cxnSpLocks/>
          </p:cNvCxnSpPr>
          <p:nvPr/>
        </p:nvCxnSpPr>
        <p:spPr>
          <a:xfrm>
            <a:off x="3431822" y="3515970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69D6FC73-2C2B-1EDD-4A07-16F642B56170}"/>
              </a:ext>
            </a:extLst>
          </p:cNvPr>
          <p:cNvCxnSpPr>
            <a:cxnSpLocks/>
          </p:cNvCxnSpPr>
          <p:nvPr/>
        </p:nvCxnSpPr>
        <p:spPr>
          <a:xfrm flipH="1">
            <a:off x="3362248" y="3446396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xmlns="" id="{A7229C83-3536-6A25-9F6A-60AF69D53932}"/>
              </a:ext>
            </a:extLst>
          </p:cNvPr>
          <p:cNvCxnSpPr>
            <a:cxnSpLocks/>
          </p:cNvCxnSpPr>
          <p:nvPr/>
        </p:nvCxnSpPr>
        <p:spPr>
          <a:xfrm>
            <a:off x="5666229" y="3532786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xmlns="" id="{62CFFFD1-C777-B032-B334-DC653C3ED9A6}"/>
              </a:ext>
            </a:extLst>
          </p:cNvPr>
          <p:cNvCxnSpPr>
            <a:cxnSpLocks/>
          </p:cNvCxnSpPr>
          <p:nvPr/>
        </p:nvCxnSpPr>
        <p:spPr>
          <a:xfrm flipH="1">
            <a:off x="5596655" y="3463212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086A5D55-D157-0A06-E689-57801ABEB26E}"/>
              </a:ext>
            </a:extLst>
          </p:cNvPr>
          <p:cNvCxnSpPr>
            <a:cxnSpLocks/>
          </p:cNvCxnSpPr>
          <p:nvPr/>
        </p:nvCxnSpPr>
        <p:spPr>
          <a:xfrm>
            <a:off x="6773249" y="351574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9132DBBE-C9BD-4D65-6B99-A1A491380AAE}"/>
              </a:ext>
            </a:extLst>
          </p:cNvPr>
          <p:cNvCxnSpPr>
            <a:cxnSpLocks/>
          </p:cNvCxnSpPr>
          <p:nvPr/>
        </p:nvCxnSpPr>
        <p:spPr>
          <a:xfrm flipH="1">
            <a:off x="6703675" y="344616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xmlns="" id="{350AF582-5288-8B05-568E-CCC2D4C7D94B}"/>
              </a:ext>
            </a:extLst>
          </p:cNvPr>
          <p:cNvCxnSpPr>
            <a:cxnSpLocks/>
          </p:cNvCxnSpPr>
          <p:nvPr/>
        </p:nvCxnSpPr>
        <p:spPr>
          <a:xfrm>
            <a:off x="7852693" y="3496091"/>
            <a:ext cx="602609" cy="522219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578B101D-AD00-192C-7C77-BF9A2428FEAB}"/>
              </a:ext>
            </a:extLst>
          </p:cNvPr>
          <p:cNvCxnSpPr>
            <a:cxnSpLocks/>
          </p:cNvCxnSpPr>
          <p:nvPr/>
        </p:nvCxnSpPr>
        <p:spPr>
          <a:xfrm flipH="1">
            <a:off x="7783119" y="3426517"/>
            <a:ext cx="685800" cy="59179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829DEFD8-AE25-FAF2-88DC-53A1AC429929}"/>
              </a:ext>
            </a:extLst>
          </p:cNvPr>
          <p:cNvSpPr/>
          <p:nvPr/>
        </p:nvSpPr>
        <p:spPr>
          <a:xfrm>
            <a:off x="4396735" y="3201233"/>
            <a:ext cx="851232" cy="103284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0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Series of Figures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Continuation - Question Figure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Step by Step Change - Every Figure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Sequence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Four/Five Problem </a:t>
            </a:r>
          </a:p>
          <a:p>
            <a:pPr lvl="1" algn="just">
              <a:lnSpc>
                <a:spcPct val="150000"/>
              </a:lnSpc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64402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Non-Verbal Reasoning</a:t>
            </a:r>
          </a:p>
          <a:p>
            <a:pPr lvl="1" algn="just">
              <a:lnSpc>
                <a:spcPct val="150000"/>
              </a:lnSpc>
            </a:pPr>
            <a:r>
              <a:rPr lang="en-US" sz="2800" dirty="0"/>
              <a:t>Series of Figures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9863</TotalTime>
  <Words>107</Words>
  <Application>Microsoft Office PowerPoint</Application>
  <PresentationFormat>On-screen Show (4:3)</PresentationFormat>
  <Paragraphs>85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Series of Figures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my pc</cp:lastModifiedBy>
  <cp:revision>654</cp:revision>
  <dcterms:created xsi:type="dcterms:W3CDTF">2020-12-18T18:59:12Z</dcterms:created>
  <dcterms:modified xsi:type="dcterms:W3CDTF">2022-11-05T07:52:01Z</dcterms:modified>
</cp:coreProperties>
</file>