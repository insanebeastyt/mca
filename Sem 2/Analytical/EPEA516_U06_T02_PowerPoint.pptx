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78" r:id="rId2"/>
    <p:sldId id="674" r:id="rId3"/>
    <p:sldId id="803" r:id="rId4"/>
    <p:sldId id="858" r:id="rId5"/>
    <p:sldId id="856" r:id="rId6"/>
    <p:sldId id="857" r:id="rId7"/>
    <p:sldId id="869" r:id="rId8"/>
    <p:sldId id="865" r:id="rId9"/>
    <p:sldId id="867" r:id="rId10"/>
    <p:sldId id="870" r:id="rId11"/>
    <p:sldId id="866" r:id="rId12"/>
    <p:sldId id="849" r:id="rId13"/>
    <p:sldId id="847" r:id="rId14"/>
    <p:sldId id="84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F28"/>
    <a:srgbClr val="262626"/>
    <a:srgbClr val="03232C"/>
    <a:srgbClr val="A8004B"/>
    <a:srgbClr val="ABABAB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-72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91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xmlns="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xmlns="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xmlns="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xmlns="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xmlns="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develop understanding about the basics of word formation, </a:t>
            </a:r>
          </a:p>
          <a:p>
            <a:pPr algn="just"/>
            <a:r>
              <a:rPr lang="en-US" dirty="0"/>
              <a:t>analyze different types of word formation, </a:t>
            </a:r>
          </a:p>
          <a:p>
            <a:pPr lvl="0" algn="just"/>
            <a:r>
              <a:rPr lang="en-US" dirty="0"/>
              <a:t>solve various problems relating to word formation. </a:t>
            </a:r>
          </a:p>
        </p:txBody>
      </p:sp>
    </p:spTree>
    <p:extLst>
      <p:ext uri="{BB962C8B-B14F-4D97-AF65-F5344CB8AC3E}">
        <p14:creationId xmlns:p14="http://schemas.microsoft.com/office/powerpoint/2010/main" val="122843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6DCD6C-D6E3-5745-9B8B-29FBD6B2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Word Formation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CE2440-CE6E-EB7D-9926-EB6B212AC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Unscrambling Letters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Jumble – Arrangement of Words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Letters - Meaningful Words</a:t>
            </a:r>
          </a:p>
          <a:p>
            <a:r>
              <a:rPr lang="en-US" sz="2800" dirty="0"/>
              <a:t>Letters - Word </a:t>
            </a:r>
          </a:p>
        </p:txBody>
      </p:sp>
    </p:spTree>
    <p:extLst>
      <p:ext uri="{BB962C8B-B14F-4D97-AF65-F5344CB8AC3E}">
        <p14:creationId xmlns:p14="http://schemas.microsoft.com/office/powerpoint/2010/main" val="648902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6DCD6C-D6E3-5745-9B8B-29FBD6B2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Word Formation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CE2440-CE6E-EB7D-9926-EB6B212AC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 the combination of numbers so that letters arranged accordingly will form a meaningful word-  </a:t>
            </a:r>
          </a:p>
          <a:p>
            <a:pPr marL="0" indent="0">
              <a:buNone/>
            </a:pPr>
            <a:r>
              <a:rPr lang="en-US" dirty="0"/>
              <a:t>	V	A	R	S	T	E</a:t>
            </a:r>
          </a:p>
          <a:p>
            <a:pPr marL="0" indent="0">
              <a:buNone/>
            </a:pPr>
            <a:r>
              <a:rPr lang="en-US" dirty="0"/>
              <a:t>	1	2	3	4	5	6</a:t>
            </a:r>
          </a:p>
          <a:p>
            <a:r>
              <a:rPr lang="en-US" dirty="0"/>
              <a:t>634521	452316	324561	231645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EC7C34E7-00C7-F49A-EEAB-B1FE4D0C8C0A}"/>
              </a:ext>
            </a:extLst>
          </p:cNvPr>
          <p:cNvSpPr/>
          <p:nvPr/>
        </p:nvSpPr>
        <p:spPr>
          <a:xfrm>
            <a:off x="4078771" y="2743408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37CFC20E-3819-F672-2276-A0E570808E3D}"/>
              </a:ext>
            </a:extLst>
          </p:cNvPr>
          <p:cNvSpPr/>
          <p:nvPr/>
        </p:nvSpPr>
        <p:spPr>
          <a:xfrm>
            <a:off x="4953828" y="2743407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5160E78D-7401-19CF-9A22-7D5F5AC1A69C}"/>
              </a:ext>
            </a:extLst>
          </p:cNvPr>
          <p:cNvSpPr/>
          <p:nvPr/>
        </p:nvSpPr>
        <p:spPr>
          <a:xfrm>
            <a:off x="2255770" y="2738642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1C349CC6-C48C-8640-F2BC-34A102210059}"/>
              </a:ext>
            </a:extLst>
          </p:cNvPr>
          <p:cNvSpPr/>
          <p:nvPr/>
        </p:nvSpPr>
        <p:spPr>
          <a:xfrm>
            <a:off x="3154432" y="2738641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57E61655-E1BC-AA36-7D33-F18B69F836FF}"/>
              </a:ext>
            </a:extLst>
          </p:cNvPr>
          <p:cNvSpPr/>
          <p:nvPr/>
        </p:nvSpPr>
        <p:spPr>
          <a:xfrm>
            <a:off x="1325423" y="2738641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13AD68AB-4644-FE35-B1DC-073BDB2CAA8E}"/>
              </a:ext>
            </a:extLst>
          </p:cNvPr>
          <p:cNvSpPr/>
          <p:nvPr/>
        </p:nvSpPr>
        <p:spPr>
          <a:xfrm>
            <a:off x="5901772" y="2738641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3937050E-5933-BD73-BB34-1E250CAC57EB}"/>
              </a:ext>
            </a:extLst>
          </p:cNvPr>
          <p:cNvSpPr/>
          <p:nvPr/>
        </p:nvSpPr>
        <p:spPr>
          <a:xfrm>
            <a:off x="2165284" y="4200524"/>
            <a:ext cx="124383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058DC87-C5AE-16E2-D869-106372DC1BDF}"/>
              </a:ext>
            </a:extLst>
          </p:cNvPr>
          <p:cNvSpPr txBox="1"/>
          <p:nvPr/>
        </p:nvSpPr>
        <p:spPr>
          <a:xfrm>
            <a:off x="599867" y="4850295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S</a:t>
            </a:r>
            <a:endParaRPr lang="en-IN" sz="2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BDE6E67-5081-8E3D-20DD-6B0F87267960}"/>
              </a:ext>
            </a:extLst>
          </p:cNvPr>
          <p:cNvSpPr txBox="1"/>
          <p:nvPr/>
        </p:nvSpPr>
        <p:spPr>
          <a:xfrm>
            <a:off x="1958011" y="4850295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T</a:t>
            </a:r>
            <a:endParaRPr lang="en-IN" sz="2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C51461B-6138-9DA4-6F21-F06FABAF32A8}"/>
              </a:ext>
            </a:extLst>
          </p:cNvPr>
          <p:cNvSpPr txBox="1"/>
          <p:nvPr/>
        </p:nvSpPr>
        <p:spPr>
          <a:xfrm>
            <a:off x="3422790" y="4850294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A</a:t>
            </a:r>
            <a:endParaRPr lang="en-IN" sz="2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C19D7333-11E1-8586-AF62-D2730042860E}"/>
              </a:ext>
            </a:extLst>
          </p:cNvPr>
          <p:cNvSpPr txBox="1"/>
          <p:nvPr/>
        </p:nvSpPr>
        <p:spPr>
          <a:xfrm>
            <a:off x="4873903" y="4850294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R</a:t>
            </a:r>
            <a:endParaRPr lang="en-IN" sz="2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8D86CE4D-4A40-4DF7-409F-69B0ED07AB49}"/>
              </a:ext>
            </a:extLst>
          </p:cNvPr>
          <p:cNvSpPr txBox="1"/>
          <p:nvPr/>
        </p:nvSpPr>
        <p:spPr>
          <a:xfrm>
            <a:off x="6183382" y="4849507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V</a:t>
            </a:r>
            <a:endParaRPr lang="en-IN" sz="2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77B2729A-82A5-04A6-2EC4-49A1AEAA31AA}"/>
              </a:ext>
            </a:extLst>
          </p:cNvPr>
          <p:cNvSpPr txBox="1"/>
          <p:nvPr/>
        </p:nvSpPr>
        <p:spPr>
          <a:xfrm>
            <a:off x="7422046" y="4848720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E</a:t>
            </a:r>
            <a:endParaRPr lang="en-IN" sz="2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3BF87D8-288D-4305-9E76-1723646729DB}"/>
              </a:ext>
            </a:extLst>
          </p:cNvPr>
          <p:cNvSpPr txBox="1"/>
          <p:nvPr/>
        </p:nvSpPr>
        <p:spPr>
          <a:xfrm>
            <a:off x="599867" y="5620036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4</a:t>
            </a:r>
            <a:endParaRPr lang="en-IN" sz="2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CA6485E2-D2C1-71B8-2BC1-D89334F1FCA9}"/>
              </a:ext>
            </a:extLst>
          </p:cNvPr>
          <p:cNvSpPr txBox="1"/>
          <p:nvPr/>
        </p:nvSpPr>
        <p:spPr>
          <a:xfrm>
            <a:off x="1958011" y="5620036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5</a:t>
            </a:r>
            <a:endParaRPr lang="en-IN" sz="2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6B9E402-F6D9-F032-F906-20D5D8FE1175}"/>
              </a:ext>
            </a:extLst>
          </p:cNvPr>
          <p:cNvSpPr txBox="1"/>
          <p:nvPr/>
        </p:nvSpPr>
        <p:spPr>
          <a:xfrm>
            <a:off x="3422790" y="5620035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2</a:t>
            </a:r>
            <a:endParaRPr lang="en-IN" sz="2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1C81B01-808A-3B41-28C4-A59E5C0565D3}"/>
              </a:ext>
            </a:extLst>
          </p:cNvPr>
          <p:cNvSpPr txBox="1"/>
          <p:nvPr/>
        </p:nvSpPr>
        <p:spPr>
          <a:xfrm>
            <a:off x="4873903" y="5620035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3</a:t>
            </a:r>
            <a:endParaRPr lang="en-IN" sz="2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83E33E2F-9ECE-1D84-B77D-178628B97BAF}"/>
              </a:ext>
            </a:extLst>
          </p:cNvPr>
          <p:cNvSpPr txBox="1"/>
          <p:nvPr/>
        </p:nvSpPr>
        <p:spPr>
          <a:xfrm>
            <a:off x="6183382" y="5619248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1</a:t>
            </a:r>
            <a:endParaRPr lang="en-IN" sz="2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4DE815C4-C02E-A012-0087-879486AC44D0}"/>
              </a:ext>
            </a:extLst>
          </p:cNvPr>
          <p:cNvSpPr txBox="1"/>
          <p:nvPr/>
        </p:nvSpPr>
        <p:spPr>
          <a:xfrm>
            <a:off x="7422046" y="5618461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6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938085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6DCD6C-D6E3-5745-9B8B-29FBD6B2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Word Formation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CE2440-CE6E-EB7D-9926-EB6B212AC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Choose one word out of the given options, which cannot be formed from the letters of the word – CONSULTATION.</a:t>
            </a:r>
          </a:p>
          <a:p>
            <a:pPr algn="just"/>
            <a:r>
              <a:rPr lang="en-US" dirty="0"/>
              <a:t>SALUTE</a:t>
            </a:r>
          </a:p>
          <a:p>
            <a:pPr algn="just"/>
            <a:r>
              <a:rPr lang="en-US" dirty="0"/>
              <a:t>STATION</a:t>
            </a:r>
          </a:p>
          <a:p>
            <a:pPr algn="just"/>
            <a:r>
              <a:rPr lang="en-US" dirty="0"/>
              <a:t>NATION</a:t>
            </a:r>
          </a:p>
          <a:p>
            <a:pPr algn="just"/>
            <a:r>
              <a:rPr lang="en-US" dirty="0"/>
              <a:t>CONSTANT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782217C6-703D-D328-D02D-2E0FA36AE955}"/>
              </a:ext>
            </a:extLst>
          </p:cNvPr>
          <p:cNvSpPr/>
          <p:nvPr/>
        </p:nvSpPr>
        <p:spPr>
          <a:xfrm>
            <a:off x="580198" y="3339549"/>
            <a:ext cx="1427508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498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6DCD6C-D6E3-5745-9B8B-29FBD6B2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Word Formation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CE2440-CE6E-EB7D-9926-EB6B212AC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If it is possible to make a meaningful word with the second, sixth, ninth and twelfth letters of the word – CONTRIBUTION – Which will be the last letter of that word?</a:t>
            </a:r>
          </a:p>
          <a:p>
            <a:pPr algn="just"/>
            <a:r>
              <a:rPr lang="en-US" dirty="0"/>
              <a:t>C  O  N  T  R  I  B  U  T  I  O  N</a:t>
            </a:r>
          </a:p>
          <a:p>
            <a:pPr algn="just"/>
            <a:r>
              <a:rPr lang="en-US" dirty="0"/>
              <a:t>O	I	T	N</a:t>
            </a:r>
          </a:p>
          <a:p>
            <a:pPr algn="just"/>
            <a:r>
              <a:rPr lang="en-US" dirty="0"/>
              <a:t>INTO</a:t>
            </a:r>
          </a:p>
          <a:p>
            <a:pPr algn="just"/>
            <a:r>
              <a:rPr lang="en-US" dirty="0"/>
              <a:t>Last Letter - O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EC7C34E7-00C7-F49A-EEAB-B1FE4D0C8C0A}"/>
              </a:ext>
            </a:extLst>
          </p:cNvPr>
          <p:cNvSpPr/>
          <p:nvPr/>
        </p:nvSpPr>
        <p:spPr>
          <a:xfrm>
            <a:off x="1037397" y="3936103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37CFC20E-3819-F672-2276-A0E570808E3D}"/>
              </a:ext>
            </a:extLst>
          </p:cNvPr>
          <p:cNvSpPr/>
          <p:nvPr/>
        </p:nvSpPr>
        <p:spPr>
          <a:xfrm>
            <a:off x="2501762" y="3936102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5160E78D-7401-19CF-9A22-7D5F5AC1A69C}"/>
              </a:ext>
            </a:extLst>
          </p:cNvPr>
          <p:cNvSpPr/>
          <p:nvPr/>
        </p:nvSpPr>
        <p:spPr>
          <a:xfrm>
            <a:off x="3588441" y="3936101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1C349CC6-C48C-8640-F2BC-34A102210059}"/>
              </a:ext>
            </a:extLst>
          </p:cNvPr>
          <p:cNvSpPr/>
          <p:nvPr/>
        </p:nvSpPr>
        <p:spPr>
          <a:xfrm>
            <a:off x="4618796" y="3936101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605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6DCD6C-D6E3-5745-9B8B-29FBD6B2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Word Formation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CE2440-CE6E-EB7D-9926-EB6B212AC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Which word can be formed from the following letters?</a:t>
            </a:r>
          </a:p>
          <a:p>
            <a:r>
              <a:rPr lang="en-IN" dirty="0"/>
              <a:t>a	a	d	e	f	g	r	s	u</a:t>
            </a:r>
          </a:p>
          <a:p>
            <a:endParaRPr lang="en-IN" dirty="0"/>
          </a:p>
          <a:p>
            <a:r>
              <a:rPr lang="en-IN" dirty="0"/>
              <a:t>safeguard</a:t>
            </a:r>
          </a:p>
          <a:p>
            <a:pPr algn="just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EC7C34E7-00C7-F49A-EEAB-B1FE4D0C8C0A}"/>
              </a:ext>
            </a:extLst>
          </p:cNvPr>
          <p:cNvSpPr/>
          <p:nvPr/>
        </p:nvSpPr>
        <p:spPr>
          <a:xfrm>
            <a:off x="6792154" y="2156998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37CFC20E-3819-F672-2276-A0E570808E3D}"/>
              </a:ext>
            </a:extLst>
          </p:cNvPr>
          <p:cNvSpPr/>
          <p:nvPr/>
        </p:nvSpPr>
        <p:spPr>
          <a:xfrm>
            <a:off x="1328945" y="2156998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5160E78D-7401-19CF-9A22-7D5F5AC1A69C}"/>
              </a:ext>
            </a:extLst>
          </p:cNvPr>
          <p:cNvSpPr/>
          <p:nvPr/>
        </p:nvSpPr>
        <p:spPr>
          <a:xfrm>
            <a:off x="4051025" y="2152233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1C349CC6-C48C-8640-F2BC-34A102210059}"/>
              </a:ext>
            </a:extLst>
          </p:cNvPr>
          <p:cNvSpPr/>
          <p:nvPr/>
        </p:nvSpPr>
        <p:spPr>
          <a:xfrm>
            <a:off x="3147805" y="2152233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E3DB8EE4-15B9-41BE-C13F-0FF0A56C9DF8}"/>
              </a:ext>
            </a:extLst>
          </p:cNvPr>
          <p:cNvSpPr/>
          <p:nvPr/>
        </p:nvSpPr>
        <p:spPr>
          <a:xfrm>
            <a:off x="4954245" y="2152233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7845A802-8045-AE0A-023E-F10EFD11FCB5}"/>
              </a:ext>
            </a:extLst>
          </p:cNvPr>
          <p:cNvSpPr/>
          <p:nvPr/>
        </p:nvSpPr>
        <p:spPr>
          <a:xfrm>
            <a:off x="7729955" y="2152233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937BCF9D-46EE-F89D-6743-B62F7E047E73}"/>
              </a:ext>
            </a:extLst>
          </p:cNvPr>
          <p:cNvSpPr/>
          <p:nvPr/>
        </p:nvSpPr>
        <p:spPr>
          <a:xfrm>
            <a:off x="640452" y="2152233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8EF5746B-092F-2C98-6B0D-B322D064F842}"/>
              </a:ext>
            </a:extLst>
          </p:cNvPr>
          <p:cNvSpPr/>
          <p:nvPr/>
        </p:nvSpPr>
        <p:spPr>
          <a:xfrm>
            <a:off x="5846491" y="2152232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1CCD7FA5-3317-172F-47E6-15242A1CD2C5}"/>
              </a:ext>
            </a:extLst>
          </p:cNvPr>
          <p:cNvSpPr/>
          <p:nvPr/>
        </p:nvSpPr>
        <p:spPr>
          <a:xfrm>
            <a:off x="2244791" y="2152231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4D779C84-698A-0DDA-F26D-A3AF39EA9F00}"/>
              </a:ext>
            </a:extLst>
          </p:cNvPr>
          <p:cNvSpPr txBox="1"/>
          <p:nvPr/>
        </p:nvSpPr>
        <p:spPr>
          <a:xfrm>
            <a:off x="536092" y="2936557"/>
            <a:ext cx="6400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s</a:t>
            </a:r>
            <a:endParaRPr lang="en-IN" sz="2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883E0BAB-D0D2-640E-D648-0FA77901D4CB}"/>
              </a:ext>
            </a:extLst>
          </p:cNvPr>
          <p:cNvSpPr txBox="1"/>
          <p:nvPr/>
        </p:nvSpPr>
        <p:spPr>
          <a:xfrm>
            <a:off x="1176133" y="2936557"/>
            <a:ext cx="6400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a</a:t>
            </a:r>
            <a:endParaRPr lang="en-IN" sz="2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5E23A4B9-8C0B-F724-D673-30957496BEF8}"/>
              </a:ext>
            </a:extLst>
          </p:cNvPr>
          <p:cNvSpPr txBox="1"/>
          <p:nvPr/>
        </p:nvSpPr>
        <p:spPr>
          <a:xfrm>
            <a:off x="2058948" y="2927981"/>
            <a:ext cx="6400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f</a:t>
            </a:r>
            <a:endParaRPr lang="en-IN" sz="2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DE0A1CFE-4A53-5C0C-8F76-0C876CBE4592}"/>
              </a:ext>
            </a:extLst>
          </p:cNvPr>
          <p:cNvSpPr txBox="1"/>
          <p:nvPr/>
        </p:nvSpPr>
        <p:spPr>
          <a:xfrm>
            <a:off x="2935960" y="2922552"/>
            <a:ext cx="6400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e</a:t>
            </a:r>
            <a:endParaRPr lang="en-IN" sz="2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6FB1E371-4B2F-5067-167C-D68C1B34C607}"/>
              </a:ext>
            </a:extLst>
          </p:cNvPr>
          <p:cNvSpPr txBox="1"/>
          <p:nvPr/>
        </p:nvSpPr>
        <p:spPr>
          <a:xfrm>
            <a:off x="3931959" y="2937921"/>
            <a:ext cx="6400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g</a:t>
            </a:r>
            <a:endParaRPr lang="en-IN" sz="2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21CB2C80-B302-D2B4-3D70-E171BD97A898}"/>
              </a:ext>
            </a:extLst>
          </p:cNvPr>
          <p:cNvSpPr txBox="1"/>
          <p:nvPr/>
        </p:nvSpPr>
        <p:spPr>
          <a:xfrm>
            <a:off x="4803287" y="2922554"/>
            <a:ext cx="6400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u</a:t>
            </a:r>
            <a:endParaRPr lang="en-IN" sz="2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53821B3D-A84B-9E9F-A9C8-500796A7213C}"/>
              </a:ext>
            </a:extLst>
          </p:cNvPr>
          <p:cNvSpPr txBox="1"/>
          <p:nvPr/>
        </p:nvSpPr>
        <p:spPr>
          <a:xfrm>
            <a:off x="5628957" y="2936556"/>
            <a:ext cx="6400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a</a:t>
            </a:r>
            <a:endParaRPr lang="en-IN" sz="2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C6DC1B9F-B2E4-A0A5-DECB-41B157B9B3A0}"/>
              </a:ext>
            </a:extLst>
          </p:cNvPr>
          <p:cNvSpPr txBox="1"/>
          <p:nvPr/>
        </p:nvSpPr>
        <p:spPr>
          <a:xfrm>
            <a:off x="6535068" y="2922553"/>
            <a:ext cx="6400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r</a:t>
            </a:r>
            <a:endParaRPr lang="en-IN" sz="2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2ABCC83A-302F-4A5B-03E2-CDE1BE7FAE18}"/>
              </a:ext>
            </a:extLst>
          </p:cNvPr>
          <p:cNvSpPr txBox="1"/>
          <p:nvPr/>
        </p:nvSpPr>
        <p:spPr>
          <a:xfrm>
            <a:off x="7556622" y="2922552"/>
            <a:ext cx="6400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d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434445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6DCD6C-D6E3-5745-9B8B-29FBD6B2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Word Formation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CE2440-CE6E-EB7D-9926-EB6B212AC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 the combination of numbers so that letters arranged accordingly will form a meaningful word-  </a:t>
            </a:r>
          </a:p>
          <a:p>
            <a:pPr marL="0" indent="0">
              <a:buNone/>
            </a:pPr>
            <a:r>
              <a:rPr lang="en-US" dirty="0"/>
              <a:t>	I	P	E	L	O	C</a:t>
            </a:r>
          </a:p>
          <a:p>
            <a:pPr marL="0" indent="0">
              <a:buNone/>
            </a:pPr>
            <a:r>
              <a:rPr lang="en-US" dirty="0"/>
              <a:t>	1	2	3	4	5	6</a:t>
            </a:r>
          </a:p>
          <a:p>
            <a:r>
              <a:rPr lang="en-US" dirty="0"/>
              <a:t>451236	345126	143526	254163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EC7C34E7-00C7-F49A-EEAB-B1FE4D0C8C0A}"/>
              </a:ext>
            </a:extLst>
          </p:cNvPr>
          <p:cNvSpPr/>
          <p:nvPr/>
        </p:nvSpPr>
        <p:spPr>
          <a:xfrm>
            <a:off x="4078771" y="2743408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37CFC20E-3819-F672-2276-A0E570808E3D}"/>
              </a:ext>
            </a:extLst>
          </p:cNvPr>
          <p:cNvSpPr/>
          <p:nvPr/>
        </p:nvSpPr>
        <p:spPr>
          <a:xfrm>
            <a:off x="4983645" y="2743407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5160E78D-7401-19CF-9A22-7D5F5AC1A69C}"/>
              </a:ext>
            </a:extLst>
          </p:cNvPr>
          <p:cNvSpPr/>
          <p:nvPr/>
        </p:nvSpPr>
        <p:spPr>
          <a:xfrm>
            <a:off x="2255770" y="2738642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1C349CC6-C48C-8640-F2BC-34A102210059}"/>
              </a:ext>
            </a:extLst>
          </p:cNvPr>
          <p:cNvSpPr/>
          <p:nvPr/>
        </p:nvSpPr>
        <p:spPr>
          <a:xfrm>
            <a:off x="3154432" y="2738641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57E61655-E1BC-AA36-7D33-F18B69F836FF}"/>
              </a:ext>
            </a:extLst>
          </p:cNvPr>
          <p:cNvSpPr/>
          <p:nvPr/>
        </p:nvSpPr>
        <p:spPr>
          <a:xfrm>
            <a:off x="1325423" y="2738641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13AD68AB-4644-FE35-B1DC-073BDB2CAA8E}"/>
              </a:ext>
            </a:extLst>
          </p:cNvPr>
          <p:cNvSpPr/>
          <p:nvPr/>
        </p:nvSpPr>
        <p:spPr>
          <a:xfrm>
            <a:off x="5901772" y="2738641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3937050E-5933-BD73-BB34-1E250CAC57EB}"/>
              </a:ext>
            </a:extLst>
          </p:cNvPr>
          <p:cNvSpPr/>
          <p:nvPr/>
        </p:nvSpPr>
        <p:spPr>
          <a:xfrm>
            <a:off x="5783128" y="4189256"/>
            <a:ext cx="124383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058DC87-C5AE-16E2-D869-106372DC1BDF}"/>
              </a:ext>
            </a:extLst>
          </p:cNvPr>
          <p:cNvSpPr txBox="1"/>
          <p:nvPr/>
        </p:nvSpPr>
        <p:spPr>
          <a:xfrm>
            <a:off x="599867" y="4850295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P</a:t>
            </a:r>
            <a:endParaRPr lang="en-IN" sz="2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BDE6E67-5081-8E3D-20DD-6B0F87267960}"/>
              </a:ext>
            </a:extLst>
          </p:cNvPr>
          <p:cNvSpPr txBox="1"/>
          <p:nvPr/>
        </p:nvSpPr>
        <p:spPr>
          <a:xfrm>
            <a:off x="1958011" y="4850295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O</a:t>
            </a:r>
            <a:endParaRPr lang="en-IN" sz="2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C51461B-6138-9DA4-6F21-F06FABAF32A8}"/>
              </a:ext>
            </a:extLst>
          </p:cNvPr>
          <p:cNvSpPr txBox="1"/>
          <p:nvPr/>
        </p:nvSpPr>
        <p:spPr>
          <a:xfrm>
            <a:off x="3422790" y="4850294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L</a:t>
            </a:r>
            <a:endParaRPr lang="en-IN" sz="2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C19D7333-11E1-8586-AF62-D2730042860E}"/>
              </a:ext>
            </a:extLst>
          </p:cNvPr>
          <p:cNvSpPr txBox="1"/>
          <p:nvPr/>
        </p:nvSpPr>
        <p:spPr>
          <a:xfrm>
            <a:off x="4873903" y="4850294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I</a:t>
            </a:r>
            <a:endParaRPr lang="en-IN" sz="2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8D86CE4D-4A40-4DF7-409F-69B0ED07AB49}"/>
              </a:ext>
            </a:extLst>
          </p:cNvPr>
          <p:cNvSpPr txBox="1"/>
          <p:nvPr/>
        </p:nvSpPr>
        <p:spPr>
          <a:xfrm>
            <a:off x="6183382" y="4849507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C</a:t>
            </a:r>
            <a:endParaRPr lang="en-IN" sz="2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77B2729A-82A5-04A6-2EC4-49A1AEAA31AA}"/>
              </a:ext>
            </a:extLst>
          </p:cNvPr>
          <p:cNvSpPr txBox="1"/>
          <p:nvPr/>
        </p:nvSpPr>
        <p:spPr>
          <a:xfrm>
            <a:off x="7422046" y="4848720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E</a:t>
            </a:r>
            <a:endParaRPr lang="en-IN" sz="2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3BF87D8-288D-4305-9E76-1723646729DB}"/>
              </a:ext>
            </a:extLst>
          </p:cNvPr>
          <p:cNvSpPr txBox="1"/>
          <p:nvPr/>
        </p:nvSpPr>
        <p:spPr>
          <a:xfrm>
            <a:off x="599867" y="5620036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2</a:t>
            </a:r>
            <a:endParaRPr lang="en-IN" sz="2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CA6485E2-D2C1-71B8-2BC1-D89334F1FCA9}"/>
              </a:ext>
            </a:extLst>
          </p:cNvPr>
          <p:cNvSpPr txBox="1"/>
          <p:nvPr/>
        </p:nvSpPr>
        <p:spPr>
          <a:xfrm>
            <a:off x="1958011" y="5620036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5</a:t>
            </a:r>
            <a:endParaRPr lang="en-IN" sz="2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6B9E402-F6D9-F032-F906-20D5D8FE1175}"/>
              </a:ext>
            </a:extLst>
          </p:cNvPr>
          <p:cNvSpPr txBox="1"/>
          <p:nvPr/>
        </p:nvSpPr>
        <p:spPr>
          <a:xfrm>
            <a:off x="3422790" y="5620035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4</a:t>
            </a:r>
            <a:endParaRPr lang="en-IN" sz="2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1C81B01-808A-3B41-28C4-A59E5C0565D3}"/>
              </a:ext>
            </a:extLst>
          </p:cNvPr>
          <p:cNvSpPr txBox="1"/>
          <p:nvPr/>
        </p:nvSpPr>
        <p:spPr>
          <a:xfrm>
            <a:off x="4873903" y="5620035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1</a:t>
            </a:r>
            <a:endParaRPr lang="en-IN" sz="2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83E33E2F-9ECE-1D84-B77D-178628B97BAF}"/>
              </a:ext>
            </a:extLst>
          </p:cNvPr>
          <p:cNvSpPr txBox="1"/>
          <p:nvPr/>
        </p:nvSpPr>
        <p:spPr>
          <a:xfrm>
            <a:off x="6183382" y="5619248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6</a:t>
            </a:r>
            <a:endParaRPr lang="en-IN" sz="2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4DE815C4-C02E-A012-0087-879486AC44D0}"/>
              </a:ext>
            </a:extLst>
          </p:cNvPr>
          <p:cNvSpPr txBox="1"/>
          <p:nvPr/>
        </p:nvSpPr>
        <p:spPr>
          <a:xfrm>
            <a:off x="7422046" y="5618461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3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854574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6DCD6C-D6E3-5745-9B8B-29FBD6B2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Word Formation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CE2440-CE6E-EB7D-9926-EB6B212AC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If it is possible to make a meaningful word with the fourth, seventh, eleventh and thirteenth letters of the word – CATEGORISATION – Which will be the first letter of that word?</a:t>
            </a:r>
          </a:p>
          <a:p>
            <a:pPr algn="just"/>
            <a:r>
              <a:rPr lang="en-US" dirty="0"/>
              <a:t>C  A  T  E  G  O  R  I  S  A  T  I  O  N </a:t>
            </a:r>
          </a:p>
          <a:p>
            <a:pPr algn="just"/>
            <a:r>
              <a:rPr lang="en-US" dirty="0"/>
              <a:t>E	R	T	O</a:t>
            </a:r>
          </a:p>
          <a:p>
            <a:pPr algn="just"/>
            <a:r>
              <a:rPr lang="en-US" dirty="0"/>
              <a:t>TORE and ROTE</a:t>
            </a:r>
          </a:p>
          <a:p>
            <a:pPr algn="just"/>
            <a:r>
              <a:rPr lang="en-US" dirty="0"/>
              <a:t>First Letter – T and 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EC7C34E7-00C7-F49A-EEAB-B1FE4D0C8C0A}"/>
              </a:ext>
            </a:extLst>
          </p:cNvPr>
          <p:cNvSpPr/>
          <p:nvPr/>
        </p:nvSpPr>
        <p:spPr>
          <a:xfrm>
            <a:off x="1763370" y="3955981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37CFC20E-3819-F672-2276-A0E570808E3D}"/>
              </a:ext>
            </a:extLst>
          </p:cNvPr>
          <p:cNvSpPr/>
          <p:nvPr/>
        </p:nvSpPr>
        <p:spPr>
          <a:xfrm>
            <a:off x="2922726" y="3936100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5160E78D-7401-19CF-9A22-7D5F5AC1A69C}"/>
              </a:ext>
            </a:extLst>
          </p:cNvPr>
          <p:cNvSpPr/>
          <p:nvPr/>
        </p:nvSpPr>
        <p:spPr>
          <a:xfrm>
            <a:off x="4340915" y="3936099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1C349CC6-C48C-8640-F2BC-34A102210059}"/>
              </a:ext>
            </a:extLst>
          </p:cNvPr>
          <p:cNvSpPr/>
          <p:nvPr/>
        </p:nvSpPr>
        <p:spPr>
          <a:xfrm>
            <a:off x="4955899" y="3936098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453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6DCD6C-D6E3-5745-9B8B-29FBD6B2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Word Formation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CE2440-CE6E-EB7D-9926-EB6B212AC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Which word can be formed from the following letters?</a:t>
            </a:r>
          </a:p>
          <a:p>
            <a:r>
              <a:rPr lang="en-IN" dirty="0"/>
              <a:t>a   </a:t>
            </a:r>
            <a:r>
              <a:rPr lang="en-IN" dirty="0" err="1"/>
              <a:t>a</a:t>
            </a:r>
            <a:r>
              <a:rPr lang="en-IN" dirty="0"/>
              <a:t>   b   c   </a:t>
            </a:r>
            <a:r>
              <a:rPr lang="en-IN" dirty="0" err="1"/>
              <a:t>i</a:t>
            </a:r>
            <a:r>
              <a:rPr lang="en-IN" dirty="0"/>
              <a:t>   l   </a:t>
            </a:r>
            <a:r>
              <a:rPr lang="en-IN" dirty="0" err="1"/>
              <a:t>l</a:t>
            </a:r>
            <a:r>
              <a:rPr lang="en-IN" dirty="0"/>
              <a:t>   n   o   </a:t>
            </a:r>
            <a:r>
              <a:rPr lang="en-IN" dirty="0" err="1"/>
              <a:t>o</a:t>
            </a:r>
            <a:r>
              <a:rPr lang="en-IN" dirty="0"/>
              <a:t>   </a:t>
            </a:r>
            <a:r>
              <a:rPr lang="en-IN" dirty="0" err="1"/>
              <a:t>o</a:t>
            </a:r>
            <a:r>
              <a:rPr lang="en-IN" dirty="0"/>
              <a:t>   r   t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collaboration</a:t>
            </a:r>
          </a:p>
          <a:p>
            <a:pPr algn="just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EC7C34E7-00C7-F49A-EEAB-B1FE4D0C8C0A}"/>
              </a:ext>
            </a:extLst>
          </p:cNvPr>
          <p:cNvSpPr/>
          <p:nvPr/>
        </p:nvSpPr>
        <p:spPr>
          <a:xfrm>
            <a:off x="1944443" y="2176876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37CFC20E-3819-F672-2276-A0E570808E3D}"/>
              </a:ext>
            </a:extLst>
          </p:cNvPr>
          <p:cNvSpPr/>
          <p:nvPr/>
        </p:nvSpPr>
        <p:spPr>
          <a:xfrm>
            <a:off x="3908153" y="2176875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5160E78D-7401-19CF-9A22-7D5F5AC1A69C}"/>
              </a:ext>
            </a:extLst>
          </p:cNvPr>
          <p:cNvSpPr/>
          <p:nvPr/>
        </p:nvSpPr>
        <p:spPr>
          <a:xfrm>
            <a:off x="2672853" y="2176875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1C349CC6-C48C-8640-F2BC-34A102210059}"/>
              </a:ext>
            </a:extLst>
          </p:cNvPr>
          <p:cNvSpPr/>
          <p:nvPr/>
        </p:nvSpPr>
        <p:spPr>
          <a:xfrm>
            <a:off x="3068943" y="2176874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E3DB8EE4-15B9-41BE-C13F-0FF0A56C9DF8}"/>
              </a:ext>
            </a:extLst>
          </p:cNvPr>
          <p:cNvSpPr/>
          <p:nvPr/>
        </p:nvSpPr>
        <p:spPr>
          <a:xfrm>
            <a:off x="654813" y="2176874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7845A802-8045-AE0A-023E-F10EFD11FCB5}"/>
              </a:ext>
            </a:extLst>
          </p:cNvPr>
          <p:cNvSpPr/>
          <p:nvPr/>
        </p:nvSpPr>
        <p:spPr>
          <a:xfrm>
            <a:off x="1494023" y="2176873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937BCF9D-46EE-F89D-6743-B62F7E047E73}"/>
              </a:ext>
            </a:extLst>
          </p:cNvPr>
          <p:cNvSpPr/>
          <p:nvPr/>
        </p:nvSpPr>
        <p:spPr>
          <a:xfrm>
            <a:off x="1088300" y="2176872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8EF5746B-092F-2C98-6B0D-B322D064F842}"/>
              </a:ext>
            </a:extLst>
          </p:cNvPr>
          <p:cNvSpPr/>
          <p:nvPr/>
        </p:nvSpPr>
        <p:spPr>
          <a:xfrm>
            <a:off x="4375506" y="2176873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1CCD7FA5-3317-172F-47E6-15242A1CD2C5}"/>
              </a:ext>
            </a:extLst>
          </p:cNvPr>
          <p:cNvSpPr/>
          <p:nvPr/>
        </p:nvSpPr>
        <p:spPr>
          <a:xfrm>
            <a:off x="5216217" y="2176872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381FD2BF-89FD-B08C-4AF0-51F8644C8339}"/>
              </a:ext>
            </a:extLst>
          </p:cNvPr>
          <p:cNvSpPr/>
          <p:nvPr/>
        </p:nvSpPr>
        <p:spPr>
          <a:xfrm>
            <a:off x="5622828" y="2176872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40B8B517-0619-C3A5-2BE9-DC9AF91B4A58}"/>
              </a:ext>
            </a:extLst>
          </p:cNvPr>
          <p:cNvSpPr/>
          <p:nvPr/>
        </p:nvSpPr>
        <p:spPr>
          <a:xfrm>
            <a:off x="2344791" y="2176872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8A0884D4-2985-AAC2-3605-AF619ABF3A95}"/>
              </a:ext>
            </a:extLst>
          </p:cNvPr>
          <p:cNvSpPr/>
          <p:nvPr/>
        </p:nvSpPr>
        <p:spPr>
          <a:xfrm>
            <a:off x="4812969" y="2176872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5DE85D31-FBB2-991A-B46D-D8BD20C4FC30}"/>
              </a:ext>
            </a:extLst>
          </p:cNvPr>
          <p:cNvSpPr/>
          <p:nvPr/>
        </p:nvSpPr>
        <p:spPr>
          <a:xfrm>
            <a:off x="3455094" y="2157196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6C57708F-059C-F379-A318-AD5BF7AC35AB}"/>
              </a:ext>
            </a:extLst>
          </p:cNvPr>
          <p:cNvSpPr txBox="1"/>
          <p:nvPr/>
        </p:nvSpPr>
        <p:spPr>
          <a:xfrm>
            <a:off x="478299" y="3182779"/>
            <a:ext cx="6400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c</a:t>
            </a:r>
            <a:endParaRPr lang="en-IN" sz="2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A3A19C96-5AFC-7FEB-3688-578F808D420A}"/>
              </a:ext>
            </a:extLst>
          </p:cNvPr>
          <p:cNvSpPr txBox="1"/>
          <p:nvPr/>
        </p:nvSpPr>
        <p:spPr>
          <a:xfrm>
            <a:off x="909415" y="3185034"/>
            <a:ext cx="6400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o</a:t>
            </a:r>
            <a:endParaRPr lang="en-IN" sz="2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8CCA3B00-0A17-C478-1C73-09492C5D109D}"/>
              </a:ext>
            </a:extLst>
          </p:cNvPr>
          <p:cNvSpPr txBox="1"/>
          <p:nvPr/>
        </p:nvSpPr>
        <p:spPr>
          <a:xfrm>
            <a:off x="1322326" y="3206722"/>
            <a:ext cx="6400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l</a:t>
            </a:r>
            <a:endParaRPr lang="en-IN" sz="2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C840B7EE-08B1-8F9D-15E1-8C1D00FD45D9}"/>
              </a:ext>
            </a:extLst>
          </p:cNvPr>
          <p:cNvSpPr txBox="1"/>
          <p:nvPr/>
        </p:nvSpPr>
        <p:spPr>
          <a:xfrm>
            <a:off x="1823794" y="3211234"/>
            <a:ext cx="6400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l</a:t>
            </a:r>
            <a:endParaRPr lang="en-IN" sz="2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DE537C5-819F-A7AD-0D18-FAAB6352DD52}"/>
              </a:ext>
            </a:extLst>
          </p:cNvPr>
          <p:cNvSpPr txBox="1"/>
          <p:nvPr/>
        </p:nvSpPr>
        <p:spPr>
          <a:xfrm>
            <a:off x="2293222" y="3182776"/>
            <a:ext cx="6400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a</a:t>
            </a:r>
            <a:endParaRPr lang="en-IN" sz="2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4A733C66-D20C-F132-DA8E-920BD6B597F5}"/>
              </a:ext>
            </a:extLst>
          </p:cNvPr>
          <p:cNvSpPr txBox="1"/>
          <p:nvPr/>
        </p:nvSpPr>
        <p:spPr>
          <a:xfrm>
            <a:off x="2972365" y="3194773"/>
            <a:ext cx="6400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b</a:t>
            </a:r>
            <a:endParaRPr lang="en-IN" sz="2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F79A8968-137B-76F9-C596-177A5FEA62CC}"/>
              </a:ext>
            </a:extLst>
          </p:cNvPr>
          <p:cNvSpPr txBox="1"/>
          <p:nvPr/>
        </p:nvSpPr>
        <p:spPr>
          <a:xfrm>
            <a:off x="3605156" y="3175095"/>
            <a:ext cx="6400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o</a:t>
            </a:r>
            <a:endParaRPr lang="en-IN" sz="2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C1E7DE53-685E-7C2F-CF22-9AD8D98835D1}"/>
              </a:ext>
            </a:extLst>
          </p:cNvPr>
          <p:cNvSpPr txBox="1"/>
          <p:nvPr/>
        </p:nvSpPr>
        <p:spPr>
          <a:xfrm>
            <a:off x="4300718" y="3182776"/>
            <a:ext cx="6400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r</a:t>
            </a:r>
            <a:endParaRPr lang="en-IN" sz="2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83038A6A-49F2-8F04-121D-1077FF6BB9D9}"/>
              </a:ext>
            </a:extLst>
          </p:cNvPr>
          <p:cNvSpPr txBox="1"/>
          <p:nvPr/>
        </p:nvSpPr>
        <p:spPr>
          <a:xfrm>
            <a:off x="4947147" y="3189101"/>
            <a:ext cx="6400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a</a:t>
            </a:r>
            <a:endParaRPr lang="en-IN" sz="2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35567CB4-360C-71AC-3724-21FA684A80B5}"/>
              </a:ext>
            </a:extLst>
          </p:cNvPr>
          <p:cNvSpPr txBox="1"/>
          <p:nvPr/>
        </p:nvSpPr>
        <p:spPr>
          <a:xfrm>
            <a:off x="5566300" y="3182778"/>
            <a:ext cx="6400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t</a:t>
            </a:r>
            <a:endParaRPr lang="en-IN" sz="2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B2E88E42-180E-F173-B49B-B058EB458725}"/>
              </a:ext>
            </a:extLst>
          </p:cNvPr>
          <p:cNvSpPr txBox="1"/>
          <p:nvPr/>
        </p:nvSpPr>
        <p:spPr>
          <a:xfrm>
            <a:off x="6261862" y="3182778"/>
            <a:ext cx="6400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i</a:t>
            </a:r>
            <a:endParaRPr lang="en-IN" sz="2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A219F08E-9D38-9258-2D97-EAB57E02AFFA}"/>
              </a:ext>
            </a:extLst>
          </p:cNvPr>
          <p:cNvSpPr txBox="1"/>
          <p:nvPr/>
        </p:nvSpPr>
        <p:spPr>
          <a:xfrm>
            <a:off x="6821666" y="3182778"/>
            <a:ext cx="6400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o</a:t>
            </a:r>
            <a:endParaRPr lang="en-IN" sz="2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0E662060-0143-0B9D-CE3C-4528E95BA6B4}"/>
              </a:ext>
            </a:extLst>
          </p:cNvPr>
          <p:cNvSpPr txBox="1"/>
          <p:nvPr/>
        </p:nvSpPr>
        <p:spPr>
          <a:xfrm>
            <a:off x="7375677" y="3182777"/>
            <a:ext cx="6400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n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76034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6DCD6C-D6E3-5745-9B8B-29FBD6B2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Word Formation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CE2440-CE6E-EB7D-9926-EB6B212AC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Select the combination of numbers so that letters arranged accordingly will form a meaningful word-  </a:t>
            </a:r>
          </a:p>
          <a:p>
            <a:pPr marL="0" indent="0">
              <a:buNone/>
            </a:pPr>
            <a:r>
              <a:rPr lang="en-US" dirty="0"/>
              <a:t>	A	C	P	E	T	S</a:t>
            </a:r>
          </a:p>
          <a:p>
            <a:pPr marL="0" indent="0">
              <a:buNone/>
            </a:pPr>
            <a:r>
              <a:rPr lang="en-US" dirty="0"/>
              <a:t>	1	2	3	4	5	6</a:t>
            </a:r>
          </a:p>
          <a:p>
            <a:r>
              <a:rPr lang="en-US" dirty="0"/>
              <a:t>563412	163425	653421	234156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EC7C34E7-00C7-F49A-EEAB-B1FE4D0C8C0A}"/>
              </a:ext>
            </a:extLst>
          </p:cNvPr>
          <p:cNvSpPr/>
          <p:nvPr/>
        </p:nvSpPr>
        <p:spPr>
          <a:xfrm>
            <a:off x="4078771" y="2743408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37CFC20E-3819-F672-2276-A0E570808E3D}"/>
              </a:ext>
            </a:extLst>
          </p:cNvPr>
          <p:cNvSpPr/>
          <p:nvPr/>
        </p:nvSpPr>
        <p:spPr>
          <a:xfrm>
            <a:off x="4983645" y="2743407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5160E78D-7401-19CF-9A22-7D5F5AC1A69C}"/>
              </a:ext>
            </a:extLst>
          </p:cNvPr>
          <p:cNvSpPr/>
          <p:nvPr/>
        </p:nvSpPr>
        <p:spPr>
          <a:xfrm>
            <a:off x="2255770" y="2738642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1C349CC6-C48C-8640-F2BC-34A102210059}"/>
              </a:ext>
            </a:extLst>
          </p:cNvPr>
          <p:cNvSpPr/>
          <p:nvPr/>
        </p:nvSpPr>
        <p:spPr>
          <a:xfrm>
            <a:off x="3154432" y="2738641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57E61655-E1BC-AA36-7D33-F18B69F836FF}"/>
              </a:ext>
            </a:extLst>
          </p:cNvPr>
          <p:cNvSpPr/>
          <p:nvPr/>
        </p:nvSpPr>
        <p:spPr>
          <a:xfrm>
            <a:off x="1325423" y="2738641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13AD68AB-4644-FE35-B1DC-073BDB2CAA8E}"/>
              </a:ext>
            </a:extLst>
          </p:cNvPr>
          <p:cNvSpPr/>
          <p:nvPr/>
        </p:nvSpPr>
        <p:spPr>
          <a:xfrm>
            <a:off x="5901772" y="2738641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3937050E-5933-BD73-BB34-1E250CAC57EB}"/>
              </a:ext>
            </a:extLst>
          </p:cNvPr>
          <p:cNvSpPr/>
          <p:nvPr/>
        </p:nvSpPr>
        <p:spPr>
          <a:xfrm>
            <a:off x="2104405" y="4179338"/>
            <a:ext cx="124383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058DC87-C5AE-16E2-D869-106372DC1BDF}"/>
              </a:ext>
            </a:extLst>
          </p:cNvPr>
          <p:cNvSpPr txBox="1"/>
          <p:nvPr/>
        </p:nvSpPr>
        <p:spPr>
          <a:xfrm>
            <a:off x="599867" y="4850295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A</a:t>
            </a:r>
            <a:endParaRPr lang="en-IN" sz="2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BDE6E67-5081-8E3D-20DD-6B0F87267960}"/>
              </a:ext>
            </a:extLst>
          </p:cNvPr>
          <p:cNvSpPr txBox="1"/>
          <p:nvPr/>
        </p:nvSpPr>
        <p:spPr>
          <a:xfrm>
            <a:off x="1958011" y="4850295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S</a:t>
            </a:r>
            <a:endParaRPr lang="en-IN" sz="2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C51461B-6138-9DA4-6F21-F06FABAF32A8}"/>
              </a:ext>
            </a:extLst>
          </p:cNvPr>
          <p:cNvSpPr txBox="1"/>
          <p:nvPr/>
        </p:nvSpPr>
        <p:spPr>
          <a:xfrm>
            <a:off x="3422790" y="4850294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P</a:t>
            </a:r>
            <a:endParaRPr lang="en-IN" sz="2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C19D7333-11E1-8586-AF62-D2730042860E}"/>
              </a:ext>
            </a:extLst>
          </p:cNvPr>
          <p:cNvSpPr txBox="1"/>
          <p:nvPr/>
        </p:nvSpPr>
        <p:spPr>
          <a:xfrm>
            <a:off x="4873903" y="4850294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E</a:t>
            </a:r>
            <a:endParaRPr lang="en-IN" sz="2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8D86CE4D-4A40-4DF7-409F-69B0ED07AB49}"/>
              </a:ext>
            </a:extLst>
          </p:cNvPr>
          <p:cNvSpPr txBox="1"/>
          <p:nvPr/>
        </p:nvSpPr>
        <p:spPr>
          <a:xfrm>
            <a:off x="6183382" y="4849507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C</a:t>
            </a:r>
            <a:endParaRPr lang="en-IN" sz="2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77B2729A-82A5-04A6-2EC4-49A1AEAA31AA}"/>
              </a:ext>
            </a:extLst>
          </p:cNvPr>
          <p:cNvSpPr txBox="1"/>
          <p:nvPr/>
        </p:nvSpPr>
        <p:spPr>
          <a:xfrm>
            <a:off x="7422046" y="4848720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T</a:t>
            </a:r>
            <a:endParaRPr lang="en-IN" sz="2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3BF87D8-288D-4305-9E76-1723646729DB}"/>
              </a:ext>
            </a:extLst>
          </p:cNvPr>
          <p:cNvSpPr txBox="1"/>
          <p:nvPr/>
        </p:nvSpPr>
        <p:spPr>
          <a:xfrm>
            <a:off x="599867" y="5620036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1</a:t>
            </a:r>
            <a:endParaRPr lang="en-IN" sz="2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CA6485E2-D2C1-71B8-2BC1-D89334F1FCA9}"/>
              </a:ext>
            </a:extLst>
          </p:cNvPr>
          <p:cNvSpPr txBox="1"/>
          <p:nvPr/>
        </p:nvSpPr>
        <p:spPr>
          <a:xfrm>
            <a:off x="1958011" y="5620036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6</a:t>
            </a:r>
            <a:endParaRPr lang="en-IN" sz="2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6B9E402-F6D9-F032-F906-20D5D8FE1175}"/>
              </a:ext>
            </a:extLst>
          </p:cNvPr>
          <p:cNvSpPr txBox="1"/>
          <p:nvPr/>
        </p:nvSpPr>
        <p:spPr>
          <a:xfrm>
            <a:off x="3422790" y="5620035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3</a:t>
            </a:r>
            <a:endParaRPr lang="en-IN" sz="2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1C81B01-808A-3B41-28C4-A59E5C0565D3}"/>
              </a:ext>
            </a:extLst>
          </p:cNvPr>
          <p:cNvSpPr txBox="1"/>
          <p:nvPr/>
        </p:nvSpPr>
        <p:spPr>
          <a:xfrm>
            <a:off x="4873903" y="5620035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4</a:t>
            </a:r>
            <a:endParaRPr lang="en-IN" sz="2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83E33E2F-9ECE-1D84-B77D-178628B97BAF}"/>
              </a:ext>
            </a:extLst>
          </p:cNvPr>
          <p:cNvSpPr txBox="1"/>
          <p:nvPr/>
        </p:nvSpPr>
        <p:spPr>
          <a:xfrm>
            <a:off x="6183382" y="5619248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2</a:t>
            </a:r>
            <a:endParaRPr lang="en-IN" sz="2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4DE815C4-C02E-A012-0087-879486AC44D0}"/>
              </a:ext>
            </a:extLst>
          </p:cNvPr>
          <p:cNvSpPr txBox="1"/>
          <p:nvPr/>
        </p:nvSpPr>
        <p:spPr>
          <a:xfrm>
            <a:off x="7422046" y="5618461"/>
            <a:ext cx="6783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5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18470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Word Formation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Combination of Numbers - Meaningful Word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Choose One Word – Formed/Not Formed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Meaningful Word – Specific Letters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Word Formation – Given Letters</a:t>
            </a:r>
          </a:p>
        </p:txBody>
      </p:sp>
    </p:spTree>
    <p:extLst>
      <p:ext uri="{BB962C8B-B14F-4D97-AF65-F5344CB8AC3E}">
        <p14:creationId xmlns:p14="http://schemas.microsoft.com/office/powerpoint/2010/main" val="349384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Word Formation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Unscrambling Letters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Letters – Given Word</a:t>
            </a:r>
          </a:p>
        </p:txBody>
      </p:sp>
    </p:spTree>
    <p:extLst>
      <p:ext uri="{BB962C8B-B14F-4D97-AF65-F5344CB8AC3E}">
        <p14:creationId xmlns:p14="http://schemas.microsoft.com/office/powerpoint/2010/main" val="666873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8608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9388</TotalTime>
  <Words>352</Words>
  <Application>Microsoft Office PowerPoint</Application>
  <PresentationFormat>On-screen Show (4:3)</PresentationFormat>
  <Paragraphs>120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Word Formation</vt:lpstr>
      <vt:lpstr>Word Formation</vt:lpstr>
      <vt:lpstr>Word Formation</vt:lpstr>
      <vt:lpstr>Word Formation</vt:lpstr>
      <vt:lpstr>Word Formation</vt:lpstr>
      <vt:lpstr>Word Formation</vt:lpstr>
      <vt:lpstr>Word Formation</vt:lpstr>
      <vt:lpstr>Word Formation</vt:lpstr>
      <vt:lpstr>Word Formation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my pc</cp:lastModifiedBy>
  <cp:revision>584</cp:revision>
  <dcterms:created xsi:type="dcterms:W3CDTF">2020-12-18T18:59:12Z</dcterms:created>
  <dcterms:modified xsi:type="dcterms:W3CDTF">2022-11-05T07:30:25Z</dcterms:modified>
</cp:coreProperties>
</file>