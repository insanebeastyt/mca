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78" r:id="rId2"/>
    <p:sldId id="279" r:id="rId3"/>
    <p:sldId id="418" r:id="rId4"/>
    <p:sldId id="420" r:id="rId5"/>
    <p:sldId id="433" r:id="rId6"/>
    <p:sldId id="432" r:id="rId7"/>
    <p:sldId id="434" r:id="rId8"/>
    <p:sldId id="430" r:id="rId9"/>
    <p:sldId id="421" r:id="rId10"/>
    <p:sldId id="435" r:id="rId11"/>
    <p:sldId id="431" r:id="rId12"/>
    <p:sldId id="424" r:id="rId13"/>
    <p:sldId id="438" r:id="rId14"/>
    <p:sldId id="425" r:id="rId15"/>
    <p:sldId id="426" r:id="rId16"/>
    <p:sldId id="427" r:id="rId17"/>
    <p:sldId id="436" r:id="rId18"/>
    <p:sldId id="429" r:id="rId19"/>
    <p:sldId id="415" r:id="rId20"/>
    <p:sldId id="437" r:id="rId21"/>
    <p:sldId id="343" r:id="rId22"/>
    <p:sldId id="34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4B"/>
    <a:srgbClr val="262626"/>
    <a:srgbClr val="ABABAB"/>
    <a:srgbClr val="03232C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define the concept of principal, rate, time, simple interest, and amount.</a:t>
            </a:r>
            <a:endParaRPr lang="en-IN" dirty="0"/>
          </a:p>
          <a:p>
            <a:pPr algn="just"/>
            <a:r>
              <a:rPr lang="en-US" dirty="0"/>
              <a:t>explore the formulae of principal, rate, time, simple interest, and amount.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(P or 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2B4-FCAA-4DD8-B1EA-1E13C055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The total amount of money borrowed by an individual from other individual. </a:t>
            </a:r>
          </a:p>
          <a:p>
            <a:pPr lvl="0" algn="just"/>
            <a:r>
              <a:rPr lang="en-US" dirty="0"/>
              <a:t>The money borrowed or lent out for a certain period. </a:t>
            </a:r>
          </a:p>
          <a:p>
            <a:pPr algn="just" fontAlgn="base"/>
            <a:r>
              <a:rPr lang="en-US" dirty="0"/>
              <a:t>The principal is the amount that initially borrowed from the bank or invested.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0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F9EC-76B9-4137-B21E-7C1D1AD1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of Interest (R or 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9FE7-A574-4B7B-9C0A-A0D1492D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Interest - Extra money paid for using other’s money.</a:t>
            </a:r>
          </a:p>
          <a:p>
            <a:pPr algn="just" fontAlgn="base"/>
            <a:r>
              <a:rPr lang="en-US" dirty="0"/>
              <a:t>Interest – Per cent.</a:t>
            </a:r>
          </a:p>
          <a:p>
            <a:pPr algn="just" fontAlgn="base"/>
            <a:r>
              <a:rPr lang="en-US" dirty="0"/>
              <a:t>5% or 9%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11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F9EC-76B9-4137-B21E-7C1D1AD1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of Interest (R or r)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79FE7-A574-4B7B-9C0A-A0D1492D3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 fontAlgn="base"/>
                <a:r>
                  <a:rPr lang="en-US" dirty="0"/>
                  <a:t>Rate of interest – Percentage (R% or r% )</a:t>
                </a:r>
              </a:p>
              <a:p>
                <a:pPr algn="just" fontAlgn="base"/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 fontAlgn="base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 fontAlgn="base"/>
                <a:r>
                  <a:rPr lang="en-US" dirty="0"/>
                  <a:t>Rate of interest - 5%, 10%, or 12%, etc.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79FE7-A574-4B7B-9C0A-A0D1492D3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798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F9EC-76B9-4137-B21E-7C1D1AD1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of Interest – Fixed Period of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9FE7-A574-4B7B-9C0A-A0D1492D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A Specified term.</a:t>
            </a:r>
          </a:p>
          <a:p>
            <a:pPr fontAlgn="base"/>
            <a:r>
              <a:rPr lang="en-US" dirty="0"/>
              <a:t>Per cent of the principal.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02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F9EC-76B9-4137-B21E-7C1D1AD1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or Interest – Fixed Period of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9FE7-A574-4B7B-9C0A-A0D1492D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/>
              <a:t>Fixed Period - A year, six months, three months or a month.</a:t>
            </a:r>
          </a:p>
          <a:p>
            <a:pPr algn="just" fontAlgn="base"/>
            <a:r>
              <a:rPr lang="en-US" dirty="0"/>
              <a:t>Rate of interest - Annually, semi-annually, quarterly or monthly. </a:t>
            </a:r>
          </a:p>
          <a:p>
            <a:pPr algn="just" fontAlgn="base"/>
            <a:r>
              <a:rPr lang="en-US" dirty="0"/>
              <a:t>Rate of interest is 5% per annum. </a:t>
            </a:r>
          </a:p>
          <a:p>
            <a:pPr algn="just" fontAlgn="base"/>
            <a:r>
              <a:rPr lang="en-US" dirty="0"/>
              <a:t>Interest payable on 100 for one year is 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70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F9EC-76B9-4137-B21E-7C1D1AD1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Time (T or 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9FE7-A574-4B7B-9C0A-A0D1492D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duration for which the principal amount is given to someone. </a:t>
            </a:r>
          </a:p>
          <a:p>
            <a:r>
              <a:rPr lang="en-US" dirty="0"/>
              <a:t>A year, six months, three months or a month.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988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1B3C-6173-4A62-AFA7-45A24751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Interest (S.I.)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1D3-1781-4E01-9FC5-27BCCDD8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the interest on a sum borrowed for a certain period is reckoned uniformly. </a:t>
            </a:r>
          </a:p>
          <a:p>
            <a:pPr algn="just"/>
            <a:r>
              <a:rPr lang="en-US" dirty="0"/>
              <a:t>When interest is payable on the principal amount only.</a:t>
            </a:r>
          </a:p>
        </p:txBody>
      </p:sp>
    </p:spTree>
    <p:extLst>
      <p:ext uri="{BB962C8B-B14F-4D97-AF65-F5344CB8AC3E}">
        <p14:creationId xmlns:p14="http://schemas.microsoft.com/office/powerpoint/2010/main" val="57412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1B3C-6173-4A62-AFA7-45A24751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Interest (S.I.)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1D3-1781-4E01-9FC5-27BCCDD8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interest computed on the principal amount for the entire period it is borrowed. </a:t>
            </a:r>
          </a:p>
          <a:p>
            <a:pPr algn="just"/>
            <a:r>
              <a:rPr lang="en-US" dirty="0"/>
              <a:t>Simple interest on Rs. 100 at 5% per annum = Rs. 5 each year. </a:t>
            </a:r>
          </a:p>
        </p:txBody>
      </p:sp>
    </p:spTree>
    <p:extLst>
      <p:ext uri="{BB962C8B-B14F-4D97-AF65-F5344CB8AC3E}">
        <p14:creationId xmlns:p14="http://schemas.microsoft.com/office/powerpoint/2010/main" val="304269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1B3C-6173-4A62-AFA7-45A24751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(A)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1D3-1781-4E01-9FC5-27BCCDD8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Principal borrowed plus the interest.</a:t>
            </a:r>
          </a:p>
        </p:txBody>
      </p:sp>
    </p:spTree>
    <p:extLst>
      <p:ext uri="{BB962C8B-B14F-4D97-AF65-F5344CB8AC3E}">
        <p14:creationId xmlns:p14="http://schemas.microsoft.com/office/powerpoint/2010/main" val="197005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28EC9-1955-454D-9D90-2D0A40973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 or p 	= Principal</a:t>
            </a:r>
          </a:p>
          <a:p>
            <a:r>
              <a:rPr lang="en-US" dirty="0"/>
              <a:t>R or r 	= Rate </a:t>
            </a:r>
          </a:p>
          <a:p>
            <a:r>
              <a:rPr lang="en-US" dirty="0"/>
              <a:t>T or t 	= Number of years</a:t>
            </a:r>
          </a:p>
          <a:p>
            <a:r>
              <a:rPr lang="en-US" dirty="0"/>
              <a:t>S.I. or I 	= Simple interest </a:t>
            </a:r>
          </a:p>
          <a:p>
            <a:r>
              <a:rPr lang="en-US" dirty="0"/>
              <a:t>A 		= Amount</a:t>
            </a:r>
          </a:p>
        </p:txBody>
      </p:sp>
    </p:spTree>
    <p:extLst>
      <p:ext uri="{BB962C8B-B14F-4D97-AF65-F5344CB8AC3E}">
        <p14:creationId xmlns:p14="http://schemas.microsoft.com/office/powerpoint/2010/main" val="3318269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 or p = Principal, R or r = Rate, T or t = Number of years, S.I. or I = Simple interest, and A = Amount</a:t>
                </a:r>
              </a:p>
              <a:p>
                <a:r>
                  <a:rPr lang="en-US" dirty="0"/>
                  <a:t>Simple Interest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04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Simple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Interest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Principal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Simple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Interest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470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Simple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Interest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Rate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Simple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Interest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2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Simple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Interest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Time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Simple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Interest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xRate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88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1B3C-6173-4A62-AFA7-45A24751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1D3-1781-4E01-9FC5-27BCCDD8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Amount  	= Principal + Interest</a:t>
            </a:r>
          </a:p>
          <a:p>
            <a:r>
              <a:rPr lang="en-IN" dirty="0"/>
              <a:t>A		= P (or p) + S.I. (or I)</a:t>
            </a:r>
          </a:p>
          <a:p>
            <a:r>
              <a:rPr lang="en-IN" dirty="0"/>
              <a:t>Principal 	= Amount – Interest </a:t>
            </a:r>
          </a:p>
          <a:p>
            <a:r>
              <a:rPr lang="en-IN" dirty="0"/>
              <a:t>P		= A – S.I.</a:t>
            </a:r>
            <a:endParaRPr lang="en-US" dirty="0"/>
          </a:p>
          <a:p>
            <a:r>
              <a:rPr lang="en-IN" dirty="0"/>
              <a:t>Interest 	= Amount – Principal</a:t>
            </a:r>
          </a:p>
          <a:p>
            <a:r>
              <a:rPr lang="en-IN" dirty="0"/>
              <a:t>S.I. 		= A - P</a:t>
            </a:r>
          </a:p>
        </p:txBody>
      </p:sp>
    </p:spTree>
    <p:extLst>
      <p:ext uri="{BB962C8B-B14F-4D97-AF65-F5344CB8AC3E}">
        <p14:creationId xmlns:p14="http://schemas.microsoft.com/office/powerpoint/2010/main" val="3504982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DE17-3A55-458A-925B-591CBF1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Amount</m:t>
                    </m:r>
                    <m:r>
                      <m:rPr>
                        <m:nor/>
                      </m:rPr>
                      <a:rPr lang="en-IN" dirty="0" smtClean="0"/>
                      <m:t> = </m:t>
                    </m:r>
                    <m:r>
                      <m:rPr>
                        <m:nor/>
                      </m:rPr>
                      <a:rPr lang="en-IN" dirty="0" smtClean="0"/>
                      <m:t>Principal</m:t>
                    </m:r>
                    <m:r>
                      <m:rPr>
                        <m:nor/>
                      </m:rPr>
                      <a:rPr lang="en-IN" dirty="0" smtClean="0"/>
                      <m:t> + </m:t>
                    </m:r>
                    <m:r>
                      <m:rPr>
                        <m:nor/>
                      </m:rPr>
                      <a:rPr lang="en-IN" dirty="0" smtClean="0"/>
                      <m:t>Simple</m:t>
                    </m:r>
                    <m:r>
                      <m:rPr>
                        <m:nor/>
                      </m:rPr>
                      <a:rPr lang="en-IN" dirty="0" smtClean="0"/>
                      <m:t> </m:t>
                    </m:r>
                    <m:r>
                      <m:rPr>
                        <m:nor/>
                      </m:rPr>
                      <a:rPr lang="en-IN" dirty="0" smtClean="0"/>
                      <m:t>Interest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Amount</m:t>
                    </m:r>
                    <m:r>
                      <m:rPr>
                        <m:nor/>
                      </m:rPr>
                      <a:rPr lang="en-IN" dirty="0" smtClean="0"/>
                      <m:t> = </m:t>
                    </m:r>
                    <m:r>
                      <m:rPr>
                        <m:nor/>
                      </m:rPr>
                      <a:rPr lang="en-IN" dirty="0" smtClean="0"/>
                      <m:t>Principal</m:t>
                    </m:r>
                    <m:r>
                      <m:rPr>
                        <m:nor/>
                      </m:rPr>
                      <a:rPr lang="en-IN" dirty="0" smtClean="0"/>
                      <m:t> +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Amount</m:t>
                    </m:r>
                    <m:r>
                      <m:rPr>
                        <m:nor/>
                      </m:rPr>
                      <a:rPr lang="en-IN" dirty="0" smtClean="0"/>
                      <m:t> = </m:t>
                    </m:r>
                    <m:r>
                      <m:rPr>
                        <m:nor/>
                      </m:rPr>
                      <a:rPr lang="en-IN" dirty="0" smtClean="0"/>
                      <m:t>Principal</m:t>
                    </m:r>
                    <m:r>
                      <m:rPr>
                        <m:nor/>
                      </m:rPr>
                      <a:rPr lang="en-IN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(1 </m:t>
                    </m:r>
                    <m:r>
                      <m:rPr>
                        <m:nor/>
                      </m:rPr>
                      <a:rPr lang="en-IN" dirty="0" smtClean="0"/>
                      <m:t>+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r>
                  <a:rPr lang="en-US" dirty="0"/>
                  <a:t>A = P ( 1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r>
                  <a:rPr lang="en-US" dirty="0"/>
                  <a:t>A = p ( 1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28EC9-1955-454D-9D90-2D0A4097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004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Principal - The total amount of money borrowed.</a:t>
            </a:r>
          </a:p>
          <a:p>
            <a:pPr algn="just"/>
            <a:r>
              <a:rPr lang="en-US" dirty="0"/>
              <a:t>Rate or Rate of Interest – Extra Money Paid per cent.</a:t>
            </a:r>
          </a:p>
          <a:p>
            <a:pPr algn="just"/>
            <a:r>
              <a:rPr lang="en-US" dirty="0"/>
              <a:t>Time - Duration for which the principal amount is given. </a:t>
            </a:r>
          </a:p>
          <a:p>
            <a:pPr algn="just"/>
            <a:r>
              <a:rPr lang="en-US" dirty="0"/>
              <a:t>Simple Interest - The interest computed on the principal amount for the entire period it is borrowed.</a:t>
            </a:r>
          </a:p>
          <a:p>
            <a:pPr algn="just"/>
            <a:r>
              <a:rPr lang="en-US" dirty="0"/>
              <a:t>Amount - Principal borrowed plus the interest.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Simple Interest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Principal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Rate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IN" dirty="0"/>
                  <a:t>Amount  		= Principal + Interest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619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Basic Concept and </a:t>
            </a:r>
            <a:r>
              <a:rPr lang="en-US" dirty="0" err="1"/>
              <a:t>Formulaes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Principal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Rate or Rate of Interest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Time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Simple Interest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Amount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1853</TotalTime>
  <Words>637</Words>
  <Application>Microsoft Office PowerPoint</Application>
  <PresentationFormat>On-screen Show (4:3)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Principal (P or p)</vt:lpstr>
      <vt:lpstr>Rate of Interest (R or r)</vt:lpstr>
      <vt:lpstr>Rate of Interest (R or r)</vt:lpstr>
      <vt:lpstr>Rate of Interest – Fixed Period of Time</vt:lpstr>
      <vt:lpstr>Rate or Interest – Fixed Period of Time</vt:lpstr>
      <vt:lpstr> Time (T or t)</vt:lpstr>
      <vt:lpstr>Simple Interest (S.I.)</vt:lpstr>
      <vt:lpstr>Simple Interest (S.I.)</vt:lpstr>
      <vt:lpstr>Amount (A)</vt:lpstr>
      <vt:lpstr>Basic Formulae</vt:lpstr>
      <vt:lpstr>Basic Formulae</vt:lpstr>
      <vt:lpstr>Basic Formulae</vt:lpstr>
      <vt:lpstr>Basic Formulae</vt:lpstr>
      <vt:lpstr>Basic Formulae</vt:lpstr>
      <vt:lpstr>Basic Formulae</vt:lpstr>
      <vt:lpstr>Basic Formulae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125</cp:revision>
  <dcterms:created xsi:type="dcterms:W3CDTF">2020-12-18T18:59:12Z</dcterms:created>
  <dcterms:modified xsi:type="dcterms:W3CDTF">2022-04-19T07:25:45Z</dcterms:modified>
</cp:coreProperties>
</file>