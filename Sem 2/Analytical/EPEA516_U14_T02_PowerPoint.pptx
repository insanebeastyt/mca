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78" r:id="rId2"/>
    <p:sldId id="856" r:id="rId3"/>
    <p:sldId id="774" r:id="rId4"/>
    <p:sldId id="845" r:id="rId5"/>
    <p:sldId id="886" r:id="rId6"/>
    <p:sldId id="887" r:id="rId7"/>
    <p:sldId id="888" r:id="rId8"/>
    <p:sldId id="889" r:id="rId9"/>
    <p:sldId id="868" r:id="rId10"/>
    <p:sldId id="890" r:id="rId11"/>
    <p:sldId id="891" r:id="rId12"/>
    <p:sldId id="892" r:id="rId13"/>
    <p:sldId id="893" r:id="rId14"/>
    <p:sldId id="869" r:id="rId15"/>
    <p:sldId id="894" r:id="rId16"/>
    <p:sldId id="895" r:id="rId17"/>
    <p:sldId id="896" r:id="rId18"/>
    <p:sldId id="897" r:id="rId19"/>
    <p:sldId id="870" r:id="rId20"/>
    <p:sldId id="898" r:id="rId21"/>
    <p:sldId id="899" r:id="rId22"/>
    <p:sldId id="900" r:id="rId23"/>
    <p:sldId id="901" r:id="rId24"/>
    <p:sldId id="767" r:id="rId25"/>
    <p:sldId id="343" r:id="rId26"/>
    <p:sldId id="34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F28"/>
    <a:srgbClr val="262626"/>
    <a:srgbClr val="03232C"/>
    <a:srgbClr val="A8004B"/>
    <a:srgbClr val="ABABAB"/>
    <a:srgbClr val="02222C"/>
    <a:srgbClr val="01141A"/>
    <a:srgbClr val="034155"/>
    <a:srgbClr val="3B3C3E"/>
    <a:srgbClr val="357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-726" y="-9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66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xmlns="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xmlns="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xmlns="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xmlns="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xmlns="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develop understanding about the basics of classification,</a:t>
            </a:r>
          </a:p>
          <a:p>
            <a:pPr lvl="0" algn="just"/>
            <a:r>
              <a:rPr lang="en-US" dirty="0"/>
              <a:t>solve various problems relating to classification. </a:t>
            </a:r>
          </a:p>
        </p:txBody>
      </p:sp>
    </p:spTree>
    <p:extLst>
      <p:ext uri="{BB962C8B-B14F-4D97-AF65-F5344CB8AC3E}">
        <p14:creationId xmlns:p14="http://schemas.microsoft.com/office/powerpoint/2010/main" val="1045868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Select the items </a:t>
            </a:r>
          </a:p>
          <a:p>
            <a:pPr algn="just"/>
            <a:r>
              <a:rPr lang="en-US" sz="2800" dirty="0"/>
              <a:t>Group </a:t>
            </a:r>
          </a:p>
          <a:p>
            <a:pPr algn="just"/>
            <a:r>
              <a:rPr lang="en-US" sz="2800" dirty="0"/>
              <a:t>Common Qualities </a:t>
            </a:r>
          </a:p>
          <a:p>
            <a:pPr algn="just"/>
            <a:r>
              <a:rPr lang="en-US" sz="2800" dirty="0"/>
              <a:t>Different - Strangers</a:t>
            </a:r>
          </a:p>
          <a:p>
            <a:pPr marL="0" indent="0" algn="just">
              <a:lnSpc>
                <a:spcPct val="170000"/>
              </a:lnSpc>
              <a:buNone/>
            </a:pPr>
            <a:endParaRPr lang="fr-FR" dirty="0"/>
          </a:p>
          <a:p>
            <a:pPr algn="just">
              <a:lnSpc>
                <a:spcPct val="170000"/>
              </a:lnSpc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54836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Choose the word which is least like the other words in the group. </a:t>
            </a:r>
          </a:p>
          <a:p>
            <a:pPr algn="just"/>
            <a:r>
              <a:rPr lang="en-IN" dirty="0"/>
              <a:t>Giraffe</a:t>
            </a:r>
          </a:p>
          <a:p>
            <a:pPr algn="just"/>
            <a:r>
              <a:rPr lang="en-IN" dirty="0"/>
              <a:t>Lion </a:t>
            </a:r>
          </a:p>
          <a:p>
            <a:pPr algn="just"/>
            <a:r>
              <a:rPr lang="en-IN" dirty="0"/>
              <a:t>Horse </a:t>
            </a:r>
          </a:p>
          <a:p>
            <a:pPr algn="just"/>
            <a:r>
              <a:rPr lang="en-IN" dirty="0"/>
              <a:t> Zebra</a:t>
            </a:r>
          </a:p>
          <a:p>
            <a:pPr algn="just"/>
            <a:r>
              <a:rPr lang="en-US" dirty="0"/>
              <a:t>All animals belong to wild group except Horse.</a:t>
            </a:r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428F8717-9D92-4FDB-C8BA-3F5D58FC7C96}"/>
              </a:ext>
            </a:extLst>
          </p:cNvPr>
          <p:cNvSpPr/>
          <p:nvPr/>
        </p:nvSpPr>
        <p:spPr>
          <a:xfrm>
            <a:off x="589716" y="4174639"/>
            <a:ext cx="1030363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913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Choose the word which is least like the other words in the group. </a:t>
            </a:r>
          </a:p>
          <a:p>
            <a:pPr algn="just"/>
            <a:r>
              <a:rPr lang="en-IN" dirty="0"/>
              <a:t>Cardamom</a:t>
            </a:r>
          </a:p>
          <a:p>
            <a:pPr algn="just"/>
            <a:r>
              <a:rPr lang="en-IN" dirty="0"/>
              <a:t>Chalk</a:t>
            </a:r>
          </a:p>
          <a:p>
            <a:pPr algn="just"/>
            <a:r>
              <a:rPr lang="en-IN" dirty="0"/>
              <a:t>Rubber </a:t>
            </a:r>
          </a:p>
          <a:p>
            <a:pPr algn="just"/>
            <a:r>
              <a:rPr lang="en-IN" dirty="0"/>
              <a:t>Tea</a:t>
            </a:r>
          </a:p>
          <a:p>
            <a:pPr algn="just"/>
            <a:r>
              <a:rPr lang="en-US" dirty="0"/>
              <a:t>Chalk is obtained from Stone, others from trees.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428F8717-9D92-4FDB-C8BA-3F5D58FC7C96}"/>
              </a:ext>
            </a:extLst>
          </p:cNvPr>
          <p:cNvSpPr/>
          <p:nvPr/>
        </p:nvSpPr>
        <p:spPr>
          <a:xfrm>
            <a:off x="510203" y="3342814"/>
            <a:ext cx="1229145" cy="6825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598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Choose the word which is least like the other words in the group. </a:t>
            </a:r>
          </a:p>
          <a:p>
            <a:pPr algn="just"/>
            <a:r>
              <a:rPr lang="en-IN" dirty="0"/>
              <a:t>Bus Stand</a:t>
            </a:r>
          </a:p>
          <a:p>
            <a:pPr algn="just"/>
            <a:r>
              <a:rPr lang="en-IN" dirty="0"/>
              <a:t>Hangar</a:t>
            </a:r>
          </a:p>
          <a:p>
            <a:pPr algn="just"/>
            <a:r>
              <a:rPr lang="en-IN" dirty="0"/>
              <a:t>Platform </a:t>
            </a:r>
          </a:p>
          <a:p>
            <a:pPr algn="just"/>
            <a:r>
              <a:rPr lang="en-IN" dirty="0"/>
              <a:t>Park</a:t>
            </a:r>
          </a:p>
          <a:p>
            <a:pPr algn="just"/>
            <a:r>
              <a:rPr lang="en-US" dirty="0"/>
              <a:t>All are stations or Halting places except park.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428F8717-9D92-4FDB-C8BA-3F5D58FC7C96}"/>
              </a:ext>
            </a:extLst>
          </p:cNvPr>
          <p:cNvSpPr/>
          <p:nvPr/>
        </p:nvSpPr>
        <p:spPr>
          <a:xfrm>
            <a:off x="559899" y="4916673"/>
            <a:ext cx="892487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453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/>
              <a:t>Choose the word which is least like the other words in the group. </a:t>
            </a:r>
          </a:p>
          <a:p>
            <a:pPr algn="just"/>
            <a:r>
              <a:rPr lang="en-IN" dirty="0"/>
              <a:t>Bow</a:t>
            </a:r>
          </a:p>
          <a:p>
            <a:pPr algn="just"/>
            <a:r>
              <a:rPr lang="en-IN" dirty="0"/>
              <a:t>Deck </a:t>
            </a:r>
          </a:p>
          <a:p>
            <a:pPr algn="just"/>
            <a:r>
              <a:rPr lang="en-IN" dirty="0"/>
              <a:t>Quay </a:t>
            </a:r>
          </a:p>
          <a:p>
            <a:pPr algn="just"/>
            <a:r>
              <a:rPr lang="en-IN" dirty="0"/>
              <a:t>Stern</a:t>
            </a:r>
          </a:p>
          <a:p>
            <a:pPr algn="just"/>
            <a:r>
              <a:rPr lang="en-US" dirty="0"/>
              <a:t>All are parts of a ship except Quay (a platform where goods and passengers are loaded on and off boats).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428F8717-9D92-4FDB-C8BA-3F5D58FC7C96}"/>
              </a:ext>
            </a:extLst>
          </p:cNvPr>
          <p:cNvSpPr/>
          <p:nvPr/>
        </p:nvSpPr>
        <p:spPr>
          <a:xfrm>
            <a:off x="609375" y="4012214"/>
            <a:ext cx="892487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891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Choose the word which is least like the other words in the group. </a:t>
            </a:r>
          </a:p>
          <a:p>
            <a:r>
              <a:rPr lang="en-IN" dirty="0"/>
              <a:t>Botany </a:t>
            </a:r>
          </a:p>
          <a:p>
            <a:r>
              <a:rPr lang="en-IN" dirty="0"/>
              <a:t>Chemistry </a:t>
            </a:r>
          </a:p>
          <a:p>
            <a:r>
              <a:rPr lang="en-IN" dirty="0"/>
              <a:t>Geography</a:t>
            </a:r>
          </a:p>
          <a:p>
            <a:r>
              <a:rPr lang="en-IN" dirty="0"/>
              <a:t>Physics </a:t>
            </a:r>
          </a:p>
          <a:p>
            <a:r>
              <a:rPr lang="en-US" dirty="0"/>
              <a:t>All are the types of science subject except Geography.</a:t>
            </a:r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428F8717-9D92-4FDB-C8BA-3F5D58FC7C96}"/>
              </a:ext>
            </a:extLst>
          </p:cNvPr>
          <p:cNvSpPr/>
          <p:nvPr/>
        </p:nvSpPr>
        <p:spPr>
          <a:xfrm>
            <a:off x="549959" y="4124693"/>
            <a:ext cx="1825493" cy="64608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41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Choose the odd-one out. </a:t>
            </a:r>
          </a:p>
          <a:p>
            <a:pPr algn="just"/>
            <a:r>
              <a:rPr lang="pt-BR" dirty="0"/>
              <a:t>53 </a:t>
            </a:r>
          </a:p>
          <a:p>
            <a:pPr algn="just"/>
            <a:r>
              <a:rPr lang="pt-BR" dirty="0"/>
              <a:t>85 </a:t>
            </a:r>
          </a:p>
          <a:p>
            <a:pPr algn="just"/>
            <a:r>
              <a:rPr lang="pt-BR" dirty="0"/>
              <a:t>125 </a:t>
            </a:r>
          </a:p>
          <a:p>
            <a:pPr algn="just"/>
            <a:r>
              <a:rPr lang="pt-BR" dirty="0"/>
              <a:t>147 </a:t>
            </a:r>
          </a:p>
          <a:p>
            <a:pPr algn="just"/>
            <a:r>
              <a:rPr lang="en-US" dirty="0"/>
              <a:t>125 is the only perfect cube; rest are random numbers.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5224C5AA-DCB9-FA3C-4387-64629DCDEBBF}"/>
              </a:ext>
            </a:extLst>
          </p:cNvPr>
          <p:cNvSpPr/>
          <p:nvPr/>
        </p:nvSpPr>
        <p:spPr>
          <a:xfrm>
            <a:off x="361950" y="3564951"/>
            <a:ext cx="1287946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571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Choose the odd-one out. </a:t>
            </a:r>
          </a:p>
          <a:p>
            <a:r>
              <a:rPr lang="pt-BR" dirty="0"/>
              <a:t>64</a:t>
            </a:r>
          </a:p>
          <a:p>
            <a:r>
              <a:rPr lang="pt-BR" dirty="0"/>
              <a:t>169 </a:t>
            </a:r>
          </a:p>
          <a:p>
            <a:r>
              <a:rPr lang="pt-BR" dirty="0"/>
              <a:t>484 </a:t>
            </a:r>
          </a:p>
          <a:p>
            <a:r>
              <a:rPr lang="pt-BR" dirty="0"/>
              <a:t>315 </a:t>
            </a:r>
          </a:p>
          <a:p>
            <a:r>
              <a:rPr lang="en-US" dirty="0"/>
              <a:t>315 is the odd one out as the rest all are squares of different numbers</a:t>
            </a:r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5224C5AA-DCB9-FA3C-4387-64629DCDEBBF}"/>
              </a:ext>
            </a:extLst>
          </p:cNvPr>
          <p:cNvSpPr/>
          <p:nvPr/>
        </p:nvSpPr>
        <p:spPr>
          <a:xfrm>
            <a:off x="371889" y="4290506"/>
            <a:ext cx="1118980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470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Choose the odd-one out. </a:t>
            </a:r>
          </a:p>
          <a:p>
            <a:pPr algn="just"/>
            <a:r>
              <a:rPr lang="pt-BR" dirty="0"/>
              <a:t>3781 </a:t>
            </a:r>
          </a:p>
          <a:p>
            <a:pPr algn="just"/>
            <a:r>
              <a:rPr lang="pt-BR" dirty="0"/>
              <a:t>7359 </a:t>
            </a:r>
          </a:p>
          <a:p>
            <a:pPr algn="just"/>
            <a:r>
              <a:rPr lang="pt-BR" dirty="0"/>
              <a:t>9175 </a:t>
            </a:r>
          </a:p>
          <a:p>
            <a:pPr algn="just"/>
            <a:r>
              <a:rPr lang="pt-BR" dirty="0"/>
              <a:t>9317 </a:t>
            </a:r>
          </a:p>
          <a:p>
            <a:pPr algn="just"/>
            <a:r>
              <a:rPr lang="en-US" dirty="0"/>
              <a:t>3781 is the odd one out as other numbers contain only odd digits.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5224C5AA-DCB9-FA3C-4387-64629DCDEBBF}"/>
              </a:ext>
            </a:extLst>
          </p:cNvPr>
          <p:cNvSpPr/>
          <p:nvPr/>
        </p:nvSpPr>
        <p:spPr>
          <a:xfrm>
            <a:off x="361950" y="2163533"/>
            <a:ext cx="1696285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803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Choose the odd-one out. </a:t>
            </a:r>
          </a:p>
          <a:p>
            <a:pPr algn="just"/>
            <a:r>
              <a:rPr lang="pt-BR" dirty="0"/>
              <a:t>17 </a:t>
            </a:r>
          </a:p>
          <a:p>
            <a:pPr algn="just"/>
            <a:r>
              <a:rPr lang="pt-BR" dirty="0"/>
              <a:t>15 </a:t>
            </a:r>
          </a:p>
          <a:p>
            <a:pPr algn="just"/>
            <a:r>
              <a:rPr lang="pt-BR" dirty="0"/>
              <a:t>13 </a:t>
            </a:r>
          </a:p>
          <a:p>
            <a:pPr algn="just"/>
            <a:r>
              <a:rPr lang="pt-BR" dirty="0"/>
              <a:t>11</a:t>
            </a:r>
          </a:p>
          <a:p>
            <a:pPr algn="just"/>
            <a:r>
              <a:rPr lang="en-US" dirty="0"/>
              <a:t>All numbers are prime numbers except 15.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5224C5AA-DCB9-FA3C-4387-64629DCDEBBF}"/>
              </a:ext>
            </a:extLst>
          </p:cNvPr>
          <p:cNvSpPr/>
          <p:nvPr/>
        </p:nvSpPr>
        <p:spPr>
          <a:xfrm>
            <a:off x="559899" y="2889089"/>
            <a:ext cx="602980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603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Choose the odd-one out. </a:t>
            </a:r>
          </a:p>
          <a:p>
            <a:pPr algn="just"/>
            <a:r>
              <a:rPr lang="pt-BR" dirty="0"/>
              <a:t>65 </a:t>
            </a:r>
          </a:p>
          <a:p>
            <a:pPr algn="just"/>
            <a:r>
              <a:rPr lang="pt-BR" dirty="0"/>
              <a:t>126 </a:t>
            </a:r>
          </a:p>
          <a:p>
            <a:pPr algn="just"/>
            <a:r>
              <a:rPr lang="pt-BR" dirty="0"/>
              <a:t>28</a:t>
            </a:r>
          </a:p>
          <a:p>
            <a:pPr algn="just"/>
            <a:r>
              <a:rPr lang="pt-BR" dirty="0"/>
              <a:t>361</a:t>
            </a:r>
          </a:p>
          <a:p>
            <a:pPr algn="just"/>
            <a:r>
              <a:rPr lang="en-US" dirty="0"/>
              <a:t>28 is the only number with all even digits.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5224C5AA-DCB9-FA3C-4387-64629DCDEBBF}"/>
              </a:ext>
            </a:extLst>
          </p:cNvPr>
          <p:cNvSpPr/>
          <p:nvPr/>
        </p:nvSpPr>
        <p:spPr>
          <a:xfrm>
            <a:off x="361950" y="3624584"/>
            <a:ext cx="969893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146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Choose the odd one out. </a:t>
            </a:r>
          </a:p>
          <a:p>
            <a:pPr algn="just"/>
            <a:r>
              <a:rPr lang="en-IN" dirty="0"/>
              <a:t>Up </a:t>
            </a:r>
          </a:p>
          <a:p>
            <a:pPr algn="just"/>
            <a:r>
              <a:rPr lang="en-IN" dirty="0"/>
              <a:t>Down </a:t>
            </a:r>
          </a:p>
          <a:p>
            <a:pPr algn="just"/>
            <a:r>
              <a:rPr lang="en-IN" dirty="0"/>
              <a:t>Below </a:t>
            </a:r>
          </a:p>
          <a:p>
            <a:pPr algn="just"/>
            <a:r>
              <a:rPr lang="en-IN" dirty="0"/>
              <a:t>Small </a:t>
            </a:r>
          </a:p>
          <a:p>
            <a:pPr algn="just"/>
            <a:r>
              <a:rPr lang="en-US" dirty="0"/>
              <a:t>Small is adjective whereas rest are prepositions.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20A9EF10-64DB-79BF-CE03-A7003904E978}"/>
              </a:ext>
            </a:extLst>
          </p:cNvPr>
          <p:cNvSpPr/>
          <p:nvPr/>
        </p:nvSpPr>
        <p:spPr>
          <a:xfrm>
            <a:off x="470446" y="4310385"/>
            <a:ext cx="1219206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170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Choose the odd one out. </a:t>
            </a:r>
          </a:p>
          <a:p>
            <a:pPr algn="just"/>
            <a:r>
              <a:rPr lang="en-IN" dirty="0"/>
              <a:t>Hydrogen </a:t>
            </a:r>
          </a:p>
          <a:p>
            <a:pPr algn="just"/>
            <a:r>
              <a:rPr lang="en-IN" dirty="0"/>
              <a:t>Oxygen </a:t>
            </a:r>
          </a:p>
          <a:p>
            <a:pPr algn="just"/>
            <a:r>
              <a:rPr lang="en-IN" dirty="0"/>
              <a:t>Iodine </a:t>
            </a:r>
          </a:p>
          <a:p>
            <a:pPr algn="just"/>
            <a:r>
              <a:rPr lang="en-IN" dirty="0"/>
              <a:t>Nitrogen </a:t>
            </a:r>
          </a:p>
          <a:p>
            <a:pPr algn="just"/>
            <a:r>
              <a:rPr lang="en-US" dirty="0"/>
              <a:t>Iodine is liquid where as rest are gases. </a:t>
            </a:r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20A9EF10-64DB-79BF-CE03-A7003904E978}"/>
              </a:ext>
            </a:extLst>
          </p:cNvPr>
          <p:cNvSpPr/>
          <p:nvPr/>
        </p:nvSpPr>
        <p:spPr>
          <a:xfrm>
            <a:off x="540020" y="3604707"/>
            <a:ext cx="1219206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789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Choose the odd one out. </a:t>
            </a:r>
          </a:p>
          <a:p>
            <a:pPr algn="just"/>
            <a:r>
              <a:rPr lang="en-IN" dirty="0"/>
              <a:t>Assortment </a:t>
            </a:r>
          </a:p>
          <a:p>
            <a:pPr algn="just"/>
            <a:r>
              <a:rPr lang="en-IN" dirty="0"/>
              <a:t>Assemble </a:t>
            </a:r>
          </a:p>
          <a:p>
            <a:pPr algn="just"/>
            <a:r>
              <a:rPr lang="en-IN" dirty="0"/>
              <a:t>Collection </a:t>
            </a:r>
          </a:p>
          <a:p>
            <a:pPr algn="just"/>
            <a:r>
              <a:rPr lang="en-IN" dirty="0"/>
              <a:t>Cluster </a:t>
            </a:r>
          </a:p>
          <a:p>
            <a:pPr algn="just"/>
            <a:r>
              <a:rPr lang="en-US" dirty="0"/>
              <a:t>All denotes collection of selected items except Cluster.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20A9EF10-64DB-79BF-CE03-A7003904E978}"/>
              </a:ext>
            </a:extLst>
          </p:cNvPr>
          <p:cNvSpPr/>
          <p:nvPr/>
        </p:nvSpPr>
        <p:spPr>
          <a:xfrm>
            <a:off x="589715" y="4300446"/>
            <a:ext cx="1278841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084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Choose the odd one out. </a:t>
            </a:r>
          </a:p>
          <a:p>
            <a:pPr algn="just"/>
            <a:r>
              <a:rPr lang="en-IN" dirty="0"/>
              <a:t>Rice </a:t>
            </a:r>
          </a:p>
          <a:p>
            <a:pPr algn="just"/>
            <a:r>
              <a:rPr lang="en-IN" dirty="0"/>
              <a:t>Mustard</a:t>
            </a:r>
          </a:p>
          <a:p>
            <a:pPr algn="just"/>
            <a:r>
              <a:rPr lang="en-IN" dirty="0"/>
              <a:t>Barley </a:t>
            </a:r>
          </a:p>
          <a:p>
            <a:pPr algn="just"/>
            <a:r>
              <a:rPr lang="en-IN" dirty="0"/>
              <a:t>Pea </a:t>
            </a:r>
            <a:endParaRPr lang="en-US" dirty="0"/>
          </a:p>
          <a:p>
            <a:pPr algn="just"/>
            <a:r>
              <a:rPr lang="en-US" dirty="0"/>
              <a:t>Rice is kharif Crop while rest are Rabi crops.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20A9EF10-64DB-79BF-CE03-A7003904E978}"/>
              </a:ext>
            </a:extLst>
          </p:cNvPr>
          <p:cNvSpPr/>
          <p:nvPr/>
        </p:nvSpPr>
        <p:spPr>
          <a:xfrm>
            <a:off x="291542" y="2133716"/>
            <a:ext cx="1219206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60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Choose the odd one out. </a:t>
            </a:r>
          </a:p>
          <a:p>
            <a:pPr algn="just"/>
            <a:r>
              <a:rPr lang="en-IN" dirty="0"/>
              <a:t>Crab</a:t>
            </a:r>
          </a:p>
          <a:p>
            <a:pPr algn="just"/>
            <a:r>
              <a:rPr lang="en-IN" dirty="0"/>
              <a:t>Fish </a:t>
            </a:r>
          </a:p>
          <a:p>
            <a:pPr algn="just"/>
            <a:r>
              <a:rPr lang="en-IN" dirty="0"/>
              <a:t>Octopus</a:t>
            </a:r>
          </a:p>
          <a:p>
            <a:pPr algn="just"/>
            <a:r>
              <a:rPr lang="en-IN" dirty="0"/>
              <a:t>Scorpion </a:t>
            </a:r>
          </a:p>
          <a:p>
            <a:pPr algn="just"/>
            <a:r>
              <a:rPr lang="en-US" dirty="0"/>
              <a:t>All lives in water except Scorpion. </a:t>
            </a:r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20A9EF10-64DB-79BF-CE03-A7003904E978}"/>
              </a:ext>
            </a:extLst>
          </p:cNvPr>
          <p:cNvSpPr/>
          <p:nvPr/>
        </p:nvSpPr>
        <p:spPr>
          <a:xfrm>
            <a:off x="549959" y="4320324"/>
            <a:ext cx="1547198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622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/>
              <a:t>Choose the odd one out. </a:t>
            </a:r>
          </a:p>
          <a:p>
            <a:pPr algn="just"/>
            <a:r>
              <a:rPr lang="en-IN" dirty="0"/>
              <a:t>Big </a:t>
            </a:r>
          </a:p>
          <a:p>
            <a:pPr algn="just"/>
            <a:r>
              <a:rPr lang="en-IN" dirty="0"/>
              <a:t>Huge </a:t>
            </a:r>
          </a:p>
          <a:p>
            <a:pPr algn="just"/>
            <a:r>
              <a:rPr lang="en-IN" dirty="0"/>
              <a:t>Small </a:t>
            </a:r>
          </a:p>
          <a:p>
            <a:pPr algn="just"/>
            <a:r>
              <a:rPr lang="en-IN" dirty="0"/>
              <a:t>Trivial</a:t>
            </a:r>
          </a:p>
          <a:p>
            <a:pPr algn="just"/>
            <a:r>
              <a:rPr lang="en-US" dirty="0"/>
              <a:t>Trivial describes something which is of little value or importance whereas rest of words describe the physical size of objects.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434DA80A-5453-DD6B-CCD8-D9E5AB675500}"/>
              </a:ext>
            </a:extLst>
          </p:cNvPr>
          <p:cNvSpPr/>
          <p:nvPr/>
        </p:nvSpPr>
        <p:spPr>
          <a:xfrm>
            <a:off x="440629" y="4101663"/>
            <a:ext cx="1696285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6938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Choose the odd one out. </a:t>
            </a:r>
          </a:p>
          <a:p>
            <a:pPr algn="just"/>
            <a:r>
              <a:rPr lang="en-IN" dirty="0"/>
              <a:t>Cat</a:t>
            </a:r>
          </a:p>
          <a:p>
            <a:pPr algn="just"/>
            <a:r>
              <a:rPr lang="en-IN" dirty="0"/>
              <a:t>Rabbit </a:t>
            </a:r>
          </a:p>
          <a:p>
            <a:pPr algn="just"/>
            <a:r>
              <a:rPr lang="en-IN" dirty="0"/>
              <a:t>Mongoose </a:t>
            </a:r>
          </a:p>
          <a:p>
            <a:pPr algn="just"/>
            <a:r>
              <a:rPr lang="en-IN" dirty="0"/>
              <a:t>Squirrel </a:t>
            </a:r>
          </a:p>
          <a:p>
            <a:pPr algn="just"/>
            <a:r>
              <a:rPr lang="en-US" dirty="0"/>
              <a:t>All are rodents or rat family except cat.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434DA80A-5453-DD6B-CCD8-D9E5AB675500}"/>
              </a:ext>
            </a:extLst>
          </p:cNvPr>
          <p:cNvSpPr/>
          <p:nvPr/>
        </p:nvSpPr>
        <p:spPr>
          <a:xfrm>
            <a:off x="361950" y="2173471"/>
            <a:ext cx="1696285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756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Choose the odd one out. </a:t>
            </a:r>
          </a:p>
          <a:p>
            <a:pPr algn="just"/>
            <a:r>
              <a:rPr lang="en-IN" dirty="0"/>
              <a:t>Cousin </a:t>
            </a:r>
          </a:p>
          <a:p>
            <a:pPr algn="just"/>
            <a:r>
              <a:rPr lang="en-IN" dirty="0"/>
              <a:t>Uncle </a:t>
            </a:r>
          </a:p>
          <a:p>
            <a:pPr algn="just"/>
            <a:r>
              <a:rPr lang="en-IN" dirty="0"/>
              <a:t>Nephew</a:t>
            </a:r>
          </a:p>
          <a:p>
            <a:pPr algn="just"/>
            <a:r>
              <a:rPr lang="en-IN" dirty="0"/>
              <a:t>Brother</a:t>
            </a:r>
          </a:p>
          <a:p>
            <a:pPr algn="just"/>
            <a:r>
              <a:rPr lang="en-US" dirty="0"/>
              <a:t>All are relation based on parent’s brother and sister except brother 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434DA80A-5453-DD6B-CCD8-D9E5AB675500}"/>
              </a:ext>
            </a:extLst>
          </p:cNvPr>
          <p:cNvSpPr/>
          <p:nvPr/>
        </p:nvSpPr>
        <p:spPr>
          <a:xfrm>
            <a:off x="371890" y="4290506"/>
            <a:ext cx="1696285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620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Choose the odd one out. </a:t>
            </a:r>
          </a:p>
          <a:p>
            <a:pPr algn="just"/>
            <a:r>
              <a:rPr lang="en-IN" dirty="0"/>
              <a:t>Arc </a:t>
            </a:r>
          </a:p>
          <a:p>
            <a:pPr algn="just"/>
            <a:r>
              <a:rPr lang="en-IN" dirty="0"/>
              <a:t>Diagonal </a:t>
            </a:r>
          </a:p>
          <a:p>
            <a:pPr algn="just"/>
            <a:r>
              <a:rPr lang="en-IN" dirty="0"/>
              <a:t>Radius </a:t>
            </a:r>
          </a:p>
          <a:p>
            <a:pPr algn="just"/>
            <a:r>
              <a:rPr lang="en-IN" dirty="0"/>
              <a:t>Tangent</a:t>
            </a:r>
          </a:p>
          <a:p>
            <a:pPr algn="just"/>
            <a:r>
              <a:rPr lang="en-US" dirty="0"/>
              <a:t>All are the parts of a circle except </a:t>
            </a:r>
            <a:r>
              <a:rPr lang="en-US" dirty="0" err="1"/>
              <a:t>diagnoal</a:t>
            </a:r>
            <a:r>
              <a:rPr lang="en-US" dirty="0"/>
              <a:t>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434DA80A-5453-DD6B-CCD8-D9E5AB675500}"/>
              </a:ext>
            </a:extLst>
          </p:cNvPr>
          <p:cNvSpPr/>
          <p:nvPr/>
        </p:nvSpPr>
        <p:spPr>
          <a:xfrm>
            <a:off x="540020" y="2879150"/>
            <a:ext cx="1696285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419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/>
              <a:t>Choose the odd one out. </a:t>
            </a:r>
          </a:p>
          <a:p>
            <a:pPr algn="just"/>
            <a:r>
              <a:rPr lang="en-IN" dirty="0"/>
              <a:t>Crater </a:t>
            </a:r>
          </a:p>
          <a:p>
            <a:pPr algn="just"/>
            <a:r>
              <a:rPr lang="en-IN" dirty="0"/>
              <a:t>Epicentre </a:t>
            </a:r>
          </a:p>
          <a:p>
            <a:pPr algn="just"/>
            <a:r>
              <a:rPr lang="en-IN" dirty="0"/>
              <a:t>Focus </a:t>
            </a:r>
          </a:p>
          <a:p>
            <a:pPr algn="just"/>
            <a:r>
              <a:rPr lang="en-IN" dirty="0"/>
              <a:t>Richter Scale</a:t>
            </a:r>
          </a:p>
          <a:p>
            <a:pPr algn="just"/>
            <a:r>
              <a:rPr lang="en-US" dirty="0"/>
              <a:t>All are related with </a:t>
            </a:r>
            <a:r>
              <a:rPr lang="en-US" dirty="0" err="1"/>
              <a:t>earthequake</a:t>
            </a:r>
            <a:r>
              <a:rPr lang="en-US" dirty="0"/>
              <a:t>, except crater which is a circular depression in the ground caused by volcanic activity.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434DA80A-5453-DD6B-CCD8-D9E5AB675500}"/>
              </a:ext>
            </a:extLst>
          </p:cNvPr>
          <p:cNvSpPr/>
          <p:nvPr/>
        </p:nvSpPr>
        <p:spPr>
          <a:xfrm>
            <a:off x="361950" y="2074080"/>
            <a:ext cx="1696285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666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Classification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Odd One Out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Items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Group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Common Qualities</a:t>
            </a:r>
          </a:p>
          <a:p>
            <a:pPr lvl="1" algn="just">
              <a:lnSpc>
                <a:spcPct val="150000"/>
              </a:lnSpc>
            </a:pP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64402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Verbal Reasoning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Classification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5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9732</TotalTime>
  <Words>531</Words>
  <Application>Microsoft Office PowerPoint</Application>
  <PresentationFormat>On-screen Show (4:3)</PresentationFormat>
  <Paragraphs>156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Classification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my pc</cp:lastModifiedBy>
  <cp:revision>625</cp:revision>
  <dcterms:created xsi:type="dcterms:W3CDTF">2020-12-18T18:59:12Z</dcterms:created>
  <dcterms:modified xsi:type="dcterms:W3CDTF">2022-11-05T07:50:50Z</dcterms:modified>
</cp:coreProperties>
</file>