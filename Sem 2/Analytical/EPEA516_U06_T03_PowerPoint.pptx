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674" r:id="rId3"/>
    <p:sldId id="803" r:id="rId4"/>
    <p:sldId id="874" r:id="rId5"/>
    <p:sldId id="878" r:id="rId6"/>
    <p:sldId id="875" r:id="rId7"/>
    <p:sldId id="871" r:id="rId8"/>
    <p:sldId id="876" r:id="rId9"/>
    <p:sldId id="879" r:id="rId10"/>
    <p:sldId id="872" r:id="rId11"/>
    <p:sldId id="881" r:id="rId12"/>
    <p:sldId id="882" r:id="rId13"/>
    <p:sldId id="883" r:id="rId14"/>
    <p:sldId id="849" r:id="rId15"/>
    <p:sldId id="847" r:id="rId16"/>
    <p:sldId id="84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5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alpha-numeric sequence puzzle and logical sequence of words, </a:t>
            </a:r>
          </a:p>
          <a:p>
            <a:pPr lvl="0" algn="just"/>
            <a:r>
              <a:rPr lang="en-US" dirty="0"/>
              <a:t>solve various problems relating to alpha-numeric sequence puzzle and logical sequence of words.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Jumbled Sequence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Letters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Numbers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Symbols </a:t>
            </a:r>
          </a:p>
          <a:p>
            <a:pPr algn="just"/>
            <a:r>
              <a:rPr lang="en-US" sz="2800" dirty="0"/>
              <a:t>Location – Sequence</a:t>
            </a:r>
          </a:p>
        </p:txBody>
      </p:sp>
    </p:spTree>
    <p:extLst>
      <p:ext uri="{BB962C8B-B14F-4D97-AF65-F5344CB8AC3E}">
        <p14:creationId xmlns:p14="http://schemas.microsoft.com/office/powerpoint/2010/main" val="64890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BB5EA-61C3-B91E-0B70-358992EA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22D733-8FF2-A5F0-4C3D-309E09FB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altLang="en-US" sz="2800" dirty="0"/>
              <a:t>&amp;  (  8  2  F  4  8  H  %  #  &amp;  &lt;  %  6  J  5  #  !  2</a:t>
            </a:r>
          </a:p>
          <a:p>
            <a:pPr algn="just"/>
            <a:r>
              <a:rPr lang="en-US" altLang="en-US" sz="2800" dirty="0"/>
              <a:t>How many such numbers are there in the above sequence that are immediately followed by a symbol and also immediately preceded by a letter?</a:t>
            </a:r>
          </a:p>
          <a:p>
            <a:pPr algn="just"/>
            <a:r>
              <a:rPr lang="en-US" altLang="en-US" sz="2800" dirty="0"/>
              <a:t>A) 0            B)  1              C) 2                  D) 3</a:t>
            </a:r>
          </a:p>
          <a:p>
            <a:pPr algn="just"/>
            <a:r>
              <a:rPr lang="en-US" altLang="en-US" sz="2800" dirty="0"/>
              <a:t>19 Terms </a:t>
            </a:r>
          </a:p>
          <a:p>
            <a:pPr algn="just"/>
            <a:r>
              <a:rPr lang="en-US" altLang="en-US" sz="2800" dirty="0"/>
              <a:t>7 Numbers </a:t>
            </a:r>
          </a:p>
          <a:p>
            <a:pPr algn="just"/>
            <a:r>
              <a:rPr lang="en-US" altLang="en-US" sz="2800" dirty="0"/>
              <a:t>12 Alphabets (3)/Symbols (9)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F4A96C7-057E-B3E3-9041-89F5C4B57732}"/>
              </a:ext>
            </a:extLst>
          </p:cNvPr>
          <p:cNvSpPr/>
          <p:nvPr/>
        </p:nvSpPr>
        <p:spPr>
          <a:xfrm>
            <a:off x="6070739" y="1405144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FA7AC7BC-B292-02A2-4145-24889241BFDA}"/>
              </a:ext>
            </a:extLst>
          </p:cNvPr>
          <p:cNvCxnSpPr/>
          <p:nvPr/>
        </p:nvCxnSpPr>
        <p:spPr>
          <a:xfrm>
            <a:off x="755374" y="2633870"/>
            <a:ext cx="80266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B81F080-5F60-6CD8-78EF-B618D3E6C18A}"/>
              </a:ext>
            </a:extLst>
          </p:cNvPr>
          <p:cNvCxnSpPr>
            <a:cxnSpLocks/>
          </p:cNvCxnSpPr>
          <p:nvPr/>
        </p:nvCxnSpPr>
        <p:spPr>
          <a:xfrm>
            <a:off x="648113" y="3124200"/>
            <a:ext cx="82175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731A3B-F6F7-82E5-6857-1D893DE4D0E1}"/>
              </a:ext>
            </a:extLst>
          </p:cNvPr>
          <p:cNvSpPr/>
          <p:nvPr/>
        </p:nvSpPr>
        <p:spPr>
          <a:xfrm>
            <a:off x="2727450" y="3881026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34AEB59-9B92-1AF6-CF66-685E2904BA2D}"/>
              </a:ext>
            </a:extLst>
          </p:cNvPr>
          <p:cNvCxnSpPr>
            <a:cxnSpLocks/>
          </p:cNvCxnSpPr>
          <p:nvPr/>
        </p:nvCxnSpPr>
        <p:spPr>
          <a:xfrm>
            <a:off x="648113" y="3621157"/>
            <a:ext cx="62595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C8FD036-E47E-E13A-7062-8857793C57B6}"/>
              </a:ext>
            </a:extLst>
          </p:cNvPr>
          <p:cNvSpPr/>
          <p:nvPr/>
        </p:nvSpPr>
        <p:spPr>
          <a:xfrm>
            <a:off x="5677826" y="1319004"/>
            <a:ext cx="1130478" cy="558665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1E8BE6B8-9348-D9A1-8DD0-C7CC093746DB}"/>
              </a:ext>
            </a:extLst>
          </p:cNvPr>
          <p:cNvSpPr/>
          <p:nvPr/>
        </p:nvSpPr>
        <p:spPr>
          <a:xfrm>
            <a:off x="1273452" y="1405143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CDF0C497-672D-09A6-C902-42E1762C3631}"/>
              </a:ext>
            </a:extLst>
          </p:cNvPr>
          <p:cNvSpPr/>
          <p:nvPr/>
        </p:nvSpPr>
        <p:spPr>
          <a:xfrm>
            <a:off x="1666365" y="1405143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74C39F8-3929-4713-909C-71FFF9A79BC8}"/>
              </a:ext>
            </a:extLst>
          </p:cNvPr>
          <p:cNvSpPr/>
          <p:nvPr/>
        </p:nvSpPr>
        <p:spPr>
          <a:xfrm>
            <a:off x="2337601" y="1405143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AD169E5-343D-4CDB-6131-F693110057CE}"/>
              </a:ext>
            </a:extLst>
          </p:cNvPr>
          <p:cNvSpPr/>
          <p:nvPr/>
        </p:nvSpPr>
        <p:spPr>
          <a:xfrm>
            <a:off x="2709643" y="1405142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66FCB221-6D2C-2F31-7063-F0AC60C16F7C}"/>
              </a:ext>
            </a:extLst>
          </p:cNvPr>
          <p:cNvSpPr/>
          <p:nvPr/>
        </p:nvSpPr>
        <p:spPr>
          <a:xfrm>
            <a:off x="5328854" y="1405142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4FE1BE9D-2B7D-6038-0618-98DECF11463B}"/>
              </a:ext>
            </a:extLst>
          </p:cNvPr>
          <p:cNvSpPr/>
          <p:nvPr/>
        </p:nvSpPr>
        <p:spPr>
          <a:xfrm>
            <a:off x="7093582" y="1405141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9B377DF-495B-CEA0-8498-8D568BAAEFD0}"/>
              </a:ext>
            </a:extLst>
          </p:cNvPr>
          <p:cNvSpPr txBox="1"/>
          <p:nvPr/>
        </p:nvSpPr>
        <p:spPr>
          <a:xfrm>
            <a:off x="3647661" y="4540806"/>
            <a:ext cx="4144617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Letter – Number - Symbol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27453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BB5EA-61C3-B91E-0B70-358992EA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22D733-8FF2-A5F0-4C3D-309E09FB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fontAlgn="b"/>
            <a:r>
              <a:rPr lang="en-US" sz="2700" dirty="0"/>
              <a:t>W 1 R % 4 J E # 7 M 2 I 9 B H 3 A $ 9 F Q 5 G 6 U S P</a:t>
            </a:r>
          </a:p>
          <a:p>
            <a:pPr algn="just" fontAlgn="b"/>
            <a:r>
              <a:rPr lang="en-US" sz="2700" dirty="0"/>
              <a:t>Which of the following is the seventh to the right of the eighteenth from the right end?</a:t>
            </a:r>
          </a:p>
          <a:p>
            <a:pPr algn="just" fontAlgn="b"/>
            <a:r>
              <a:rPr lang="en-US" sz="2700" dirty="0"/>
              <a:t>#</a:t>
            </a:r>
          </a:p>
          <a:p>
            <a:pPr algn="just" fontAlgn="b"/>
            <a:r>
              <a:rPr lang="en-US" sz="2700" dirty="0"/>
              <a:t>A</a:t>
            </a:r>
          </a:p>
          <a:p>
            <a:pPr algn="just" fontAlgn="b"/>
            <a:r>
              <a:rPr lang="en-US" sz="2700" dirty="0"/>
              <a:t>E</a:t>
            </a:r>
          </a:p>
          <a:p>
            <a:pPr algn="just" fontAlgn="b"/>
            <a:r>
              <a:rPr lang="en-US" sz="2700" dirty="0"/>
              <a:t>$</a:t>
            </a:r>
            <a:endParaRPr lang="en-US" alt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F4A96C7-057E-B3E3-9041-89F5C4B57732}"/>
              </a:ext>
            </a:extLst>
          </p:cNvPr>
          <p:cNvSpPr/>
          <p:nvPr/>
        </p:nvSpPr>
        <p:spPr>
          <a:xfrm>
            <a:off x="3286106" y="1461880"/>
            <a:ext cx="363619" cy="3573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731A3B-F6F7-82E5-6857-1D893DE4D0E1}"/>
              </a:ext>
            </a:extLst>
          </p:cNvPr>
          <p:cNvSpPr/>
          <p:nvPr/>
        </p:nvSpPr>
        <p:spPr>
          <a:xfrm>
            <a:off x="610416" y="4283971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EE864BA5-7917-491E-4A63-038A267F4E4F}"/>
              </a:ext>
            </a:extLst>
          </p:cNvPr>
          <p:cNvCxnSpPr/>
          <p:nvPr/>
        </p:nvCxnSpPr>
        <p:spPr>
          <a:xfrm flipH="1">
            <a:off x="3369364" y="1872283"/>
            <a:ext cx="504907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B66604D1-63C7-E1C5-1439-C3CF62AB451C}"/>
              </a:ext>
            </a:extLst>
          </p:cNvPr>
          <p:cNvCxnSpPr>
            <a:cxnSpLocks/>
          </p:cNvCxnSpPr>
          <p:nvPr/>
        </p:nvCxnSpPr>
        <p:spPr>
          <a:xfrm>
            <a:off x="3722203" y="1399347"/>
            <a:ext cx="169959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EC2A62A1-3CA2-2C09-1D2C-4D38588C957D}"/>
              </a:ext>
            </a:extLst>
          </p:cNvPr>
          <p:cNvSpPr/>
          <p:nvPr/>
        </p:nvSpPr>
        <p:spPr>
          <a:xfrm>
            <a:off x="5239987" y="1459812"/>
            <a:ext cx="363619" cy="3573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41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BB5EA-61C3-B91E-0B70-358992EA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22D733-8FF2-A5F0-4C3D-309E09FB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800" dirty="0"/>
              <a:t>&amp;  (  8  2  F  4  8  H  %  #  &amp;  &lt;  %  6  J  5  #  !  2</a:t>
            </a:r>
          </a:p>
          <a:p>
            <a:pPr algn="just"/>
            <a:r>
              <a:rPr lang="en-US" altLang="en-US" sz="2800" dirty="0"/>
              <a:t>How many symbols occupy odd positions in the above sequence?</a:t>
            </a:r>
          </a:p>
          <a:p>
            <a:pPr algn="just"/>
            <a:r>
              <a:rPr lang="en-US" altLang="en-US" sz="2800" dirty="0"/>
              <a:t>A) 7                  B) 6          C) 5                     D) 4</a:t>
            </a:r>
          </a:p>
          <a:p>
            <a:r>
              <a:rPr lang="en-US" altLang="en-US" sz="2800" dirty="0"/>
              <a:t>5 Symbols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F4A96C7-057E-B3E3-9041-89F5C4B57732}"/>
              </a:ext>
            </a:extLst>
          </p:cNvPr>
          <p:cNvSpPr/>
          <p:nvPr/>
        </p:nvSpPr>
        <p:spPr>
          <a:xfrm>
            <a:off x="603381" y="1477618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FA7AC7BC-B292-02A2-4145-24889241BFDA}"/>
              </a:ext>
            </a:extLst>
          </p:cNvPr>
          <p:cNvCxnSpPr/>
          <p:nvPr/>
        </p:nvCxnSpPr>
        <p:spPr>
          <a:xfrm>
            <a:off x="755374" y="2633870"/>
            <a:ext cx="80266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731A3B-F6F7-82E5-6857-1D893DE4D0E1}"/>
              </a:ext>
            </a:extLst>
          </p:cNvPr>
          <p:cNvSpPr/>
          <p:nvPr/>
        </p:nvSpPr>
        <p:spPr>
          <a:xfrm>
            <a:off x="4973695" y="359796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68FD79B0-A204-0014-6D30-E4F2C636357E}"/>
              </a:ext>
            </a:extLst>
          </p:cNvPr>
          <p:cNvSpPr/>
          <p:nvPr/>
        </p:nvSpPr>
        <p:spPr>
          <a:xfrm>
            <a:off x="3708538" y="1457739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CB319A78-BFC5-B6B7-87EA-89CAA155A4AF}"/>
              </a:ext>
            </a:extLst>
          </p:cNvPr>
          <p:cNvSpPr/>
          <p:nvPr/>
        </p:nvSpPr>
        <p:spPr>
          <a:xfrm>
            <a:off x="4571165" y="1477618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21D5856E-B0D4-F835-36DF-A8B4C01D80E0}"/>
              </a:ext>
            </a:extLst>
          </p:cNvPr>
          <p:cNvSpPr/>
          <p:nvPr/>
        </p:nvSpPr>
        <p:spPr>
          <a:xfrm>
            <a:off x="5337314" y="147761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8EDD7BE-B435-04D7-684C-2A9B0BBB4B53}"/>
              </a:ext>
            </a:extLst>
          </p:cNvPr>
          <p:cNvSpPr/>
          <p:nvPr/>
        </p:nvSpPr>
        <p:spPr>
          <a:xfrm>
            <a:off x="6889261" y="1451529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55BC520-A131-28A9-50FC-775DA88B8364}"/>
              </a:ext>
            </a:extLst>
          </p:cNvPr>
          <p:cNvSpPr/>
          <p:nvPr/>
        </p:nvSpPr>
        <p:spPr>
          <a:xfrm>
            <a:off x="1014816" y="1458155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EA30B394-94D0-7396-0847-2A3CD8391CDD}"/>
              </a:ext>
            </a:extLst>
          </p:cNvPr>
          <p:cNvSpPr/>
          <p:nvPr/>
        </p:nvSpPr>
        <p:spPr>
          <a:xfrm>
            <a:off x="4130946" y="1477616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82BD038E-2028-060D-F47F-04234AA19041}"/>
              </a:ext>
            </a:extLst>
          </p:cNvPr>
          <p:cNvSpPr/>
          <p:nvPr/>
        </p:nvSpPr>
        <p:spPr>
          <a:xfrm>
            <a:off x="4963755" y="1477616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902F2709-3042-86C5-C590-A3A6DB9284F0}"/>
              </a:ext>
            </a:extLst>
          </p:cNvPr>
          <p:cNvSpPr/>
          <p:nvPr/>
        </p:nvSpPr>
        <p:spPr>
          <a:xfrm>
            <a:off x="7271913" y="1458155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E47B3EB-C36B-4050-B8EC-BE49F96A0387}"/>
              </a:ext>
            </a:extLst>
          </p:cNvPr>
          <p:cNvSpPr txBox="1"/>
          <p:nvPr/>
        </p:nvSpPr>
        <p:spPr>
          <a:xfrm>
            <a:off x="489366" y="1432891"/>
            <a:ext cx="545429" cy="53671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A921345-4E94-7A64-9C6F-6D040E8DAD53}"/>
              </a:ext>
            </a:extLst>
          </p:cNvPr>
          <p:cNvSpPr txBox="1"/>
          <p:nvPr/>
        </p:nvSpPr>
        <p:spPr>
          <a:xfrm>
            <a:off x="3622904" y="1432891"/>
            <a:ext cx="545429" cy="53671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F217230-A872-A08F-8765-275185F36B8F}"/>
              </a:ext>
            </a:extLst>
          </p:cNvPr>
          <p:cNvSpPr txBox="1"/>
          <p:nvPr/>
        </p:nvSpPr>
        <p:spPr>
          <a:xfrm>
            <a:off x="4489776" y="1432891"/>
            <a:ext cx="545429" cy="53671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7FE0F70-80A4-33F4-D422-22EB81119DF1}"/>
              </a:ext>
            </a:extLst>
          </p:cNvPr>
          <p:cNvSpPr txBox="1"/>
          <p:nvPr/>
        </p:nvSpPr>
        <p:spPr>
          <a:xfrm>
            <a:off x="5270719" y="1432891"/>
            <a:ext cx="545429" cy="53671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D18467F-7A18-2AF1-5D2B-4ED2A8AC5983}"/>
              </a:ext>
            </a:extLst>
          </p:cNvPr>
          <p:cNvSpPr txBox="1"/>
          <p:nvPr/>
        </p:nvSpPr>
        <p:spPr>
          <a:xfrm>
            <a:off x="6794876" y="1432891"/>
            <a:ext cx="545429" cy="53671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23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T % U 4 ) 6 &amp; K Y^A 2 $ 8 L G | 3 M @ F P 7 ! C ~ H 9Q :E 1 B 5 </a:t>
            </a:r>
          </a:p>
          <a:p>
            <a:pPr algn="just"/>
            <a:r>
              <a:rPr lang="en-US" dirty="0"/>
              <a:t>If all the vowels are skipped from the above series then which of the following will be third to the left of the tenth element from right end? </a:t>
            </a:r>
          </a:p>
          <a:p>
            <a:pPr algn="just"/>
            <a:r>
              <a:rPr lang="en-US" dirty="0"/>
              <a:t>A. P		B. @ 		C. 7		D. F</a:t>
            </a:r>
          </a:p>
          <a:p>
            <a:pPr algn="just"/>
            <a:r>
              <a:rPr lang="en-US" sz="2400" dirty="0"/>
              <a:t>T % 4 ) 6 &amp; K Y ^ 2 $ 8 L G | 3 M @ F P 7 ! C ~ H 9 Q : E 1 5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98368859-87E2-6C93-0A21-B9D056E29B6F}"/>
              </a:ext>
            </a:extLst>
          </p:cNvPr>
          <p:cNvSpPr/>
          <p:nvPr/>
        </p:nvSpPr>
        <p:spPr>
          <a:xfrm>
            <a:off x="6274496" y="4004646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6B724E1-C209-459C-E547-765F3D31A4AE}"/>
              </a:ext>
            </a:extLst>
          </p:cNvPr>
          <p:cNvSpPr/>
          <p:nvPr/>
        </p:nvSpPr>
        <p:spPr>
          <a:xfrm>
            <a:off x="7907394" y="1407209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6982F81-4092-A6E9-DEF1-96BF3B4FC976}"/>
              </a:ext>
            </a:extLst>
          </p:cNvPr>
          <p:cNvSpPr/>
          <p:nvPr/>
        </p:nvSpPr>
        <p:spPr>
          <a:xfrm>
            <a:off x="2998712" y="141384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1C251A8-D06F-FA72-8C4A-CE752A61DC0A}"/>
              </a:ext>
            </a:extLst>
          </p:cNvPr>
          <p:cNvSpPr/>
          <p:nvPr/>
        </p:nvSpPr>
        <p:spPr>
          <a:xfrm>
            <a:off x="1165557" y="1365387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32FF6164-B5D4-ABC4-C446-92735A261EF6}"/>
              </a:ext>
            </a:extLst>
          </p:cNvPr>
          <p:cNvSpPr/>
          <p:nvPr/>
        </p:nvSpPr>
        <p:spPr>
          <a:xfrm>
            <a:off x="5172468" y="4763738"/>
            <a:ext cx="363619" cy="3573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41590B15-D51F-465E-6C2E-2F22171F7DBA}"/>
              </a:ext>
            </a:extLst>
          </p:cNvPr>
          <p:cNvCxnSpPr>
            <a:cxnSpLocks/>
          </p:cNvCxnSpPr>
          <p:nvPr/>
        </p:nvCxnSpPr>
        <p:spPr>
          <a:xfrm flipH="1">
            <a:off x="6072809" y="5152196"/>
            <a:ext cx="225203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3F78BBF4-9E2B-CA82-18B2-2B5A167D5042}"/>
              </a:ext>
            </a:extLst>
          </p:cNvPr>
          <p:cNvSpPr/>
          <p:nvPr/>
        </p:nvSpPr>
        <p:spPr>
          <a:xfrm>
            <a:off x="5910877" y="4755046"/>
            <a:ext cx="363619" cy="3573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052F290-5280-3EE3-41C4-4A5F8D27D588}"/>
              </a:ext>
            </a:extLst>
          </p:cNvPr>
          <p:cNvCxnSpPr>
            <a:cxnSpLocks/>
          </p:cNvCxnSpPr>
          <p:nvPr/>
        </p:nvCxnSpPr>
        <p:spPr>
          <a:xfrm flipH="1">
            <a:off x="5281820" y="4579039"/>
            <a:ext cx="6290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9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BB5EA-61C3-B91E-0B70-358992EA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22D733-8FF2-A5F0-4C3D-309E09FB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800" dirty="0"/>
              <a:t>&amp;  (  8  2  F  4  8  H  %  #  &amp;  &lt;  %  6  J  5  #  !  2</a:t>
            </a:r>
          </a:p>
          <a:p>
            <a:r>
              <a:rPr lang="en-US" altLang="en-US" sz="2800" dirty="0"/>
              <a:t>How many symbols are followed by letters?</a:t>
            </a:r>
          </a:p>
          <a:p>
            <a:r>
              <a:rPr lang="en-US" altLang="en-US" sz="2800" dirty="0"/>
              <a:t>A) 3           B) 2                 C) 1                    D) 0</a:t>
            </a:r>
          </a:p>
          <a:p>
            <a:r>
              <a:rPr lang="en-US" altLang="en-US" sz="2800" dirty="0"/>
              <a:t> No Symbol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F4A96C7-057E-B3E3-9041-89F5C4B57732}"/>
              </a:ext>
            </a:extLst>
          </p:cNvPr>
          <p:cNvSpPr/>
          <p:nvPr/>
        </p:nvSpPr>
        <p:spPr>
          <a:xfrm>
            <a:off x="603381" y="1477618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FA7AC7BC-B292-02A2-4145-24889241BFDA}"/>
              </a:ext>
            </a:extLst>
          </p:cNvPr>
          <p:cNvCxnSpPr>
            <a:cxnSpLocks/>
          </p:cNvCxnSpPr>
          <p:nvPr/>
        </p:nvCxnSpPr>
        <p:spPr>
          <a:xfrm>
            <a:off x="755374" y="2633870"/>
            <a:ext cx="6683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731A3B-F6F7-82E5-6857-1D893DE4D0E1}"/>
              </a:ext>
            </a:extLst>
          </p:cNvPr>
          <p:cNvSpPr/>
          <p:nvPr/>
        </p:nvSpPr>
        <p:spPr>
          <a:xfrm>
            <a:off x="7438599" y="2979046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68FD79B0-A204-0014-6D30-E4F2C636357E}"/>
              </a:ext>
            </a:extLst>
          </p:cNvPr>
          <p:cNvSpPr/>
          <p:nvPr/>
        </p:nvSpPr>
        <p:spPr>
          <a:xfrm>
            <a:off x="1026621" y="147761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CB319A78-BFC5-B6B7-87EA-89CAA155A4AF}"/>
              </a:ext>
            </a:extLst>
          </p:cNvPr>
          <p:cNvSpPr/>
          <p:nvPr/>
        </p:nvSpPr>
        <p:spPr>
          <a:xfrm>
            <a:off x="3710829" y="1451528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21D5856E-B0D4-F835-36DF-A8B4C01D80E0}"/>
              </a:ext>
            </a:extLst>
          </p:cNvPr>
          <p:cNvSpPr/>
          <p:nvPr/>
        </p:nvSpPr>
        <p:spPr>
          <a:xfrm>
            <a:off x="4134069" y="145152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8EDD7BE-B435-04D7-684C-2A9B0BBB4B53}"/>
              </a:ext>
            </a:extLst>
          </p:cNvPr>
          <p:cNvSpPr/>
          <p:nvPr/>
        </p:nvSpPr>
        <p:spPr>
          <a:xfrm>
            <a:off x="4557309" y="145152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59FA5168-04CA-B262-E645-03724D113787}"/>
              </a:ext>
            </a:extLst>
          </p:cNvPr>
          <p:cNvSpPr/>
          <p:nvPr/>
        </p:nvSpPr>
        <p:spPr>
          <a:xfrm>
            <a:off x="4960671" y="1451527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DFFB99B-B5F9-B59F-F63A-BAACE354A7F3}"/>
              </a:ext>
            </a:extLst>
          </p:cNvPr>
          <p:cNvSpPr/>
          <p:nvPr/>
        </p:nvSpPr>
        <p:spPr>
          <a:xfrm>
            <a:off x="5364033" y="1457738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6CA4459E-094A-5459-515C-A576F96085B8}"/>
              </a:ext>
            </a:extLst>
          </p:cNvPr>
          <p:cNvSpPr/>
          <p:nvPr/>
        </p:nvSpPr>
        <p:spPr>
          <a:xfrm>
            <a:off x="6878230" y="1451526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4624B268-3D1F-EF4F-5CDD-B4866EB4DCCC}"/>
              </a:ext>
            </a:extLst>
          </p:cNvPr>
          <p:cNvSpPr/>
          <p:nvPr/>
        </p:nvSpPr>
        <p:spPr>
          <a:xfrm>
            <a:off x="7267862" y="1451525"/>
            <a:ext cx="363619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0802B9-8657-C77F-6DF2-9B925079C3DD}"/>
              </a:ext>
            </a:extLst>
          </p:cNvPr>
          <p:cNvSpPr txBox="1"/>
          <p:nvPr/>
        </p:nvSpPr>
        <p:spPr>
          <a:xfrm>
            <a:off x="3892639" y="3766372"/>
            <a:ext cx="2567796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Symbol - Letter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0219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D9931C-E02D-5D4B-028C-4482665D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Alpha-numeric Sequence Puzzle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B3B559-FF48-4562-4FE3-907F160C1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/>
              <a:t>Study the following sequence carefully:</a:t>
            </a:r>
            <a:br>
              <a:rPr lang="en-US" altLang="en-US" sz="2400" dirty="0"/>
            </a:br>
            <a:r>
              <a:rPr lang="en-US" altLang="en-US" sz="2400" dirty="0"/>
              <a:t>3 D K $ P 2 7 # @ 4 J T H 9 * F M R 1 5 % ? 6 8</a:t>
            </a:r>
          </a:p>
          <a:p>
            <a:pPr algn="just"/>
            <a:r>
              <a:rPr lang="en-US" altLang="en-US" sz="2400" dirty="0"/>
              <a:t>How many numbers from the above series are there which are immediately followed by a symbol as well as immediately preceded by a letter?</a:t>
            </a:r>
          </a:p>
          <a:p>
            <a:pPr algn="just"/>
            <a:r>
              <a:rPr lang="en-US" altLang="en-US" sz="2400" dirty="0"/>
              <a:t>A) 2                       B) 4               C) 1                       D) 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0BB0E2E-C63A-60C9-37FF-C607EF74D672}"/>
              </a:ext>
            </a:extLst>
          </p:cNvPr>
          <p:cNvSpPr/>
          <p:nvPr/>
        </p:nvSpPr>
        <p:spPr>
          <a:xfrm>
            <a:off x="638783" y="1971674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D1CE3B7-247D-529D-D671-C79B7F5BF8EC}"/>
              </a:ext>
            </a:extLst>
          </p:cNvPr>
          <p:cNvSpPr/>
          <p:nvPr/>
        </p:nvSpPr>
        <p:spPr>
          <a:xfrm>
            <a:off x="1944122" y="1971674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D3966D33-C12D-9EBD-4131-708C7F00CD20}"/>
              </a:ext>
            </a:extLst>
          </p:cNvPr>
          <p:cNvSpPr/>
          <p:nvPr/>
        </p:nvSpPr>
        <p:spPr>
          <a:xfrm>
            <a:off x="2212479" y="196546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38C76D4-7CAF-2427-C795-7F995E9E776E}"/>
              </a:ext>
            </a:extLst>
          </p:cNvPr>
          <p:cNvSpPr/>
          <p:nvPr/>
        </p:nvSpPr>
        <p:spPr>
          <a:xfrm>
            <a:off x="3095404" y="1965461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9C739DCE-9532-F3C3-1F0F-F9C145460401}"/>
              </a:ext>
            </a:extLst>
          </p:cNvPr>
          <p:cNvSpPr/>
          <p:nvPr/>
        </p:nvSpPr>
        <p:spPr>
          <a:xfrm>
            <a:off x="4063008" y="196546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B183D3D-B159-D837-F421-B545FA7B5EC5}"/>
              </a:ext>
            </a:extLst>
          </p:cNvPr>
          <p:cNvSpPr/>
          <p:nvPr/>
        </p:nvSpPr>
        <p:spPr>
          <a:xfrm>
            <a:off x="5356045" y="196546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E863E03-1917-7135-A930-A81BB10F5A0E}"/>
              </a:ext>
            </a:extLst>
          </p:cNvPr>
          <p:cNvSpPr/>
          <p:nvPr/>
        </p:nvSpPr>
        <p:spPr>
          <a:xfrm>
            <a:off x="5537368" y="196546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FB794BF2-8724-CC57-0BB1-8DC15297B665}"/>
              </a:ext>
            </a:extLst>
          </p:cNvPr>
          <p:cNvSpPr/>
          <p:nvPr/>
        </p:nvSpPr>
        <p:spPr>
          <a:xfrm>
            <a:off x="6357603" y="196546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BD865776-6EED-6C3D-BBC4-F65544D32578}"/>
              </a:ext>
            </a:extLst>
          </p:cNvPr>
          <p:cNvSpPr/>
          <p:nvPr/>
        </p:nvSpPr>
        <p:spPr>
          <a:xfrm>
            <a:off x="6538926" y="1965460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26B217CE-9210-A6AD-4AF7-C448E021500D}"/>
              </a:ext>
            </a:extLst>
          </p:cNvPr>
          <p:cNvSpPr/>
          <p:nvPr/>
        </p:nvSpPr>
        <p:spPr>
          <a:xfrm>
            <a:off x="3786175" y="1909757"/>
            <a:ext cx="785825" cy="558665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CF226C03-AE19-EDBA-4CF6-9552BA00B4F8}"/>
              </a:ext>
            </a:extLst>
          </p:cNvPr>
          <p:cNvSpPr/>
          <p:nvPr/>
        </p:nvSpPr>
        <p:spPr>
          <a:xfrm>
            <a:off x="5204280" y="4393919"/>
            <a:ext cx="268357" cy="4671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0785A17-2F74-0E4A-E778-9F59EB3ABB16}"/>
              </a:ext>
            </a:extLst>
          </p:cNvPr>
          <p:cNvSpPr txBox="1"/>
          <p:nvPr/>
        </p:nvSpPr>
        <p:spPr>
          <a:xfrm>
            <a:off x="2656996" y="5099510"/>
            <a:ext cx="4022607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Letter – Number -Symbol</a:t>
            </a:r>
            <a:endParaRPr lang="en-IN" sz="2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2C821FBF-6DCD-0982-F3DA-A57CC64F80DA}"/>
              </a:ext>
            </a:extLst>
          </p:cNvPr>
          <p:cNvCxnSpPr>
            <a:cxnSpLocks/>
          </p:cNvCxnSpPr>
          <p:nvPr/>
        </p:nvCxnSpPr>
        <p:spPr>
          <a:xfrm>
            <a:off x="1361661" y="3170583"/>
            <a:ext cx="21170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B15C55CF-BDF1-17CB-29FA-B8BAAC5F910F}"/>
              </a:ext>
            </a:extLst>
          </p:cNvPr>
          <p:cNvCxnSpPr>
            <a:cxnSpLocks/>
          </p:cNvCxnSpPr>
          <p:nvPr/>
        </p:nvCxnSpPr>
        <p:spPr>
          <a:xfrm>
            <a:off x="1431235" y="3660913"/>
            <a:ext cx="53760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CD37A434-DEEC-018B-63B0-4B4D323AC54D}"/>
              </a:ext>
            </a:extLst>
          </p:cNvPr>
          <p:cNvCxnSpPr>
            <a:cxnSpLocks/>
          </p:cNvCxnSpPr>
          <p:nvPr/>
        </p:nvCxnSpPr>
        <p:spPr>
          <a:xfrm>
            <a:off x="1944122" y="4157870"/>
            <a:ext cx="32601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35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B77F66-D5CA-09F4-3B37-038E2041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Sequence of Words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D5B15F-E78C-17BD-EEBB-02645291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of Words</a:t>
            </a:r>
          </a:p>
          <a:p>
            <a:r>
              <a:rPr lang="en-US" dirty="0"/>
              <a:t>Arrange</a:t>
            </a:r>
          </a:p>
          <a:p>
            <a:r>
              <a:rPr lang="en-US" dirty="0"/>
              <a:t>Sequence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Occurrence of Events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Part to Whole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Increasing or Decreasing Size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Value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Intensity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36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779207-A616-0471-C288-354CAE2D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Sequence of Words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0A9839-3A8A-F26F-A46E-34C917C49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Arrange the following in a meaningful sequence:</a:t>
            </a:r>
          </a:p>
          <a:p>
            <a:r>
              <a:rPr lang="en-US" dirty="0"/>
              <a:t>Consultation, Illness, Doctor, Treatment, and Recovery</a:t>
            </a:r>
          </a:p>
          <a:p>
            <a:endParaRPr lang="en-US" dirty="0"/>
          </a:p>
          <a:p>
            <a:r>
              <a:rPr lang="en-US" dirty="0"/>
              <a:t>Illness</a:t>
            </a:r>
          </a:p>
          <a:p>
            <a:r>
              <a:rPr lang="en-US" dirty="0"/>
              <a:t>Doctor</a:t>
            </a:r>
          </a:p>
          <a:p>
            <a:r>
              <a:rPr lang="en-US" dirty="0"/>
              <a:t>Consultation</a:t>
            </a:r>
          </a:p>
          <a:p>
            <a:r>
              <a:rPr lang="en-US" dirty="0"/>
              <a:t>Treatment</a:t>
            </a:r>
          </a:p>
          <a:p>
            <a:r>
              <a:rPr lang="en-US" dirty="0"/>
              <a:t>Recovery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69FF36D-617B-1A39-C947-4A2FE80A4D70}"/>
              </a:ext>
            </a:extLst>
          </p:cNvPr>
          <p:cNvSpPr txBox="1"/>
          <p:nvPr/>
        </p:nvSpPr>
        <p:spPr>
          <a:xfrm>
            <a:off x="3024743" y="2584910"/>
            <a:ext cx="304865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1</a:t>
            </a:r>
            <a:endParaRPr lang="en-IN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186AB74-A3E5-7E34-602C-BBF737243DA0}"/>
              </a:ext>
            </a:extLst>
          </p:cNvPr>
          <p:cNvSpPr txBox="1"/>
          <p:nvPr/>
        </p:nvSpPr>
        <p:spPr>
          <a:xfrm>
            <a:off x="4227378" y="2584909"/>
            <a:ext cx="304865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2</a:t>
            </a:r>
            <a:endParaRPr lang="en-IN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79A799C-F6A7-C5A5-690A-261785FAA4F5}"/>
              </a:ext>
            </a:extLst>
          </p:cNvPr>
          <p:cNvSpPr txBox="1"/>
          <p:nvPr/>
        </p:nvSpPr>
        <p:spPr>
          <a:xfrm>
            <a:off x="1481279" y="2584908"/>
            <a:ext cx="304865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3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1560CD-817B-F465-2584-778C4F2C8598}"/>
              </a:ext>
            </a:extLst>
          </p:cNvPr>
          <p:cNvSpPr txBox="1"/>
          <p:nvPr/>
        </p:nvSpPr>
        <p:spPr>
          <a:xfrm>
            <a:off x="5731085" y="2584907"/>
            <a:ext cx="304865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4</a:t>
            </a:r>
            <a:endParaRPr lang="en-IN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92E88A4-B40A-EF77-6036-DAACDF8785EB}"/>
              </a:ext>
            </a:extLst>
          </p:cNvPr>
          <p:cNvSpPr txBox="1"/>
          <p:nvPr/>
        </p:nvSpPr>
        <p:spPr>
          <a:xfrm>
            <a:off x="7888290" y="2584906"/>
            <a:ext cx="304865" cy="492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5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5939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779207-A616-0471-C288-354CAE2D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Sequence of Words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0A9839-3A8A-F26F-A46E-34C917C49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Arrange the following in a logical order:</a:t>
            </a:r>
          </a:p>
          <a:p>
            <a:r>
              <a:rPr lang="en-US" dirty="0"/>
              <a:t>Euphoria, Happiness, Ambivalence, Ecstasy, and Pleasure</a:t>
            </a:r>
          </a:p>
          <a:p>
            <a:endParaRPr lang="en-US" dirty="0"/>
          </a:p>
          <a:p>
            <a:r>
              <a:rPr lang="en-US" dirty="0"/>
              <a:t>Ambivalence</a:t>
            </a:r>
          </a:p>
          <a:p>
            <a:r>
              <a:rPr lang="en-US" dirty="0"/>
              <a:t>Happiness </a:t>
            </a:r>
          </a:p>
          <a:p>
            <a:r>
              <a:rPr lang="en-US" dirty="0"/>
              <a:t>Pleasure</a:t>
            </a:r>
          </a:p>
          <a:p>
            <a:r>
              <a:rPr lang="en-US" dirty="0"/>
              <a:t>Euphoria </a:t>
            </a:r>
          </a:p>
          <a:p>
            <a:r>
              <a:rPr lang="en-US" dirty="0"/>
              <a:t>Ecstasy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C167983-3FEE-0BF5-FBF4-D95DB97A6EB4}"/>
              </a:ext>
            </a:extLst>
          </p:cNvPr>
          <p:cNvSpPr txBox="1"/>
          <p:nvPr/>
        </p:nvSpPr>
        <p:spPr>
          <a:xfrm>
            <a:off x="4250155" y="2485515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8E9D89-E7CC-8E10-00E1-BDA61877F1D7}"/>
              </a:ext>
            </a:extLst>
          </p:cNvPr>
          <p:cNvSpPr txBox="1"/>
          <p:nvPr/>
        </p:nvSpPr>
        <p:spPr>
          <a:xfrm>
            <a:off x="2628180" y="2485514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5E14E49-CDF5-9A8E-54D8-5ECAFB51D389}"/>
              </a:ext>
            </a:extLst>
          </p:cNvPr>
          <p:cNvSpPr txBox="1"/>
          <p:nvPr/>
        </p:nvSpPr>
        <p:spPr>
          <a:xfrm>
            <a:off x="7731160" y="2485513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3ACC675-BEEB-ED7B-473C-50796511460A}"/>
              </a:ext>
            </a:extLst>
          </p:cNvPr>
          <p:cNvSpPr txBox="1"/>
          <p:nvPr/>
        </p:nvSpPr>
        <p:spPr>
          <a:xfrm>
            <a:off x="1251917" y="2485513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3D52149-753A-3E55-3060-DCF1A85178AF}"/>
              </a:ext>
            </a:extLst>
          </p:cNvPr>
          <p:cNvSpPr txBox="1"/>
          <p:nvPr/>
        </p:nvSpPr>
        <p:spPr>
          <a:xfrm>
            <a:off x="5872130" y="2485513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A019233-D2AD-20E6-1A52-E5C166F0F3CF}"/>
              </a:ext>
            </a:extLst>
          </p:cNvPr>
          <p:cNvSpPr txBox="1"/>
          <p:nvPr/>
        </p:nvSpPr>
        <p:spPr>
          <a:xfrm>
            <a:off x="2865718" y="3080942"/>
            <a:ext cx="4022607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Joy-Different Intensity</a:t>
            </a:r>
          </a:p>
        </p:txBody>
      </p:sp>
    </p:spTree>
    <p:extLst>
      <p:ext uri="{BB962C8B-B14F-4D97-AF65-F5344CB8AC3E}">
        <p14:creationId xmlns:p14="http://schemas.microsoft.com/office/powerpoint/2010/main" val="30399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779207-A616-0471-C288-354CAE2D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Sequence of Words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0A9839-3A8A-F26F-A46E-34C917C49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Arrange the following from particular to general in a meaningful order:</a:t>
            </a:r>
          </a:p>
          <a:p>
            <a:r>
              <a:rPr lang="en-US" dirty="0"/>
              <a:t>Family, Community, Member, Locality, and Country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6F45AF-F7DC-0415-A5FD-96FBE75701F3}"/>
              </a:ext>
            </a:extLst>
          </p:cNvPr>
          <p:cNvSpPr txBox="1"/>
          <p:nvPr/>
        </p:nvSpPr>
        <p:spPr>
          <a:xfrm>
            <a:off x="1490870" y="3429000"/>
            <a:ext cx="6679095" cy="3293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Country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D50D9DF-F39E-74AD-FC07-BFA0E985E93C}"/>
              </a:ext>
            </a:extLst>
          </p:cNvPr>
          <p:cNvSpPr txBox="1"/>
          <p:nvPr/>
        </p:nvSpPr>
        <p:spPr>
          <a:xfrm>
            <a:off x="2908438" y="3629054"/>
            <a:ext cx="5072684" cy="2893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Locality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IN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943B908-B524-02D9-6540-4A7967E4854B}"/>
              </a:ext>
            </a:extLst>
          </p:cNvPr>
          <p:cNvSpPr txBox="1"/>
          <p:nvPr/>
        </p:nvSpPr>
        <p:spPr>
          <a:xfrm>
            <a:off x="4572000" y="3876469"/>
            <a:ext cx="3220692" cy="2492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Community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IN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AF36EFD-1D50-9C0D-5F6B-34E55B47A097}"/>
              </a:ext>
            </a:extLst>
          </p:cNvPr>
          <p:cNvSpPr txBox="1"/>
          <p:nvPr/>
        </p:nvSpPr>
        <p:spPr>
          <a:xfrm>
            <a:off x="5058394" y="4411013"/>
            <a:ext cx="2594735" cy="16927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2600" dirty="0"/>
          </a:p>
          <a:p>
            <a:r>
              <a:rPr lang="en-US" sz="2600" dirty="0"/>
              <a:t>Family</a:t>
            </a:r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C89D891-9570-C639-D41C-5171E9575847}"/>
              </a:ext>
            </a:extLst>
          </p:cNvPr>
          <p:cNvSpPr txBox="1"/>
          <p:nvPr/>
        </p:nvSpPr>
        <p:spPr>
          <a:xfrm>
            <a:off x="6042782" y="5378187"/>
            <a:ext cx="1480932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Member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614F4AD-6CF0-2E94-BA0B-C61DA1924E8D}"/>
              </a:ext>
            </a:extLst>
          </p:cNvPr>
          <p:cNvSpPr txBox="1"/>
          <p:nvPr/>
        </p:nvSpPr>
        <p:spPr>
          <a:xfrm>
            <a:off x="3991741" y="2415942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99A33E-D957-7C29-8CBE-EB80B873D913}"/>
              </a:ext>
            </a:extLst>
          </p:cNvPr>
          <p:cNvSpPr txBox="1"/>
          <p:nvPr/>
        </p:nvSpPr>
        <p:spPr>
          <a:xfrm>
            <a:off x="2369766" y="2415941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655E7D2-D7CA-D63C-F6FF-CB7595E885E7}"/>
              </a:ext>
            </a:extLst>
          </p:cNvPr>
          <p:cNvSpPr txBox="1"/>
          <p:nvPr/>
        </p:nvSpPr>
        <p:spPr>
          <a:xfrm>
            <a:off x="7472746" y="2415940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A044E31-DFD8-91CD-58F0-BDF77E0B5D1D}"/>
              </a:ext>
            </a:extLst>
          </p:cNvPr>
          <p:cNvSpPr txBox="1"/>
          <p:nvPr/>
        </p:nvSpPr>
        <p:spPr>
          <a:xfrm>
            <a:off x="993503" y="2415940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C308E4A-D313-5856-B495-F983DB4F9BAD}"/>
              </a:ext>
            </a:extLst>
          </p:cNvPr>
          <p:cNvSpPr txBox="1"/>
          <p:nvPr/>
        </p:nvSpPr>
        <p:spPr>
          <a:xfrm>
            <a:off x="5613716" y="2415940"/>
            <a:ext cx="32184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760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Alpha-numeric Sequence Puzzle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Jumbled Sequence (Letters, Numbers, &amp; Symbols)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Location – Sequence</a:t>
            </a:r>
          </a:p>
          <a:p>
            <a:r>
              <a:rPr lang="en-US" sz="2800" dirty="0"/>
              <a:t>Logical Sequence of Words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Arrange - Group of Words - Sequence </a:t>
            </a:r>
          </a:p>
        </p:txBody>
      </p:sp>
    </p:spTree>
    <p:extLst>
      <p:ext uri="{BB962C8B-B14F-4D97-AF65-F5344CB8AC3E}">
        <p14:creationId xmlns:p14="http://schemas.microsoft.com/office/powerpoint/2010/main" val="349384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Alpha-numeric Sequence Puzzle </a:t>
            </a:r>
          </a:p>
          <a:p>
            <a:pPr algn="just"/>
            <a:r>
              <a:rPr lang="en-US" dirty="0"/>
              <a:t>Logical Sequence of Words </a:t>
            </a:r>
          </a:p>
        </p:txBody>
      </p:sp>
    </p:spTree>
    <p:extLst>
      <p:ext uri="{BB962C8B-B14F-4D97-AF65-F5344CB8AC3E}">
        <p14:creationId xmlns:p14="http://schemas.microsoft.com/office/powerpoint/2010/main" val="66687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60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9628</TotalTime>
  <Words>372</Words>
  <Application>Microsoft Office PowerPoint</Application>
  <PresentationFormat>On-screen Show (4:3)</PresentationFormat>
  <Paragraphs>117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Alpha-numeric Sequence Puzzle</vt:lpstr>
      <vt:lpstr>Alpha-numeric Sequence Puzzle</vt:lpstr>
      <vt:lpstr>Alpha-numeric Sequence Puzzle</vt:lpstr>
      <vt:lpstr>Alpha-numeric Sequence Puzzle</vt:lpstr>
      <vt:lpstr>Alpha-numeric Sequence Puzzle</vt:lpstr>
      <vt:lpstr>Alpha-numeric Sequence Puzzle</vt:lpstr>
      <vt:lpstr>Alpha-numeric Sequence Puzzle</vt:lpstr>
      <vt:lpstr>Logical Sequence of Words </vt:lpstr>
      <vt:lpstr>Logical Sequence of Words </vt:lpstr>
      <vt:lpstr>Logical Sequence of Words </vt:lpstr>
      <vt:lpstr>Logical Sequence of Words 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611</cp:revision>
  <dcterms:created xsi:type="dcterms:W3CDTF">2020-12-18T18:59:12Z</dcterms:created>
  <dcterms:modified xsi:type="dcterms:W3CDTF">2022-11-05T08:02:26Z</dcterms:modified>
</cp:coreProperties>
</file>