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78" r:id="rId2"/>
    <p:sldId id="279" r:id="rId3"/>
    <p:sldId id="534" r:id="rId4"/>
    <p:sldId id="532" r:id="rId5"/>
    <p:sldId id="554" r:id="rId6"/>
    <p:sldId id="533" r:id="rId7"/>
    <p:sldId id="535" r:id="rId8"/>
    <p:sldId id="541" r:id="rId9"/>
    <p:sldId id="537" r:id="rId10"/>
    <p:sldId id="540" r:id="rId11"/>
    <p:sldId id="543" r:id="rId12"/>
    <p:sldId id="538" r:id="rId13"/>
    <p:sldId id="536" r:id="rId14"/>
    <p:sldId id="542" r:id="rId15"/>
    <p:sldId id="544" r:id="rId16"/>
    <p:sldId id="545" r:id="rId17"/>
    <p:sldId id="546" r:id="rId18"/>
    <p:sldId id="539" r:id="rId19"/>
    <p:sldId id="547" r:id="rId20"/>
    <p:sldId id="549" r:id="rId21"/>
    <p:sldId id="551" r:id="rId22"/>
    <p:sldId id="552" r:id="rId23"/>
    <p:sldId id="548" r:id="rId24"/>
    <p:sldId id="415" r:id="rId25"/>
    <p:sldId id="446" r:id="rId26"/>
    <p:sldId id="553" r:id="rId27"/>
    <p:sldId id="343" r:id="rId28"/>
    <p:sldId id="34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define the sequence and series,</a:t>
            </a:r>
          </a:p>
          <a:p>
            <a:pPr lvl="0" algn="just"/>
            <a:r>
              <a:rPr lang="en-US" dirty="0"/>
              <a:t>enlist different types of series,</a:t>
            </a:r>
          </a:p>
          <a:p>
            <a:pPr lvl="0" algn="just"/>
            <a:r>
              <a:rPr lang="en-US" dirty="0"/>
              <a:t>identify the pattern in the given series.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Set of Numbers</a:t>
                </a:r>
              </a:p>
              <a:p>
                <a:r>
                  <a:rPr lang="en-US" dirty="0"/>
                  <a:t>Definite Order/Rule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, ……,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1, 3, 5, 7, ……, 21 or 2, 4, 6, 8, 10, ….. </a:t>
                </a:r>
              </a:p>
              <a:p>
                <a:r>
                  <a:rPr lang="en-US" dirty="0"/>
                  <a:t>Finite/Infinite </a:t>
                </a:r>
              </a:p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}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86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2B4-FCAA-4DD8-B1EA-1E13C055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Sequence - Numbers</a:t>
            </a:r>
          </a:p>
          <a:p>
            <a:pPr algn="just"/>
            <a:r>
              <a:rPr lang="en-US" dirty="0"/>
              <a:t>Numbers – Terms</a:t>
            </a:r>
          </a:p>
          <a:p>
            <a:pPr algn="just"/>
            <a:r>
              <a:rPr lang="en-US" dirty="0"/>
              <a:t>Terms - Predefined Rule</a:t>
            </a:r>
          </a:p>
          <a:p>
            <a:pPr algn="just"/>
            <a:r>
              <a:rPr lang="en-US" dirty="0"/>
              <a:t>Careful Study </a:t>
            </a:r>
          </a:p>
          <a:p>
            <a:pPr algn="just"/>
            <a:r>
              <a:rPr lang="en-US" dirty="0"/>
              <a:t>Specific Pattern </a:t>
            </a:r>
          </a:p>
          <a:p>
            <a:pPr algn="just"/>
            <a:r>
              <a:rPr lang="en-US" dirty="0"/>
              <a:t>Next Term</a:t>
            </a:r>
          </a:p>
        </p:txBody>
      </p:sp>
    </p:spTree>
    <p:extLst>
      <p:ext uri="{BB962C8B-B14F-4D97-AF65-F5344CB8AC3E}">
        <p14:creationId xmlns:p14="http://schemas.microsoft.com/office/powerpoint/2010/main" val="266612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4C39-B0E0-BD7A-1765-DCC0FEA0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15B7-633C-6653-99F8-6E65621BC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Series</a:t>
            </a:r>
          </a:p>
          <a:p>
            <a:r>
              <a:rPr lang="en-US" dirty="0"/>
              <a:t>Special Series</a:t>
            </a:r>
          </a:p>
          <a:p>
            <a:r>
              <a:rPr lang="en-US" dirty="0"/>
              <a:t>Alpha–Numeric Series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26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4C39-B0E0-BD7A-1765-DCC0FEA0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Number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915B7-633C-6653-99F8-6E65621BC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Series</a:t>
            </a:r>
          </a:p>
          <a:p>
            <a:r>
              <a:rPr lang="en-US" dirty="0"/>
              <a:t>Arithmetic Series – Second Order</a:t>
            </a:r>
          </a:p>
          <a:p>
            <a:r>
              <a:rPr lang="en-US" dirty="0"/>
              <a:t>Arithmetic Series – Third Order</a:t>
            </a:r>
          </a:p>
          <a:p>
            <a:r>
              <a:rPr lang="en-US" dirty="0"/>
              <a:t>Geometric Series</a:t>
            </a:r>
          </a:p>
          <a:p>
            <a:r>
              <a:rPr lang="en-US" dirty="0" err="1"/>
              <a:t>Arithmetico</a:t>
            </a:r>
            <a:r>
              <a:rPr lang="en-US" dirty="0"/>
              <a:t>-Geometric Series </a:t>
            </a:r>
          </a:p>
          <a:p>
            <a:r>
              <a:rPr lang="en-US" dirty="0" err="1"/>
              <a:t>Geometrico</a:t>
            </a:r>
            <a:r>
              <a:rPr lang="en-US" dirty="0"/>
              <a:t>-Arithmetic Series </a:t>
            </a:r>
          </a:p>
          <a:p>
            <a:r>
              <a:rPr lang="en-US" dirty="0"/>
              <a:t>Series of Squares, Cubes, …..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5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Difference b/w Any Two Consecutive Terms - Same </a:t>
                </a:r>
              </a:p>
              <a:p>
                <a:r>
                  <a:rPr lang="en-US" dirty="0"/>
                  <a:t>Common Difference</a:t>
                </a:r>
              </a:p>
              <a:p>
                <a:r>
                  <a:rPr lang="en-US" dirty="0"/>
                  <a:t>Successive Number </a:t>
                </a:r>
              </a:p>
              <a:p>
                <a:pPr marL="0" indent="0">
                  <a:buNone/>
                </a:pPr>
                <a:r>
                  <a:rPr lang="en-US" dirty="0"/>
                  <a:t>		= Previous Number (+) or (-) Fixed Number</a:t>
                </a:r>
              </a:p>
              <a:p>
                <a:r>
                  <a:rPr lang="en-US" dirty="0"/>
                  <a:t>Example - 1, 4, 7, 10, 13, ....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... = 3 (Common Difference)</a:t>
                </a:r>
              </a:p>
              <a:p>
                <a:r>
                  <a:rPr lang="en-US" dirty="0"/>
                  <a:t>Example - 13, 10, 7, 4, 1, ....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... = - 3 (Common Difference)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284"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13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4A4F-F585-95A5-E749-EF55DACA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Series - Second Order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Difference b/w Successive Terms - Arithmetic Series</a:t>
                </a:r>
              </a:p>
              <a:p>
                <a:r>
                  <a:rPr lang="en-US" dirty="0"/>
                  <a:t>Example - 1, 3, 7, 13, ..........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3 – 1 = 2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7 – 3 = 4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13 – 7= 6 </a:t>
                </a:r>
              </a:p>
              <a:p>
                <a:r>
                  <a:rPr lang="en-US" dirty="0"/>
                  <a:t>2, 4, 6, ...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... = 2 (Common Difference)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(13 + 8) = 21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22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225A-21D6-A064-CD17-8A7E9CCC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Series - Third Order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551B8-81B1-ADEB-FDDC-8837F5065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Difference b/w Successive Terms - Arithmetic Series of Second Order</a:t>
                </a:r>
              </a:p>
              <a:p>
                <a:r>
                  <a:rPr lang="en-US" dirty="0"/>
                  <a:t>Example - 2, 9, 17, 28, 44, ..........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9–2=7;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17–9=8;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28–17=11;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44–28=16 </a:t>
                </a:r>
              </a:p>
              <a:p>
                <a:r>
                  <a:rPr lang="en-US" dirty="0"/>
                  <a:t>7, 8, 11, 16, ...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7 – 8 = 1;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11 - 8 =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16 - 11 = 5 </a:t>
                </a:r>
              </a:p>
              <a:p>
                <a:r>
                  <a:rPr lang="en-US" dirty="0"/>
                  <a:t>1, 3, 5, ……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... = 2 (Common Difference)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(44 + 23) = 67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551B8-81B1-ADEB-FDDC-8837F5065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20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Series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Ratio of Any Two Consecutive Terms - Same </a:t>
                </a:r>
              </a:p>
              <a:p>
                <a:r>
                  <a:rPr lang="en-US" dirty="0"/>
                  <a:t>Common Ratio</a:t>
                </a:r>
              </a:p>
              <a:p>
                <a:r>
                  <a:rPr lang="en-US" dirty="0"/>
                  <a:t>Successive Number </a:t>
                </a:r>
              </a:p>
              <a:p>
                <a:pPr marL="0" indent="0">
                  <a:buNone/>
                </a:pPr>
                <a:r>
                  <a:rPr lang="en-US" dirty="0"/>
                  <a:t>		= Previous Number (x) or 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Fixed Number</a:t>
                </a:r>
              </a:p>
              <a:p>
                <a:r>
                  <a:rPr lang="en-US" dirty="0"/>
                  <a:t>Example - 4, 8, 16, 32, ....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2 </a:t>
                </a:r>
                <a:r>
                  <a:rPr lang="en-US" dirty="0"/>
                  <a:t>(Common Ratio)</a:t>
                </a:r>
              </a:p>
              <a:p>
                <a:r>
                  <a:rPr lang="en-US" dirty="0"/>
                  <a:t>Example - 64, 32, 16, 8, ....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US" dirty="0"/>
                  <a:t>(Common Ratio)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3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225A-21D6-A064-CD17-8A7E9CCC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Arithmetico</a:t>
            </a:r>
            <a:r>
              <a:rPr lang="en-US" dirty="0"/>
              <a:t>-Geometric Series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551B8-81B1-ADEB-FDDC-8837F5065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Successive Term  </a:t>
                </a:r>
              </a:p>
              <a:p>
                <a:pPr marL="0" indent="0">
                  <a:buNone/>
                </a:pPr>
                <a:r>
                  <a:rPr lang="en-US" dirty="0"/>
                  <a:t> = (Previous term + Fixed Number) x (Another Fixed Number)</a:t>
                </a:r>
              </a:p>
              <a:p>
                <a:r>
                  <a:rPr lang="en-US" dirty="0"/>
                  <a:t>Example - 1, 9, 33, 105, 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 – 1 = 8;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33 – 9 = 24;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105 – 33 = 72 </a:t>
                </a:r>
              </a:p>
              <a:p>
                <a:r>
                  <a:rPr lang="en-US" dirty="0"/>
                  <a:t>8, 24, 72, ... (Geometric Series) 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9 = (1 + 2) x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33 = (9 + 2) x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105 = (33 + 2) x 3</a:t>
                </a:r>
              </a:p>
              <a:p>
                <a:r>
                  <a:rPr lang="en-US" dirty="0" err="1"/>
                  <a:t>Arithmetico</a:t>
                </a:r>
                <a:r>
                  <a:rPr lang="en-US" dirty="0"/>
                  <a:t>-Geometric Series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(105 + 2) × 3 = 107 x 3 = 321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551B8-81B1-ADEB-FDDC-8837F5065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207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720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6D29-0415-6D08-C75E-6B9A405D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Geometrico</a:t>
            </a:r>
            <a:r>
              <a:rPr lang="en-US" dirty="0"/>
              <a:t>-Arithmetic Series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Successive Term  </a:t>
                </a:r>
              </a:p>
              <a:p>
                <a:pPr marL="0" indent="0">
                  <a:buNone/>
                </a:pPr>
                <a:r>
                  <a:rPr lang="en-US" dirty="0"/>
                  <a:t> = (Previous term (x)/(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Fixed Number) (+)/(-) (Another Fixed Number)</a:t>
                </a:r>
              </a:p>
              <a:p>
                <a:r>
                  <a:rPr lang="en-US" dirty="0"/>
                  <a:t>Example - 2, 5, 17, 65, ...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5 – 2 =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17 – 5 = 12;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65 – 17 = 48 </a:t>
                </a:r>
              </a:p>
              <a:p>
                <a:r>
                  <a:rPr lang="en-US" dirty="0"/>
                  <a:t>3, 12, 48, ... (Geometric Series, Common Ratio = 4) </a:t>
                </a:r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5 = (2 x 4) - 3;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17 = (5 x 4) - 3;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65 = (17 x 4) - 3</a:t>
                </a:r>
              </a:p>
              <a:p>
                <a:r>
                  <a:rPr lang="en-US" dirty="0"/>
                  <a:t>Geometrico-Arithmetic Series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	= (65 x 4) - 3  = 260 – 3 = 257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581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4A4F-F585-95A5-E749-EF55DACA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Squares, Cubes …...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Simple powers of natural numbers i.e. squares, cubes, …. or their combinations.</a:t>
                </a:r>
              </a:p>
              <a:p>
                <a:r>
                  <a:rPr lang="en-US" dirty="0"/>
                  <a:t>Example - 4, 9, 16, 25, 36, 49, 64, .......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……..</a:t>
                </a:r>
              </a:p>
              <a:p>
                <a:r>
                  <a:rPr lang="en-US" dirty="0"/>
                  <a:t>2, 3, 4, 5, 6, 7, 8, …….</a:t>
                </a:r>
              </a:p>
              <a:p>
                <a:r>
                  <a:rPr lang="en-US" dirty="0"/>
                  <a:t>Common Difference = 1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  <m:r>
                          <m:rPr>
                            <m:nor/>
                          </m:rPr>
                          <a:rPr lang="en-US" dirty="0"/>
                          <m:t> + 1)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= 81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9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08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4A4F-F585-95A5-E749-EF55DACA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Squares, Cubes …...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Example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8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27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64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125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216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………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1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4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4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5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5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6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……… 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n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+1)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6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7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2400" dirty="0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216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343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05444-F7DD-30C7-234E-A2CC71619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632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6D29-0415-6D08-C75E-6B9A405D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Series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Two series - single series</a:t>
                </a:r>
              </a:p>
              <a:p>
                <a:r>
                  <a:rPr lang="en-US" dirty="0"/>
                  <a:t>Alternating terms - independent series</a:t>
                </a:r>
              </a:p>
              <a:p>
                <a:r>
                  <a:rPr lang="en-US" dirty="0"/>
                  <a:t>Example - 1, 2, 4, 6, 7, 18, 10, 54, .... </a:t>
                </a:r>
              </a:p>
              <a:p>
                <a:r>
                  <a:rPr lang="en-US" dirty="0"/>
                  <a:t>1, 4, 7, 10, .... - Arithmetic Series </a:t>
                </a:r>
              </a:p>
              <a:p>
                <a:r>
                  <a:rPr lang="en-US" dirty="0"/>
                  <a:t>Common Difference = 4 – 1 = 7 – 4 = 10 – 7 = 3</a:t>
                </a:r>
              </a:p>
              <a:p>
                <a:r>
                  <a:rPr lang="en-US" dirty="0"/>
                  <a:t>2, 6, 18, 54, .... - Geometric Series </a:t>
                </a:r>
              </a:p>
              <a:p>
                <a:r>
                  <a:rPr lang="en-US" dirty="0"/>
                  <a:t>Common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2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6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54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18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3</a:t>
                </a:r>
              </a:p>
              <a:p>
                <a:r>
                  <a:rPr lang="en-US" dirty="0"/>
                  <a:t>Next Term = 13 (i.e. 10 + 3)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59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6D29-0415-6D08-C75E-6B9A405D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Wrong Term - Series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All terms of a given number series are similar except one. </a:t>
                </a:r>
              </a:p>
              <a:p>
                <a:pPr algn="just"/>
                <a:r>
                  <a:rPr lang="en-US" dirty="0"/>
                  <a:t>All terms follow the same pattern except one. </a:t>
                </a:r>
              </a:p>
              <a:p>
                <a:pPr algn="just"/>
                <a:r>
                  <a:rPr lang="en-US" dirty="0"/>
                  <a:t>Wrong Term </a:t>
                </a:r>
              </a:p>
              <a:p>
                <a:pPr algn="just"/>
                <a:r>
                  <a:rPr lang="en-US" dirty="0"/>
                  <a:t>Example - 5, 10, 17, 24, 37, 50, 65. </a:t>
                </a:r>
              </a:p>
              <a:p>
                <a:pPr algn="just"/>
                <a:r>
                  <a:rPr lang="en-US" sz="2800" dirty="0"/>
                  <a:t>5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+ 1;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10 </m:t>
                        </m:r>
                        <m:r>
                          <m:rPr>
                            <m:nor/>
                          </m:rPr>
                          <a:rPr lang="en-US" sz="2800" dirty="0"/>
                          <m:t>=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17 </m:t>
                        </m:r>
                        <m:r>
                          <m:rPr>
                            <m:nor/>
                          </m:rPr>
                          <a:rPr lang="en-US" sz="2800" dirty="0"/>
                          <m:t>=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4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+ 1; </a:t>
                </a:r>
                <a:r>
                  <a:rPr lang="en-US" sz="2800" dirty="0"/>
                  <a:t>26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+ 1;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solidFill>
                      <a:srgbClr val="836967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37 </m:t>
                        </m:r>
                        <m:r>
                          <m:rPr>
                            <m:nor/>
                          </m:rPr>
                          <a:rPr lang="en-US" sz="2800" dirty="0"/>
                          <m:t>=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6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50 </m:t>
                        </m:r>
                        <m:r>
                          <m:rPr>
                            <m:nor/>
                          </m:rPr>
                          <a:rPr lang="en-US" sz="2800" dirty="0"/>
                          <m:t>=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7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 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65 </m:t>
                        </m:r>
                        <m:r>
                          <m:rPr>
                            <m:nor/>
                          </m:rPr>
                          <a:rPr lang="en-US" sz="2800" dirty="0"/>
                          <m:t>=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8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+ 1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08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6D29-0415-6D08-C75E-6B9A405D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Missing Term - Series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Number Series </a:t>
                </a:r>
              </a:p>
              <a:p>
                <a:pPr algn="just"/>
                <a:r>
                  <a:rPr lang="en-US" dirty="0"/>
                  <a:t>A Blank Space/Question Mark </a:t>
                </a:r>
              </a:p>
              <a:p>
                <a:pPr algn="just"/>
                <a:r>
                  <a:rPr lang="en-US" dirty="0"/>
                  <a:t>Find Missing Term </a:t>
                </a:r>
              </a:p>
              <a:p>
                <a:pPr algn="just"/>
                <a:r>
                  <a:rPr lang="en-US" dirty="0"/>
                  <a:t>Example -  49, 56, 64, 72, ?, 90, 100 </a:t>
                </a:r>
              </a:p>
              <a:p>
                <a:pPr algn="just"/>
                <a:r>
                  <a:rPr lang="en-US" dirty="0"/>
                  <a:t>49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56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7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+ 7; 64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8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; 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8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+ 8; 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  <a:r>
                  <a:rPr lang="en-US" dirty="0"/>
                  <a:t> ;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  90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+ 9;</a:t>
                </a:r>
                <a:r>
                  <a:rPr lang="en-US" dirty="0"/>
                  <a:t> 10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800" dirty="0"/>
                  <a:t> = </a:t>
                </a:r>
                <a:r>
                  <a:rPr lang="en-US" dirty="0"/>
                  <a:t>81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400" dirty="0"/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18BCE3-22D6-EB1F-ACAB-4241717B22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827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Special Series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Series of Date/Time</a:t>
            </a:r>
          </a:p>
          <a:p>
            <a:r>
              <a:rPr lang="en-US" dirty="0"/>
              <a:t>Numbers followed by their L.C.M. or H.C.F </a:t>
            </a:r>
          </a:p>
          <a:p>
            <a:r>
              <a:rPr lang="en-US" dirty="0"/>
              <a:t>Numbers Followed by their Product </a:t>
            </a:r>
          </a:p>
          <a:p>
            <a:r>
              <a:rPr lang="en-US" dirty="0"/>
              <a:t>By Use of Digit Sum </a:t>
            </a:r>
          </a:p>
        </p:txBody>
      </p:sp>
    </p:spTree>
    <p:extLst>
      <p:ext uri="{BB962C8B-B14F-4D97-AF65-F5344CB8AC3E}">
        <p14:creationId xmlns:p14="http://schemas.microsoft.com/office/powerpoint/2010/main" val="2270506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Date/Time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Example-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3 - 9 - 2022, 13 - 9 - 2022, 23 - 9 - 2022, &amp; 2 - 10 – 2022.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Differs by 10 days.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September, 2022 - 30 days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2 - 10 - 2004 replaced by 3 - 10 – 2022</a:t>
            </a:r>
          </a:p>
          <a:p>
            <a:r>
              <a:rPr lang="en-US" dirty="0"/>
              <a:t>Example –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1:00, 2:25, 3:40, 5:15, 6:40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Difference - 1 hour 25 min.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3:40 should be replaced by 3:50.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427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Followed by Their L.C.M. or H.C.F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- 1, 2, 3, 6, 4, 5, 6, 60, 5, 6, 7, ?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L.C.M. of 1, 2 &amp; 3 = 6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L.C.M. of 4, 5 &amp; 6 = 60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L.C.M. of 5, 6 &amp; 7 = 210</a:t>
            </a:r>
          </a:p>
          <a:p>
            <a:r>
              <a:rPr lang="en-US" dirty="0"/>
              <a:t>Example - 8, 4, 4, 7, 8, 1, 3, 9, 3, 2, 1, ?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H.C.F. of 8 and 4 = 4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H.C.F. of 7 and 8 = 1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H.C.F. of 3 and 9 = 3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H.C.F. of 2 and 1 = 1</a:t>
            </a:r>
          </a:p>
        </p:txBody>
      </p:sp>
    </p:spTree>
    <p:extLst>
      <p:ext uri="{BB962C8B-B14F-4D97-AF65-F5344CB8AC3E}">
        <p14:creationId xmlns:p14="http://schemas.microsoft.com/office/powerpoint/2010/main" val="2916951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Followed by Their Product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- 1, 3, 3, 9, 27, 243, ? </a:t>
            </a:r>
          </a:p>
          <a:p>
            <a:r>
              <a:rPr lang="en-US" dirty="0"/>
              <a:t>1 = 1</a:t>
            </a:r>
          </a:p>
          <a:p>
            <a:r>
              <a:rPr lang="en-US" dirty="0"/>
              <a:t>1 × 3 = 3 </a:t>
            </a:r>
          </a:p>
          <a:p>
            <a:r>
              <a:rPr lang="en-US" dirty="0"/>
              <a:t>3 × 3 = 9 </a:t>
            </a:r>
          </a:p>
          <a:p>
            <a:r>
              <a:rPr lang="en-US" dirty="0"/>
              <a:t>3 × 9 = 27 </a:t>
            </a:r>
          </a:p>
          <a:p>
            <a:r>
              <a:rPr lang="en-US" dirty="0"/>
              <a:t>9 × 27 = 243 </a:t>
            </a:r>
          </a:p>
          <a:p>
            <a:r>
              <a:rPr lang="en-US" dirty="0"/>
              <a:t>Next Number = Product of Previous Two Numbers</a:t>
            </a:r>
          </a:p>
          <a:p>
            <a:r>
              <a:rPr lang="en-US" dirty="0"/>
              <a:t>Next Number = 27 × 243 = 6561 </a:t>
            </a:r>
          </a:p>
        </p:txBody>
      </p:sp>
    </p:spTree>
    <p:extLst>
      <p:ext uri="{BB962C8B-B14F-4D97-AF65-F5344CB8AC3E}">
        <p14:creationId xmlns:p14="http://schemas.microsoft.com/office/powerpoint/2010/main" val="1710301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Digit Sum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- 11, 13, 17, 25, 32, ? </a:t>
            </a:r>
          </a:p>
          <a:p>
            <a:r>
              <a:rPr lang="en-US" dirty="0"/>
              <a:t>13 = 11 + (1 + 1) </a:t>
            </a:r>
          </a:p>
          <a:p>
            <a:r>
              <a:rPr lang="en-US" dirty="0"/>
              <a:t>17 = 13 + (1 + 3) </a:t>
            </a:r>
          </a:p>
          <a:p>
            <a:r>
              <a:rPr lang="en-US" dirty="0"/>
              <a:t>25 = 17 + (1 + 7) </a:t>
            </a:r>
          </a:p>
          <a:p>
            <a:r>
              <a:rPr lang="en-US" dirty="0"/>
              <a:t>32 = 25 + (2 + 5) </a:t>
            </a:r>
          </a:p>
          <a:p>
            <a:r>
              <a:rPr lang="en-US" dirty="0"/>
              <a:t>Next Number =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Previous Number + Sum of the digits of pervious number </a:t>
            </a:r>
          </a:p>
          <a:p>
            <a:r>
              <a:rPr lang="en-US" dirty="0"/>
              <a:t>Next Number = 32 + (3 + 2) = 37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797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3F34-2E47-990B-2B05-1A88D8CC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Alpha–Numeric Series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A679-59EC-1EF6-31E9-91F24EE8E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Letters &amp; Numbers </a:t>
            </a:r>
          </a:p>
          <a:p>
            <a:r>
              <a:rPr lang="en-US" dirty="0"/>
              <a:t>Two-line Series - Number Series &amp; Alphabet Series</a:t>
            </a:r>
          </a:p>
          <a:p>
            <a:r>
              <a:rPr lang="en-US" dirty="0"/>
              <a:t>Same Pattern/Rule</a:t>
            </a:r>
          </a:p>
          <a:p>
            <a:r>
              <a:rPr lang="en-US" dirty="0"/>
              <a:t>Example - 2, 7, 17, 37, 77, </a:t>
            </a:r>
          </a:p>
          <a:p>
            <a:pPr marL="0" indent="0">
              <a:buNone/>
            </a:pPr>
            <a:r>
              <a:rPr lang="en-US" dirty="0"/>
              <a:t>		3, a, b, c, d, </a:t>
            </a:r>
          </a:p>
          <a:p>
            <a:r>
              <a:rPr lang="en-US" dirty="0"/>
              <a:t>7 = 2 x 2 + 3; 17 = 7 x 2 + 3; 37 = 17 x 2 + 3; 77 = 37 x 2 + 3 </a:t>
            </a:r>
          </a:p>
          <a:p>
            <a:r>
              <a:rPr lang="en-IN" dirty="0"/>
              <a:t>a = 3 x 2 + 3 = 9; b = 9 x 2 + 3 = 21; c = 21 x 2 + 3 = 45;</a:t>
            </a:r>
          </a:p>
          <a:p>
            <a:pPr marL="0" indent="0">
              <a:buNone/>
            </a:pPr>
            <a:r>
              <a:rPr lang="en-IN" dirty="0"/>
              <a:t>  d = 45 x 2 + 3 = 93</a:t>
            </a:r>
          </a:p>
        </p:txBody>
      </p:sp>
    </p:spTree>
    <p:extLst>
      <p:ext uri="{BB962C8B-B14F-4D97-AF65-F5344CB8AC3E}">
        <p14:creationId xmlns:p14="http://schemas.microsoft.com/office/powerpoint/2010/main" val="4013849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800" dirty="0"/>
              <a:t>Sequence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Set of Numbers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Definite Order/Rule</a:t>
            </a:r>
          </a:p>
          <a:p>
            <a:pPr algn="just"/>
            <a:r>
              <a:rPr lang="en-US" sz="2800" dirty="0"/>
              <a:t>Series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Sequence of Numbers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Predefined Rule</a:t>
            </a:r>
          </a:p>
          <a:p>
            <a:endParaRPr lang="en-US" sz="2800" dirty="0"/>
          </a:p>
          <a:p>
            <a:pPr algn="just" fontAlgn="base"/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Number Series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Arithmetic Series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Arithmetic Series – Second Order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Arithmetic Series – Third Order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Geometric Series</a:t>
            </a:r>
          </a:p>
          <a:p>
            <a:pPr lvl="1">
              <a:lnSpc>
                <a:spcPct val="160000"/>
              </a:lnSpc>
            </a:pPr>
            <a:r>
              <a:rPr lang="en-US" dirty="0" err="1"/>
              <a:t>Arithmetico</a:t>
            </a:r>
            <a:r>
              <a:rPr lang="en-US" dirty="0"/>
              <a:t>-Geometric Series </a:t>
            </a:r>
          </a:p>
          <a:p>
            <a:pPr lvl="1">
              <a:lnSpc>
                <a:spcPct val="160000"/>
              </a:lnSpc>
            </a:pPr>
            <a:r>
              <a:rPr lang="en-US" dirty="0" err="1"/>
              <a:t>Geometrico</a:t>
            </a:r>
            <a:r>
              <a:rPr lang="en-US" dirty="0"/>
              <a:t>-Arithmetic Series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Series of Squares, Cubes, …..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algn="just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1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Some Special Series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Series of Date/Time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Numbers followed by their L.C.M. or H.C.F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Numbers Followed by their Product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By Use of Digit Sum </a:t>
            </a:r>
          </a:p>
          <a:p>
            <a:r>
              <a:rPr lang="en-US" dirty="0"/>
              <a:t>Alpha–Numeric Series </a:t>
            </a:r>
          </a:p>
          <a:p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algn="just"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32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Sequence</a:t>
            </a:r>
          </a:p>
          <a:p>
            <a:pPr lvl="0" algn="just"/>
            <a:r>
              <a:rPr lang="en-US" dirty="0"/>
              <a:t>Series</a:t>
            </a:r>
          </a:p>
          <a:p>
            <a:pPr lvl="0" algn="just"/>
            <a:r>
              <a:rPr lang="en-US" dirty="0"/>
              <a:t>Type of Series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4165</TotalTime>
  <Words>1707</Words>
  <Application>Microsoft Office PowerPoint</Application>
  <PresentationFormat>On-screen Show (4:3)</PresentationFormat>
  <Paragraphs>200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Sequence</vt:lpstr>
      <vt:lpstr>Series</vt:lpstr>
      <vt:lpstr>Types of Series</vt:lpstr>
      <vt:lpstr>Types of Number Series</vt:lpstr>
      <vt:lpstr>Arithmetic Series</vt:lpstr>
      <vt:lpstr>Arithmetic Series - Second Order</vt:lpstr>
      <vt:lpstr>Arithmetic Series - Third Order</vt:lpstr>
      <vt:lpstr>Geometric Series</vt:lpstr>
      <vt:lpstr>Arithmetico-Geometric Series </vt:lpstr>
      <vt:lpstr>Geometrico-Arithmetic Series </vt:lpstr>
      <vt:lpstr>Series of Squares, Cubes …... </vt:lpstr>
      <vt:lpstr>Series of Squares, Cubes …... </vt:lpstr>
      <vt:lpstr>Double Series </vt:lpstr>
      <vt:lpstr>Finding Wrong Term - Series </vt:lpstr>
      <vt:lpstr>Finding Missing Term - Series </vt:lpstr>
      <vt:lpstr>Types of Special Series </vt:lpstr>
      <vt:lpstr>Series of Date/Time</vt:lpstr>
      <vt:lpstr>Numbers Followed by Their L.C.M. or H.C.F </vt:lpstr>
      <vt:lpstr>Numbers Followed by Their Product</vt:lpstr>
      <vt:lpstr>Use of Digit Sum </vt:lpstr>
      <vt:lpstr>Alpha–Numeric Series 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328</cp:revision>
  <dcterms:created xsi:type="dcterms:W3CDTF">2020-12-18T18:59:12Z</dcterms:created>
  <dcterms:modified xsi:type="dcterms:W3CDTF">2022-05-09T07:08:54Z</dcterms:modified>
</cp:coreProperties>
</file>