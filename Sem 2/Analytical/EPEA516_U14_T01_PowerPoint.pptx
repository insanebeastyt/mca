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78" r:id="rId2"/>
    <p:sldId id="674" r:id="rId3"/>
    <p:sldId id="774" r:id="rId4"/>
    <p:sldId id="844" r:id="rId5"/>
    <p:sldId id="857" r:id="rId6"/>
    <p:sldId id="858" r:id="rId7"/>
    <p:sldId id="859" r:id="rId8"/>
    <p:sldId id="860" r:id="rId9"/>
    <p:sldId id="861" r:id="rId10"/>
    <p:sldId id="862" r:id="rId11"/>
    <p:sldId id="863" r:id="rId12"/>
    <p:sldId id="864" r:id="rId13"/>
    <p:sldId id="865" r:id="rId14"/>
    <p:sldId id="866" r:id="rId15"/>
    <p:sldId id="867" r:id="rId16"/>
    <p:sldId id="845" r:id="rId17"/>
    <p:sldId id="868" r:id="rId18"/>
    <p:sldId id="869" r:id="rId19"/>
    <p:sldId id="870" r:id="rId20"/>
    <p:sldId id="871" r:id="rId21"/>
    <p:sldId id="872" r:id="rId22"/>
    <p:sldId id="873" r:id="rId23"/>
    <p:sldId id="874" r:id="rId24"/>
    <p:sldId id="875" r:id="rId25"/>
    <p:sldId id="876" r:id="rId26"/>
    <p:sldId id="877" r:id="rId27"/>
    <p:sldId id="882" r:id="rId28"/>
    <p:sldId id="881" r:id="rId29"/>
    <p:sldId id="883" r:id="rId30"/>
    <p:sldId id="884" r:id="rId31"/>
    <p:sldId id="885" r:id="rId32"/>
    <p:sldId id="767" r:id="rId33"/>
    <p:sldId id="343" r:id="rId34"/>
    <p:sldId id="34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0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develop understanding about the basics of analogy,</a:t>
            </a:r>
          </a:p>
          <a:p>
            <a:pPr algn="just"/>
            <a:r>
              <a:rPr lang="en-US" dirty="0"/>
              <a:t>analyze different types of analogy,</a:t>
            </a:r>
          </a:p>
          <a:p>
            <a:pPr lvl="0" algn="just"/>
            <a:r>
              <a:rPr lang="en-US" dirty="0"/>
              <a:t>solve various problems relating to analogy.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Overall Knowledge </a:t>
            </a:r>
          </a:p>
          <a:p>
            <a:pPr algn="just"/>
            <a:r>
              <a:rPr lang="en-US" sz="2800" dirty="0"/>
              <a:t>Power of Reasoning </a:t>
            </a:r>
          </a:p>
          <a:p>
            <a:pPr algn="just"/>
            <a:r>
              <a:rPr lang="en-US" sz="2800" dirty="0"/>
              <a:t>Ability - Think Concisely &amp; Accurately</a:t>
            </a:r>
            <a:endParaRPr lang="fr-FR" sz="2800" dirty="0"/>
          </a:p>
          <a:p>
            <a:pPr algn="just"/>
            <a:r>
              <a:rPr lang="en-US" sz="2800" dirty="0"/>
              <a:t>Corresponding Items </a:t>
            </a:r>
          </a:p>
          <a:p>
            <a:pPr algn="just"/>
            <a:r>
              <a:rPr lang="en-US" sz="2800" dirty="0"/>
              <a:t>Correspondence</a:t>
            </a:r>
          </a:p>
          <a:p>
            <a:pPr algn="just"/>
            <a:r>
              <a:rPr lang="en-US" sz="2800" dirty="0"/>
              <a:t>Particular Relationship - Given Relationship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483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Gender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Bull : Cow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Dog : Bitch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Horse : Mare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Cock : Hen</a:t>
            </a:r>
          </a:p>
        </p:txBody>
      </p:sp>
    </p:spTree>
    <p:extLst>
      <p:ext uri="{BB962C8B-B14F-4D97-AF65-F5344CB8AC3E}">
        <p14:creationId xmlns:p14="http://schemas.microsoft.com/office/powerpoint/2010/main" val="343226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Animal - Young One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Dog : Puppy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Bear : Cub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Hen : Chick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Cat : Kitten</a:t>
            </a:r>
          </a:p>
        </p:txBody>
      </p:sp>
    </p:spTree>
    <p:extLst>
      <p:ext uri="{BB962C8B-B14F-4D97-AF65-F5344CB8AC3E}">
        <p14:creationId xmlns:p14="http://schemas.microsoft.com/office/powerpoint/2010/main" val="274735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Individual - Living Place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Lion : Den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Bee : Hive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Bird : Nest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Cow : Byre/Pen</a:t>
            </a:r>
          </a:p>
        </p:txBody>
      </p:sp>
    </p:spTree>
    <p:extLst>
      <p:ext uri="{BB962C8B-B14F-4D97-AF65-F5344CB8AC3E}">
        <p14:creationId xmlns:p14="http://schemas.microsoft.com/office/powerpoint/2010/main" val="155226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Country - Capital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Afghanistan : Kabul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Australia : Canberra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Canada : Ottawa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Japan : Tokyo</a:t>
            </a:r>
          </a:p>
        </p:txBody>
      </p:sp>
    </p:spTree>
    <p:extLst>
      <p:ext uri="{BB962C8B-B14F-4D97-AF65-F5344CB8AC3E}">
        <p14:creationId xmlns:p14="http://schemas.microsoft.com/office/powerpoint/2010/main" val="411620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State - Capital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Maharashtra : Mumbai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Karnataka : Bengaluru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Assam : Dispur 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Bihar : Patna</a:t>
            </a:r>
          </a:p>
        </p:txBody>
      </p:sp>
    </p:spTree>
    <p:extLst>
      <p:ext uri="{BB962C8B-B14F-4D97-AF65-F5344CB8AC3E}">
        <p14:creationId xmlns:p14="http://schemas.microsoft.com/office/powerpoint/2010/main" val="139224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Country and currency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India : Rupee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Bangladesh : Taka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Burma : Kyat</a:t>
            </a:r>
          </a:p>
        </p:txBody>
      </p:sp>
    </p:spTree>
    <p:extLst>
      <p:ext uri="{BB962C8B-B14F-4D97-AF65-F5344CB8AC3E}">
        <p14:creationId xmlns:p14="http://schemas.microsoft.com/office/powerpoint/2010/main" val="40989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Instrument - Measurement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Barometer : Pressure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Thermometer : Temperature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Anemometer : Wind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Odometer : Speed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65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Quantity - Unit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Length : </a:t>
            </a:r>
            <a:r>
              <a:rPr lang="en-US" sz="2600" dirty="0" err="1"/>
              <a:t>Metre</a:t>
            </a:r>
            <a:r>
              <a:rPr lang="en-US" sz="26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Mass : Kilogram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Time : Second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Force : Newton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14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Animal - Movement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Duck : Waddle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Bird : Fly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Cock : Strut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Eagle : Swoop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44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Animal/Thing - Sound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Lion : Roar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Donkey : Bray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Frog : Croak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Goat : Bleat</a:t>
            </a:r>
          </a:p>
        </p:txBody>
      </p:sp>
    </p:spTree>
    <p:extLst>
      <p:ext uri="{BB962C8B-B14F-4D97-AF65-F5344CB8AC3E}">
        <p14:creationId xmlns:p14="http://schemas.microsoft.com/office/powerpoint/2010/main" val="191893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Individual/Thing - Class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Lizard : Reptile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Man : Mammal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Butterfly : Insect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Whale : Mammal</a:t>
            </a:r>
          </a:p>
        </p:txBody>
      </p:sp>
    </p:spTree>
    <p:extLst>
      <p:ext uri="{BB962C8B-B14F-4D97-AF65-F5344CB8AC3E}">
        <p14:creationId xmlns:p14="http://schemas.microsoft.com/office/powerpoint/2010/main" val="135724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CC8DB-10B3-A627-2A24-37D52494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AAF5C-905D-64C8-BAED-74252B61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Individuals - Group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Sailors : Crew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Cattle : Herd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Sheep : Flock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Flowers : Bouquet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5870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Rat : Cat : : Worm : ? </a:t>
            </a:r>
          </a:p>
          <a:p>
            <a:r>
              <a:rPr lang="en-US" dirty="0"/>
              <a:t>Fishing </a:t>
            </a:r>
          </a:p>
          <a:p>
            <a:r>
              <a:rPr lang="en-US" dirty="0"/>
              <a:t>Earth </a:t>
            </a:r>
          </a:p>
          <a:p>
            <a:r>
              <a:rPr lang="en-US" dirty="0"/>
              <a:t>Bird </a:t>
            </a:r>
          </a:p>
          <a:p>
            <a:r>
              <a:rPr lang="en-US" dirty="0"/>
              <a:t>Silk </a:t>
            </a:r>
          </a:p>
          <a:p>
            <a:endParaRPr lang="en-US" dirty="0"/>
          </a:p>
          <a:p>
            <a:r>
              <a:rPr lang="en-US" dirty="0"/>
              <a:t>Second feeds on the first. 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28F8717-9D92-4FDB-C8BA-3F5D58FC7C96}"/>
              </a:ext>
            </a:extLst>
          </p:cNvPr>
          <p:cNvSpPr/>
          <p:nvPr/>
        </p:nvSpPr>
        <p:spPr>
          <a:xfrm>
            <a:off x="549959" y="3564951"/>
            <a:ext cx="892487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91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Walking : Running : : Smiling : ? </a:t>
            </a:r>
          </a:p>
          <a:p>
            <a:r>
              <a:rPr lang="en-US" dirty="0"/>
              <a:t>Feeling </a:t>
            </a:r>
          </a:p>
          <a:p>
            <a:r>
              <a:rPr lang="en-US" dirty="0"/>
              <a:t>Laughing </a:t>
            </a:r>
          </a:p>
          <a:p>
            <a:r>
              <a:rPr lang="en-US" dirty="0"/>
              <a:t>Face </a:t>
            </a:r>
          </a:p>
          <a:p>
            <a:r>
              <a:rPr lang="en-US" dirty="0"/>
              <a:t>Weeping</a:t>
            </a:r>
          </a:p>
          <a:p>
            <a:endParaRPr lang="en-US" dirty="0"/>
          </a:p>
          <a:p>
            <a:r>
              <a:rPr lang="en-US" dirty="0"/>
              <a:t>Second is the more intense from the first. 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224C5AA-DCB9-FA3C-4387-64629DCDEBBF}"/>
              </a:ext>
            </a:extLst>
          </p:cNvPr>
          <p:cNvSpPr/>
          <p:nvPr/>
        </p:nvSpPr>
        <p:spPr>
          <a:xfrm>
            <a:off x="559898" y="2889089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Safe : Secure : : Protect : ? </a:t>
            </a:r>
          </a:p>
          <a:p>
            <a:r>
              <a:rPr lang="en-IN" dirty="0"/>
              <a:t>Conserve </a:t>
            </a:r>
          </a:p>
          <a:p>
            <a:r>
              <a:rPr lang="en-IN" dirty="0"/>
              <a:t>Sure </a:t>
            </a:r>
          </a:p>
          <a:p>
            <a:r>
              <a:rPr lang="en-IN" dirty="0"/>
              <a:t>Guard </a:t>
            </a:r>
          </a:p>
          <a:p>
            <a:r>
              <a:rPr lang="en-IN" dirty="0"/>
              <a:t>Lock </a:t>
            </a:r>
          </a:p>
          <a:p>
            <a:endParaRPr lang="en-US" dirty="0"/>
          </a:p>
          <a:p>
            <a:r>
              <a:rPr lang="en-US" dirty="0"/>
              <a:t>The words in each pair are synonyms of each other. 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A9EF10-64DB-79BF-CE03-A7003904E978}"/>
              </a:ext>
            </a:extLst>
          </p:cNvPr>
          <p:cNvSpPr/>
          <p:nvPr/>
        </p:nvSpPr>
        <p:spPr>
          <a:xfrm>
            <a:off x="540020" y="3604707"/>
            <a:ext cx="121920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7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Chair : Furniture : : Shoe : ? </a:t>
            </a:r>
          </a:p>
          <a:p>
            <a:r>
              <a:rPr lang="en-IN" dirty="0"/>
              <a:t>Socks </a:t>
            </a:r>
          </a:p>
          <a:p>
            <a:r>
              <a:rPr lang="en-IN" dirty="0"/>
              <a:t>Footwear </a:t>
            </a:r>
          </a:p>
          <a:p>
            <a:r>
              <a:rPr lang="en-IN" dirty="0"/>
              <a:t>Leather </a:t>
            </a:r>
          </a:p>
          <a:p>
            <a:r>
              <a:rPr lang="en-IN" dirty="0"/>
              <a:t>Cobbler </a:t>
            </a:r>
          </a:p>
          <a:p>
            <a:endParaRPr lang="en-US" dirty="0"/>
          </a:p>
          <a:p>
            <a:r>
              <a:rPr lang="en-US" dirty="0"/>
              <a:t>Second denotes the class to which the first belongs.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434DA80A-5453-DD6B-CCD8-D9E5AB675500}"/>
              </a:ext>
            </a:extLst>
          </p:cNvPr>
          <p:cNvSpPr/>
          <p:nvPr/>
        </p:nvSpPr>
        <p:spPr>
          <a:xfrm>
            <a:off x="540020" y="2879150"/>
            <a:ext cx="1696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93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Typist : Typewriter : : Writer : ? </a:t>
            </a:r>
          </a:p>
          <a:p>
            <a:r>
              <a:rPr lang="en-IN" dirty="0"/>
              <a:t>Book </a:t>
            </a:r>
          </a:p>
          <a:p>
            <a:r>
              <a:rPr lang="en-IN" dirty="0"/>
              <a:t>Paper </a:t>
            </a:r>
          </a:p>
          <a:p>
            <a:r>
              <a:rPr lang="en-IN" dirty="0"/>
              <a:t>Script </a:t>
            </a:r>
          </a:p>
          <a:p>
            <a:r>
              <a:rPr lang="en-IN" dirty="0"/>
              <a:t>Pen</a:t>
            </a:r>
          </a:p>
          <a:p>
            <a:endParaRPr lang="en-US" dirty="0"/>
          </a:p>
          <a:p>
            <a:r>
              <a:rPr lang="en-US" dirty="0"/>
              <a:t>Second is the device used by the first.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361950" y="4290506"/>
            <a:ext cx="1069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51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Apparel is related to cloth in the same way as Footwear is related to? </a:t>
            </a:r>
          </a:p>
          <a:p>
            <a:pPr algn="just"/>
            <a:r>
              <a:rPr lang="en-US" dirty="0"/>
              <a:t>Material </a:t>
            </a:r>
          </a:p>
          <a:p>
            <a:pPr algn="just"/>
            <a:r>
              <a:rPr lang="en-US" dirty="0"/>
              <a:t>Leather </a:t>
            </a:r>
          </a:p>
          <a:p>
            <a:pPr algn="just"/>
            <a:r>
              <a:rPr lang="en-US" dirty="0"/>
              <a:t>Cobbler </a:t>
            </a:r>
          </a:p>
          <a:p>
            <a:pPr algn="just"/>
            <a:r>
              <a:rPr lang="en-US" dirty="0"/>
              <a:t>Shoes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First is made from the second.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361950" y="3336354"/>
            <a:ext cx="162587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9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Which of the following is related to Melody in the same way as Delicious is related to Taste? </a:t>
            </a:r>
          </a:p>
          <a:p>
            <a:pPr algn="just"/>
            <a:r>
              <a:rPr lang="en-US" dirty="0"/>
              <a:t>Voice </a:t>
            </a:r>
          </a:p>
          <a:p>
            <a:pPr algn="just"/>
            <a:r>
              <a:rPr lang="en-US" dirty="0"/>
              <a:t>Speak </a:t>
            </a:r>
          </a:p>
          <a:p>
            <a:pPr algn="just"/>
            <a:r>
              <a:rPr lang="en-US" dirty="0"/>
              <a:t>Tongue </a:t>
            </a:r>
          </a:p>
          <a:p>
            <a:pPr algn="just"/>
            <a:r>
              <a:rPr lang="en-US" dirty="0"/>
              <a:t>Highness </a:t>
            </a:r>
          </a:p>
          <a:p>
            <a:pPr algn="just"/>
            <a:r>
              <a:rPr lang="en-US" dirty="0"/>
              <a:t>Delicious represents good taste. Similarly, Melody describes pleasant voice.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391768" y="2620732"/>
            <a:ext cx="1278006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75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Waves is related to Air in the same way as Ripples is related to ? </a:t>
            </a:r>
          </a:p>
          <a:p>
            <a:pPr algn="just"/>
            <a:r>
              <a:rPr lang="en-US" dirty="0"/>
              <a:t>Wind </a:t>
            </a:r>
          </a:p>
          <a:p>
            <a:pPr algn="just"/>
            <a:r>
              <a:rPr lang="en-US" dirty="0"/>
              <a:t>Water </a:t>
            </a:r>
          </a:p>
          <a:p>
            <a:pPr algn="just"/>
            <a:r>
              <a:rPr lang="en-US" dirty="0"/>
              <a:t>Storm </a:t>
            </a:r>
          </a:p>
          <a:p>
            <a:pPr algn="just"/>
            <a:r>
              <a:rPr lang="en-US" dirty="0"/>
              <a:t>Smoke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Waves travel in air, Ripples travel in water.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600489" y="3299793"/>
            <a:ext cx="106928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70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Young is related to old in the same way as Wide is related to? </a:t>
            </a:r>
          </a:p>
          <a:p>
            <a:pPr algn="just"/>
            <a:r>
              <a:rPr lang="en-US" dirty="0"/>
              <a:t>Insufficient </a:t>
            </a:r>
          </a:p>
          <a:p>
            <a:pPr algn="just"/>
            <a:r>
              <a:rPr lang="en-US" dirty="0"/>
              <a:t>Big </a:t>
            </a:r>
          </a:p>
          <a:p>
            <a:pPr algn="just"/>
            <a:r>
              <a:rPr lang="en-US" dirty="0"/>
              <a:t>Narrow </a:t>
            </a:r>
          </a:p>
          <a:p>
            <a:pPr algn="just"/>
            <a:r>
              <a:rPr lang="en-US" dirty="0"/>
              <a:t>Long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words in each pair are antonyms of each other.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580612" y="3985798"/>
            <a:ext cx="1178615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42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Heart is related to Blood in the same way as Lung is related to ? </a:t>
            </a:r>
          </a:p>
          <a:p>
            <a:pPr algn="just"/>
            <a:r>
              <a:rPr lang="en-US" dirty="0"/>
              <a:t>Air </a:t>
            </a:r>
          </a:p>
          <a:p>
            <a:pPr algn="just"/>
            <a:r>
              <a:rPr lang="en-US" dirty="0"/>
              <a:t>Oxygen </a:t>
            </a:r>
          </a:p>
          <a:p>
            <a:pPr algn="just"/>
            <a:r>
              <a:rPr lang="en-US" dirty="0"/>
              <a:t>Chest </a:t>
            </a:r>
          </a:p>
          <a:p>
            <a:pPr algn="just"/>
            <a:r>
              <a:rPr lang="en-US" dirty="0"/>
              <a:t>Respiration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First is the prime organ carrying out circulation of the second in the human body.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600490" y="3177116"/>
            <a:ext cx="1228310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5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Run : Race </a:t>
            </a:r>
          </a:p>
          <a:p>
            <a:pPr algn="just"/>
            <a:r>
              <a:rPr lang="en-US" dirty="0"/>
              <a:t>Enjoy : Journey </a:t>
            </a:r>
          </a:p>
          <a:p>
            <a:pPr algn="just"/>
            <a:r>
              <a:rPr lang="en-US" dirty="0"/>
              <a:t>Lecture : Study </a:t>
            </a:r>
          </a:p>
          <a:p>
            <a:pPr algn="just"/>
            <a:r>
              <a:rPr lang="en-US" dirty="0"/>
              <a:t>Study : Book </a:t>
            </a:r>
          </a:p>
          <a:p>
            <a:pPr algn="just"/>
            <a:r>
              <a:rPr lang="en-US" dirty="0"/>
              <a:t>Party : Dance</a:t>
            </a:r>
          </a:p>
          <a:p>
            <a:pPr algn="just"/>
            <a:r>
              <a:rPr lang="en-US" dirty="0"/>
              <a:t>One runs a race similarly Studies a book.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590551" y="3578087"/>
            <a:ext cx="2003562" cy="5367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61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Incubator : Infant </a:t>
            </a:r>
          </a:p>
          <a:p>
            <a:r>
              <a:rPr lang="en-IN" dirty="0"/>
              <a:t>Archives : Document </a:t>
            </a:r>
          </a:p>
          <a:p>
            <a:r>
              <a:rPr lang="en-IN" dirty="0"/>
              <a:t>Green House : Plant </a:t>
            </a:r>
          </a:p>
          <a:p>
            <a:r>
              <a:rPr lang="en-IN" dirty="0"/>
              <a:t>Bullet : Revolver </a:t>
            </a:r>
          </a:p>
          <a:p>
            <a:r>
              <a:rPr lang="en-IN" dirty="0"/>
              <a:t>House : Rooms</a:t>
            </a:r>
          </a:p>
          <a:p>
            <a:r>
              <a:rPr lang="en-US" dirty="0"/>
              <a:t>Second is provided the desired conditions and environment in the first.</a:t>
            </a:r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590551" y="2743199"/>
            <a:ext cx="3196258" cy="7056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4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Dinosaur: Dragon : :</a:t>
            </a:r>
          </a:p>
          <a:p>
            <a:r>
              <a:rPr lang="en-IN" dirty="0"/>
              <a:t>Evolution : Revelation </a:t>
            </a:r>
          </a:p>
          <a:p>
            <a:r>
              <a:rPr lang="en-IN" dirty="0"/>
              <a:t>Gorilla : Soldier </a:t>
            </a:r>
          </a:p>
          <a:p>
            <a:r>
              <a:rPr lang="en-IN" dirty="0"/>
              <a:t>Snow : Ice </a:t>
            </a:r>
          </a:p>
          <a:p>
            <a:r>
              <a:rPr lang="en-IN" dirty="0"/>
              <a:t>Primeval : Medieval</a:t>
            </a:r>
          </a:p>
          <a:p>
            <a:r>
              <a:rPr lang="en-US" dirty="0"/>
              <a:t>Dinosaur and Dragon fall under the same category as snow and ice.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560734" y="3584623"/>
            <a:ext cx="1755084" cy="5003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4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Telephone : Ring : : ______ : ______ </a:t>
            </a:r>
          </a:p>
          <a:p>
            <a:r>
              <a:rPr lang="en-US" dirty="0"/>
              <a:t>Door : Knock </a:t>
            </a:r>
          </a:p>
          <a:p>
            <a:r>
              <a:rPr lang="en-US" dirty="0"/>
              <a:t>Gate : Open </a:t>
            </a:r>
          </a:p>
          <a:p>
            <a:r>
              <a:rPr lang="en-US" dirty="0"/>
              <a:t>Door : Wood </a:t>
            </a:r>
          </a:p>
          <a:p>
            <a:r>
              <a:rPr lang="en-US" dirty="0"/>
              <a:t>Lock : Key</a:t>
            </a:r>
            <a:endParaRPr lang="en-IN" dirty="0"/>
          </a:p>
          <a:p>
            <a:r>
              <a:rPr lang="en-US" dirty="0"/>
              <a:t>Ring is related with telephone and Knock is related to door.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550794" y="2143448"/>
            <a:ext cx="2142710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7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F2D397F-D684-3D86-E913-AFA232EA4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6 : 222 : : 7 : ? </a:t>
                </a:r>
              </a:p>
              <a:p>
                <a:r>
                  <a:rPr lang="en-IN" dirty="0"/>
                  <a:t>210 </a:t>
                </a:r>
              </a:p>
              <a:p>
                <a:r>
                  <a:rPr lang="en-IN" dirty="0"/>
                  <a:t>336 </a:t>
                </a:r>
              </a:p>
              <a:p>
                <a:r>
                  <a:rPr lang="en-IN" dirty="0"/>
                  <a:t>343 </a:t>
                </a:r>
              </a:p>
              <a:p>
                <a:r>
                  <a:rPr lang="en-IN" dirty="0"/>
                  <a:t>350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: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D397F-D684-3D86-E913-AFA232EA4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361950" y="4300240"/>
            <a:ext cx="1228310" cy="4904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2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set : ( 3, 18, 36) </a:t>
            </a:r>
          </a:p>
          <a:p>
            <a:r>
              <a:rPr lang="en-US" dirty="0"/>
              <a:t>(2, 10, 16) </a:t>
            </a:r>
          </a:p>
          <a:p>
            <a:r>
              <a:rPr lang="en-US" dirty="0"/>
              <a:t>(4, 24 48) </a:t>
            </a:r>
          </a:p>
          <a:p>
            <a:r>
              <a:rPr lang="en-US" dirty="0"/>
              <a:t>(6, 42, 48) </a:t>
            </a:r>
          </a:p>
          <a:p>
            <a:r>
              <a:rPr lang="en-US" dirty="0"/>
              <a:t>(12, 72, 96)</a:t>
            </a:r>
            <a:endParaRPr lang="en-IN" dirty="0"/>
          </a:p>
          <a:p>
            <a:r>
              <a:rPr lang="en-US" dirty="0"/>
              <a:t>(3, 3 × 6 = 18, 18 × 2 = 36) </a:t>
            </a:r>
          </a:p>
          <a:p>
            <a:r>
              <a:rPr lang="en-US" dirty="0"/>
              <a:t>(4, 4 × 6 = 24, 24 × 2 = 48)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CBA066A-4A16-023F-DA6F-53312ED8E0D5}"/>
              </a:ext>
            </a:extLst>
          </p:cNvPr>
          <p:cNvSpPr/>
          <p:nvPr/>
        </p:nvSpPr>
        <p:spPr>
          <a:xfrm>
            <a:off x="361950" y="2819310"/>
            <a:ext cx="2043320" cy="5898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5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sz="3400" dirty="0"/>
              <a:t>Analogy</a:t>
            </a:r>
          </a:p>
          <a:p>
            <a:pPr lvl="1" algn="just">
              <a:lnSpc>
                <a:spcPct val="150000"/>
              </a:lnSpc>
            </a:pPr>
            <a:r>
              <a:rPr lang="en-US" sz="3100" dirty="0"/>
              <a:t>Corresponding Items </a:t>
            </a:r>
          </a:p>
          <a:p>
            <a:pPr lvl="1" algn="just">
              <a:lnSpc>
                <a:spcPct val="150000"/>
              </a:lnSpc>
            </a:pPr>
            <a:r>
              <a:rPr lang="en-US" sz="3100" dirty="0"/>
              <a:t>Correspondence</a:t>
            </a:r>
          </a:p>
          <a:p>
            <a:pPr lvl="1" algn="just">
              <a:lnSpc>
                <a:spcPct val="150000"/>
              </a:lnSpc>
            </a:pPr>
            <a:r>
              <a:rPr lang="en-US" sz="3100" dirty="0"/>
              <a:t>Particular Relationship - Given Relationship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Gender – Name, Animal - Young One, 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Individual - Living place, Country – capital, 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State – capital, Country – currency, 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Instrument – Measurement, Quantity – Unit, 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Animal – movement, Animal/Thing – Sound, </a:t>
            </a:r>
          </a:p>
          <a:p>
            <a:pPr lvl="1" algn="just">
              <a:lnSpc>
                <a:spcPct val="150000"/>
              </a:lnSpc>
            </a:pPr>
            <a:r>
              <a:rPr lang="en-IN" sz="3100" dirty="0"/>
              <a:t>Individual/Thing – class, and Individuals – group</a:t>
            </a:r>
            <a:r>
              <a:rPr lang="en-US" sz="3100" dirty="0"/>
              <a:t>.</a:t>
            </a:r>
          </a:p>
          <a:p>
            <a:pPr lvl="1" algn="just">
              <a:lnSpc>
                <a:spcPct val="150000"/>
              </a:lnSpc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Verbal Reasoning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Analogy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9663</TotalTime>
  <Words>799</Words>
  <Application>Microsoft Office PowerPoint</Application>
  <PresentationFormat>On-screen Show (4:3)</PresentationFormat>
  <Paragraphs>218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Types of Analogy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598</cp:revision>
  <dcterms:created xsi:type="dcterms:W3CDTF">2020-12-18T18:59:12Z</dcterms:created>
  <dcterms:modified xsi:type="dcterms:W3CDTF">2022-11-05T07:49:07Z</dcterms:modified>
</cp:coreProperties>
</file>