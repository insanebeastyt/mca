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7" r:id="rId4"/>
    <p:sldId id="364" r:id="rId5"/>
    <p:sldId id="365" r:id="rId6"/>
    <p:sldId id="381" r:id="rId7"/>
    <p:sldId id="366" r:id="rId8"/>
    <p:sldId id="367" r:id="rId9"/>
    <p:sldId id="380" r:id="rId10"/>
    <p:sldId id="369" r:id="rId11"/>
    <p:sldId id="382" r:id="rId12"/>
    <p:sldId id="383" r:id="rId13"/>
    <p:sldId id="384" r:id="rId14"/>
    <p:sldId id="385" r:id="rId15"/>
    <p:sldId id="387" r:id="rId16"/>
    <p:sldId id="386" r:id="rId17"/>
    <p:sldId id="388" r:id="rId18"/>
    <p:sldId id="389" r:id="rId19"/>
    <p:sldId id="390" r:id="rId20"/>
    <p:sldId id="391" r:id="rId21"/>
    <p:sldId id="392" r:id="rId22"/>
    <p:sldId id="393" r:id="rId23"/>
    <p:sldId id="370" r:id="rId24"/>
    <p:sldId id="371" r:id="rId25"/>
    <p:sldId id="25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Depth first search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In Graph traversal visiting every vertex and edge exactly once in a well-defined order.</a:t>
            </a:r>
          </a:p>
          <a:p>
            <a:r>
              <a:rPr lang="en-IN" dirty="0"/>
              <a:t>In graph algorithms, you must ensure that each vertex of the graph is visited exactly once. </a:t>
            </a:r>
          </a:p>
          <a:p>
            <a:r>
              <a:rPr lang="en-IN" dirty="0"/>
              <a:t>The order in which the vertices are visited may depend upon the algorithm or type of problem going to solve.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traversals</a:t>
            </a:r>
          </a:p>
        </p:txBody>
      </p:sp>
    </p:spTree>
    <p:extLst>
      <p:ext uri="{BB962C8B-B14F-4D97-AF65-F5344CB8AC3E}">
        <p14:creationId xmlns:p14="http://schemas.microsoft.com/office/powerpoint/2010/main" val="19189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Breadth First Search (BFS)</a:t>
            </a:r>
          </a:p>
          <a:p>
            <a:r>
              <a:rPr lang="en-IN" dirty="0"/>
              <a:t>Depth First Search (DFS)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Traversal Algorithm</a:t>
            </a:r>
          </a:p>
        </p:txBody>
      </p:sp>
    </p:spTree>
    <p:extLst>
      <p:ext uri="{BB962C8B-B14F-4D97-AF65-F5344CB8AC3E}">
        <p14:creationId xmlns:p14="http://schemas.microsoft.com/office/powerpoint/2010/main" val="248041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DFS traversal is a recursive algorithm for searching all the vertices/ nodes of a graph or tree using stack data structure.</a:t>
            </a:r>
          </a:p>
          <a:p>
            <a:pPr algn="just"/>
            <a:r>
              <a:rPr lang="en-IN" dirty="0"/>
              <a:t>In Depth First Search (DFS) algorithm traverses a graph in a depth ward motion.</a:t>
            </a:r>
          </a:p>
          <a:p>
            <a:pPr algn="just"/>
            <a:r>
              <a:rPr lang="en-IN" dirty="0"/>
              <a:t>The DFS algorithm use the concept of backtracking.</a:t>
            </a:r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2521470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Step 1 − Visit the adjacent unvisited vertex. Mark it as visited. Display it. Push it in a stack.</a:t>
            </a:r>
          </a:p>
          <a:p>
            <a:pPr algn="just"/>
            <a:r>
              <a:rPr lang="en-IN" dirty="0"/>
              <a:t>Step 2 − If no adjacent vertex is found, pop up a vertex from the stack. (It will pop up all the vertices from the stack, which do not have adjacent vertices.)</a:t>
            </a:r>
          </a:p>
          <a:p>
            <a:pPr algn="just"/>
            <a:r>
              <a:rPr lang="en-IN" dirty="0"/>
              <a:t>Step 3 − Repeat Rule 1 and Rule 2 until the stack is empty.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for DFS</a:t>
            </a:r>
          </a:p>
        </p:txBody>
      </p:sp>
    </p:spTree>
    <p:extLst>
      <p:ext uri="{BB962C8B-B14F-4D97-AF65-F5344CB8AC3E}">
        <p14:creationId xmlns:p14="http://schemas.microsoft.com/office/powerpoint/2010/main" val="563717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For using DFS algorithm user should know about data structure </a:t>
            </a:r>
            <a:r>
              <a:rPr lang="en-IN" b="1" dirty="0"/>
              <a:t>Stack (</a:t>
            </a:r>
            <a:r>
              <a:rPr lang="en-IN" i="1" dirty="0"/>
              <a:t>Last In First Out</a:t>
            </a:r>
            <a:r>
              <a:rPr lang="en-IN" b="1" dirty="0"/>
              <a:t>)</a:t>
            </a:r>
            <a:r>
              <a:rPr lang="en-IN" dirty="0"/>
              <a:t> and its relevant operations like </a:t>
            </a:r>
            <a:r>
              <a:rPr lang="en-IN" b="1" dirty="0"/>
              <a:t>Push</a:t>
            </a:r>
            <a:r>
              <a:rPr lang="en-IN" dirty="0"/>
              <a:t> and </a:t>
            </a:r>
            <a:r>
              <a:rPr lang="en-IN" b="1" dirty="0"/>
              <a:t>Pop.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141606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Step 1: SET STATUS = 1 (ready state) for each node 	in G</a:t>
            </a:r>
          </a:p>
          <a:p>
            <a:pPr marL="0" indent="0">
              <a:buNone/>
            </a:pPr>
            <a:r>
              <a:rPr lang="en-IN" dirty="0"/>
              <a:t>Step 2: Push the starting node A on the stack and 	set its STATUS = 2 (waiting state)</a:t>
            </a:r>
          </a:p>
          <a:p>
            <a:pPr marL="0" indent="0">
              <a:buNone/>
            </a:pPr>
            <a:r>
              <a:rPr lang="en-IN" dirty="0"/>
              <a:t>Step 3: Repeat Steps 4 and 5 until STACK is empty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Depth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143646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Step 4: Pop the top node N. Process it and set its 	STATUS = 3 (processed state)</a:t>
            </a:r>
          </a:p>
          <a:p>
            <a:pPr marL="0" indent="0">
              <a:buNone/>
            </a:pPr>
            <a:r>
              <a:rPr lang="en-IN" dirty="0"/>
              <a:t>Step 5: Push on the stack all the neighbours of N that 	are in the ready state (whose STATUS = 1) and 	set their</a:t>
            </a:r>
          </a:p>
          <a:p>
            <a:pPr marL="0" indent="0">
              <a:buNone/>
            </a:pPr>
            <a:r>
              <a:rPr lang="en-IN" dirty="0"/>
              <a:t>	STATUS = 2 (waiting state)</a:t>
            </a:r>
          </a:p>
          <a:p>
            <a:pPr marL="0" indent="0">
              <a:buNone/>
            </a:pPr>
            <a:r>
              <a:rPr lang="en-IN" dirty="0"/>
              <a:t>	[END OF LOOP]</a:t>
            </a:r>
          </a:p>
          <a:p>
            <a:pPr marL="0" indent="0">
              <a:buNone/>
            </a:pPr>
            <a:r>
              <a:rPr lang="en-IN" dirty="0"/>
              <a:t>Step 6: EXIT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Depth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101639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01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9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787262" y="4716564"/>
            <a:ext cx="33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(A) 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20683" y="2570267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4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06580" y="4518097"/>
            <a:ext cx="334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(B)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40727" y="3591040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24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20603" y="4318331"/>
            <a:ext cx="334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(C) </a:t>
            </a:r>
          </a:p>
        </p:txBody>
      </p:sp>
      <p:sp>
        <p:nvSpPr>
          <p:cNvPr id="26" name="Right Arrow 25"/>
          <p:cNvSpPr/>
          <p:nvPr/>
        </p:nvSpPr>
        <p:spPr>
          <a:xfrm rot="5400000">
            <a:off x="431904" y="3948276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62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787262" y="4262447"/>
            <a:ext cx="334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(D)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5141" y="3558318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715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06580" y="4539446"/>
            <a:ext cx="334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(E)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81022" y="4487579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762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29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06580" y="4784496"/>
            <a:ext cx="33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(F)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27186" y="3466818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77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30354" y="4539446"/>
            <a:ext cx="334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(G)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620185" y="2592790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24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 F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06580" y="4241098"/>
            <a:ext cx="334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(H)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65751" y="3635395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3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 F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728466" y="4507497"/>
            <a:ext cx="334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(I) </a:t>
            </a:r>
          </a:p>
        </p:txBody>
      </p:sp>
      <p:sp>
        <p:nvSpPr>
          <p:cNvPr id="26" name="Right Arrow 25"/>
          <p:cNvSpPr/>
          <p:nvPr/>
        </p:nvSpPr>
        <p:spPr>
          <a:xfrm rot="5400000">
            <a:off x="2613465" y="3944771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383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 F G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744443" y="4276090"/>
            <a:ext cx="334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(J)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94385" y="3575457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90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6495" y="1724054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 F G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830354" y="4845151"/>
            <a:ext cx="334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(K)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67532" y="4348109"/>
            <a:ext cx="503750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13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Depth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538109" y="233954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509" y="231819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44936" y="1827932"/>
            <a:ext cx="1505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Empty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290" y="5841542"/>
            <a:ext cx="353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D E C F G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7563867" y="5164428"/>
            <a:ext cx="820279" cy="1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8603" y="6488668"/>
            <a:ext cx="10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(L) </a:t>
            </a:r>
          </a:p>
        </p:txBody>
      </p:sp>
    </p:spTree>
    <p:extLst>
      <p:ext uri="{BB962C8B-B14F-4D97-AF65-F5344CB8AC3E}">
        <p14:creationId xmlns:p14="http://schemas.microsoft.com/office/powerpoint/2010/main" val="4006044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 complexity: O(V + E), where V is the number of vertices and E is the number of edges in the graph.</a:t>
            </a:r>
          </a:p>
          <a:p>
            <a:r>
              <a:rPr lang="en-IN" dirty="0"/>
              <a:t>Space Complexity: O(V).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Complexity</a:t>
            </a:r>
          </a:p>
        </p:txBody>
      </p:sp>
    </p:spTree>
    <p:extLst>
      <p:ext uri="{BB962C8B-B14F-4D97-AF65-F5344CB8AC3E}">
        <p14:creationId xmlns:p14="http://schemas.microsoft.com/office/powerpoint/2010/main" val="106833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Mapping Routes and Network Analysis.</a:t>
            </a:r>
          </a:p>
          <a:p>
            <a:r>
              <a:rPr lang="en-IN" dirty="0"/>
              <a:t>Path Finding.</a:t>
            </a:r>
          </a:p>
          <a:p>
            <a:r>
              <a:rPr lang="en-IN" dirty="0"/>
              <a:t>Cycle detection in graphs.</a:t>
            </a:r>
          </a:p>
          <a:p>
            <a:r>
              <a:rPr lang="en-IN" dirty="0"/>
              <a:t>Topological Sorting.</a:t>
            </a:r>
          </a:p>
          <a:p>
            <a:r>
              <a:rPr lang="en-IN" dirty="0"/>
              <a:t>Solving puzzle.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DFS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97349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13316</TotalTime>
  <Words>774</Words>
  <Application>Microsoft Office PowerPoint</Application>
  <PresentationFormat>On-screen Show (4:3)</PresentationFormat>
  <Paragraphs>191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Graph traversals</vt:lpstr>
      <vt:lpstr>Graph Traversal Algorithm</vt:lpstr>
      <vt:lpstr>Depth First Search </vt:lpstr>
      <vt:lpstr>Steps for DFS</vt:lpstr>
      <vt:lpstr>Depth First Search </vt:lpstr>
      <vt:lpstr>Algorithm: Depth First Search </vt:lpstr>
      <vt:lpstr>Algorithm: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Example: Depth First Search </vt:lpstr>
      <vt:lpstr>Algorithm Complexity</vt:lpstr>
      <vt:lpstr>DFS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741</cp:revision>
  <dcterms:created xsi:type="dcterms:W3CDTF">2020-12-02T15:29:53Z</dcterms:created>
  <dcterms:modified xsi:type="dcterms:W3CDTF">2021-11-16T05:23:01Z</dcterms:modified>
</cp:coreProperties>
</file>