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70" r:id="rId4"/>
    <p:sldId id="395" r:id="rId5"/>
    <p:sldId id="396" r:id="rId6"/>
    <p:sldId id="397" r:id="rId7"/>
    <p:sldId id="398" r:id="rId8"/>
    <p:sldId id="399" r:id="rId9"/>
    <p:sldId id="401" r:id="rId10"/>
    <p:sldId id="400" r:id="rId11"/>
    <p:sldId id="402" r:id="rId12"/>
    <p:sldId id="403" r:id="rId13"/>
    <p:sldId id="404" r:id="rId14"/>
    <p:sldId id="25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7CAAF1"/>
    <a:srgbClr val="2C2C2C"/>
    <a:srgbClr val="191919"/>
    <a:srgbClr val="636973"/>
    <a:srgbClr val="999999"/>
    <a:srgbClr val="C2C2C2"/>
    <a:srgbClr val="00203F"/>
    <a:srgbClr val="ADF0D1"/>
    <a:srgbClr val="DD5C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03" autoAdjust="0"/>
    <p:restoredTop sz="94660"/>
  </p:normalViewPr>
  <p:slideViewPr>
    <p:cSldViewPr snapToGrid="0">
      <p:cViewPr varScale="1">
        <p:scale>
          <a:sx n="68" d="100"/>
          <a:sy n="68" d="100"/>
        </p:scale>
        <p:origin x="13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FDCE79-4E29-402C-B477-B11C4D011C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alphaModFix amt="90000"/>
          </a:blip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992F9EE-5066-4DC7-9A8B-A0704FB56E63}"/>
              </a:ext>
            </a:extLst>
          </p:cNvPr>
          <p:cNvSpPr/>
          <p:nvPr userDrawn="1"/>
        </p:nvSpPr>
        <p:spPr>
          <a:xfrm>
            <a:off x="0" y="1440872"/>
            <a:ext cx="9144000" cy="3976255"/>
          </a:xfrm>
          <a:prstGeom prst="rect">
            <a:avLst/>
          </a:prstGeom>
          <a:solidFill>
            <a:srgbClr val="2C2C2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51063-0A73-407E-9285-9A6C27FF3658}"/>
              </a:ext>
            </a:extLst>
          </p:cNvPr>
          <p:cNvSpPr txBox="1"/>
          <p:nvPr userDrawn="1"/>
        </p:nvSpPr>
        <p:spPr>
          <a:xfrm>
            <a:off x="318655" y="1551705"/>
            <a:ext cx="52508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ECAP770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D37EDC-9BA2-4106-A0D1-49964EF39471}"/>
              </a:ext>
            </a:extLst>
          </p:cNvPr>
          <p:cNvSpPr txBox="1"/>
          <p:nvPr userDrawn="1"/>
        </p:nvSpPr>
        <p:spPr>
          <a:xfrm>
            <a:off x="263235" y="2970116"/>
            <a:ext cx="534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cap="small" baseline="0" dirty="0">
                <a:solidFill>
                  <a:schemeClr val="bg1"/>
                </a:solidFill>
              </a:rPr>
              <a:t>Advance Data Structures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59E63-B3F3-40A8-A422-69AB2D35C404}"/>
              </a:ext>
            </a:extLst>
          </p:cNvPr>
          <p:cNvCxnSpPr>
            <a:cxnSpLocks/>
          </p:cNvCxnSpPr>
          <p:nvPr userDrawn="1"/>
        </p:nvCxnSpPr>
        <p:spPr>
          <a:xfrm>
            <a:off x="318655" y="3782289"/>
            <a:ext cx="5347855" cy="0"/>
          </a:xfrm>
          <a:prstGeom prst="line">
            <a:avLst/>
          </a:prstGeom>
          <a:ln w="3175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3F2AB1-044B-42E4-8A81-97A7A2FE5418}"/>
              </a:ext>
            </a:extLst>
          </p:cNvPr>
          <p:cNvSpPr txBox="1"/>
          <p:nvPr userDrawn="1"/>
        </p:nvSpPr>
        <p:spPr>
          <a:xfrm>
            <a:off x="5999019" y="4563687"/>
            <a:ext cx="2826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Ashwani Kumar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979311-FF32-46BF-9637-46454C71F372}"/>
              </a:ext>
            </a:extLst>
          </p:cNvPr>
          <p:cNvSpPr txBox="1"/>
          <p:nvPr userDrawn="1"/>
        </p:nvSpPr>
        <p:spPr>
          <a:xfrm>
            <a:off x="6044739" y="5039622"/>
            <a:ext cx="2826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210813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0050" y="2840182"/>
            <a:ext cx="8534400" cy="3827317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buFont typeface="Arial" panose="020B0604020202020204" pitchFamily="34" charset="0"/>
              <a:buNone/>
              <a:defRPr>
                <a:solidFill>
                  <a:srgbClr val="00203F"/>
                </a:solidFill>
              </a:defRPr>
            </a:lvl1pPr>
            <a:lvl2pPr>
              <a:lnSpc>
                <a:spcPct val="150000"/>
              </a:lnSpc>
              <a:buClr>
                <a:srgbClr val="FF0066"/>
              </a:buClr>
              <a:defRPr sz="2800"/>
            </a:lvl2pPr>
            <a:lvl3pPr>
              <a:buClr>
                <a:srgbClr val="FF0066"/>
              </a:buClr>
              <a:defRPr/>
            </a:lvl3pPr>
            <a:lvl4pPr>
              <a:buClr>
                <a:srgbClr val="FF0066"/>
              </a:buClr>
              <a:defRPr/>
            </a:lvl4pPr>
            <a:lvl5pPr>
              <a:buClr>
                <a:srgbClr val="FF0066"/>
              </a:buClr>
              <a:defRPr/>
            </a:lvl5pPr>
          </a:lstStyle>
          <a:p>
            <a:pPr lvl="1"/>
            <a:r>
              <a:rPr lang="en-US" dirty="0"/>
              <a:t>outcome 1</a:t>
            </a:r>
          </a:p>
          <a:p>
            <a:pPr lvl="1"/>
            <a:r>
              <a:rPr lang="en-US" dirty="0"/>
              <a:t>outcome 2</a:t>
            </a:r>
          </a:p>
          <a:p>
            <a:pPr lvl="1"/>
            <a:r>
              <a:rPr lang="en-US" dirty="0"/>
              <a:t>outcome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2095499"/>
          </a:xfrm>
          <a:prstGeom prst="rect">
            <a:avLst/>
          </a:prstGeom>
          <a:gradFill flip="none" rotWithShape="1">
            <a:gsLst>
              <a:gs pos="76000">
                <a:srgbClr val="636973"/>
              </a:gs>
              <a:gs pos="25000">
                <a:srgbClr val="2C2C2C"/>
              </a:gs>
              <a:gs pos="100000">
                <a:srgbClr val="99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0050" y="0"/>
            <a:ext cx="8743950" cy="2095499"/>
          </a:xfrm>
        </p:spPr>
        <p:txBody>
          <a:bodyPr>
            <a:normAutofit/>
          </a:bodyPr>
          <a:lstStyle>
            <a:lvl1pPr>
              <a:defRPr sz="44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</a:t>
            </a:r>
          </a:p>
        </p:txBody>
      </p:sp>
      <p:pic>
        <p:nvPicPr>
          <p:cNvPr id="13" name="Graphic 12" descr="Bullseye with solid fill">
            <a:extLst>
              <a:ext uri="{FF2B5EF4-FFF2-40B4-BE49-F238E27FC236}">
                <a16:creationId xmlns:a16="http://schemas.microsoft.com/office/drawing/2014/main" id="{DA53A35D-A7FC-46DF-8F17-CB2B929D87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2465" y="201756"/>
            <a:ext cx="1691985" cy="1691985"/>
          </a:xfrm>
          <a:prstGeom prst="rect">
            <a:avLst/>
          </a:prstGeom>
          <a:effectLst>
            <a:outerShdw blurRad="63500" dist="63500" sx="104000" sy="104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8C5984-85FD-4A7B-BC9D-CFD0ADC314BC}"/>
              </a:ext>
            </a:extLst>
          </p:cNvPr>
          <p:cNvSpPr txBox="1"/>
          <p:nvPr userDrawn="1"/>
        </p:nvSpPr>
        <p:spPr>
          <a:xfrm>
            <a:off x="400050" y="2297255"/>
            <a:ext cx="8092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1F1F1F"/>
                </a:solidFill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404072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Grey)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356023" cy="5124450"/>
          </a:xfrm>
        </p:spPr>
        <p:txBody>
          <a:bodyPr/>
          <a:lstStyle>
            <a:lvl1pPr algn="just">
              <a:lnSpc>
                <a:spcPct val="150000"/>
              </a:lnSpc>
              <a:buClr>
                <a:srgbClr val="FF0066"/>
              </a:buClr>
              <a:defRPr sz="2600"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1"/>
            <a:ext cx="8743950" cy="1314450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7622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0"/>
            <a:ext cx="874395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2039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2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0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3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8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76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blipFill dpi="0" rotWithShape="1">
          <a:blip r:embed="rId2">
            <a:alphaModFix amt="24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D8FB24-47A5-44BC-AECD-0BC32C75DA0B}"/>
              </a:ext>
            </a:extLst>
          </p:cNvPr>
          <p:cNvSpPr/>
          <p:nvPr userDrawn="1"/>
        </p:nvSpPr>
        <p:spPr>
          <a:xfrm>
            <a:off x="548640" y="548640"/>
            <a:ext cx="8046720" cy="5760720"/>
          </a:xfrm>
          <a:prstGeom prst="roundRect">
            <a:avLst>
              <a:gd name="adj" fmla="val 6085"/>
            </a:avLst>
          </a:prstGeom>
          <a:solidFill>
            <a:srgbClr val="191919"/>
          </a:solidFill>
          <a:ln w="28575">
            <a:solidFill>
              <a:srgbClr val="ADF0D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ADF0D1"/>
                </a:solidFill>
              </a:rPr>
              <a:t>That’s all for now…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952D653F-880E-4704-B157-47A700D64B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0F10F3FB-B2E5-4042-8A74-C8150CE8F5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1C516898-262F-4C12-85F9-35D321590C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394B66A9-76CC-4130-959F-4495CE8CFE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859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34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err="1"/>
              <a:t>ClicX</a:t>
            </a:r>
            <a:r>
              <a:rPr lang="en-US" dirty="0"/>
              <a:t>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53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85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EE634-6B37-4575-989D-67DDA194FFF3}" type="datetimeFigureOut">
              <a:rPr lang="en-US" smtClean="0"/>
              <a:t>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6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6" r:id="rId3"/>
    <p:sldLayoutId id="2147483674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5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829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F5D201-13EE-4515-BCA8-C03A66FB0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/>
            <a:r>
              <a:rPr lang="en-IN" dirty="0"/>
              <a:t>Understand topological sort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87DFED-79C6-45F1-801E-613D1FB5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</p:spTree>
    <p:extLst>
      <p:ext uri="{BB962C8B-B14F-4D97-AF65-F5344CB8AC3E}">
        <p14:creationId xmlns:p14="http://schemas.microsoft.com/office/powerpoint/2010/main" val="3896377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Topological Sort is a linear ordering of the vertices in such a way that if there is an edge in the DAG (directed acyclic graph) going from vertex ‘u’ to vertex ‘v’, then ‘u’ comes before ‘v’ in the ordering.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Topological sort</a:t>
            </a:r>
          </a:p>
        </p:txBody>
      </p:sp>
    </p:spTree>
    <p:extLst>
      <p:ext uri="{BB962C8B-B14F-4D97-AF65-F5344CB8AC3E}">
        <p14:creationId xmlns:p14="http://schemas.microsoft.com/office/powerpoint/2010/main" val="390351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Topological Sorting is possible if and only if the graph is a </a:t>
            </a:r>
            <a:r>
              <a:rPr lang="en-IN" b="1" dirty="0">
                <a:solidFill>
                  <a:srgbClr val="C00000"/>
                </a:solidFill>
              </a:rPr>
              <a:t>Directed Acyclic Graph</a:t>
            </a:r>
            <a:r>
              <a:rPr lang="en-IN" dirty="0"/>
              <a:t>.</a:t>
            </a:r>
          </a:p>
          <a:p>
            <a:r>
              <a:rPr lang="en-IN" dirty="0"/>
              <a:t>There may exist multiple different topological orderings for a given directed acyclic graph.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Topological sort</a:t>
            </a:r>
          </a:p>
        </p:txBody>
      </p:sp>
    </p:spTree>
    <p:extLst>
      <p:ext uri="{BB962C8B-B14F-4D97-AF65-F5344CB8AC3E}">
        <p14:creationId xmlns:p14="http://schemas.microsoft.com/office/powerpoint/2010/main" val="3696422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Topological sort</a:t>
            </a:r>
          </a:p>
        </p:txBody>
      </p:sp>
      <p:sp>
        <p:nvSpPr>
          <p:cNvPr id="4" name="Oval 3"/>
          <p:cNvSpPr/>
          <p:nvPr/>
        </p:nvSpPr>
        <p:spPr>
          <a:xfrm>
            <a:off x="6417902" y="2220831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5" name="Oval 4"/>
          <p:cNvSpPr/>
          <p:nvPr/>
        </p:nvSpPr>
        <p:spPr>
          <a:xfrm>
            <a:off x="6417902" y="5138580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3382236" y="5138580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3382236" y="2313013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8" name="Straight Arrow Connector 7"/>
          <p:cNvCxnSpPr>
            <a:stCxn id="7" idx="5"/>
            <a:endCxn id="34" idx="1"/>
          </p:cNvCxnSpPr>
          <p:nvPr/>
        </p:nvCxnSpPr>
        <p:spPr>
          <a:xfrm>
            <a:off x="3915651" y="2847768"/>
            <a:ext cx="998530" cy="8403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7" idx="6"/>
            <a:endCxn id="4" idx="2"/>
          </p:cNvCxnSpPr>
          <p:nvPr/>
        </p:nvCxnSpPr>
        <p:spPr>
          <a:xfrm flipV="1">
            <a:off x="4007170" y="2534084"/>
            <a:ext cx="2410732" cy="921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6"/>
            <a:endCxn id="5" idx="2"/>
          </p:cNvCxnSpPr>
          <p:nvPr/>
        </p:nvCxnSpPr>
        <p:spPr>
          <a:xfrm>
            <a:off x="4007170" y="5451833"/>
            <a:ext cx="24107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34" idx="3"/>
          </p:cNvCxnSpPr>
          <p:nvPr/>
        </p:nvCxnSpPr>
        <p:spPr>
          <a:xfrm flipV="1">
            <a:off x="3879557" y="4131124"/>
            <a:ext cx="1034624" cy="10655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759134" y="3596369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2279925" y="2743186"/>
            <a:ext cx="1102311" cy="9475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6" idx="1"/>
          </p:cNvCxnSpPr>
          <p:nvPr/>
        </p:nvCxnSpPr>
        <p:spPr>
          <a:xfrm>
            <a:off x="2279925" y="4162152"/>
            <a:ext cx="1193830" cy="1068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822662" y="3596369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38" name="Straight Arrow Connector 37"/>
          <p:cNvCxnSpPr>
            <a:endCxn id="5" idx="1"/>
          </p:cNvCxnSpPr>
          <p:nvPr/>
        </p:nvCxnSpPr>
        <p:spPr>
          <a:xfrm>
            <a:off x="5328215" y="4119211"/>
            <a:ext cx="1181206" cy="11111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5415206" y="2688129"/>
            <a:ext cx="1034624" cy="10655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946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Topological sort</a:t>
            </a:r>
          </a:p>
        </p:txBody>
      </p:sp>
      <p:sp>
        <p:nvSpPr>
          <p:cNvPr id="4" name="Oval 3"/>
          <p:cNvSpPr/>
          <p:nvPr/>
        </p:nvSpPr>
        <p:spPr>
          <a:xfrm>
            <a:off x="6276234" y="2620076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5" name="Oval 4"/>
          <p:cNvSpPr/>
          <p:nvPr/>
        </p:nvSpPr>
        <p:spPr>
          <a:xfrm>
            <a:off x="6276234" y="5537825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3240568" y="5537825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3240568" y="2712258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8" name="Straight Arrow Connector 7"/>
          <p:cNvCxnSpPr>
            <a:stCxn id="7" idx="5"/>
            <a:endCxn id="15" idx="1"/>
          </p:cNvCxnSpPr>
          <p:nvPr/>
        </p:nvCxnSpPr>
        <p:spPr>
          <a:xfrm>
            <a:off x="3773983" y="3247013"/>
            <a:ext cx="998530" cy="8403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7" idx="6"/>
            <a:endCxn id="4" idx="2"/>
          </p:cNvCxnSpPr>
          <p:nvPr/>
        </p:nvCxnSpPr>
        <p:spPr>
          <a:xfrm flipV="1">
            <a:off x="3865502" y="2933329"/>
            <a:ext cx="2410732" cy="921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6"/>
            <a:endCxn id="5" idx="2"/>
          </p:cNvCxnSpPr>
          <p:nvPr/>
        </p:nvCxnSpPr>
        <p:spPr>
          <a:xfrm>
            <a:off x="3865502" y="5851078"/>
            <a:ext cx="24107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15" idx="3"/>
          </p:cNvCxnSpPr>
          <p:nvPr/>
        </p:nvCxnSpPr>
        <p:spPr>
          <a:xfrm flipV="1">
            <a:off x="3737889" y="4530369"/>
            <a:ext cx="1034624" cy="10655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617466" y="3995614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2138257" y="3142431"/>
            <a:ext cx="1102311" cy="9475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6" idx="1"/>
          </p:cNvCxnSpPr>
          <p:nvPr/>
        </p:nvCxnSpPr>
        <p:spPr>
          <a:xfrm>
            <a:off x="2138257" y="4561397"/>
            <a:ext cx="1193830" cy="1068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680994" y="3995614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16" name="Straight Arrow Connector 15"/>
          <p:cNvCxnSpPr>
            <a:endCxn id="5" idx="1"/>
          </p:cNvCxnSpPr>
          <p:nvPr/>
        </p:nvCxnSpPr>
        <p:spPr>
          <a:xfrm>
            <a:off x="5186547" y="4518456"/>
            <a:ext cx="1181206" cy="11111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5273538" y="3087374"/>
            <a:ext cx="1034624" cy="10655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75639" y="3636598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595" y="6164330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1753" y="4196577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595" y="2251041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7261" y="6164330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0929" y="2382015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3253" y="1692987"/>
            <a:ext cx="23807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In-degree of vertex </a:t>
            </a:r>
          </a:p>
        </p:txBody>
      </p:sp>
    </p:spTree>
    <p:extLst>
      <p:ext uri="{BB962C8B-B14F-4D97-AF65-F5344CB8AC3E}">
        <p14:creationId xmlns:p14="http://schemas.microsoft.com/office/powerpoint/2010/main" val="3991371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Topological sort</a:t>
            </a:r>
          </a:p>
        </p:txBody>
      </p:sp>
      <p:sp>
        <p:nvSpPr>
          <p:cNvPr id="4" name="Oval 3"/>
          <p:cNvSpPr/>
          <p:nvPr/>
        </p:nvSpPr>
        <p:spPr>
          <a:xfrm>
            <a:off x="6083051" y="2014769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5" name="Oval 4"/>
          <p:cNvSpPr/>
          <p:nvPr/>
        </p:nvSpPr>
        <p:spPr>
          <a:xfrm>
            <a:off x="6083051" y="4932518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3047385" y="4932518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3047385" y="2106951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8" name="Straight Arrow Connector 7"/>
          <p:cNvCxnSpPr>
            <a:stCxn id="7" idx="5"/>
            <a:endCxn id="15" idx="1"/>
          </p:cNvCxnSpPr>
          <p:nvPr/>
        </p:nvCxnSpPr>
        <p:spPr>
          <a:xfrm>
            <a:off x="3580800" y="2641706"/>
            <a:ext cx="998530" cy="8403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7" idx="6"/>
            <a:endCxn id="4" idx="2"/>
          </p:cNvCxnSpPr>
          <p:nvPr/>
        </p:nvCxnSpPr>
        <p:spPr>
          <a:xfrm flipV="1">
            <a:off x="3672319" y="2328022"/>
            <a:ext cx="2410732" cy="921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6"/>
            <a:endCxn id="5" idx="2"/>
          </p:cNvCxnSpPr>
          <p:nvPr/>
        </p:nvCxnSpPr>
        <p:spPr>
          <a:xfrm>
            <a:off x="3672319" y="5245771"/>
            <a:ext cx="24107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15" idx="3"/>
          </p:cNvCxnSpPr>
          <p:nvPr/>
        </p:nvCxnSpPr>
        <p:spPr>
          <a:xfrm flipV="1">
            <a:off x="3544706" y="3925062"/>
            <a:ext cx="1034624" cy="10655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424283" y="3390307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1945074" y="2537124"/>
            <a:ext cx="1102311" cy="9475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6" idx="1"/>
          </p:cNvCxnSpPr>
          <p:nvPr/>
        </p:nvCxnSpPr>
        <p:spPr>
          <a:xfrm>
            <a:off x="1945074" y="3956090"/>
            <a:ext cx="1193830" cy="1068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487811" y="3390307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16" name="Straight Arrow Connector 15"/>
          <p:cNvCxnSpPr>
            <a:endCxn id="5" idx="1"/>
          </p:cNvCxnSpPr>
          <p:nvPr/>
        </p:nvCxnSpPr>
        <p:spPr>
          <a:xfrm>
            <a:off x="4993364" y="3913149"/>
            <a:ext cx="1181206" cy="11111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5080355" y="2482067"/>
            <a:ext cx="1034624" cy="10655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82456" y="3031291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3412" y="5559023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8570" y="3591270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3412" y="1645734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4078" y="5559023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7746" y="1776708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6668" y="6100473"/>
            <a:ext cx="2380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Visited vertex: 1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162722" y="2781473"/>
            <a:ext cx="383638" cy="37963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2162722" y="2797825"/>
            <a:ext cx="405986" cy="373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2229543" y="4114210"/>
            <a:ext cx="428978" cy="43911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>
            <a:off x="2199066" y="4114210"/>
            <a:ext cx="451326" cy="41686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223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Topological sort</a:t>
            </a:r>
          </a:p>
        </p:txBody>
      </p:sp>
      <p:sp>
        <p:nvSpPr>
          <p:cNvPr id="4" name="Oval 3"/>
          <p:cNvSpPr/>
          <p:nvPr/>
        </p:nvSpPr>
        <p:spPr>
          <a:xfrm>
            <a:off x="2700562" y="2156087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5" name="Oval 4"/>
          <p:cNvSpPr/>
          <p:nvPr/>
        </p:nvSpPr>
        <p:spPr>
          <a:xfrm>
            <a:off x="2652967" y="3752703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467862" y="3759398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501021" y="2207385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085845" y="2650061"/>
            <a:ext cx="547445" cy="4405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113518" y="2391388"/>
            <a:ext cx="1622088" cy="453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6"/>
            <a:endCxn id="5" idx="2"/>
          </p:cNvCxnSpPr>
          <p:nvPr/>
        </p:nvCxnSpPr>
        <p:spPr>
          <a:xfrm flipV="1">
            <a:off x="1092796" y="4065956"/>
            <a:ext cx="1560171" cy="66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15" idx="3"/>
          </p:cNvCxnSpPr>
          <p:nvPr/>
        </p:nvCxnSpPr>
        <p:spPr>
          <a:xfrm flipV="1">
            <a:off x="1121637" y="3418347"/>
            <a:ext cx="537186" cy="4609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567304" y="2883592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2128878" y="3382661"/>
            <a:ext cx="572734" cy="4768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2140626" y="2561486"/>
            <a:ext cx="585351" cy="4370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60715" y="4413662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1744" y="3462871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209" y="1838053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49" y="4320342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847" y="1877637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5759" y="5478408"/>
            <a:ext cx="2380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Visited vertex: 1 2</a:t>
            </a:r>
          </a:p>
        </p:txBody>
      </p:sp>
      <p:cxnSp>
        <p:nvCxnSpPr>
          <p:cNvPr id="46" name="Straight Connector 45"/>
          <p:cNvCxnSpPr/>
          <p:nvPr/>
        </p:nvCxnSpPr>
        <p:spPr>
          <a:xfrm>
            <a:off x="1286115" y="2597778"/>
            <a:ext cx="281189" cy="2474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>
            <a:off x="1286115" y="2606336"/>
            <a:ext cx="281189" cy="23887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1567304" y="2160846"/>
            <a:ext cx="281189" cy="2474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1567304" y="2169404"/>
            <a:ext cx="281189" cy="23887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283147" y="2019505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51" name="Oval 50"/>
          <p:cNvSpPr/>
          <p:nvPr/>
        </p:nvSpPr>
        <p:spPr>
          <a:xfrm>
            <a:off x="7355404" y="3693837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52" name="Oval 51"/>
          <p:cNvSpPr/>
          <p:nvPr/>
        </p:nvSpPr>
        <p:spPr>
          <a:xfrm>
            <a:off x="5084997" y="3679911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53" name="Oval 52"/>
          <p:cNvSpPr/>
          <p:nvPr/>
        </p:nvSpPr>
        <p:spPr>
          <a:xfrm>
            <a:off x="5045689" y="2156123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5670623" y="2597778"/>
            <a:ext cx="456833" cy="3414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endCxn id="50" idx="2"/>
          </p:cNvCxnSpPr>
          <p:nvPr/>
        </p:nvCxnSpPr>
        <p:spPr>
          <a:xfrm>
            <a:off x="5648137" y="2330862"/>
            <a:ext cx="1635010" cy="18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6"/>
            <a:endCxn id="51" idx="2"/>
          </p:cNvCxnSpPr>
          <p:nvPr/>
        </p:nvCxnSpPr>
        <p:spPr>
          <a:xfrm>
            <a:off x="5709931" y="3993164"/>
            <a:ext cx="1645473" cy="139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2" idx="7"/>
            <a:endCxn id="58" idx="3"/>
          </p:cNvCxnSpPr>
          <p:nvPr/>
        </p:nvCxnSpPr>
        <p:spPr>
          <a:xfrm flipV="1">
            <a:off x="5618412" y="3294516"/>
            <a:ext cx="597581" cy="4771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6124474" y="2759761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59" name="Straight Arrow Connector 58"/>
          <p:cNvCxnSpPr>
            <a:endCxn id="51" idx="1"/>
          </p:cNvCxnSpPr>
          <p:nvPr/>
        </p:nvCxnSpPr>
        <p:spPr>
          <a:xfrm>
            <a:off x="6686048" y="3258830"/>
            <a:ext cx="760875" cy="5267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V="1">
            <a:off x="6697796" y="2437655"/>
            <a:ext cx="585351" cy="4370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217885" y="4289831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38914" y="3339040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95115" y="1710323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00119" y="4196511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24132" y="1791893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cxnSp>
        <p:nvCxnSpPr>
          <p:cNvPr id="66" name="Straight Connector 65"/>
          <p:cNvCxnSpPr/>
          <p:nvPr/>
        </p:nvCxnSpPr>
        <p:spPr>
          <a:xfrm>
            <a:off x="5905595" y="3443159"/>
            <a:ext cx="281189" cy="2474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>
            <a:off x="5905595" y="3451717"/>
            <a:ext cx="281189" cy="23887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6294241" y="3850926"/>
            <a:ext cx="281189" cy="2474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flipH="1">
            <a:off x="6294241" y="3859484"/>
            <a:ext cx="281189" cy="23887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419852" y="5452903"/>
            <a:ext cx="2380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Visited vertex: 1 3</a:t>
            </a:r>
          </a:p>
        </p:txBody>
      </p:sp>
      <p:cxnSp>
        <p:nvCxnSpPr>
          <p:cNvPr id="72" name="Straight Connector 71"/>
          <p:cNvCxnSpPr/>
          <p:nvPr/>
        </p:nvCxnSpPr>
        <p:spPr>
          <a:xfrm>
            <a:off x="4202980" y="1446752"/>
            <a:ext cx="28666" cy="506853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268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Topological sort</a:t>
            </a:r>
          </a:p>
        </p:txBody>
      </p:sp>
      <p:sp>
        <p:nvSpPr>
          <p:cNvPr id="4" name="Oval 3"/>
          <p:cNvSpPr/>
          <p:nvPr/>
        </p:nvSpPr>
        <p:spPr>
          <a:xfrm>
            <a:off x="2700562" y="2156087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5" name="Oval 4"/>
          <p:cNvSpPr/>
          <p:nvPr/>
        </p:nvSpPr>
        <p:spPr>
          <a:xfrm>
            <a:off x="2652967" y="3752703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467862" y="3759398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cxnSp>
        <p:nvCxnSpPr>
          <p:cNvPr id="7" name="Straight Arrow Connector 6"/>
          <p:cNvCxnSpPr>
            <a:stCxn id="6" idx="6"/>
            <a:endCxn id="5" idx="2"/>
          </p:cNvCxnSpPr>
          <p:nvPr/>
        </p:nvCxnSpPr>
        <p:spPr>
          <a:xfrm flipV="1">
            <a:off x="1092796" y="4065956"/>
            <a:ext cx="1560171" cy="66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9" idx="3"/>
          </p:cNvCxnSpPr>
          <p:nvPr/>
        </p:nvCxnSpPr>
        <p:spPr>
          <a:xfrm flipV="1">
            <a:off x="1121637" y="3418347"/>
            <a:ext cx="537186" cy="4609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567304" y="2883592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128878" y="3382661"/>
            <a:ext cx="572734" cy="4768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2140626" y="2561486"/>
            <a:ext cx="585351" cy="4370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60715" y="4413662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1744" y="3462871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209" y="1838053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49" y="4320342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6344" y="5478408"/>
            <a:ext cx="3807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Visited vertex: 1 2 3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1299176" y="3588576"/>
            <a:ext cx="281189" cy="2474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1299176" y="3597134"/>
            <a:ext cx="281189" cy="23887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567304" y="4001709"/>
            <a:ext cx="281189" cy="2474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1567304" y="4010267"/>
            <a:ext cx="281189" cy="23887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283147" y="2019505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22" name="Oval 21"/>
          <p:cNvSpPr/>
          <p:nvPr/>
        </p:nvSpPr>
        <p:spPr>
          <a:xfrm>
            <a:off x="7355404" y="3693837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5045689" y="2156123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5670623" y="2597778"/>
            <a:ext cx="456833" cy="3414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21" idx="2"/>
          </p:cNvCxnSpPr>
          <p:nvPr/>
        </p:nvCxnSpPr>
        <p:spPr>
          <a:xfrm>
            <a:off x="5648137" y="2330862"/>
            <a:ext cx="1635010" cy="18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24474" y="2759761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27" name="Straight Arrow Connector 26"/>
          <p:cNvCxnSpPr>
            <a:endCxn id="22" idx="1"/>
          </p:cNvCxnSpPr>
          <p:nvPr/>
        </p:nvCxnSpPr>
        <p:spPr>
          <a:xfrm>
            <a:off x="6686048" y="3258830"/>
            <a:ext cx="760875" cy="5267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6697796" y="2437655"/>
            <a:ext cx="585351" cy="4370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217885" y="4289831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8914" y="3339040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5115" y="1710323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4132" y="1791893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6008488" y="2218765"/>
            <a:ext cx="281189" cy="2474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6008488" y="2227323"/>
            <a:ext cx="281189" cy="23887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5674603" y="2691825"/>
            <a:ext cx="281189" cy="2474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5674603" y="2700383"/>
            <a:ext cx="281189" cy="23887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198513" y="1609859"/>
            <a:ext cx="33133" cy="490542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772025" y="5478408"/>
            <a:ext cx="4217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Visited vertex: 1 3 2</a:t>
            </a:r>
          </a:p>
        </p:txBody>
      </p:sp>
    </p:spTree>
    <p:extLst>
      <p:ext uri="{BB962C8B-B14F-4D97-AF65-F5344CB8AC3E}">
        <p14:creationId xmlns:p14="http://schemas.microsoft.com/office/powerpoint/2010/main" val="3998681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Topological sort</a:t>
            </a:r>
          </a:p>
        </p:txBody>
      </p:sp>
      <p:sp>
        <p:nvSpPr>
          <p:cNvPr id="4" name="Oval 3"/>
          <p:cNvSpPr/>
          <p:nvPr/>
        </p:nvSpPr>
        <p:spPr>
          <a:xfrm>
            <a:off x="2700562" y="2156087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5" name="Oval 4"/>
          <p:cNvSpPr/>
          <p:nvPr/>
        </p:nvSpPr>
        <p:spPr>
          <a:xfrm>
            <a:off x="2652967" y="3752703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1567304" y="2883592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128878" y="3382661"/>
            <a:ext cx="572734" cy="4768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2140626" y="2561486"/>
            <a:ext cx="585351" cy="4370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60715" y="4413662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1744" y="3462871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209" y="1838053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6344" y="5478408"/>
            <a:ext cx="3807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Visited vertex: 1 2 3 5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2318512" y="2761985"/>
            <a:ext cx="281189" cy="2474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2318512" y="2770543"/>
            <a:ext cx="281189" cy="23887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281076" y="3436889"/>
            <a:ext cx="281189" cy="2474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2281076" y="3445447"/>
            <a:ext cx="281189" cy="23887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283147" y="2019505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7355404" y="3693837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6124474" y="2759761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34" name="Straight Arrow Connector 33"/>
          <p:cNvCxnSpPr>
            <a:endCxn id="26" idx="1"/>
          </p:cNvCxnSpPr>
          <p:nvPr/>
        </p:nvCxnSpPr>
        <p:spPr>
          <a:xfrm>
            <a:off x="6686048" y="3258830"/>
            <a:ext cx="760875" cy="5267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6697796" y="2437655"/>
            <a:ext cx="585351" cy="4370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217885" y="4289831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8914" y="3339040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95115" y="1710323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cxnSp>
        <p:nvCxnSpPr>
          <p:cNvPr id="41" name="Straight Connector 40"/>
          <p:cNvCxnSpPr/>
          <p:nvPr/>
        </p:nvCxnSpPr>
        <p:spPr>
          <a:xfrm>
            <a:off x="6816975" y="2633706"/>
            <a:ext cx="281189" cy="2474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6816975" y="2642264"/>
            <a:ext cx="281189" cy="23887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6894388" y="3317454"/>
            <a:ext cx="281189" cy="2474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6894388" y="3326012"/>
            <a:ext cx="281189" cy="23887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772025" y="5478408"/>
            <a:ext cx="4217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Visited vertex: 1 3 2 5</a:t>
            </a:r>
          </a:p>
        </p:txBody>
      </p:sp>
      <p:cxnSp>
        <p:nvCxnSpPr>
          <p:cNvPr id="46" name="Straight Connector 45"/>
          <p:cNvCxnSpPr/>
          <p:nvPr/>
        </p:nvCxnSpPr>
        <p:spPr>
          <a:xfrm>
            <a:off x="4198513" y="1609859"/>
            <a:ext cx="33133" cy="490542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803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Topological sort</a:t>
            </a:r>
          </a:p>
        </p:txBody>
      </p:sp>
      <p:sp>
        <p:nvSpPr>
          <p:cNvPr id="5" name="Oval 4"/>
          <p:cNvSpPr/>
          <p:nvPr/>
        </p:nvSpPr>
        <p:spPr>
          <a:xfrm>
            <a:off x="2652967" y="3752703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0715" y="4413662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344" y="5478408"/>
            <a:ext cx="3807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Visited vertex: 1 2 3 5 6 4</a:t>
            </a:r>
          </a:p>
        </p:txBody>
      </p:sp>
      <p:sp>
        <p:nvSpPr>
          <p:cNvPr id="17" name="Oval 16"/>
          <p:cNvSpPr/>
          <p:nvPr/>
        </p:nvSpPr>
        <p:spPr>
          <a:xfrm>
            <a:off x="7283147" y="2019505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5115" y="1710323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4198513" y="1609859"/>
            <a:ext cx="33133" cy="490542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72025" y="5478408"/>
            <a:ext cx="4217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Visited vertex: 1 3 2 5 4 6</a:t>
            </a:r>
          </a:p>
        </p:txBody>
      </p:sp>
    </p:spTree>
    <p:extLst>
      <p:ext uri="{BB962C8B-B14F-4D97-AF65-F5344CB8AC3E}">
        <p14:creationId xmlns:p14="http://schemas.microsoft.com/office/powerpoint/2010/main" val="822742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Topological sort</a:t>
            </a:r>
          </a:p>
        </p:txBody>
      </p:sp>
      <p:sp>
        <p:nvSpPr>
          <p:cNvPr id="4" name="Oval 3"/>
          <p:cNvSpPr/>
          <p:nvPr/>
        </p:nvSpPr>
        <p:spPr>
          <a:xfrm>
            <a:off x="3821024" y="2310633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5" name="Oval 4"/>
          <p:cNvSpPr/>
          <p:nvPr/>
        </p:nvSpPr>
        <p:spPr>
          <a:xfrm>
            <a:off x="3773429" y="3907249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1588324" y="3913944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1621483" y="2361931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206307" y="2804607"/>
            <a:ext cx="547445" cy="4405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233980" y="2545934"/>
            <a:ext cx="1622088" cy="453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6"/>
            <a:endCxn id="5" idx="2"/>
          </p:cNvCxnSpPr>
          <p:nvPr/>
        </p:nvCxnSpPr>
        <p:spPr>
          <a:xfrm flipV="1">
            <a:off x="2213258" y="4220502"/>
            <a:ext cx="1560171" cy="66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2138330" y="3531659"/>
            <a:ext cx="629929" cy="5386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687766" y="3038138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249340" y="3537207"/>
            <a:ext cx="572734" cy="4768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3261088" y="2716032"/>
            <a:ext cx="585351" cy="4370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81177" y="4568208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2206" y="3617417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6671" y="1992599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3411" y="4474888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309" y="2032183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508226" y="3174472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1065789" y="2752324"/>
            <a:ext cx="629929" cy="5386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055118" y="3680995"/>
            <a:ext cx="547445" cy="4405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70725" y="2275073"/>
            <a:ext cx="3807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Visited vertex: 1 2 3 5 6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0725" y="2716032"/>
            <a:ext cx="4217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Visited vertex: 1 3 2 5 4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9244" y="3151335"/>
            <a:ext cx="3807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Visited vertex: 1 2 3 5 4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0725" y="3613920"/>
            <a:ext cx="4217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Visited vertex: 1 3 2 5 6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9504" y="3314544"/>
            <a:ext cx="22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337726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Instruction Scheduling</a:t>
            </a:r>
          </a:p>
          <a:p>
            <a:r>
              <a:rPr lang="en-IN" dirty="0"/>
              <a:t>Determining the order of compilation tasks to perform in make files</a:t>
            </a:r>
          </a:p>
          <a:p>
            <a:r>
              <a:rPr lang="en-IN" dirty="0"/>
              <a:t>Scheduling jobs from the given dependencies among jobs</a:t>
            </a:r>
          </a:p>
          <a:p>
            <a:r>
              <a:rPr lang="en-IN" dirty="0"/>
              <a:t>Data Serialization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Topological Sort</a:t>
            </a:r>
          </a:p>
        </p:txBody>
      </p:sp>
    </p:spTree>
    <p:extLst>
      <p:ext uri="{BB962C8B-B14F-4D97-AF65-F5344CB8AC3E}">
        <p14:creationId xmlns:p14="http://schemas.microsoft.com/office/powerpoint/2010/main" val="2953381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23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15063</TotalTime>
  <Words>325</Words>
  <Application>Microsoft Office PowerPoint</Application>
  <PresentationFormat>On-screen Show (4:3)</PresentationFormat>
  <Paragraphs>128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Bahnschrift</vt:lpstr>
      <vt:lpstr>Bahnschrift SemiBold</vt:lpstr>
      <vt:lpstr>Office Theme</vt:lpstr>
      <vt:lpstr>PowerPoint Presentation</vt:lpstr>
      <vt:lpstr>Learning Outcomes</vt:lpstr>
      <vt:lpstr>Topological sort</vt:lpstr>
      <vt:lpstr>Topological sort</vt:lpstr>
      <vt:lpstr>Topological sort</vt:lpstr>
      <vt:lpstr>Topological sort</vt:lpstr>
      <vt:lpstr>Topological sort</vt:lpstr>
      <vt:lpstr>Topological sort</vt:lpstr>
      <vt:lpstr>Topological sort</vt:lpstr>
      <vt:lpstr>Topological sort</vt:lpstr>
      <vt:lpstr>Topological sort</vt:lpstr>
      <vt:lpstr>Topological sort</vt:lpstr>
      <vt:lpstr>Applications of Topological Sort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recording2</cp:lastModifiedBy>
  <cp:revision>885</cp:revision>
  <dcterms:created xsi:type="dcterms:W3CDTF">2020-12-02T15:29:53Z</dcterms:created>
  <dcterms:modified xsi:type="dcterms:W3CDTF">2022-01-08T04:29:11Z</dcterms:modified>
</cp:coreProperties>
</file>