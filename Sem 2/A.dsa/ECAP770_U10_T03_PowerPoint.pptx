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52" r:id="rId4"/>
    <p:sldId id="354" r:id="rId5"/>
    <p:sldId id="356" r:id="rId6"/>
    <p:sldId id="357" r:id="rId7"/>
    <p:sldId id="355" r:id="rId8"/>
    <p:sldId id="358" r:id="rId9"/>
    <p:sldId id="359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7CAAF1"/>
    <a:srgbClr val="2C2C2C"/>
    <a:srgbClr val="191919"/>
    <a:srgbClr val="636973"/>
    <a:srgbClr val="999999"/>
    <a:srgbClr val="C2C2C2"/>
    <a:srgbClr val="00203F"/>
    <a:srgbClr val="ADF0D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Kumar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ClicX</a:t>
            </a:r>
            <a:r>
              <a:rPr lang="en-US" dirty="0"/>
              <a:t>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/>
            <a:r>
              <a:rPr lang="en-IN" dirty="0"/>
              <a:t>understand connected components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Component of an undirected graph is a sub graph in which each pair of nodes is connected with each other via a path.</a:t>
            </a:r>
          </a:p>
          <a:p>
            <a:pPr algn="just"/>
            <a:r>
              <a:rPr lang="en-IN" dirty="0"/>
              <a:t>Every vertex of the graph lies in a connected component that consists of all the vertices that can be reached from that vertex, together with all the edges that join those vertices.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Connected Component</a:t>
            </a:r>
          </a:p>
        </p:txBody>
      </p:sp>
    </p:spTree>
    <p:extLst>
      <p:ext uri="{BB962C8B-B14F-4D97-AF65-F5344CB8AC3E}">
        <p14:creationId xmlns:p14="http://schemas.microsoft.com/office/powerpoint/2010/main" val="722592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We can use traversal algorithm, depth-first or breadth-first, to find the connected components of an undirected graph.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Connected Component</a:t>
            </a:r>
          </a:p>
        </p:txBody>
      </p:sp>
    </p:spTree>
    <p:extLst>
      <p:ext uri="{BB962C8B-B14F-4D97-AF65-F5344CB8AC3E}">
        <p14:creationId xmlns:p14="http://schemas.microsoft.com/office/powerpoint/2010/main" val="2039684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Connected Component</a:t>
            </a:r>
          </a:p>
        </p:txBody>
      </p:sp>
      <p:sp>
        <p:nvSpPr>
          <p:cNvPr id="4" name="Oval 3"/>
          <p:cNvSpPr/>
          <p:nvPr/>
        </p:nvSpPr>
        <p:spPr>
          <a:xfrm>
            <a:off x="4705128" y="3661207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4709792" y="2219669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3268012" y="3661207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3278373" y="2219669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8" name="Straight Connector 7"/>
          <p:cNvCxnSpPr>
            <a:endCxn id="6" idx="0"/>
          </p:cNvCxnSpPr>
          <p:nvPr/>
        </p:nvCxnSpPr>
        <p:spPr>
          <a:xfrm flipH="1">
            <a:off x="3581025" y="2825180"/>
            <a:ext cx="12638" cy="8360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7" idx="6"/>
          </p:cNvCxnSpPr>
          <p:nvPr/>
        </p:nvCxnSpPr>
        <p:spPr>
          <a:xfrm flipH="1">
            <a:off x="3903307" y="2527758"/>
            <a:ext cx="794962" cy="51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5045912" y="2847660"/>
            <a:ext cx="29794" cy="81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903306" y="3936458"/>
            <a:ext cx="792554" cy="152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541250" y="4835446"/>
            <a:ext cx="6309219" cy="1125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A is reachable to D via: A - B - D , A – C – D B is reachable to C via: B – A – C , B – D - C</a:t>
            </a:r>
          </a:p>
        </p:txBody>
      </p:sp>
    </p:spTree>
    <p:extLst>
      <p:ext uri="{BB962C8B-B14F-4D97-AF65-F5344CB8AC3E}">
        <p14:creationId xmlns:p14="http://schemas.microsoft.com/office/powerpoint/2010/main" val="1412062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Connected Component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7293" y="5183666"/>
            <a:ext cx="5569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Two connected component G1 and G2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ECB095-86C6-4F1D-92FB-21F71E5C31FB}"/>
              </a:ext>
            </a:extLst>
          </p:cNvPr>
          <p:cNvGrpSpPr/>
          <p:nvPr/>
        </p:nvGrpSpPr>
        <p:grpSpPr>
          <a:xfrm>
            <a:off x="2351967" y="2038353"/>
            <a:ext cx="3822710" cy="2781294"/>
            <a:chOff x="756631" y="2108522"/>
            <a:chExt cx="3822710" cy="2781294"/>
          </a:xfrm>
        </p:grpSpPr>
        <p:sp>
          <p:nvSpPr>
            <p:cNvPr id="4" name="Oval 3"/>
            <p:cNvSpPr/>
            <p:nvPr/>
          </p:nvSpPr>
          <p:spPr>
            <a:xfrm>
              <a:off x="2193747" y="3571055"/>
              <a:ext cx="656053" cy="601700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2198411" y="2129517"/>
              <a:ext cx="613412" cy="62650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B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756631" y="3571055"/>
              <a:ext cx="626026" cy="605511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766992" y="2129517"/>
              <a:ext cx="624934" cy="626505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</a:t>
              </a:r>
            </a:p>
          </p:txBody>
        </p:sp>
        <p:cxnSp>
          <p:nvCxnSpPr>
            <p:cNvPr id="8" name="Straight Connector 7"/>
            <p:cNvCxnSpPr>
              <a:endCxn id="6" idx="0"/>
            </p:cNvCxnSpPr>
            <p:nvPr/>
          </p:nvCxnSpPr>
          <p:spPr>
            <a:xfrm flipH="1">
              <a:off x="1069644" y="2735028"/>
              <a:ext cx="12638" cy="83602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endCxn id="7" idx="6"/>
            </p:cNvCxnSpPr>
            <p:nvPr/>
          </p:nvCxnSpPr>
          <p:spPr>
            <a:xfrm flipH="1">
              <a:off x="1391926" y="2437606"/>
              <a:ext cx="794962" cy="516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2534531" y="2757508"/>
              <a:ext cx="29794" cy="81354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391925" y="3846306"/>
              <a:ext cx="792554" cy="1520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3923288" y="3550060"/>
              <a:ext cx="656053" cy="601700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F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3927952" y="2108522"/>
              <a:ext cx="613412" cy="62650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E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 flipH="1">
              <a:off x="4236417" y="2736513"/>
              <a:ext cx="29794" cy="81354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391925" y="4520484"/>
              <a:ext cx="5270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G1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71144" y="4520484"/>
              <a:ext cx="5270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G2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6851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For a directed graph, A strongly connected component has a directed path between any two nodes.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Strongly Connected Component</a:t>
            </a:r>
          </a:p>
        </p:txBody>
      </p:sp>
    </p:spTree>
    <p:extLst>
      <p:ext uri="{BB962C8B-B14F-4D97-AF65-F5344CB8AC3E}">
        <p14:creationId xmlns:p14="http://schemas.microsoft.com/office/powerpoint/2010/main" val="3802888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Strongly Connected Component</a:t>
            </a:r>
          </a:p>
        </p:txBody>
      </p:sp>
      <p:sp>
        <p:nvSpPr>
          <p:cNvPr id="4" name="Oval 3"/>
          <p:cNvSpPr/>
          <p:nvPr/>
        </p:nvSpPr>
        <p:spPr>
          <a:xfrm>
            <a:off x="4254367" y="3712724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4275687" y="2271185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2817251" y="3712724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2827612" y="2271186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3" name="Straight Arrow Connector 12"/>
          <p:cNvCxnSpPr>
            <a:stCxn id="7" idx="6"/>
            <a:endCxn id="5" idx="2"/>
          </p:cNvCxnSpPr>
          <p:nvPr/>
        </p:nvCxnSpPr>
        <p:spPr>
          <a:xfrm flipV="1">
            <a:off x="3452546" y="2584438"/>
            <a:ext cx="82314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7" idx="4"/>
          </p:cNvCxnSpPr>
          <p:nvPr/>
        </p:nvCxnSpPr>
        <p:spPr>
          <a:xfrm flipV="1">
            <a:off x="3130264" y="2897691"/>
            <a:ext cx="9815" cy="8086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2"/>
            <a:endCxn id="6" idx="6"/>
          </p:cNvCxnSpPr>
          <p:nvPr/>
        </p:nvCxnSpPr>
        <p:spPr>
          <a:xfrm flipH="1">
            <a:off x="3443277" y="4013574"/>
            <a:ext cx="811090" cy="19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4"/>
            <a:endCxn id="4" idx="0"/>
          </p:cNvCxnSpPr>
          <p:nvPr/>
        </p:nvCxnSpPr>
        <p:spPr>
          <a:xfrm>
            <a:off x="4582393" y="2897691"/>
            <a:ext cx="1" cy="8150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687937" y="4904306"/>
            <a:ext cx="4777257" cy="1125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A is reachable to D via: A - B - D 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B is reachable to C via: B – D - C</a:t>
            </a:r>
          </a:p>
        </p:txBody>
      </p:sp>
    </p:spTree>
    <p:extLst>
      <p:ext uri="{BB962C8B-B14F-4D97-AF65-F5344CB8AC3E}">
        <p14:creationId xmlns:p14="http://schemas.microsoft.com/office/powerpoint/2010/main" val="324433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/>
          <p:cNvSpPr/>
          <p:nvPr/>
        </p:nvSpPr>
        <p:spPr>
          <a:xfrm>
            <a:off x="1737952" y="1608454"/>
            <a:ext cx="2992529" cy="30136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4926186" y="1790164"/>
            <a:ext cx="1139116" cy="13265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Strongly Connected Component</a:t>
            </a:r>
          </a:p>
        </p:txBody>
      </p:sp>
      <p:sp>
        <p:nvSpPr>
          <p:cNvPr id="4" name="Oval 3"/>
          <p:cNvSpPr/>
          <p:nvPr/>
        </p:nvSpPr>
        <p:spPr>
          <a:xfrm>
            <a:off x="3700575" y="3558177"/>
            <a:ext cx="656053" cy="6017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/>
          <p:cNvSpPr/>
          <p:nvPr/>
        </p:nvSpPr>
        <p:spPr>
          <a:xfrm>
            <a:off x="3721895" y="2116638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2263459" y="3558177"/>
            <a:ext cx="626026" cy="60551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2273820" y="2116639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8" name="Straight Arrow Connector 7"/>
          <p:cNvCxnSpPr>
            <a:stCxn id="7" idx="6"/>
            <a:endCxn id="5" idx="2"/>
          </p:cNvCxnSpPr>
          <p:nvPr/>
        </p:nvCxnSpPr>
        <p:spPr>
          <a:xfrm flipV="1">
            <a:off x="2898754" y="2429891"/>
            <a:ext cx="82314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7" idx="4"/>
          </p:cNvCxnSpPr>
          <p:nvPr/>
        </p:nvCxnSpPr>
        <p:spPr>
          <a:xfrm flipV="1">
            <a:off x="2576472" y="2743144"/>
            <a:ext cx="9815" cy="8086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2"/>
            <a:endCxn id="6" idx="6"/>
          </p:cNvCxnSpPr>
          <p:nvPr/>
        </p:nvCxnSpPr>
        <p:spPr>
          <a:xfrm flipH="1">
            <a:off x="2889485" y="3859027"/>
            <a:ext cx="811090" cy="19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4"/>
            <a:endCxn id="4" idx="0"/>
          </p:cNvCxnSpPr>
          <p:nvPr/>
        </p:nvCxnSpPr>
        <p:spPr>
          <a:xfrm>
            <a:off x="4028601" y="2743144"/>
            <a:ext cx="1" cy="8150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171040" y="2100463"/>
            <a:ext cx="613412" cy="626506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cxnSp>
        <p:nvCxnSpPr>
          <p:cNvPr id="16" name="Straight Arrow Connector 15"/>
          <p:cNvCxnSpPr>
            <a:endCxn id="13" idx="2"/>
          </p:cNvCxnSpPr>
          <p:nvPr/>
        </p:nvCxnSpPr>
        <p:spPr>
          <a:xfrm>
            <a:off x="4335307" y="2398701"/>
            <a:ext cx="835733" cy="150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87937" y="4904306"/>
            <a:ext cx="5228018" cy="1125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A is reachable to E via: A - B – E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Two strongly connected components  </a:t>
            </a:r>
          </a:p>
        </p:txBody>
      </p:sp>
    </p:spTree>
    <p:extLst>
      <p:ext uri="{BB962C8B-B14F-4D97-AF65-F5344CB8AC3E}">
        <p14:creationId xmlns:p14="http://schemas.microsoft.com/office/powerpoint/2010/main" val="1422290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12192</TotalTime>
  <Words>222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Connected Component</vt:lpstr>
      <vt:lpstr>Connected Component</vt:lpstr>
      <vt:lpstr>Connected Component</vt:lpstr>
      <vt:lpstr>Connected Component</vt:lpstr>
      <vt:lpstr>Strongly Connected Component</vt:lpstr>
      <vt:lpstr>Strongly Connected Component</vt:lpstr>
      <vt:lpstr>Strongly Connected Component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670</cp:revision>
  <dcterms:created xsi:type="dcterms:W3CDTF">2020-12-02T15:29:53Z</dcterms:created>
  <dcterms:modified xsi:type="dcterms:W3CDTF">2021-11-13T05:13:21Z</dcterms:modified>
</cp:coreProperties>
</file>