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handoutMasterIdLst>
    <p:handoutMasterId r:id="rId24"/>
  </p:handoutMasterIdLst>
  <p:sldIdLst>
    <p:sldId id="256" r:id="rId2"/>
    <p:sldId id="257" r:id="rId3"/>
    <p:sldId id="260" r:id="rId4"/>
    <p:sldId id="261" r:id="rId5"/>
    <p:sldId id="277" r:id="rId6"/>
    <p:sldId id="262" r:id="rId7"/>
    <p:sldId id="278" r:id="rId8"/>
    <p:sldId id="279" r:id="rId9"/>
    <p:sldId id="280" r:id="rId10"/>
    <p:sldId id="281" r:id="rId11"/>
    <p:sldId id="282" r:id="rId12"/>
    <p:sldId id="283" r:id="rId13"/>
    <p:sldId id="284" r:id="rId14"/>
    <p:sldId id="285" r:id="rId15"/>
    <p:sldId id="288" r:id="rId16"/>
    <p:sldId id="289" r:id="rId17"/>
    <p:sldId id="290" r:id="rId18"/>
    <p:sldId id="291" r:id="rId19"/>
    <p:sldId id="292" r:id="rId20"/>
    <p:sldId id="293" r:id="rId21"/>
    <p:sldId id="259"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3A8035-ECEF-47C4-90A1-0C3215DAC7C2}">
          <p14:sldIdLst>
            <p14:sldId id="256"/>
            <p14:sldId id="257"/>
            <p14:sldId id="260"/>
            <p14:sldId id="261"/>
            <p14:sldId id="277"/>
            <p14:sldId id="262"/>
            <p14:sldId id="278"/>
            <p14:sldId id="279"/>
            <p14:sldId id="280"/>
            <p14:sldId id="281"/>
            <p14:sldId id="282"/>
            <p14:sldId id="283"/>
            <p14:sldId id="284"/>
            <p14:sldId id="285"/>
            <p14:sldId id="288"/>
            <p14:sldId id="289"/>
            <p14:sldId id="290"/>
            <p14:sldId id="291"/>
            <p14:sldId id="292"/>
            <p14:sldId id="293"/>
            <p14:sldId id="25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6CC"/>
    <a:srgbClr val="BA202B"/>
    <a:srgbClr val="4472C4"/>
    <a:srgbClr val="DDDDDD"/>
    <a:srgbClr val="BBBBBB"/>
    <a:srgbClr val="00A2B8"/>
    <a:srgbClr val="00B451"/>
    <a:srgbClr val="CA628C"/>
    <a:srgbClr val="71EEFF"/>
    <a:srgbClr val="89E2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1430" y="72"/>
      </p:cViewPr>
      <p:guideLst/>
    </p:cSldViewPr>
  </p:slideViewPr>
  <p:notesTextViewPr>
    <p:cViewPr>
      <p:scale>
        <a:sx n="1" d="1"/>
        <a:sy n="1" d="1"/>
      </p:scale>
      <p:origin x="0" y="0"/>
    </p:cViewPr>
  </p:notesTextViewPr>
  <p:notesViewPr>
    <p:cSldViewPr snapToGrid="0">
      <p:cViewPr varScale="1">
        <p:scale>
          <a:sx n="49" d="100"/>
          <a:sy n="49" d="100"/>
        </p:scale>
        <p:origin x="1884" y="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F218DD-E614-4E73-B564-F8E0717E89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4A14C21-F88B-4739-8F26-AA4DEEB64F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11DE57-39A0-4263-A76B-22C3CE26C8E2}" type="datetimeFigureOut">
              <a:rPr lang="en-IN" smtClean="0"/>
              <a:t>19-01-2021</a:t>
            </a:fld>
            <a:endParaRPr lang="en-IN"/>
          </a:p>
        </p:txBody>
      </p:sp>
      <p:sp>
        <p:nvSpPr>
          <p:cNvPr id="4" name="Footer Placeholder 3">
            <a:extLst>
              <a:ext uri="{FF2B5EF4-FFF2-40B4-BE49-F238E27FC236}">
                <a16:creationId xmlns:a16="http://schemas.microsoft.com/office/drawing/2014/main" id="{5C435058-CB50-45CA-B183-2892DE4A396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30C2E93-0834-4027-BDF9-2CBEA15477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BE93A7-2C4F-4D32-8895-81F23FF37AD6}" type="slidenum">
              <a:rPr lang="en-IN" smtClean="0"/>
              <a:t>‹#›</a:t>
            </a:fld>
            <a:endParaRPr lang="en-IN"/>
          </a:p>
        </p:txBody>
      </p:sp>
    </p:spTree>
    <p:extLst>
      <p:ext uri="{BB962C8B-B14F-4D97-AF65-F5344CB8AC3E}">
        <p14:creationId xmlns:p14="http://schemas.microsoft.com/office/powerpoint/2010/main" val="36868657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108F98-5817-4768-91E0-7435FEF7FFA1}" type="datetimeFigureOut">
              <a:rPr lang="en-IN" smtClean="0"/>
              <a:t>19-01-2021</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5C79E5-282A-4490-B8CC-DC7602F73C68}" type="slidenum">
              <a:rPr lang="en-IN" smtClean="0"/>
              <a:t>‹#›</a:t>
            </a:fld>
            <a:endParaRPr lang="en-IN"/>
          </a:p>
        </p:txBody>
      </p:sp>
    </p:spTree>
    <p:extLst>
      <p:ext uri="{BB962C8B-B14F-4D97-AF65-F5344CB8AC3E}">
        <p14:creationId xmlns:p14="http://schemas.microsoft.com/office/powerpoint/2010/main" val="2016600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822478E-B0D0-4983-A2EC-2C070D46FC4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1200"/>
          <a:stretch/>
        </p:blipFill>
        <p:spPr>
          <a:xfrm>
            <a:off x="-1" y="0"/>
            <a:ext cx="9144001" cy="6858000"/>
          </a:xfrm>
          <a:prstGeom prst="rect">
            <a:avLst/>
          </a:prstGeom>
        </p:spPr>
      </p:pic>
      <p:sp>
        <p:nvSpPr>
          <p:cNvPr id="2" name="Title 1"/>
          <p:cNvSpPr>
            <a:spLocks noGrp="1"/>
          </p:cNvSpPr>
          <p:nvPr>
            <p:ph type="ctrTitle" hasCustomPrompt="1"/>
          </p:nvPr>
        </p:nvSpPr>
        <p:spPr>
          <a:xfrm>
            <a:off x="4758813" y="1011007"/>
            <a:ext cx="4186084" cy="1001405"/>
          </a:xfrm>
        </p:spPr>
        <p:txBody>
          <a:bodyPr anchor="b">
            <a:noAutofit/>
          </a:bodyPr>
          <a:lstStyle>
            <a:lvl1pPr algn="r">
              <a:defRPr sz="7500">
                <a:ln>
                  <a:solidFill>
                    <a:srgbClr val="BA202B"/>
                  </a:solidFill>
                </a:ln>
                <a:solidFill>
                  <a:srgbClr val="CA628C"/>
                </a:solidFill>
                <a:effectLst>
                  <a:outerShdw blurRad="38100" dist="38100" dir="2700000" algn="tl">
                    <a:srgbClr val="000000">
                      <a:alpha val="43137"/>
                    </a:srgbClr>
                  </a:outerShdw>
                </a:effectLst>
              </a:defRPr>
            </a:lvl1pPr>
          </a:lstStyle>
          <a:p>
            <a:r>
              <a:rPr lang="en-US" dirty="0"/>
              <a:t>EMTH403</a:t>
            </a:r>
          </a:p>
        </p:txBody>
      </p:sp>
      <p:sp>
        <p:nvSpPr>
          <p:cNvPr id="3" name="Subtitle 2"/>
          <p:cNvSpPr>
            <a:spLocks noGrp="1"/>
          </p:cNvSpPr>
          <p:nvPr>
            <p:ph type="subTitle" idx="1" hasCustomPrompt="1"/>
          </p:nvPr>
        </p:nvSpPr>
        <p:spPr>
          <a:xfrm>
            <a:off x="4758813" y="2012412"/>
            <a:ext cx="4186083" cy="838943"/>
          </a:xfrm>
        </p:spPr>
        <p:txBody>
          <a:bodyPr>
            <a:normAutofit/>
          </a:bodyPr>
          <a:lstStyle>
            <a:lvl1pPr marL="0" indent="0" algn="r">
              <a:buNone/>
              <a:defRPr sz="2800">
                <a:solidFill>
                  <a:srgbClr val="00206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Mathematical Foundation for Computer Science</a:t>
            </a:r>
          </a:p>
        </p:txBody>
      </p:sp>
      <p:sp>
        <p:nvSpPr>
          <p:cNvPr id="9" name="TextBox 8">
            <a:extLst>
              <a:ext uri="{FF2B5EF4-FFF2-40B4-BE49-F238E27FC236}">
                <a16:creationId xmlns:a16="http://schemas.microsoft.com/office/drawing/2014/main" id="{FC6A5137-F38E-416C-BA01-890D57CBC895}"/>
              </a:ext>
            </a:extLst>
          </p:cNvPr>
          <p:cNvSpPr txBox="1"/>
          <p:nvPr userDrawn="1"/>
        </p:nvSpPr>
        <p:spPr>
          <a:xfrm>
            <a:off x="5369878" y="3852760"/>
            <a:ext cx="3575018" cy="507831"/>
          </a:xfrm>
          <a:prstGeom prst="rect">
            <a:avLst/>
          </a:prstGeom>
          <a:noFill/>
        </p:spPr>
        <p:txBody>
          <a:bodyPr wrap="none" rtlCol="0">
            <a:spAutoFit/>
          </a:bodyPr>
          <a:lstStyle/>
          <a:p>
            <a:pPr algn="r"/>
            <a:r>
              <a:rPr lang="en-IN" sz="2700" strike="noStrike" dirty="0">
                <a:solidFill>
                  <a:srgbClr val="BA202B"/>
                </a:solidFill>
                <a:effectLst/>
              </a:rPr>
              <a:t>Nitin K. Mishra (Ph.D.)</a:t>
            </a:r>
          </a:p>
        </p:txBody>
      </p:sp>
      <p:sp>
        <p:nvSpPr>
          <p:cNvPr id="10" name="TextBox 9">
            <a:extLst>
              <a:ext uri="{FF2B5EF4-FFF2-40B4-BE49-F238E27FC236}">
                <a16:creationId xmlns:a16="http://schemas.microsoft.com/office/drawing/2014/main" id="{12607290-3460-4AC4-ABC8-F072BD3D73E5}"/>
              </a:ext>
            </a:extLst>
          </p:cNvPr>
          <p:cNvSpPr txBox="1"/>
          <p:nvPr userDrawn="1"/>
        </p:nvSpPr>
        <p:spPr>
          <a:xfrm>
            <a:off x="5525729" y="4314425"/>
            <a:ext cx="3419167" cy="461665"/>
          </a:xfrm>
          <a:prstGeom prst="rect">
            <a:avLst/>
          </a:prstGeom>
          <a:noFill/>
        </p:spPr>
        <p:txBody>
          <a:bodyPr wrap="square" rtlCol="0">
            <a:spAutoFit/>
          </a:bodyPr>
          <a:lstStyle/>
          <a:p>
            <a:pPr algn="ctr"/>
            <a:r>
              <a:rPr lang="en-IN" sz="2400" dirty="0">
                <a:solidFill>
                  <a:schemeClr val="bg2">
                    <a:lumMod val="25000"/>
                  </a:schemeClr>
                </a:solidFill>
              </a:rPr>
              <a:t>Associate Professor</a:t>
            </a:r>
          </a:p>
        </p:txBody>
      </p:sp>
      <p:cxnSp>
        <p:nvCxnSpPr>
          <p:cNvPr id="12" name="Straight Connector 11">
            <a:extLst>
              <a:ext uri="{FF2B5EF4-FFF2-40B4-BE49-F238E27FC236}">
                <a16:creationId xmlns:a16="http://schemas.microsoft.com/office/drawing/2014/main" id="{392C86BC-E539-4EC2-9687-C9BAFAAFC1D8}"/>
              </a:ext>
            </a:extLst>
          </p:cNvPr>
          <p:cNvCxnSpPr>
            <a:cxnSpLocks/>
          </p:cNvCxnSpPr>
          <p:nvPr userDrawn="1"/>
        </p:nvCxnSpPr>
        <p:spPr>
          <a:xfrm flipH="1">
            <a:off x="5525729" y="4805586"/>
            <a:ext cx="3342972" cy="0"/>
          </a:xfrm>
          <a:prstGeom prst="line">
            <a:avLst/>
          </a:prstGeom>
          <a:ln w="38100">
            <a:solidFill>
              <a:srgbClr val="89E2E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12CEEC-655E-468A-942D-1D746D27486B}"/>
              </a:ext>
            </a:extLst>
          </p:cNvPr>
          <p:cNvCxnSpPr>
            <a:cxnSpLocks/>
          </p:cNvCxnSpPr>
          <p:nvPr userDrawn="1"/>
        </p:nvCxnSpPr>
        <p:spPr>
          <a:xfrm flipH="1">
            <a:off x="5525729" y="4360591"/>
            <a:ext cx="3342972" cy="0"/>
          </a:xfrm>
          <a:prstGeom prst="line">
            <a:avLst/>
          </a:prstGeom>
          <a:ln w="38100">
            <a:solidFill>
              <a:srgbClr val="89E2E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389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Learning Outcome">
    <p:bg>
      <p:bgPr>
        <a:blipFill dpi="0" rotWithShape="1">
          <a:blip r:embed="rId2">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1"/>
            <a:ext cx="9144000" cy="2113936"/>
          </a:xfrm>
          <a:prstGeom prst="rect">
            <a:avLst/>
          </a:prstGeom>
          <a:gradFill flip="none" rotWithShape="1">
            <a:gsLst>
              <a:gs pos="78000">
                <a:schemeClr val="accent3">
                  <a:lumMod val="0"/>
                  <a:lumOff val="100000"/>
                </a:schemeClr>
              </a:gs>
              <a:gs pos="45000">
                <a:srgbClr val="00A2B8"/>
              </a:gs>
            </a:gsLst>
            <a:lin ang="0" scaled="0"/>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hasCustomPrompt="1"/>
          </p:nvPr>
        </p:nvSpPr>
        <p:spPr>
          <a:xfrm>
            <a:off x="393290" y="0"/>
            <a:ext cx="5191433" cy="2113935"/>
          </a:xfrm>
        </p:spPr>
        <p:txBody>
          <a:bodyPr>
            <a:normAutofit/>
          </a:bodyPr>
          <a:lstStyle>
            <a:lvl1pPr>
              <a:defRPr sz="5400">
                <a:solidFill>
                  <a:schemeClr val="bg1"/>
                </a:solidFill>
                <a:effectLst>
                  <a:outerShdw blurRad="38100" dist="38100" dir="2700000" algn="tl">
                    <a:srgbClr val="000000">
                      <a:alpha val="43137"/>
                    </a:srgbClr>
                  </a:outerShdw>
                </a:effectLst>
              </a:defRPr>
            </a:lvl1pPr>
          </a:lstStyle>
          <a:p>
            <a:r>
              <a:rPr lang="en-US" dirty="0"/>
              <a:t>Lecture</a:t>
            </a:r>
            <a:br>
              <a:rPr lang="en-US" dirty="0"/>
            </a:br>
            <a:r>
              <a:rPr lang="en-US" dirty="0"/>
              <a:t>Outcomes</a:t>
            </a:r>
          </a:p>
        </p:txBody>
      </p:sp>
      <p:sp>
        <p:nvSpPr>
          <p:cNvPr id="3" name="Content Placeholder 2"/>
          <p:cNvSpPr>
            <a:spLocks noGrp="1"/>
          </p:cNvSpPr>
          <p:nvPr>
            <p:ph idx="1" hasCustomPrompt="1"/>
          </p:nvPr>
        </p:nvSpPr>
        <p:spPr>
          <a:xfrm>
            <a:off x="963560" y="2883188"/>
            <a:ext cx="7934633" cy="3500283"/>
          </a:xfrm>
        </p:spPr>
        <p:txBody>
          <a:bodyPr>
            <a:normAutofit/>
          </a:bodyPr>
          <a:lstStyle>
            <a:lvl1pPr>
              <a:lnSpc>
                <a:spcPct val="150000"/>
              </a:lnSpc>
              <a:buClr>
                <a:srgbClr val="00A2B8"/>
              </a:buClr>
              <a:defRPr/>
            </a:lvl1pPr>
            <a:lvl2pPr>
              <a:buClr>
                <a:srgbClr val="00A2B8"/>
              </a:buClr>
              <a:defRPr sz="2800"/>
            </a:lvl2pPr>
            <a:lvl3pPr>
              <a:buClr>
                <a:srgbClr val="00A2B8"/>
              </a:buClr>
              <a:defRPr/>
            </a:lvl3pPr>
            <a:lvl4pPr>
              <a:buClr>
                <a:srgbClr val="00A2B8"/>
              </a:buClr>
              <a:defRPr/>
            </a:lvl4pPr>
            <a:lvl5pPr>
              <a:buClr>
                <a:srgbClr val="00A2B8"/>
              </a:buClr>
              <a:defRPr/>
            </a:lvl5pPr>
          </a:lstStyle>
          <a:p>
            <a:pPr lvl="0"/>
            <a:r>
              <a:rPr lang="en-US" dirty="0"/>
              <a:t>outcome 1</a:t>
            </a:r>
          </a:p>
          <a:p>
            <a:pPr lvl="0"/>
            <a:r>
              <a:rPr lang="en-US" dirty="0"/>
              <a:t>outcome 2</a:t>
            </a:r>
          </a:p>
          <a:p>
            <a:pPr lvl="0"/>
            <a:r>
              <a:rPr lang="en-US" dirty="0"/>
              <a:t>outcome 3</a:t>
            </a:r>
          </a:p>
        </p:txBody>
      </p:sp>
      <p:pic>
        <p:nvPicPr>
          <p:cNvPr id="11" name="Graphic 10" descr="Target">
            <a:extLst>
              <a:ext uri="{FF2B5EF4-FFF2-40B4-BE49-F238E27FC236}">
                <a16:creationId xmlns:a16="http://schemas.microsoft.com/office/drawing/2014/main" id="{8709446A-BD58-42FE-8058-90C6B724402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26708" y="98321"/>
            <a:ext cx="1917292" cy="1917292"/>
          </a:xfrm>
          <a:prstGeom prst="rect">
            <a:avLst/>
          </a:prstGeom>
          <a:effectLst>
            <a:outerShdw blurRad="63500" sx="102000" sy="102000" algn="ctr" rotWithShape="0">
              <a:prstClr val="black">
                <a:alpha val="40000"/>
              </a:prstClr>
            </a:outerShdw>
          </a:effectLst>
        </p:spPr>
      </p:pic>
      <p:sp>
        <p:nvSpPr>
          <p:cNvPr id="12" name="TextBox 11">
            <a:extLst>
              <a:ext uri="{FF2B5EF4-FFF2-40B4-BE49-F238E27FC236}">
                <a16:creationId xmlns:a16="http://schemas.microsoft.com/office/drawing/2014/main" id="{F8377C6D-0C30-48F0-89AC-23D3E98F9A33}"/>
              </a:ext>
            </a:extLst>
          </p:cNvPr>
          <p:cNvSpPr txBox="1"/>
          <p:nvPr userDrawn="1"/>
        </p:nvSpPr>
        <p:spPr>
          <a:xfrm>
            <a:off x="393290" y="2298413"/>
            <a:ext cx="6845144" cy="584775"/>
          </a:xfrm>
          <a:prstGeom prst="rect">
            <a:avLst/>
          </a:prstGeom>
          <a:noFill/>
        </p:spPr>
        <p:txBody>
          <a:bodyPr wrap="none" rtlCol="0">
            <a:spAutoFit/>
          </a:bodyPr>
          <a:lstStyle/>
          <a:p>
            <a:r>
              <a:rPr lang="en-IN" sz="3200" dirty="0"/>
              <a:t>After this lecture, you will be able to</a:t>
            </a:r>
          </a:p>
        </p:txBody>
      </p:sp>
    </p:spTree>
    <p:extLst>
      <p:ext uri="{BB962C8B-B14F-4D97-AF65-F5344CB8AC3E}">
        <p14:creationId xmlns:p14="http://schemas.microsoft.com/office/powerpoint/2010/main" val="646160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Title and Content">
    <p:bg>
      <p:bgPr>
        <a:blipFill dpi="0" rotWithShape="1">
          <a:blip r:embed="rId2">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0"/>
            <a:ext cx="9144000" cy="1080000"/>
          </a:xfrm>
          <a:prstGeom prst="rect">
            <a:avLst/>
          </a:prstGeom>
          <a:solidFill>
            <a:srgbClr val="00A2B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93290" y="1"/>
            <a:ext cx="8504904" cy="1080000"/>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93290" y="1248698"/>
            <a:ext cx="8504904" cy="5338916"/>
          </a:xfrm>
        </p:spPr>
        <p:txBody>
          <a:bodyPr/>
          <a:lstStyle>
            <a:lvl1pPr>
              <a:lnSpc>
                <a:spcPct val="150000"/>
              </a:lnSpc>
              <a:buClr>
                <a:srgbClr val="00A2B8"/>
              </a:buClr>
              <a:defRPr/>
            </a:lvl1pPr>
            <a:lvl2pPr>
              <a:lnSpc>
                <a:spcPct val="150000"/>
              </a:lnSpc>
              <a:buClr>
                <a:srgbClr val="00A2B8"/>
              </a:buClr>
              <a:defRPr/>
            </a:lvl2pPr>
            <a:lvl3pPr>
              <a:lnSpc>
                <a:spcPct val="150000"/>
              </a:lnSpc>
              <a:buClr>
                <a:srgbClr val="00A2B8"/>
              </a:buClr>
              <a:defRPr/>
            </a:lvl3pPr>
            <a:lvl4pPr>
              <a:lnSpc>
                <a:spcPct val="150000"/>
              </a:lnSpc>
              <a:buClr>
                <a:srgbClr val="00A2B8"/>
              </a:buClr>
              <a:defRPr/>
            </a:lvl4pPr>
            <a:lvl5pPr>
              <a:lnSpc>
                <a:spcPct val="150000"/>
              </a:lnSpc>
              <a:buClr>
                <a:srgbClr val="00A2B8"/>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64091E1C-13AA-4430-B0AB-E932AEDB367A}"/>
              </a:ext>
            </a:extLst>
          </p:cNvPr>
          <p:cNvSpPr txBox="1"/>
          <p:nvPr userDrawn="1"/>
        </p:nvSpPr>
        <p:spPr>
          <a:xfrm>
            <a:off x="33867" y="6666614"/>
            <a:ext cx="9110132" cy="200055"/>
          </a:xfrm>
          <a:prstGeom prst="rect">
            <a:avLst/>
          </a:prstGeom>
          <a:noFill/>
        </p:spPr>
        <p:txBody>
          <a:bodyPr wrap="square" rtlCol="0">
            <a:spAutoFit/>
          </a:bodyPr>
          <a:lstStyle/>
          <a:p>
            <a:pPr algn="ctr"/>
            <a:r>
              <a:rPr lang="en-IN" sz="700" dirty="0"/>
              <a:t>Content Source: </a:t>
            </a:r>
            <a:r>
              <a:rPr lang="en-US" sz="700" b="1" dirty="0">
                <a:solidFill>
                  <a:srgbClr val="5F6368"/>
                </a:solidFill>
                <a:latin typeface="arial" panose="020B0604020202020204" pitchFamily="34" charset="0"/>
              </a:rPr>
              <a:t>Discrete Mathematics</a:t>
            </a:r>
            <a:r>
              <a:rPr lang="en-US" sz="700" dirty="0">
                <a:solidFill>
                  <a:srgbClr val="4D5156"/>
                </a:solidFill>
                <a:latin typeface="arial" panose="020B0604020202020204" pitchFamily="34" charset="0"/>
              </a:rPr>
              <a:t> and </a:t>
            </a:r>
            <a:r>
              <a:rPr lang="en-US" sz="700" b="1" dirty="0">
                <a:solidFill>
                  <a:srgbClr val="5F6368"/>
                </a:solidFill>
                <a:latin typeface="arial" panose="020B0604020202020204" pitchFamily="34" charset="0"/>
              </a:rPr>
              <a:t>Its Applications</a:t>
            </a:r>
            <a:r>
              <a:rPr lang="en-US" sz="700" dirty="0">
                <a:solidFill>
                  <a:srgbClr val="4D5156"/>
                </a:solidFill>
                <a:latin typeface="arial" panose="020B0604020202020204" pitchFamily="34" charset="0"/>
              </a:rPr>
              <a:t>. Seventh Edition. </a:t>
            </a:r>
            <a:r>
              <a:rPr lang="en-US" sz="700" b="1" dirty="0">
                <a:solidFill>
                  <a:srgbClr val="5F6368"/>
                </a:solidFill>
                <a:latin typeface="arial" panose="020B0604020202020204" pitchFamily="34" charset="0"/>
              </a:rPr>
              <a:t>Kenneth H. Rosen. Monmouth University. Prepared by Jerrold W. Grossman, Oakland University.</a:t>
            </a:r>
            <a:r>
              <a:rPr lang="en-US" sz="700" dirty="0">
                <a:solidFill>
                  <a:srgbClr val="4D5156"/>
                </a:solidFill>
                <a:latin typeface="arial" panose="020B0604020202020204" pitchFamily="34" charset="0"/>
              </a:rPr>
              <a:t> (and formerly AT&amp;T Laboratories)</a:t>
            </a:r>
            <a:endParaRPr lang="en-IN" sz="700" dirty="0"/>
          </a:p>
        </p:txBody>
      </p:sp>
    </p:spTree>
    <p:extLst>
      <p:ext uri="{BB962C8B-B14F-4D97-AF65-F5344CB8AC3E}">
        <p14:creationId xmlns:p14="http://schemas.microsoft.com/office/powerpoint/2010/main" val="225208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whit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0"/>
            <a:ext cx="9144000" cy="1080000"/>
          </a:xfrm>
          <a:prstGeom prst="rect">
            <a:avLst/>
          </a:prstGeom>
          <a:solidFill>
            <a:srgbClr val="00A2B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93290" y="1"/>
            <a:ext cx="8504904" cy="1080000"/>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93290" y="1248697"/>
            <a:ext cx="8504904" cy="5338916"/>
          </a:xfrm>
        </p:spPr>
        <p:txBody>
          <a:bodyPr/>
          <a:lstStyle>
            <a:lvl1pPr>
              <a:lnSpc>
                <a:spcPct val="150000"/>
              </a:lnSpc>
              <a:buClr>
                <a:srgbClr val="00A2B8"/>
              </a:buClr>
              <a:defRPr/>
            </a:lvl1pPr>
            <a:lvl2pPr>
              <a:lnSpc>
                <a:spcPct val="150000"/>
              </a:lnSpc>
              <a:buClr>
                <a:srgbClr val="00A2B8"/>
              </a:buClr>
              <a:defRPr/>
            </a:lvl2pPr>
            <a:lvl3pPr>
              <a:lnSpc>
                <a:spcPct val="150000"/>
              </a:lnSpc>
              <a:buClr>
                <a:srgbClr val="00A2B8"/>
              </a:buClr>
              <a:defRPr/>
            </a:lvl3pPr>
            <a:lvl4pPr>
              <a:lnSpc>
                <a:spcPct val="150000"/>
              </a:lnSpc>
              <a:buClr>
                <a:srgbClr val="00A2B8"/>
              </a:buClr>
              <a:defRPr/>
            </a:lvl4pPr>
            <a:lvl5pPr>
              <a:lnSpc>
                <a:spcPct val="150000"/>
              </a:lnSpc>
              <a:buClr>
                <a:srgbClr val="00A2B8"/>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9D40D22A-9F0E-4024-A4A6-FCCE6CB60E86}"/>
              </a:ext>
            </a:extLst>
          </p:cNvPr>
          <p:cNvSpPr txBox="1"/>
          <p:nvPr userDrawn="1"/>
        </p:nvSpPr>
        <p:spPr>
          <a:xfrm>
            <a:off x="33867" y="6666614"/>
            <a:ext cx="9110132" cy="200055"/>
          </a:xfrm>
          <a:prstGeom prst="rect">
            <a:avLst/>
          </a:prstGeom>
          <a:noFill/>
        </p:spPr>
        <p:txBody>
          <a:bodyPr wrap="square" rtlCol="0">
            <a:spAutoFit/>
          </a:bodyPr>
          <a:lstStyle/>
          <a:p>
            <a:pPr algn="ctr"/>
            <a:r>
              <a:rPr lang="en-IN" sz="700" dirty="0"/>
              <a:t>Content Source: </a:t>
            </a:r>
            <a:r>
              <a:rPr lang="en-US" sz="700" b="1" dirty="0">
                <a:solidFill>
                  <a:srgbClr val="5F6368"/>
                </a:solidFill>
                <a:latin typeface="arial" panose="020B0604020202020204" pitchFamily="34" charset="0"/>
              </a:rPr>
              <a:t>Discrete Mathematics</a:t>
            </a:r>
            <a:r>
              <a:rPr lang="en-US" sz="700" dirty="0">
                <a:solidFill>
                  <a:srgbClr val="4D5156"/>
                </a:solidFill>
                <a:latin typeface="arial" panose="020B0604020202020204" pitchFamily="34" charset="0"/>
              </a:rPr>
              <a:t> and </a:t>
            </a:r>
            <a:r>
              <a:rPr lang="en-US" sz="700" b="1" dirty="0">
                <a:solidFill>
                  <a:srgbClr val="5F6368"/>
                </a:solidFill>
                <a:latin typeface="arial" panose="020B0604020202020204" pitchFamily="34" charset="0"/>
              </a:rPr>
              <a:t>Its Applications</a:t>
            </a:r>
            <a:r>
              <a:rPr lang="en-US" sz="700" dirty="0">
                <a:solidFill>
                  <a:srgbClr val="4D5156"/>
                </a:solidFill>
                <a:latin typeface="arial" panose="020B0604020202020204" pitchFamily="34" charset="0"/>
              </a:rPr>
              <a:t>. Seventh Edition. </a:t>
            </a:r>
            <a:r>
              <a:rPr lang="en-US" sz="700" b="1" dirty="0">
                <a:solidFill>
                  <a:srgbClr val="5F6368"/>
                </a:solidFill>
                <a:latin typeface="arial" panose="020B0604020202020204" pitchFamily="34" charset="0"/>
              </a:rPr>
              <a:t>Kenneth H. Rosen. Monmouth University. Prepared by Jerrold W. Grossman, Oakland University.</a:t>
            </a:r>
            <a:r>
              <a:rPr lang="en-US" sz="700" dirty="0">
                <a:solidFill>
                  <a:srgbClr val="4D5156"/>
                </a:solidFill>
                <a:latin typeface="arial" panose="020B0604020202020204" pitchFamily="34" charset="0"/>
              </a:rPr>
              <a:t> (and formerly AT&amp;T Laboratories)</a:t>
            </a:r>
            <a:endParaRPr lang="en-IN" sz="700" dirty="0"/>
          </a:p>
        </p:txBody>
      </p:sp>
    </p:spTree>
    <p:extLst>
      <p:ext uri="{BB962C8B-B14F-4D97-AF65-F5344CB8AC3E}">
        <p14:creationId xmlns:p14="http://schemas.microsoft.com/office/powerpoint/2010/main" val="4026521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376987-CD5A-4B0D-82F1-8DDC56102557}" type="datetimeFigureOut">
              <a:rPr lang="en-IN" smtClean="0"/>
              <a:t>19-01-2021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744310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376987-CD5A-4B0D-82F1-8DDC56102557}" type="datetimeFigureOut">
              <a:rPr lang="en-IN" smtClean="0"/>
              <a:t>19-01-2021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144989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376987-CD5A-4B0D-82F1-8DDC56102557}" type="datetimeFigureOut">
              <a:rPr lang="en-IN" smtClean="0"/>
              <a:t>19-01-2021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1820985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376987-CD5A-4B0D-82F1-8DDC56102557}" type="datetimeFigureOut">
              <a:rPr lang="en-IN" smtClean="0"/>
              <a:t>19-01-2021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859219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376987-CD5A-4B0D-82F1-8DDC56102557}" type="datetimeFigureOut">
              <a:rPr lang="en-IN" smtClean="0"/>
              <a:t>19-01-2021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763743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chemeClr val="accent3">
                <a:lumMod val="0"/>
                <a:lumOff val="100000"/>
              </a:schemeClr>
            </a:gs>
            <a:gs pos="100000">
              <a:schemeClr val="bg1">
                <a:lumMod val="8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D41FF5F-8082-499F-9B42-B9953F7F83AE}"/>
              </a:ext>
            </a:extLst>
          </p:cNvPr>
          <p:cNvSpPr txBox="1"/>
          <p:nvPr userDrawn="1"/>
        </p:nvSpPr>
        <p:spPr>
          <a:xfrm>
            <a:off x="1620711" y="2869012"/>
            <a:ext cx="5902578" cy="923330"/>
          </a:xfrm>
          <a:prstGeom prst="rect">
            <a:avLst/>
          </a:prstGeom>
          <a:noFill/>
        </p:spPr>
        <p:txBody>
          <a:bodyPr wrap="none" rtlCol="0">
            <a:spAutoFit/>
          </a:bodyPr>
          <a:lstStyle/>
          <a:p>
            <a:r>
              <a:rPr lang="en-IN" sz="5400" dirty="0">
                <a:solidFill>
                  <a:srgbClr val="00A2B8"/>
                </a:solidFill>
                <a:effectLst/>
              </a:rPr>
              <a:t>That’s all for now…</a:t>
            </a:r>
          </a:p>
        </p:txBody>
      </p:sp>
      <p:cxnSp>
        <p:nvCxnSpPr>
          <p:cNvPr id="7" name="Straight Connector 6">
            <a:extLst>
              <a:ext uri="{FF2B5EF4-FFF2-40B4-BE49-F238E27FC236}">
                <a16:creationId xmlns:a16="http://schemas.microsoft.com/office/drawing/2014/main" id="{8376A0C7-0E66-445E-9D28-DB789C63D202}"/>
              </a:ext>
            </a:extLst>
          </p:cNvPr>
          <p:cNvCxnSpPr>
            <a:cxnSpLocks/>
          </p:cNvCxnSpPr>
          <p:nvPr userDrawn="1"/>
        </p:nvCxnSpPr>
        <p:spPr>
          <a:xfrm>
            <a:off x="1720645" y="3654690"/>
            <a:ext cx="5624052" cy="0"/>
          </a:xfrm>
          <a:prstGeom prst="line">
            <a:avLst/>
          </a:prstGeom>
          <a:ln w="31750">
            <a:solidFill>
              <a:srgbClr val="CA628C"/>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6018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76987-CD5A-4B0D-82F1-8DDC56102557}" type="datetimeFigureOut">
              <a:rPr lang="en-IN" smtClean="0"/>
              <a:t>19-01-2021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3918816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76987-CD5A-4B0D-82F1-8DDC56102557}" type="datetimeFigureOut">
              <a:rPr lang="en-IN" smtClean="0"/>
              <a:t>19-01-2021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0285952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76987-CD5A-4B0D-82F1-8DDC56102557}" type="datetimeFigureOut">
              <a:rPr lang="en-IN" smtClean="0"/>
              <a:t>19-01-2021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776747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76987-CD5A-4B0D-82F1-8DDC56102557}" type="datetimeFigureOut">
              <a:rPr lang="en-IN" smtClean="0"/>
              <a:t>19-01-2021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144704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376987-CD5A-4B0D-82F1-8DDC56102557}" type="datetimeFigureOut">
              <a:rPr lang="en-IN" smtClean="0"/>
              <a:t>19-01-2021</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5910F8-8D71-4F22-9C7F-1F77DF6804AD}" type="slidenum">
              <a:rPr lang="en-IN" smtClean="0"/>
              <a:t>‹#›</a:t>
            </a:fld>
            <a:endParaRPr lang="en-IN"/>
          </a:p>
        </p:txBody>
      </p:sp>
    </p:spTree>
    <p:extLst>
      <p:ext uri="{BB962C8B-B14F-4D97-AF65-F5344CB8AC3E}">
        <p14:creationId xmlns:p14="http://schemas.microsoft.com/office/powerpoint/2010/main" val="9462137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4" r:id="rId3"/>
    <p:sldLayoutId id="2147483672" r:id="rId4"/>
    <p:sldLayoutId id="2147483663" r:id="rId5"/>
    <p:sldLayoutId id="2147483664" r:id="rId6"/>
    <p:sldLayoutId id="2147483665" r:id="rId7"/>
    <p:sldLayoutId id="2147483666" r:id="rId8"/>
    <p:sldLayoutId id="2147483667" r:id="rId9"/>
    <p:sldLayoutId id="2147483673" r:id="rId10"/>
    <p:sldLayoutId id="2147483668" r:id="rId11"/>
    <p:sldLayoutId id="2147483669" r:id="rId12"/>
    <p:sldLayoutId id="2147483670" r:id="rId13"/>
    <p:sldLayoutId id="2147483671" r:id="rId14"/>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3B31A-26EC-4882-9FB2-E3790927BE30}"/>
              </a:ext>
            </a:extLst>
          </p:cNvPr>
          <p:cNvSpPr>
            <a:spLocks noGrp="1"/>
          </p:cNvSpPr>
          <p:nvPr>
            <p:ph type="ctrTitle"/>
          </p:nvPr>
        </p:nvSpPr>
        <p:spPr/>
        <p:txBody>
          <a:bodyPr>
            <a:normAutofit fontScale="90000"/>
          </a:bodyPr>
          <a:lstStyle/>
          <a:p>
            <a:r>
              <a:rPr lang="en-IN" dirty="0"/>
              <a:t>EMTH403</a:t>
            </a:r>
          </a:p>
        </p:txBody>
      </p:sp>
      <p:sp>
        <p:nvSpPr>
          <p:cNvPr id="3" name="Subtitle 2">
            <a:extLst>
              <a:ext uri="{FF2B5EF4-FFF2-40B4-BE49-F238E27FC236}">
                <a16:creationId xmlns:a16="http://schemas.microsoft.com/office/drawing/2014/main" id="{5F2FDE88-E809-4B0D-A49D-23F92304EDFA}"/>
              </a:ext>
            </a:extLst>
          </p:cNvPr>
          <p:cNvSpPr>
            <a:spLocks noGrp="1"/>
          </p:cNvSpPr>
          <p:nvPr>
            <p:ph type="subTitle" idx="1"/>
          </p:nvPr>
        </p:nvSpPr>
        <p:spPr/>
        <p:txBody>
          <a:bodyPr>
            <a:normAutofit lnSpcReduction="10000"/>
          </a:bodyPr>
          <a:lstStyle/>
          <a:p>
            <a:r>
              <a:rPr lang="en-US" dirty="0"/>
              <a:t>Mathematical Foundation for Computer Science </a:t>
            </a:r>
            <a:endParaRPr lang="en-IN" dirty="0"/>
          </a:p>
        </p:txBody>
      </p:sp>
    </p:spTree>
    <p:extLst>
      <p:ext uri="{BB962C8B-B14F-4D97-AF65-F5344CB8AC3E}">
        <p14:creationId xmlns:p14="http://schemas.microsoft.com/office/powerpoint/2010/main" val="3848506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825CB-91D8-4BF1-84BC-BE57F14646E6}"/>
              </a:ext>
            </a:extLst>
          </p:cNvPr>
          <p:cNvSpPr>
            <a:spLocks noGrp="1"/>
          </p:cNvSpPr>
          <p:nvPr>
            <p:ph type="title"/>
          </p:nvPr>
        </p:nvSpPr>
        <p:spPr/>
        <p:txBody>
          <a:bodyPr/>
          <a:lstStyle/>
          <a:p>
            <a:r>
              <a:rPr lang="en-IN" dirty="0"/>
              <a:t>Lecture Outcomes</a:t>
            </a:r>
          </a:p>
        </p:txBody>
      </p:sp>
      <p:sp>
        <p:nvSpPr>
          <p:cNvPr id="3" name="Content Placeholder 2">
            <a:extLst>
              <a:ext uri="{FF2B5EF4-FFF2-40B4-BE49-F238E27FC236}">
                <a16:creationId xmlns:a16="http://schemas.microsoft.com/office/drawing/2014/main" id="{C2262320-2170-46A9-8662-1BF0938F293E}"/>
              </a:ext>
            </a:extLst>
          </p:cNvPr>
          <p:cNvSpPr>
            <a:spLocks noGrp="1"/>
          </p:cNvSpPr>
          <p:nvPr>
            <p:ph idx="1"/>
          </p:nvPr>
        </p:nvSpPr>
        <p:spPr>
          <a:xfrm>
            <a:off x="963560" y="2883188"/>
            <a:ext cx="7934633" cy="3500283"/>
          </a:xfrm>
        </p:spPr>
        <p:txBody>
          <a:bodyPr>
            <a:normAutofit/>
          </a:bodyPr>
          <a:lstStyle/>
          <a:p>
            <a:r>
              <a:rPr lang="en-US" dirty="0"/>
              <a:t>understand what are Euler path in an undirected graph</a:t>
            </a:r>
          </a:p>
          <a:p>
            <a:r>
              <a:rPr lang="en-US" dirty="0"/>
              <a:t>understand what are Euler circuit in an undirected graph</a:t>
            </a:r>
          </a:p>
          <a:p>
            <a:endParaRPr lang="en-US" dirty="0"/>
          </a:p>
          <a:p>
            <a:endParaRPr lang="en-US" dirty="0"/>
          </a:p>
        </p:txBody>
      </p:sp>
    </p:spTree>
    <p:extLst>
      <p:ext uri="{BB962C8B-B14F-4D97-AF65-F5344CB8AC3E}">
        <p14:creationId xmlns:p14="http://schemas.microsoft.com/office/powerpoint/2010/main" val="1998472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IN" dirty="0"/>
              <a:t>Euler Paths and Circuits</a:t>
            </a:r>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lstStyle/>
          <a:p>
            <a:pPr marL="0" indent="0">
              <a:buNone/>
            </a:pPr>
            <a:r>
              <a:rPr lang="en-US" dirty="0"/>
              <a:t>The Seven bridges of Königsberg, Prussia (now called Kaliningrad and part of the Russian republic)</a:t>
            </a:r>
          </a:p>
          <a:p>
            <a:pPr marL="0" indent="0">
              <a:buNone/>
            </a:pPr>
            <a:endParaRPr lang="en-IN" dirty="0"/>
          </a:p>
        </p:txBody>
      </p:sp>
      <p:grpSp>
        <p:nvGrpSpPr>
          <p:cNvPr id="41" name="Group 40">
            <a:extLst>
              <a:ext uri="{FF2B5EF4-FFF2-40B4-BE49-F238E27FC236}">
                <a16:creationId xmlns:a16="http://schemas.microsoft.com/office/drawing/2014/main" id="{D86CEF25-0604-41D8-9D85-F9040F4B7E25}"/>
              </a:ext>
            </a:extLst>
          </p:cNvPr>
          <p:cNvGrpSpPr/>
          <p:nvPr/>
        </p:nvGrpSpPr>
        <p:grpSpPr>
          <a:xfrm>
            <a:off x="490333" y="3625987"/>
            <a:ext cx="4391025" cy="2866060"/>
            <a:chOff x="490333" y="3114261"/>
            <a:chExt cx="4391025" cy="2866060"/>
          </a:xfrm>
        </p:grpSpPr>
        <p:sp>
          <p:nvSpPr>
            <p:cNvPr id="42" name="Freeform 25">
              <a:extLst>
                <a:ext uri="{FF2B5EF4-FFF2-40B4-BE49-F238E27FC236}">
                  <a16:creationId xmlns:a16="http://schemas.microsoft.com/office/drawing/2014/main" id="{D0918EE0-6E1B-4AF5-B19D-2B69ACFF69B7}"/>
                </a:ext>
              </a:extLst>
            </p:cNvPr>
            <p:cNvSpPr>
              <a:spLocks/>
            </p:cNvSpPr>
            <p:nvPr/>
          </p:nvSpPr>
          <p:spPr bwMode="auto">
            <a:xfrm>
              <a:off x="504711" y="3303729"/>
              <a:ext cx="3846101" cy="743733"/>
            </a:xfrm>
            <a:custGeom>
              <a:avLst/>
              <a:gdLst>
                <a:gd name="T0" fmla="*/ 0 w 4120"/>
                <a:gd name="T1" fmla="*/ 265 h 618"/>
                <a:gd name="T2" fmla="*/ 19 w 4120"/>
                <a:gd name="T3" fmla="*/ 265 h 618"/>
                <a:gd name="T4" fmla="*/ 52 w 4120"/>
                <a:gd name="T5" fmla="*/ 246 h 618"/>
                <a:gd name="T6" fmla="*/ 85 w 4120"/>
                <a:gd name="T7" fmla="*/ 200 h 618"/>
                <a:gd name="T8" fmla="*/ 106 w 4120"/>
                <a:gd name="T9" fmla="*/ 175 h 618"/>
                <a:gd name="T10" fmla="*/ 123 w 4120"/>
                <a:gd name="T11" fmla="*/ 143 h 618"/>
                <a:gd name="T12" fmla="*/ 129 w 4120"/>
                <a:gd name="T13" fmla="*/ 135 h 618"/>
                <a:gd name="T14" fmla="*/ 149 w 4120"/>
                <a:gd name="T15" fmla="*/ 104 h 618"/>
                <a:gd name="T16" fmla="*/ 164 w 4120"/>
                <a:gd name="T17" fmla="*/ 94 h 618"/>
                <a:gd name="T18" fmla="*/ 217 w 4120"/>
                <a:gd name="T19" fmla="*/ 97 h 618"/>
                <a:gd name="T20" fmla="*/ 229 w 4120"/>
                <a:gd name="T21" fmla="*/ 107 h 618"/>
                <a:gd name="T22" fmla="*/ 255 w 4120"/>
                <a:gd name="T23" fmla="*/ 132 h 618"/>
                <a:gd name="T24" fmla="*/ 299 w 4120"/>
                <a:gd name="T25" fmla="*/ 200 h 618"/>
                <a:gd name="T26" fmla="*/ 324 w 4120"/>
                <a:gd name="T27" fmla="*/ 257 h 618"/>
                <a:gd name="T28" fmla="*/ 362 w 4120"/>
                <a:gd name="T29" fmla="*/ 275 h 618"/>
                <a:gd name="T30" fmla="*/ 399 w 4120"/>
                <a:gd name="T31" fmla="*/ 246 h 618"/>
                <a:gd name="T32" fmla="*/ 410 w 4120"/>
                <a:gd name="T33" fmla="*/ 232 h 618"/>
                <a:gd name="T34" fmla="*/ 416 w 4120"/>
                <a:gd name="T35" fmla="*/ 217 h 618"/>
                <a:gd name="T36" fmla="*/ 420 w 4120"/>
                <a:gd name="T37" fmla="*/ 203 h 618"/>
                <a:gd name="T38" fmla="*/ 422 w 4120"/>
                <a:gd name="T39" fmla="*/ 192 h 618"/>
                <a:gd name="T40" fmla="*/ 425 w 4120"/>
                <a:gd name="T41" fmla="*/ 186 h 618"/>
                <a:gd name="T42" fmla="*/ 431 w 4120"/>
                <a:gd name="T43" fmla="*/ 157 h 618"/>
                <a:gd name="T44" fmla="*/ 440 w 4120"/>
                <a:gd name="T45" fmla="*/ 122 h 618"/>
                <a:gd name="T46" fmla="*/ 442 w 4120"/>
                <a:gd name="T47" fmla="*/ 111 h 618"/>
                <a:gd name="T48" fmla="*/ 445 w 4120"/>
                <a:gd name="T49" fmla="*/ 104 h 618"/>
                <a:gd name="T50" fmla="*/ 449 w 4120"/>
                <a:gd name="T51" fmla="*/ 85 h 618"/>
                <a:gd name="T52" fmla="*/ 456 w 4120"/>
                <a:gd name="T53" fmla="*/ 60 h 618"/>
                <a:gd name="T54" fmla="*/ 458 w 4120"/>
                <a:gd name="T55" fmla="*/ 54 h 618"/>
                <a:gd name="T56" fmla="*/ 466 w 4120"/>
                <a:gd name="T57" fmla="*/ 31 h 618"/>
                <a:gd name="T58" fmla="*/ 475 w 4120"/>
                <a:gd name="T59" fmla="*/ 0 h 61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120"/>
                <a:gd name="T91" fmla="*/ 0 h 618"/>
                <a:gd name="T92" fmla="*/ 4120 w 4120"/>
                <a:gd name="T93" fmla="*/ 618 h 61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120" h="618">
                  <a:moveTo>
                    <a:pt x="0" y="592"/>
                  </a:moveTo>
                  <a:lnTo>
                    <a:pt x="168" y="592"/>
                  </a:lnTo>
                  <a:cubicBezTo>
                    <a:pt x="259" y="562"/>
                    <a:pt x="352" y="558"/>
                    <a:pt x="448" y="552"/>
                  </a:cubicBezTo>
                  <a:cubicBezTo>
                    <a:pt x="546" y="519"/>
                    <a:pt x="639" y="480"/>
                    <a:pt x="736" y="448"/>
                  </a:cubicBezTo>
                  <a:cubicBezTo>
                    <a:pt x="796" y="428"/>
                    <a:pt x="863" y="420"/>
                    <a:pt x="920" y="392"/>
                  </a:cubicBezTo>
                  <a:cubicBezTo>
                    <a:pt x="970" y="367"/>
                    <a:pt x="1021" y="343"/>
                    <a:pt x="1072" y="320"/>
                  </a:cubicBezTo>
                  <a:cubicBezTo>
                    <a:pt x="1087" y="313"/>
                    <a:pt x="1106" y="313"/>
                    <a:pt x="1120" y="304"/>
                  </a:cubicBezTo>
                  <a:cubicBezTo>
                    <a:pt x="1170" y="271"/>
                    <a:pt x="1230" y="247"/>
                    <a:pt x="1288" y="232"/>
                  </a:cubicBezTo>
                  <a:cubicBezTo>
                    <a:pt x="1330" y="221"/>
                    <a:pt x="1416" y="208"/>
                    <a:pt x="1416" y="208"/>
                  </a:cubicBezTo>
                  <a:cubicBezTo>
                    <a:pt x="1571" y="211"/>
                    <a:pt x="1725" y="211"/>
                    <a:pt x="1880" y="216"/>
                  </a:cubicBezTo>
                  <a:cubicBezTo>
                    <a:pt x="1894" y="216"/>
                    <a:pt x="1983" y="240"/>
                    <a:pt x="1984" y="240"/>
                  </a:cubicBezTo>
                  <a:cubicBezTo>
                    <a:pt x="2059" y="255"/>
                    <a:pt x="2134" y="274"/>
                    <a:pt x="2208" y="296"/>
                  </a:cubicBezTo>
                  <a:cubicBezTo>
                    <a:pt x="2341" y="336"/>
                    <a:pt x="2472" y="382"/>
                    <a:pt x="2592" y="448"/>
                  </a:cubicBezTo>
                  <a:cubicBezTo>
                    <a:pt x="2667" y="490"/>
                    <a:pt x="2730" y="542"/>
                    <a:pt x="2808" y="576"/>
                  </a:cubicBezTo>
                  <a:cubicBezTo>
                    <a:pt x="2906" y="618"/>
                    <a:pt x="3033" y="607"/>
                    <a:pt x="3136" y="616"/>
                  </a:cubicBezTo>
                  <a:cubicBezTo>
                    <a:pt x="3252" y="608"/>
                    <a:pt x="3347" y="588"/>
                    <a:pt x="3456" y="552"/>
                  </a:cubicBezTo>
                  <a:cubicBezTo>
                    <a:pt x="3488" y="541"/>
                    <a:pt x="3520" y="531"/>
                    <a:pt x="3552" y="520"/>
                  </a:cubicBezTo>
                  <a:cubicBezTo>
                    <a:pt x="3570" y="514"/>
                    <a:pt x="3600" y="488"/>
                    <a:pt x="3600" y="488"/>
                  </a:cubicBezTo>
                  <a:cubicBezTo>
                    <a:pt x="3646" y="419"/>
                    <a:pt x="3585" y="500"/>
                    <a:pt x="3640" y="456"/>
                  </a:cubicBezTo>
                  <a:cubicBezTo>
                    <a:pt x="3648" y="450"/>
                    <a:pt x="3649" y="439"/>
                    <a:pt x="3656" y="432"/>
                  </a:cubicBezTo>
                  <a:cubicBezTo>
                    <a:pt x="3663" y="425"/>
                    <a:pt x="3672" y="421"/>
                    <a:pt x="3680" y="416"/>
                  </a:cubicBezTo>
                  <a:cubicBezTo>
                    <a:pt x="3717" y="360"/>
                    <a:pt x="3696" y="379"/>
                    <a:pt x="3736" y="352"/>
                  </a:cubicBezTo>
                  <a:cubicBezTo>
                    <a:pt x="3753" y="326"/>
                    <a:pt x="3790" y="289"/>
                    <a:pt x="3816" y="272"/>
                  </a:cubicBezTo>
                  <a:cubicBezTo>
                    <a:pt x="3821" y="264"/>
                    <a:pt x="3825" y="255"/>
                    <a:pt x="3832" y="248"/>
                  </a:cubicBezTo>
                  <a:cubicBezTo>
                    <a:pt x="3839" y="241"/>
                    <a:pt x="3850" y="240"/>
                    <a:pt x="3856" y="232"/>
                  </a:cubicBezTo>
                  <a:cubicBezTo>
                    <a:pt x="3900" y="177"/>
                    <a:pt x="3819" y="238"/>
                    <a:pt x="3888" y="192"/>
                  </a:cubicBezTo>
                  <a:cubicBezTo>
                    <a:pt x="3915" y="152"/>
                    <a:pt x="3896" y="173"/>
                    <a:pt x="3952" y="136"/>
                  </a:cubicBezTo>
                  <a:cubicBezTo>
                    <a:pt x="3960" y="131"/>
                    <a:pt x="3976" y="120"/>
                    <a:pt x="3976" y="120"/>
                  </a:cubicBezTo>
                  <a:cubicBezTo>
                    <a:pt x="3995" y="91"/>
                    <a:pt x="4012" y="91"/>
                    <a:pt x="4040" y="72"/>
                  </a:cubicBezTo>
                  <a:cubicBezTo>
                    <a:pt x="4061" y="40"/>
                    <a:pt x="4093" y="27"/>
                    <a:pt x="4120" y="0"/>
                  </a:cubicBezTo>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sz="2400"/>
            </a:p>
          </p:txBody>
        </p:sp>
        <p:sp>
          <p:nvSpPr>
            <p:cNvPr id="43" name="Freeform 26">
              <a:extLst>
                <a:ext uri="{FF2B5EF4-FFF2-40B4-BE49-F238E27FC236}">
                  <a16:creationId xmlns:a16="http://schemas.microsoft.com/office/drawing/2014/main" id="{A718E3E0-7302-4C96-A238-FD74B07D2FC9}"/>
                </a:ext>
              </a:extLst>
            </p:cNvPr>
            <p:cNvSpPr>
              <a:spLocks/>
            </p:cNvSpPr>
            <p:nvPr/>
          </p:nvSpPr>
          <p:spPr bwMode="auto">
            <a:xfrm>
              <a:off x="1222171" y="3882031"/>
              <a:ext cx="1777114" cy="1149535"/>
            </a:xfrm>
            <a:custGeom>
              <a:avLst/>
              <a:gdLst>
                <a:gd name="T0" fmla="*/ 6 w 1904"/>
                <a:gd name="T1" fmla="*/ 100 h 955"/>
                <a:gd name="T2" fmla="*/ 12 w 1904"/>
                <a:gd name="T3" fmla="*/ 94 h 955"/>
                <a:gd name="T4" fmla="*/ 15 w 1904"/>
                <a:gd name="T5" fmla="*/ 85 h 955"/>
                <a:gd name="T6" fmla="*/ 35 w 1904"/>
                <a:gd name="T7" fmla="*/ 61 h 955"/>
                <a:gd name="T8" fmla="*/ 52 w 1904"/>
                <a:gd name="T9" fmla="*/ 36 h 955"/>
                <a:gd name="T10" fmla="*/ 93 w 1904"/>
                <a:gd name="T11" fmla="*/ 0 h 955"/>
                <a:gd name="T12" fmla="*/ 125 w 1904"/>
                <a:gd name="T13" fmla="*/ 3 h 955"/>
                <a:gd name="T14" fmla="*/ 138 w 1904"/>
                <a:gd name="T15" fmla="*/ 14 h 955"/>
                <a:gd name="T16" fmla="*/ 173 w 1904"/>
                <a:gd name="T17" fmla="*/ 43 h 955"/>
                <a:gd name="T18" fmla="*/ 187 w 1904"/>
                <a:gd name="T19" fmla="*/ 65 h 955"/>
                <a:gd name="T20" fmla="*/ 199 w 1904"/>
                <a:gd name="T21" fmla="*/ 79 h 955"/>
                <a:gd name="T22" fmla="*/ 204 w 1904"/>
                <a:gd name="T23" fmla="*/ 94 h 955"/>
                <a:gd name="T24" fmla="*/ 206 w 1904"/>
                <a:gd name="T25" fmla="*/ 97 h 955"/>
                <a:gd name="T26" fmla="*/ 212 w 1904"/>
                <a:gd name="T27" fmla="*/ 111 h 955"/>
                <a:gd name="T28" fmla="*/ 216 w 1904"/>
                <a:gd name="T29" fmla="*/ 129 h 955"/>
                <a:gd name="T30" fmla="*/ 219 w 1904"/>
                <a:gd name="T31" fmla="*/ 161 h 955"/>
                <a:gd name="T32" fmla="*/ 215 w 1904"/>
                <a:gd name="T33" fmla="*/ 301 h 955"/>
                <a:gd name="T34" fmla="*/ 207 w 1904"/>
                <a:gd name="T35" fmla="*/ 351 h 955"/>
                <a:gd name="T36" fmla="*/ 195 w 1904"/>
                <a:gd name="T37" fmla="*/ 387 h 955"/>
                <a:gd name="T38" fmla="*/ 130 w 1904"/>
                <a:gd name="T39" fmla="*/ 426 h 955"/>
                <a:gd name="T40" fmla="*/ 55 w 1904"/>
                <a:gd name="T41" fmla="*/ 415 h 955"/>
                <a:gd name="T42" fmla="*/ 38 w 1904"/>
                <a:gd name="T43" fmla="*/ 404 h 955"/>
                <a:gd name="T44" fmla="*/ 32 w 1904"/>
                <a:gd name="T45" fmla="*/ 398 h 955"/>
                <a:gd name="T46" fmla="*/ 27 w 1904"/>
                <a:gd name="T47" fmla="*/ 383 h 955"/>
                <a:gd name="T48" fmla="*/ 0 w 1904"/>
                <a:gd name="T49" fmla="*/ 198 h 955"/>
                <a:gd name="T50" fmla="*/ 1 w 1904"/>
                <a:gd name="T51" fmla="*/ 125 h 955"/>
                <a:gd name="T52" fmla="*/ 6 w 1904"/>
                <a:gd name="T53" fmla="*/ 100 h 95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04"/>
                <a:gd name="T82" fmla="*/ 0 h 955"/>
                <a:gd name="T83" fmla="*/ 1904 w 1904"/>
                <a:gd name="T84" fmla="*/ 955 h 95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04" h="955">
                  <a:moveTo>
                    <a:pt x="56" y="224"/>
                  </a:moveTo>
                  <a:cubicBezTo>
                    <a:pt x="72" y="219"/>
                    <a:pt x="90" y="217"/>
                    <a:pt x="104" y="208"/>
                  </a:cubicBezTo>
                  <a:cubicBezTo>
                    <a:pt x="112" y="203"/>
                    <a:pt x="119" y="196"/>
                    <a:pt x="128" y="192"/>
                  </a:cubicBezTo>
                  <a:cubicBezTo>
                    <a:pt x="183" y="168"/>
                    <a:pt x="246" y="151"/>
                    <a:pt x="304" y="136"/>
                  </a:cubicBezTo>
                  <a:cubicBezTo>
                    <a:pt x="347" y="108"/>
                    <a:pt x="399" y="96"/>
                    <a:pt x="448" y="80"/>
                  </a:cubicBezTo>
                  <a:cubicBezTo>
                    <a:pt x="567" y="40"/>
                    <a:pt x="682" y="11"/>
                    <a:pt x="808" y="0"/>
                  </a:cubicBezTo>
                  <a:cubicBezTo>
                    <a:pt x="899" y="3"/>
                    <a:pt x="989" y="3"/>
                    <a:pt x="1080" y="8"/>
                  </a:cubicBezTo>
                  <a:cubicBezTo>
                    <a:pt x="1118" y="10"/>
                    <a:pt x="1162" y="26"/>
                    <a:pt x="1200" y="32"/>
                  </a:cubicBezTo>
                  <a:cubicBezTo>
                    <a:pt x="1305" y="48"/>
                    <a:pt x="1403" y="62"/>
                    <a:pt x="1504" y="96"/>
                  </a:cubicBezTo>
                  <a:cubicBezTo>
                    <a:pt x="1545" y="110"/>
                    <a:pt x="1582" y="130"/>
                    <a:pt x="1624" y="144"/>
                  </a:cubicBezTo>
                  <a:cubicBezTo>
                    <a:pt x="1652" y="153"/>
                    <a:pt x="1695" y="160"/>
                    <a:pt x="1720" y="176"/>
                  </a:cubicBezTo>
                  <a:cubicBezTo>
                    <a:pt x="1736" y="187"/>
                    <a:pt x="1750" y="202"/>
                    <a:pt x="1768" y="208"/>
                  </a:cubicBezTo>
                  <a:cubicBezTo>
                    <a:pt x="1776" y="211"/>
                    <a:pt x="1785" y="212"/>
                    <a:pt x="1792" y="216"/>
                  </a:cubicBezTo>
                  <a:cubicBezTo>
                    <a:pt x="1809" y="225"/>
                    <a:pt x="1840" y="248"/>
                    <a:pt x="1840" y="248"/>
                  </a:cubicBezTo>
                  <a:cubicBezTo>
                    <a:pt x="1860" y="308"/>
                    <a:pt x="1831" y="236"/>
                    <a:pt x="1872" y="288"/>
                  </a:cubicBezTo>
                  <a:cubicBezTo>
                    <a:pt x="1878" y="295"/>
                    <a:pt x="1900" y="349"/>
                    <a:pt x="1904" y="360"/>
                  </a:cubicBezTo>
                  <a:cubicBezTo>
                    <a:pt x="1899" y="469"/>
                    <a:pt x="1898" y="569"/>
                    <a:pt x="1864" y="672"/>
                  </a:cubicBezTo>
                  <a:cubicBezTo>
                    <a:pt x="1847" y="722"/>
                    <a:pt x="1844" y="755"/>
                    <a:pt x="1800" y="784"/>
                  </a:cubicBezTo>
                  <a:cubicBezTo>
                    <a:pt x="1778" y="817"/>
                    <a:pt x="1724" y="846"/>
                    <a:pt x="1688" y="864"/>
                  </a:cubicBezTo>
                  <a:cubicBezTo>
                    <a:pt x="1505" y="955"/>
                    <a:pt x="1342" y="943"/>
                    <a:pt x="1136" y="952"/>
                  </a:cubicBezTo>
                  <a:cubicBezTo>
                    <a:pt x="914" y="947"/>
                    <a:pt x="694" y="937"/>
                    <a:pt x="472" y="928"/>
                  </a:cubicBezTo>
                  <a:cubicBezTo>
                    <a:pt x="423" y="923"/>
                    <a:pt x="375" y="917"/>
                    <a:pt x="328" y="904"/>
                  </a:cubicBezTo>
                  <a:cubicBezTo>
                    <a:pt x="312" y="900"/>
                    <a:pt x="294" y="897"/>
                    <a:pt x="280" y="888"/>
                  </a:cubicBezTo>
                  <a:cubicBezTo>
                    <a:pt x="264" y="877"/>
                    <a:pt x="232" y="856"/>
                    <a:pt x="232" y="856"/>
                  </a:cubicBezTo>
                  <a:cubicBezTo>
                    <a:pt x="141" y="720"/>
                    <a:pt x="40" y="602"/>
                    <a:pt x="0" y="440"/>
                  </a:cubicBezTo>
                  <a:cubicBezTo>
                    <a:pt x="3" y="387"/>
                    <a:pt x="1" y="333"/>
                    <a:pt x="8" y="280"/>
                  </a:cubicBezTo>
                  <a:cubicBezTo>
                    <a:pt x="12" y="250"/>
                    <a:pt x="110" y="224"/>
                    <a:pt x="56" y="224"/>
                  </a:cubicBezTo>
                  <a:close/>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sz="2400"/>
            </a:p>
          </p:txBody>
        </p:sp>
        <p:sp>
          <p:nvSpPr>
            <p:cNvPr id="44" name="Freeform 27">
              <a:extLst>
                <a:ext uri="{FF2B5EF4-FFF2-40B4-BE49-F238E27FC236}">
                  <a16:creationId xmlns:a16="http://schemas.microsoft.com/office/drawing/2014/main" id="{A91B0080-27F2-410A-8F8A-F4345E4460A4}"/>
                </a:ext>
              </a:extLst>
            </p:cNvPr>
            <p:cNvSpPr>
              <a:spLocks/>
            </p:cNvSpPr>
            <p:nvPr/>
          </p:nvSpPr>
          <p:spPr bwMode="auto">
            <a:xfrm>
              <a:off x="490333" y="4367013"/>
              <a:ext cx="4301882" cy="1084493"/>
            </a:xfrm>
            <a:custGeom>
              <a:avLst/>
              <a:gdLst>
                <a:gd name="T0" fmla="*/ 0 w 4608"/>
                <a:gd name="T1" fmla="*/ 9 h 901"/>
                <a:gd name="T2" fmla="*/ 19 w 4608"/>
                <a:gd name="T3" fmla="*/ 9 h 901"/>
                <a:gd name="T4" fmla="*/ 41 w 4608"/>
                <a:gd name="T5" fmla="*/ 13 h 901"/>
                <a:gd name="T6" fmla="*/ 61 w 4608"/>
                <a:gd name="T7" fmla="*/ 35 h 901"/>
                <a:gd name="T8" fmla="*/ 63 w 4608"/>
                <a:gd name="T9" fmla="*/ 45 h 901"/>
                <a:gd name="T10" fmla="*/ 66 w 4608"/>
                <a:gd name="T11" fmla="*/ 52 h 901"/>
                <a:gd name="T12" fmla="*/ 68 w 4608"/>
                <a:gd name="T13" fmla="*/ 85 h 901"/>
                <a:gd name="T14" fmla="*/ 85 w 4608"/>
                <a:gd name="T15" fmla="*/ 224 h 901"/>
                <a:gd name="T16" fmla="*/ 99 w 4608"/>
                <a:gd name="T17" fmla="*/ 295 h 901"/>
                <a:gd name="T18" fmla="*/ 119 w 4608"/>
                <a:gd name="T19" fmla="*/ 346 h 901"/>
                <a:gd name="T20" fmla="*/ 128 w 4608"/>
                <a:gd name="T21" fmla="*/ 359 h 901"/>
                <a:gd name="T22" fmla="*/ 191 w 4608"/>
                <a:gd name="T23" fmla="*/ 403 h 901"/>
                <a:gd name="T24" fmla="*/ 284 w 4608"/>
                <a:gd name="T25" fmla="*/ 353 h 901"/>
                <a:gd name="T26" fmla="*/ 315 w 4608"/>
                <a:gd name="T27" fmla="*/ 313 h 901"/>
                <a:gd name="T28" fmla="*/ 323 w 4608"/>
                <a:gd name="T29" fmla="*/ 302 h 901"/>
                <a:gd name="T30" fmla="*/ 329 w 4608"/>
                <a:gd name="T31" fmla="*/ 289 h 901"/>
                <a:gd name="T32" fmla="*/ 330 w 4608"/>
                <a:gd name="T33" fmla="*/ 278 h 901"/>
                <a:gd name="T34" fmla="*/ 333 w 4608"/>
                <a:gd name="T35" fmla="*/ 271 h 901"/>
                <a:gd name="T36" fmla="*/ 334 w 4608"/>
                <a:gd name="T37" fmla="*/ 260 h 901"/>
                <a:gd name="T38" fmla="*/ 347 w 4608"/>
                <a:gd name="T39" fmla="*/ 206 h 901"/>
                <a:gd name="T40" fmla="*/ 356 w 4608"/>
                <a:gd name="T41" fmla="*/ 192 h 901"/>
                <a:gd name="T42" fmla="*/ 369 w 4608"/>
                <a:gd name="T43" fmla="*/ 188 h 901"/>
                <a:gd name="T44" fmla="*/ 400 w 4608"/>
                <a:gd name="T45" fmla="*/ 181 h 901"/>
                <a:gd name="T46" fmla="*/ 453 w 4608"/>
                <a:gd name="T47" fmla="*/ 185 h 901"/>
                <a:gd name="T48" fmla="*/ 466 w 4608"/>
                <a:gd name="T49" fmla="*/ 199 h 901"/>
                <a:gd name="T50" fmla="*/ 512 w 4608"/>
                <a:gd name="T51" fmla="*/ 246 h 901"/>
                <a:gd name="T52" fmla="*/ 523 w 4608"/>
                <a:gd name="T53" fmla="*/ 266 h 901"/>
                <a:gd name="T54" fmla="*/ 532 w 4608"/>
                <a:gd name="T55" fmla="*/ 289 h 90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608"/>
                <a:gd name="T85" fmla="*/ 0 h 901"/>
                <a:gd name="T86" fmla="*/ 4608 w 4608"/>
                <a:gd name="T87" fmla="*/ 901 h 90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608" h="901">
                  <a:moveTo>
                    <a:pt x="0" y="21"/>
                  </a:moveTo>
                  <a:cubicBezTo>
                    <a:pt x="62" y="0"/>
                    <a:pt x="104" y="17"/>
                    <a:pt x="168" y="21"/>
                  </a:cubicBezTo>
                  <a:cubicBezTo>
                    <a:pt x="229" y="25"/>
                    <a:pt x="291" y="26"/>
                    <a:pt x="352" y="29"/>
                  </a:cubicBezTo>
                  <a:cubicBezTo>
                    <a:pt x="414" y="38"/>
                    <a:pt x="475" y="42"/>
                    <a:pt x="528" y="77"/>
                  </a:cubicBezTo>
                  <a:cubicBezTo>
                    <a:pt x="533" y="85"/>
                    <a:pt x="537" y="94"/>
                    <a:pt x="544" y="101"/>
                  </a:cubicBezTo>
                  <a:cubicBezTo>
                    <a:pt x="551" y="108"/>
                    <a:pt x="563" y="109"/>
                    <a:pt x="568" y="117"/>
                  </a:cubicBezTo>
                  <a:cubicBezTo>
                    <a:pt x="581" y="138"/>
                    <a:pt x="584" y="165"/>
                    <a:pt x="592" y="189"/>
                  </a:cubicBezTo>
                  <a:cubicBezTo>
                    <a:pt x="627" y="295"/>
                    <a:pt x="635" y="433"/>
                    <a:pt x="736" y="501"/>
                  </a:cubicBezTo>
                  <a:cubicBezTo>
                    <a:pt x="771" y="553"/>
                    <a:pt x="803" y="626"/>
                    <a:pt x="856" y="661"/>
                  </a:cubicBezTo>
                  <a:cubicBezTo>
                    <a:pt x="872" y="709"/>
                    <a:pt x="983" y="757"/>
                    <a:pt x="1032" y="773"/>
                  </a:cubicBezTo>
                  <a:cubicBezTo>
                    <a:pt x="1056" y="781"/>
                    <a:pt x="1078" y="796"/>
                    <a:pt x="1104" y="805"/>
                  </a:cubicBezTo>
                  <a:cubicBezTo>
                    <a:pt x="1280" y="864"/>
                    <a:pt x="1473" y="887"/>
                    <a:pt x="1656" y="901"/>
                  </a:cubicBezTo>
                  <a:cubicBezTo>
                    <a:pt x="1924" y="888"/>
                    <a:pt x="2207" y="875"/>
                    <a:pt x="2464" y="789"/>
                  </a:cubicBezTo>
                  <a:cubicBezTo>
                    <a:pt x="2552" y="760"/>
                    <a:pt x="2640" y="730"/>
                    <a:pt x="2728" y="701"/>
                  </a:cubicBezTo>
                  <a:cubicBezTo>
                    <a:pt x="2749" y="694"/>
                    <a:pt x="2782" y="689"/>
                    <a:pt x="2800" y="677"/>
                  </a:cubicBezTo>
                  <a:cubicBezTo>
                    <a:pt x="2816" y="666"/>
                    <a:pt x="2848" y="645"/>
                    <a:pt x="2848" y="645"/>
                  </a:cubicBezTo>
                  <a:cubicBezTo>
                    <a:pt x="2853" y="637"/>
                    <a:pt x="2857" y="628"/>
                    <a:pt x="2864" y="621"/>
                  </a:cubicBezTo>
                  <a:cubicBezTo>
                    <a:pt x="2871" y="614"/>
                    <a:pt x="2882" y="613"/>
                    <a:pt x="2888" y="605"/>
                  </a:cubicBezTo>
                  <a:cubicBezTo>
                    <a:pt x="2893" y="598"/>
                    <a:pt x="2892" y="588"/>
                    <a:pt x="2896" y="581"/>
                  </a:cubicBezTo>
                  <a:cubicBezTo>
                    <a:pt x="2929" y="522"/>
                    <a:pt x="2951" y="489"/>
                    <a:pt x="3008" y="461"/>
                  </a:cubicBezTo>
                  <a:cubicBezTo>
                    <a:pt x="3036" y="447"/>
                    <a:pt x="3055" y="433"/>
                    <a:pt x="3088" y="429"/>
                  </a:cubicBezTo>
                  <a:cubicBezTo>
                    <a:pt x="3125" y="425"/>
                    <a:pt x="3163" y="423"/>
                    <a:pt x="3200" y="421"/>
                  </a:cubicBezTo>
                  <a:cubicBezTo>
                    <a:pt x="3473" y="405"/>
                    <a:pt x="3270" y="421"/>
                    <a:pt x="3464" y="405"/>
                  </a:cubicBezTo>
                  <a:cubicBezTo>
                    <a:pt x="3619" y="408"/>
                    <a:pt x="3773" y="408"/>
                    <a:pt x="3928" y="413"/>
                  </a:cubicBezTo>
                  <a:cubicBezTo>
                    <a:pt x="3966" y="414"/>
                    <a:pt x="4003" y="438"/>
                    <a:pt x="4040" y="445"/>
                  </a:cubicBezTo>
                  <a:cubicBezTo>
                    <a:pt x="4171" y="471"/>
                    <a:pt x="4305" y="507"/>
                    <a:pt x="4432" y="549"/>
                  </a:cubicBezTo>
                  <a:cubicBezTo>
                    <a:pt x="4465" y="560"/>
                    <a:pt x="4494" y="586"/>
                    <a:pt x="4528" y="597"/>
                  </a:cubicBezTo>
                  <a:cubicBezTo>
                    <a:pt x="4543" y="612"/>
                    <a:pt x="4586" y="645"/>
                    <a:pt x="4608" y="645"/>
                  </a:cubicBezTo>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sz="2400"/>
            </a:p>
          </p:txBody>
        </p:sp>
        <p:sp>
          <p:nvSpPr>
            <p:cNvPr id="45" name="Freeform 28">
              <a:extLst>
                <a:ext uri="{FF2B5EF4-FFF2-40B4-BE49-F238E27FC236}">
                  <a16:creationId xmlns:a16="http://schemas.microsoft.com/office/drawing/2014/main" id="{39B1DFB2-A1AE-406C-8006-326A0A2A0DEE}"/>
                </a:ext>
              </a:extLst>
            </p:cNvPr>
            <p:cNvSpPr>
              <a:spLocks/>
            </p:cNvSpPr>
            <p:nvPr/>
          </p:nvSpPr>
          <p:spPr bwMode="auto">
            <a:xfrm>
              <a:off x="3291157" y="3553997"/>
              <a:ext cx="1590201" cy="1358798"/>
            </a:xfrm>
            <a:custGeom>
              <a:avLst/>
              <a:gdLst>
                <a:gd name="T0" fmla="*/ 147 w 1704"/>
                <a:gd name="T1" fmla="*/ 0 h 1128"/>
                <a:gd name="T2" fmla="*/ 138 w 1704"/>
                <a:gd name="T3" fmla="*/ 54 h 1128"/>
                <a:gd name="T4" fmla="*/ 132 w 1704"/>
                <a:gd name="T5" fmla="*/ 68 h 1128"/>
                <a:gd name="T6" fmla="*/ 130 w 1704"/>
                <a:gd name="T7" fmla="*/ 76 h 1128"/>
                <a:gd name="T8" fmla="*/ 128 w 1704"/>
                <a:gd name="T9" fmla="*/ 86 h 1128"/>
                <a:gd name="T10" fmla="*/ 125 w 1704"/>
                <a:gd name="T11" fmla="*/ 90 h 1128"/>
                <a:gd name="T12" fmla="*/ 117 w 1704"/>
                <a:gd name="T13" fmla="*/ 129 h 1128"/>
                <a:gd name="T14" fmla="*/ 112 w 1704"/>
                <a:gd name="T15" fmla="*/ 147 h 1128"/>
                <a:gd name="T16" fmla="*/ 110 w 1704"/>
                <a:gd name="T17" fmla="*/ 158 h 1128"/>
                <a:gd name="T18" fmla="*/ 105 w 1704"/>
                <a:gd name="T19" fmla="*/ 173 h 1128"/>
                <a:gd name="T20" fmla="*/ 103 w 1704"/>
                <a:gd name="T21" fmla="*/ 183 h 1128"/>
                <a:gd name="T22" fmla="*/ 98 w 1704"/>
                <a:gd name="T23" fmla="*/ 198 h 1128"/>
                <a:gd name="T24" fmla="*/ 79 w 1704"/>
                <a:gd name="T25" fmla="*/ 244 h 1128"/>
                <a:gd name="T26" fmla="*/ 69 w 1704"/>
                <a:gd name="T27" fmla="*/ 248 h 1128"/>
                <a:gd name="T28" fmla="*/ 23 w 1704"/>
                <a:gd name="T29" fmla="*/ 265 h 1128"/>
                <a:gd name="T30" fmla="*/ 11 w 1704"/>
                <a:gd name="T31" fmla="*/ 277 h 1128"/>
                <a:gd name="T32" fmla="*/ 5 w 1704"/>
                <a:gd name="T33" fmla="*/ 283 h 1128"/>
                <a:gd name="T34" fmla="*/ 2 w 1704"/>
                <a:gd name="T35" fmla="*/ 316 h 1128"/>
                <a:gd name="T36" fmla="*/ 0 w 1704"/>
                <a:gd name="T37" fmla="*/ 337 h 1128"/>
                <a:gd name="T38" fmla="*/ 3 w 1704"/>
                <a:gd name="T39" fmla="*/ 394 h 1128"/>
                <a:gd name="T40" fmla="*/ 5 w 1704"/>
                <a:gd name="T41" fmla="*/ 400 h 1128"/>
                <a:gd name="T42" fmla="*/ 8 w 1704"/>
                <a:gd name="T43" fmla="*/ 406 h 1128"/>
                <a:gd name="T44" fmla="*/ 14 w 1704"/>
                <a:gd name="T45" fmla="*/ 413 h 1128"/>
                <a:gd name="T46" fmla="*/ 125 w 1704"/>
                <a:gd name="T47" fmla="*/ 406 h 1128"/>
                <a:gd name="T48" fmla="*/ 154 w 1704"/>
                <a:gd name="T49" fmla="*/ 428 h 1128"/>
                <a:gd name="T50" fmla="*/ 166 w 1704"/>
                <a:gd name="T51" fmla="*/ 439 h 1128"/>
                <a:gd name="T52" fmla="*/ 183 w 1704"/>
                <a:gd name="T53" fmla="*/ 467 h 1128"/>
                <a:gd name="T54" fmla="*/ 191 w 1704"/>
                <a:gd name="T55" fmla="*/ 488 h 1128"/>
                <a:gd name="T56" fmla="*/ 196 w 1704"/>
                <a:gd name="T57" fmla="*/ 507 h 112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04"/>
                <a:gd name="T88" fmla="*/ 0 h 1128"/>
                <a:gd name="T89" fmla="*/ 1704 w 1704"/>
                <a:gd name="T90" fmla="*/ 1128 h 112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04" h="1128">
                  <a:moveTo>
                    <a:pt x="1272" y="0"/>
                  </a:moveTo>
                  <a:cubicBezTo>
                    <a:pt x="1257" y="44"/>
                    <a:pt x="1226" y="81"/>
                    <a:pt x="1200" y="120"/>
                  </a:cubicBezTo>
                  <a:cubicBezTo>
                    <a:pt x="1189" y="136"/>
                    <a:pt x="1168" y="141"/>
                    <a:pt x="1152" y="152"/>
                  </a:cubicBezTo>
                  <a:cubicBezTo>
                    <a:pt x="1144" y="157"/>
                    <a:pt x="1128" y="168"/>
                    <a:pt x="1128" y="168"/>
                  </a:cubicBezTo>
                  <a:cubicBezTo>
                    <a:pt x="1123" y="176"/>
                    <a:pt x="1120" y="186"/>
                    <a:pt x="1112" y="192"/>
                  </a:cubicBezTo>
                  <a:cubicBezTo>
                    <a:pt x="1105" y="197"/>
                    <a:pt x="1094" y="194"/>
                    <a:pt x="1088" y="200"/>
                  </a:cubicBezTo>
                  <a:cubicBezTo>
                    <a:pt x="1055" y="233"/>
                    <a:pt x="1053" y="263"/>
                    <a:pt x="1016" y="288"/>
                  </a:cubicBezTo>
                  <a:cubicBezTo>
                    <a:pt x="973" y="352"/>
                    <a:pt x="1029" y="275"/>
                    <a:pt x="976" y="328"/>
                  </a:cubicBezTo>
                  <a:cubicBezTo>
                    <a:pt x="969" y="335"/>
                    <a:pt x="967" y="346"/>
                    <a:pt x="960" y="352"/>
                  </a:cubicBezTo>
                  <a:cubicBezTo>
                    <a:pt x="946" y="365"/>
                    <a:pt x="912" y="384"/>
                    <a:pt x="912" y="384"/>
                  </a:cubicBezTo>
                  <a:cubicBezTo>
                    <a:pt x="907" y="392"/>
                    <a:pt x="903" y="402"/>
                    <a:pt x="896" y="408"/>
                  </a:cubicBezTo>
                  <a:cubicBezTo>
                    <a:pt x="882" y="421"/>
                    <a:pt x="848" y="440"/>
                    <a:pt x="848" y="440"/>
                  </a:cubicBezTo>
                  <a:cubicBezTo>
                    <a:pt x="826" y="473"/>
                    <a:pt x="733" y="538"/>
                    <a:pt x="688" y="544"/>
                  </a:cubicBezTo>
                  <a:cubicBezTo>
                    <a:pt x="659" y="548"/>
                    <a:pt x="629" y="549"/>
                    <a:pt x="600" y="552"/>
                  </a:cubicBezTo>
                  <a:cubicBezTo>
                    <a:pt x="466" y="579"/>
                    <a:pt x="336" y="586"/>
                    <a:pt x="200" y="592"/>
                  </a:cubicBezTo>
                  <a:cubicBezTo>
                    <a:pt x="127" y="602"/>
                    <a:pt x="162" y="594"/>
                    <a:pt x="96" y="616"/>
                  </a:cubicBezTo>
                  <a:cubicBezTo>
                    <a:pt x="80" y="621"/>
                    <a:pt x="48" y="632"/>
                    <a:pt x="48" y="632"/>
                  </a:cubicBezTo>
                  <a:cubicBezTo>
                    <a:pt x="23" y="670"/>
                    <a:pt x="35" y="647"/>
                    <a:pt x="16" y="704"/>
                  </a:cubicBezTo>
                  <a:cubicBezTo>
                    <a:pt x="11" y="720"/>
                    <a:pt x="0" y="752"/>
                    <a:pt x="0" y="752"/>
                  </a:cubicBezTo>
                  <a:cubicBezTo>
                    <a:pt x="10" y="849"/>
                    <a:pt x="0" y="807"/>
                    <a:pt x="24" y="880"/>
                  </a:cubicBezTo>
                  <a:cubicBezTo>
                    <a:pt x="27" y="888"/>
                    <a:pt x="40" y="884"/>
                    <a:pt x="48" y="888"/>
                  </a:cubicBezTo>
                  <a:cubicBezTo>
                    <a:pt x="57" y="892"/>
                    <a:pt x="63" y="900"/>
                    <a:pt x="72" y="904"/>
                  </a:cubicBezTo>
                  <a:cubicBezTo>
                    <a:pt x="87" y="911"/>
                    <a:pt x="120" y="920"/>
                    <a:pt x="120" y="920"/>
                  </a:cubicBezTo>
                  <a:cubicBezTo>
                    <a:pt x="444" y="913"/>
                    <a:pt x="765" y="919"/>
                    <a:pt x="1088" y="904"/>
                  </a:cubicBezTo>
                  <a:cubicBezTo>
                    <a:pt x="1177" y="912"/>
                    <a:pt x="1259" y="924"/>
                    <a:pt x="1344" y="952"/>
                  </a:cubicBezTo>
                  <a:cubicBezTo>
                    <a:pt x="1375" y="962"/>
                    <a:pt x="1409" y="963"/>
                    <a:pt x="1440" y="976"/>
                  </a:cubicBezTo>
                  <a:cubicBezTo>
                    <a:pt x="1489" y="997"/>
                    <a:pt x="1542" y="1023"/>
                    <a:pt x="1592" y="1040"/>
                  </a:cubicBezTo>
                  <a:cubicBezTo>
                    <a:pt x="1611" y="1069"/>
                    <a:pt x="1628" y="1069"/>
                    <a:pt x="1656" y="1088"/>
                  </a:cubicBezTo>
                  <a:cubicBezTo>
                    <a:pt x="1681" y="1125"/>
                    <a:pt x="1679" y="1103"/>
                    <a:pt x="1704" y="1128"/>
                  </a:cubicBezTo>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sz="2400"/>
            </a:p>
          </p:txBody>
        </p:sp>
        <p:sp>
          <p:nvSpPr>
            <p:cNvPr id="46" name="Freeform 29">
              <a:extLst>
                <a:ext uri="{FF2B5EF4-FFF2-40B4-BE49-F238E27FC236}">
                  <a16:creationId xmlns:a16="http://schemas.microsoft.com/office/drawing/2014/main" id="{267A3711-0EA7-4B96-8165-836BD5DF871D}"/>
                </a:ext>
              </a:extLst>
            </p:cNvPr>
            <p:cNvSpPr>
              <a:spLocks/>
            </p:cNvSpPr>
            <p:nvPr/>
          </p:nvSpPr>
          <p:spPr bwMode="auto">
            <a:xfrm>
              <a:off x="1515481" y="3385738"/>
              <a:ext cx="330693" cy="755045"/>
            </a:xfrm>
            <a:custGeom>
              <a:avLst/>
              <a:gdLst>
                <a:gd name="T0" fmla="*/ 104 w 210"/>
                <a:gd name="T1" fmla="*/ 21 h 442"/>
                <a:gd name="T2" fmla="*/ 28 w 210"/>
                <a:gd name="T3" fmla="*/ 237 h 442"/>
                <a:gd name="T4" fmla="*/ 11 w 210"/>
                <a:gd name="T5" fmla="*/ 330 h 442"/>
                <a:gd name="T6" fmla="*/ 0 w 210"/>
                <a:gd name="T7" fmla="*/ 375 h 442"/>
                <a:gd name="T8" fmla="*/ 47 w 210"/>
                <a:gd name="T9" fmla="*/ 993 h 442"/>
                <a:gd name="T10" fmla="*/ 114 w 210"/>
                <a:gd name="T11" fmla="*/ 1102 h 442"/>
                <a:gd name="T12" fmla="*/ 141 w 210"/>
                <a:gd name="T13" fmla="*/ 1134 h 442"/>
                <a:gd name="T14" fmla="*/ 331 w 210"/>
                <a:gd name="T15" fmla="*/ 1116 h 442"/>
                <a:gd name="T16" fmla="*/ 246 w 210"/>
                <a:gd name="T17" fmla="*/ 1040 h 442"/>
                <a:gd name="T18" fmla="*/ 180 w 210"/>
                <a:gd name="T19" fmla="*/ 593 h 442"/>
                <a:gd name="T20" fmla="*/ 209 w 210"/>
                <a:gd name="T21" fmla="*/ 346 h 442"/>
                <a:gd name="T22" fmla="*/ 227 w 210"/>
                <a:gd name="T23" fmla="*/ 253 h 442"/>
                <a:gd name="T24" fmla="*/ 237 w 210"/>
                <a:gd name="T25" fmla="*/ 205 h 442"/>
                <a:gd name="T26" fmla="*/ 217 w 210"/>
                <a:gd name="T27" fmla="*/ 297 h 442"/>
                <a:gd name="T28" fmla="*/ 227 w 210"/>
                <a:gd name="T29" fmla="*/ 253 h 442"/>
                <a:gd name="T30" fmla="*/ 302 w 210"/>
                <a:gd name="T31" fmla="*/ 83 h 442"/>
                <a:gd name="T32" fmla="*/ 104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47" name="Freeform 30">
              <a:extLst>
                <a:ext uri="{FF2B5EF4-FFF2-40B4-BE49-F238E27FC236}">
                  <a16:creationId xmlns:a16="http://schemas.microsoft.com/office/drawing/2014/main" id="{D68A741F-E97F-4068-A76D-98D8975C7325}"/>
                </a:ext>
              </a:extLst>
            </p:cNvPr>
            <p:cNvSpPr>
              <a:spLocks/>
            </p:cNvSpPr>
            <p:nvPr/>
          </p:nvSpPr>
          <p:spPr bwMode="auto">
            <a:xfrm>
              <a:off x="2299079" y="3375840"/>
              <a:ext cx="330693" cy="755045"/>
            </a:xfrm>
            <a:custGeom>
              <a:avLst/>
              <a:gdLst>
                <a:gd name="T0" fmla="*/ 104 w 210"/>
                <a:gd name="T1" fmla="*/ 21 h 442"/>
                <a:gd name="T2" fmla="*/ 28 w 210"/>
                <a:gd name="T3" fmla="*/ 237 h 442"/>
                <a:gd name="T4" fmla="*/ 11 w 210"/>
                <a:gd name="T5" fmla="*/ 330 h 442"/>
                <a:gd name="T6" fmla="*/ 0 w 210"/>
                <a:gd name="T7" fmla="*/ 375 h 442"/>
                <a:gd name="T8" fmla="*/ 47 w 210"/>
                <a:gd name="T9" fmla="*/ 993 h 442"/>
                <a:gd name="T10" fmla="*/ 114 w 210"/>
                <a:gd name="T11" fmla="*/ 1102 h 442"/>
                <a:gd name="T12" fmla="*/ 141 w 210"/>
                <a:gd name="T13" fmla="*/ 1134 h 442"/>
                <a:gd name="T14" fmla="*/ 331 w 210"/>
                <a:gd name="T15" fmla="*/ 1116 h 442"/>
                <a:gd name="T16" fmla="*/ 246 w 210"/>
                <a:gd name="T17" fmla="*/ 1040 h 442"/>
                <a:gd name="T18" fmla="*/ 180 w 210"/>
                <a:gd name="T19" fmla="*/ 593 h 442"/>
                <a:gd name="T20" fmla="*/ 209 w 210"/>
                <a:gd name="T21" fmla="*/ 346 h 442"/>
                <a:gd name="T22" fmla="*/ 227 w 210"/>
                <a:gd name="T23" fmla="*/ 253 h 442"/>
                <a:gd name="T24" fmla="*/ 237 w 210"/>
                <a:gd name="T25" fmla="*/ 205 h 442"/>
                <a:gd name="T26" fmla="*/ 217 w 210"/>
                <a:gd name="T27" fmla="*/ 297 h 442"/>
                <a:gd name="T28" fmla="*/ 227 w 210"/>
                <a:gd name="T29" fmla="*/ 253 h 442"/>
                <a:gd name="T30" fmla="*/ 302 w 210"/>
                <a:gd name="T31" fmla="*/ 83 h 442"/>
                <a:gd name="T32" fmla="*/ 104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48" name="Freeform 31">
              <a:extLst>
                <a:ext uri="{FF2B5EF4-FFF2-40B4-BE49-F238E27FC236}">
                  <a16:creationId xmlns:a16="http://schemas.microsoft.com/office/drawing/2014/main" id="{E41B1D82-1A0E-4291-A0C2-E210ECEC9357}"/>
                </a:ext>
              </a:extLst>
            </p:cNvPr>
            <p:cNvSpPr>
              <a:spLocks/>
            </p:cNvSpPr>
            <p:nvPr/>
          </p:nvSpPr>
          <p:spPr bwMode="auto">
            <a:xfrm>
              <a:off x="1468033" y="4760089"/>
              <a:ext cx="330693" cy="755045"/>
            </a:xfrm>
            <a:custGeom>
              <a:avLst/>
              <a:gdLst>
                <a:gd name="T0" fmla="*/ 104 w 210"/>
                <a:gd name="T1" fmla="*/ 21 h 442"/>
                <a:gd name="T2" fmla="*/ 28 w 210"/>
                <a:gd name="T3" fmla="*/ 237 h 442"/>
                <a:gd name="T4" fmla="*/ 11 w 210"/>
                <a:gd name="T5" fmla="*/ 330 h 442"/>
                <a:gd name="T6" fmla="*/ 0 w 210"/>
                <a:gd name="T7" fmla="*/ 375 h 442"/>
                <a:gd name="T8" fmla="*/ 47 w 210"/>
                <a:gd name="T9" fmla="*/ 993 h 442"/>
                <a:gd name="T10" fmla="*/ 114 w 210"/>
                <a:gd name="T11" fmla="*/ 1102 h 442"/>
                <a:gd name="T12" fmla="*/ 141 w 210"/>
                <a:gd name="T13" fmla="*/ 1134 h 442"/>
                <a:gd name="T14" fmla="*/ 331 w 210"/>
                <a:gd name="T15" fmla="*/ 1116 h 442"/>
                <a:gd name="T16" fmla="*/ 246 w 210"/>
                <a:gd name="T17" fmla="*/ 1040 h 442"/>
                <a:gd name="T18" fmla="*/ 180 w 210"/>
                <a:gd name="T19" fmla="*/ 593 h 442"/>
                <a:gd name="T20" fmla="*/ 209 w 210"/>
                <a:gd name="T21" fmla="*/ 346 h 442"/>
                <a:gd name="T22" fmla="*/ 227 w 210"/>
                <a:gd name="T23" fmla="*/ 253 h 442"/>
                <a:gd name="T24" fmla="*/ 237 w 210"/>
                <a:gd name="T25" fmla="*/ 205 h 442"/>
                <a:gd name="T26" fmla="*/ 217 w 210"/>
                <a:gd name="T27" fmla="*/ 297 h 442"/>
                <a:gd name="T28" fmla="*/ 227 w 210"/>
                <a:gd name="T29" fmla="*/ 253 h 442"/>
                <a:gd name="T30" fmla="*/ 302 w 210"/>
                <a:gd name="T31" fmla="*/ 83 h 442"/>
                <a:gd name="T32" fmla="*/ 104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49" name="Freeform 32">
              <a:extLst>
                <a:ext uri="{FF2B5EF4-FFF2-40B4-BE49-F238E27FC236}">
                  <a16:creationId xmlns:a16="http://schemas.microsoft.com/office/drawing/2014/main" id="{779E7CEF-D6C8-4349-8269-A59F1D7D0957}"/>
                </a:ext>
              </a:extLst>
            </p:cNvPr>
            <p:cNvSpPr>
              <a:spLocks/>
            </p:cNvSpPr>
            <p:nvPr/>
          </p:nvSpPr>
          <p:spPr bwMode="auto">
            <a:xfrm>
              <a:off x="2261696" y="4822303"/>
              <a:ext cx="329255" cy="755045"/>
            </a:xfrm>
            <a:custGeom>
              <a:avLst/>
              <a:gdLst>
                <a:gd name="T0" fmla="*/ 103 w 210"/>
                <a:gd name="T1" fmla="*/ 21 h 442"/>
                <a:gd name="T2" fmla="*/ 28 w 210"/>
                <a:gd name="T3" fmla="*/ 237 h 442"/>
                <a:gd name="T4" fmla="*/ 11 w 210"/>
                <a:gd name="T5" fmla="*/ 330 h 442"/>
                <a:gd name="T6" fmla="*/ 0 w 210"/>
                <a:gd name="T7" fmla="*/ 375 h 442"/>
                <a:gd name="T8" fmla="*/ 47 w 210"/>
                <a:gd name="T9" fmla="*/ 993 h 442"/>
                <a:gd name="T10" fmla="*/ 112 w 210"/>
                <a:gd name="T11" fmla="*/ 1102 h 442"/>
                <a:gd name="T12" fmla="*/ 140 w 210"/>
                <a:gd name="T13" fmla="*/ 1134 h 442"/>
                <a:gd name="T14" fmla="*/ 325 w 210"/>
                <a:gd name="T15" fmla="*/ 1116 h 442"/>
                <a:gd name="T16" fmla="*/ 240 w 210"/>
                <a:gd name="T17" fmla="*/ 1040 h 442"/>
                <a:gd name="T18" fmla="*/ 174 w 210"/>
                <a:gd name="T19" fmla="*/ 593 h 442"/>
                <a:gd name="T20" fmla="*/ 203 w 210"/>
                <a:gd name="T21" fmla="*/ 346 h 442"/>
                <a:gd name="T22" fmla="*/ 221 w 210"/>
                <a:gd name="T23" fmla="*/ 253 h 442"/>
                <a:gd name="T24" fmla="*/ 232 w 210"/>
                <a:gd name="T25" fmla="*/ 205 h 442"/>
                <a:gd name="T26" fmla="*/ 213 w 210"/>
                <a:gd name="T27" fmla="*/ 297 h 442"/>
                <a:gd name="T28" fmla="*/ 221 w 210"/>
                <a:gd name="T29" fmla="*/ 253 h 442"/>
                <a:gd name="T30" fmla="*/ 297 w 210"/>
                <a:gd name="T31" fmla="*/ 83 h 442"/>
                <a:gd name="T32" fmla="*/ 103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50" name="Freeform 33">
              <a:extLst>
                <a:ext uri="{FF2B5EF4-FFF2-40B4-BE49-F238E27FC236}">
                  <a16:creationId xmlns:a16="http://schemas.microsoft.com/office/drawing/2014/main" id="{8914C6C7-ADDD-48F6-B663-AD053478CD65}"/>
                </a:ext>
              </a:extLst>
            </p:cNvPr>
            <p:cNvSpPr>
              <a:spLocks/>
            </p:cNvSpPr>
            <p:nvPr/>
          </p:nvSpPr>
          <p:spPr bwMode="auto">
            <a:xfrm rot="5400000">
              <a:off x="2992250" y="4133596"/>
              <a:ext cx="359141" cy="695893"/>
            </a:xfrm>
            <a:custGeom>
              <a:avLst/>
              <a:gdLst>
                <a:gd name="T0" fmla="*/ 172 w 210"/>
                <a:gd name="T1" fmla="*/ 13 h 442"/>
                <a:gd name="T2" fmla="*/ 48 w 210"/>
                <a:gd name="T3" fmla="*/ 147 h 442"/>
                <a:gd name="T4" fmla="*/ 15 w 210"/>
                <a:gd name="T5" fmla="*/ 201 h 442"/>
                <a:gd name="T6" fmla="*/ 0 w 210"/>
                <a:gd name="T7" fmla="*/ 230 h 442"/>
                <a:gd name="T8" fmla="*/ 77 w 210"/>
                <a:gd name="T9" fmla="*/ 608 h 442"/>
                <a:gd name="T10" fmla="*/ 186 w 210"/>
                <a:gd name="T11" fmla="*/ 675 h 442"/>
                <a:gd name="T12" fmla="*/ 235 w 210"/>
                <a:gd name="T13" fmla="*/ 693 h 442"/>
                <a:gd name="T14" fmla="*/ 543 w 210"/>
                <a:gd name="T15" fmla="*/ 682 h 442"/>
                <a:gd name="T16" fmla="*/ 405 w 210"/>
                <a:gd name="T17" fmla="*/ 635 h 442"/>
                <a:gd name="T18" fmla="*/ 295 w 210"/>
                <a:gd name="T19" fmla="*/ 362 h 442"/>
                <a:gd name="T20" fmla="*/ 344 w 210"/>
                <a:gd name="T21" fmla="*/ 211 h 442"/>
                <a:gd name="T22" fmla="*/ 371 w 210"/>
                <a:gd name="T23" fmla="*/ 153 h 442"/>
                <a:gd name="T24" fmla="*/ 388 w 210"/>
                <a:gd name="T25" fmla="*/ 126 h 442"/>
                <a:gd name="T26" fmla="*/ 357 w 210"/>
                <a:gd name="T27" fmla="*/ 182 h 442"/>
                <a:gd name="T28" fmla="*/ 371 w 210"/>
                <a:gd name="T29" fmla="*/ 153 h 442"/>
                <a:gd name="T30" fmla="*/ 497 w 210"/>
                <a:gd name="T31" fmla="*/ 50 h 442"/>
                <a:gd name="T32" fmla="*/ 172 w 210"/>
                <a:gd name="T33" fmla="*/ 13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51" name="Freeform 34">
              <a:extLst>
                <a:ext uri="{FF2B5EF4-FFF2-40B4-BE49-F238E27FC236}">
                  <a16:creationId xmlns:a16="http://schemas.microsoft.com/office/drawing/2014/main" id="{136F4D4E-E71A-4532-9A53-593544F80AD6}"/>
                </a:ext>
              </a:extLst>
            </p:cNvPr>
            <p:cNvSpPr>
              <a:spLocks/>
            </p:cNvSpPr>
            <p:nvPr/>
          </p:nvSpPr>
          <p:spPr bwMode="auto">
            <a:xfrm flipH="1">
              <a:off x="3647730" y="3621866"/>
              <a:ext cx="330693" cy="755045"/>
            </a:xfrm>
            <a:custGeom>
              <a:avLst/>
              <a:gdLst>
                <a:gd name="T0" fmla="*/ 104 w 210"/>
                <a:gd name="T1" fmla="*/ 21 h 442"/>
                <a:gd name="T2" fmla="*/ 28 w 210"/>
                <a:gd name="T3" fmla="*/ 237 h 442"/>
                <a:gd name="T4" fmla="*/ 11 w 210"/>
                <a:gd name="T5" fmla="*/ 330 h 442"/>
                <a:gd name="T6" fmla="*/ 0 w 210"/>
                <a:gd name="T7" fmla="*/ 375 h 442"/>
                <a:gd name="T8" fmla="*/ 47 w 210"/>
                <a:gd name="T9" fmla="*/ 993 h 442"/>
                <a:gd name="T10" fmla="*/ 114 w 210"/>
                <a:gd name="T11" fmla="*/ 1102 h 442"/>
                <a:gd name="T12" fmla="*/ 141 w 210"/>
                <a:gd name="T13" fmla="*/ 1134 h 442"/>
                <a:gd name="T14" fmla="*/ 331 w 210"/>
                <a:gd name="T15" fmla="*/ 1116 h 442"/>
                <a:gd name="T16" fmla="*/ 246 w 210"/>
                <a:gd name="T17" fmla="*/ 1040 h 442"/>
                <a:gd name="T18" fmla="*/ 180 w 210"/>
                <a:gd name="T19" fmla="*/ 593 h 442"/>
                <a:gd name="T20" fmla="*/ 209 w 210"/>
                <a:gd name="T21" fmla="*/ 346 h 442"/>
                <a:gd name="T22" fmla="*/ 227 w 210"/>
                <a:gd name="T23" fmla="*/ 253 h 442"/>
                <a:gd name="T24" fmla="*/ 237 w 210"/>
                <a:gd name="T25" fmla="*/ 205 h 442"/>
                <a:gd name="T26" fmla="*/ 217 w 210"/>
                <a:gd name="T27" fmla="*/ 297 h 442"/>
                <a:gd name="T28" fmla="*/ 227 w 210"/>
                <a:gd name="T29" fmla="*/ 253 h 442"/>
                <a:gd name="T30" fmla="*/ 302 w 210"/>
                <a:gd name="T31" fmla="*/ 83 h 442"/>
                <a:gd name="T32" fmla="*/ 104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52" name="Freeform 35">
              <a:extLst>
                <a:ext uri="{FF2B5EF4-FFF2-40B4-BE49-F238E27FC236}">
                  <a16:creationId xmlns:a16="http://schemas.microsoft.com/office/drawing/2014/main" id="{49BC0B07-C15E-43A5-9EF6-E92422305671}"/>
                </a:ext>
              </a:extLst>
            </p:cNvPr>
            <p:cNvSpPr>
              <a:spLocks/>
            </p:cNvSpPr>
            <p:nvPr/>
          </p:nvSpPr>
          <p:spPr bwMode="auto">
            <a:xfrm flipH="1">
              <a:off x="4176839" y="4441952"/>
              <a:ext cx="330693" cy="756459"/>
            </a:xfrm>
            <a:custGeom>
              <a:avLst/>
              <a:gdLst>
                <a:gd name="T0" fmla="*/ 104 w 210"/>
                <a:gd name="T1" fmla="*/ 22 h 442"/>
                <a:gd name="T2" fmla="*/ 28 w 210"/>
                <a:gd name="T3" fmla="*/ 237 h 442"/>
                <a:gd name="T4" fmla="*/ 11 w 210"/>
                <a:gd name="T5" fmla="*/ 334 h 442"/>
                <a:gd name="T6" fmla="*/ 0 w 210"/>
                <a:gd name="T7" fmla="*/ 379 h 442"/>
                <a:gd name="T8" fmla="*/ 47 w 210"/>
                <a:gd name="T9" fmla="*/ 1002 h 442"/>
                <a:gd name="T10" fmla="*/ 114 w 210"/>
                <a:gd name="T11" fmla="*/ 1112 h 442"/>
                <a:gd name="T12" fmla="*/ 141 w 210"/>
                <a:gd name="T13" fmla="*/ 1144 h 442"/>
                <a:gd name="T14" fmla="*/ 331 w 210"/>
                <a:gd name="T15" fmla="*/ 1127 h 442"/>
                <a:gd name="T16" fmla="*/ 246 w 210"/>
                <a:gd name="T17" fmla="*/ 1051 h 442"/>
                <a:gd name="T18" fmla="*/ 180 w 210"/>
                <a:gd name="T19" fmla="*/ 597 h 442"/>
                <a:gd name="T20" fmla="*/ 209 w 210"/>
                <a:gd name="T21" fmla="*/ 347 h 442"/>
                <a:gd name="T22" fmla="*/ 227 w 210"/>
                <a:gd name="T23" fmla="*/ 255 h 442"/>
                <a:gd name="T24" fmla="*/ 237 w 210"/>
                <a:gd name="T25" fmla="*/ 208 h 442"/>
                <a:gd name="T26" fmla="*/ 217 w 210"/>
                <a:gd name="T27" fmla="*/ 300 h 442"/>
                <a:gd name="T28" fmla="*/ 227 w 210"/>
                <a:gd name="T29" fmla="*/ 255 h 442"/>
                <a:gd name="T30" fmla="*/ 302 w 210"/>
                <a:gd name="T31" fmla="*/ 84 h 442"/>
                <a:gd name="T32" fmla="*/ 104 w 210"/>
                <a:gd name="T33" fmla="*/ 22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53" name="Text Box 36">
              <a:extLst>
                <a:ext uri="{FF2B5EF4-FFF2-40B4-BE49-F238E27FC236}">
                  <a16:creationId xmlns:a16="http://schemas.microsoft.com/office/drawing/2014/main" id="{8334E781-DEC1-4D73-927F-5126725F0A00}"/>
                </a:ext>
              </a:extLst>
            </p:cNvPr>
            <p:cNvSpPr txBox="1">
              <a:spLocks noChangeArrowheads="1"/>
            </p:cNvSpPr>
            <p:nvPr/>
          </p:nvSpPr>
          <p:spPr bwMode="auto">
            <a:xfrm>
              <a:off x="1982764" y="4279349"/>
              <a:ext cx="3834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mn-lt"/>
                </a:rPr>
                <a:t>A</a:t>
              </a:r>
              <a:endParaRPr lang="en-US" altLang="en-US" sz="2400">
                <a:solidFill>
                  <a:schemeClr val="tx2"/>
                </a:solidFill>
                <a:latin typeface="+mn-lt"/>
              </a:endParaRPr>
            </a:p>
          </p:txBody>
        </p:sp>
        <p:sp>
          <p:nvSpPr>
            <p:cNvPr id="54" name="Text Box 37">
              <a:extLst>
                <a:ext uri="{FF2B5EF4-FFF2-40B4-BE49-F238E27FC236}">
                  <a16:creationId xmlns:a16="http://schemas.microsoft.com/office/drawing/2014/main" id="{2208EA21-979F-4B1F-B1DF-DB1293499B99}"/>
                </a:ext>
              </a:extLst>
            </p:cNvPr>
            <p:cNvSpPr txBox="1">
              <a:spLocks noChangeArrowheads="1"/>
            </p:cNvSpPr>
            <p:nvPr/>
          </p:nvSpPr>
          <p:spPr bwMode="auto">
            <a:xfrm>
              <a:off x="1913750" y="5580175"/>
              <a:ext cx="369513" cy="400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000" i="1">
                  <a:solidFill>
                    <a:schemeClr val="tx2"/>
                  </a:solidFill>
                  <a:latin typeface="Bookman Old Style" panose="02050604050505020204" pitchFamily="18" charset="0"/>
                </a:rPr>
                <a:t>B</a:t>
              </a:r>
              <a:endParaRPr lang="en-US" altLang="en-US" sz="1400">
                <a:solidFill>
                  <a:schemeClr val="tx2"/>
                </a:solidFill>
                <a:latin typeface="Bookman Old Style" panose="02050604050505020204" pitchFamily="18" charset="0"/>
              </a:endParaRPr>
            </a:p>
          </p:txBody>
        </p:sp>
        <p:sp>
          <p:nvSpPr>
            <p:cNvPr id="55" name="Text Box 38">
              <a:extLst>
                <a:ext uri="{FF2B5EF4-FFF2-40B4-BE49-F238E27FC236}">
                  <a16:creationId xmlns:a16="http://schemas.microsoft.com/office/drawing/2014/main" id="{8491EF73-2967-4B50-8ECC-3FDC1BFD2E79}"/>
                </a:ext>
              </a:extLst>
            </p:cNvPr>
            <p:cNvSpPr txBox="1">
              <a:spLocks noChangeArrowheads="1"/>
            </p:cNvSpPr>
            <p:nvPr/>
          </p:nvSpPr>
          <p:spPr bwMode="auto">
            <a:xfrm>
              <a:off x="1936754" y="3114261"/>
              <a:ext cx="3754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dirty="0">
                  <a:solidFill>
                    <a:schemeClr val="tx2"/>
                  </a:solidFill>
                  <a:latin typeface="+mn-lt"/>
                </a:rPr>
                <a:t>C</a:t>
              </a:r>
              <a:endParaRPr lang="en-US" altLang="en-US" sz="2400" dirty="0">
                <a:solidFill>
                  <a:schemeClr val="tx2"/>
                </a:solidFill>
                <a:latin typeface="+mn-lt"/>
              </a:endParaRPr>
            </a:p>
          </p:txBody>
        </p:sp>
        <p:sp>
          <p:nvSpPr>
            <p:cNvPr id="56" name="Text Box 39">
              <a:extLst>
                <a:ext uri="{FF2B5EF4-FFF2-40B4-BE49-F238E27FC236}">
                  <a16:creationId xmlns:a16="http://schemas.microsoft.com/office/drawing/2014/main" id="{D9FC3704-C250-45BC-86F9-9AB7AE93DBD4}"/>
                </a:ext>
              </a:extLst>
            </p:cNvPr>
            <p:cNvSpPr txBox="1">
              <a:spLocks noChangeArrowheads="1"/>
            </p:cNvSpPr>
            <p:nvPr/>
          </p:nvSpPr>
          <p:spPr bwMode="auto">
            <a:xfrm>
              <a:off x="4306240" y="3973938"/>
              <a:ext cx="3866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mn-lt"/>
                </a:rPr>
                <a:t>D</a:t>
              </a:r>
              <a:endParaRPr lang="en-US" altLang="en-US" sz="2400">
                <a:solidFill>
                  <a:schemeClr val="tx2"/>
                </a:solidFill>
                <a:latin typeface="+mn-lt"/>
              </a:endParaRPr>
            </a:p>
          </p:txBody>
        </p:sp>
      </p:grpSp>
      <p:grpSp>
        <p:nvGrpSpPr>
          <p:cNvPr id="57" name="Group 4">
            <a:extLst>
              <a:ext uri="{FF2B5EF4-FFF2-40B4-BE49-F238E27FC236}">
                <a16:creationId xmlns:a16="http://schemas.microsoft.com/office/drawing/2014/main" id="{65736378-63E1-4C32-8C99-7A11FCE3798E}"/>
              </a:ext>
            </a:extLst>
          </p:cNvPr>
          <p:cNvGrpSpPr>
            <a:grpSpLocks/>
          </p:cNvGrpSpPr>
          <p:nvPr/>
        </p:nvGrpSpPr>
        <p:grpSpPr bwMode="auto">
          <a:xfrm>
            <a:off x="6146914" y="3684728"/>
            <a:ext cx="2258336" cy="2748579"/>
            <a:chOff x="3880" y="2088"/>
            <a:chExt cx="1569" cy="2190"/>
          </a:xfrm>
        </p:grpSpPr>
        <p:sp>
          <p:nvSpPr>
            <p:cNvPr id="58" name="Line 5">
              <a:extLst>
                <a:ext uri="{FF2B5EF4-FFF2-40B4-BE49-F238E27FC236}">
                  <a16:creationId xmlns:a16="http://schemas.microsoft.com/office/drawing/2014/main" id="{9F022D68-7885-4B63-9BAC-3978D9E4A7EC}"/>
                </a:ext>
              </a:extLst>
            </p:cNvPr>
            <p:cNvSpPr>
              <a:spLocks noChangeShapeType="1"/>
            </p:cNvSpPr>
            <p:nvPr/>
          </p:nvSpPr>
          <p:spPr bwMode="auto">
            <a:xfrm>
              <a:off x="4280" y="2200"/>
              <a:ext cx="824" cy="92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9" name="Line 6">
              <a:extLst>
                <a:ext uri="{FF2B5EF4-FFF2-40B4-BE49-F238E27FC236}">
                  <a16:creationId xmlns:a16="http://schemas.microsoft.com/office/drawing/2014/main" id="{01246F70-00B0-4216-9BCA-C4F6FFA54EF8}"/>
                </a:ext>
              </a:extLst>
            </p:cNvPr>
            <p:cNvSpPr>
              <a:spLocks noChangeShapeType="1"/>
            </p:cNvSpPr>
            <p:nvPr/>
          </p:nvSpPr>
          <p:spPr bwMode="auto">
            <a:xfrm flipV="1">
              <a:off x="4288" y="3112"/>
              <a:ext cx="832" cy="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0" name="Oval 7">
              <a:extLst>
                <a:ext uri="{FF2B5EF4-FFF2-40B4-BE49-F238E27FC236}">
                  <a16:creationId xmlns:a16="http://schemas.microsoft.com/office/drawing/2014/main" id="{2353BA1A-837A-4185-B07E-C4CCF6179C3A}"/>
                </a:ext>
              </a:extLst>
            </p:cNvPr>
            <p:cNvSpPr>
              <a:spLocks noChangeArrowheads="1"/>
            </p:cNvSpPr>
            <p:nvPr/>
          </p:nvSpPr>
          <p:spPr bwMode="auto">
            <a:xfrm>
              <a:off x="4240" y="2160"/>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61" name="Oval 8">
              <a:extLst>
                <a:ext uri="{FF2B5EF4-FFF2-40B4-BE49-F238E27FC236}">
                  <a16:creationId xmlns:a16="http://schemas.microsoft.com/office/drawing/2014/main" id="{7F3FA31B-3A73-4BC6-B243-21CC549AB9D7}"/>
                </a:ext>
              </a:extLst>
            </p:cNvPr>
            <p:cNvSpPr>
              <a:spLocks noChangeArrowheads="1"/>
            </p:cNvSpPr>
            <p:nvPr/>
          </p:nvSpPr>
          <p:spPr bwMode="auto">
            <a:xfrm>
              <a:off x="4240" y="3072"/>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62" name="Oval 9">
              <a:extLst>
                <a:ext uri="{FF2B5EF4-FFF2-40B4-BE49-F238E27FC236}">
                  <a16:creationId xmlns:a16="http://schemas.microsoft.com/office/drawing/2014/main" id="{E65A63B9-30C0-4BD7-B152-A1003B7758CB}"/>
                </a:ext>
              </a:extLst>
            </p:cNvPr>
            <p:cNvSpPr>
              <a:spLocks noChangeArrowheads="1"/>
            </p:cNvSpPr>
            <p:nvPr/>
          </p:nvSpPr>
          <p:spPr bwMode="auto">
            <a:xfrm>
              <a:off x="5056" y="3072"/>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63" name="Oval 10">
              <a:extLst>
                <a:ext uri="{FF2B5EF4-FFF2-40B4-BE49-F238E27FC236}">
                  <a16:creationId xmlns:a16="http://schemas.microsoft.com/office/drawing/2014/main" id="{4093336F-089D-4E85-8CCA-3B766D3C13C9}"/>
                </a:ext>
              </a:extLst>
            </p:cNvPr>
            <p:cNvSpPr>
              <a:spLocks noChangeArrowheads="1"/>
            </p:cNvSpPr>
            <p:nvPr/>
          </p:nvSpPr>
          <p:spPr bwMode="auto">
            <a:xfrm>
              <a:off x="4256" y="3968"/>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64" name="Line 11">
              <a:extLst>
                <a:ext uri="{FF2B5EF4-FFF2-40B4-BE49-F238E27FC236}">
                  <a16:creationId xmlns:a16="http://schemas.microsoft.com/office/drawing/2014/main" id="{C6C5ADDE-7A5C-4211-B2BD-9066536E224C}"/>
                </a:ext>
              </a:extLst>
            </p:cNvPr>
            <p:cNvSpPr>
              <a:spLocks noChangeShapeType="1"/>
            </p:cNvSpPr>
            <p:nvPr/>
          </p:nvSpPr>
          <p:spPr bwMode="auto">
            <a:xfrm flipH="1" flipV="1">
              <a:off x="4304" y="3112"/>
              <a:ext cx="0" cy="8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5" name="Line 12">
              <a:extLst>
                <a:ext uri="{FF2B5EF4-FFF2-40B4-BE49-F238E27FC236}">
                  <a16:creationId xmlns:a16="http://schemas.microsoft.com/office/drawing/2014/main" id="{0FC5B746-3788-4EE1-87C2-D9A001AD6038}"/>
                </a:ext>
              </a:extLst>
            </p:cNvPr>
            <p:cNvSpPr>
              <a:spLocks noChangeShapeType="1"/>
            </p:cNvSpPr>
            <p:nvPr/>
          </p:nvSpPr>
          <p:spPr bwMode="auto">
            <a:xfrm flipH="1" flipV="1">
              <a:off x="4296" y="2192"/>
              <a:ext cx="0" cy="8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6" name="Line 13">
              <a:extLst>
                <a:ext uri="{FF2B5EF4-FFF2-40B4-BE49-F238E27FC236}">
                  <a16:creationId xmlns:a16="http://schemas.microsoft.com/office/drawing/2014/main" id="{4F890D92-ADFA-4ACB-8DFE-F679FE50E636}"/>
                </a:ext>
              </a:extLst>
            </p:cNvPr>
            <p:cNvSpPr>
              <a:spLocks noChangeShapeType="1"/>
            </p:cNvSpPr>
            <p:nvPr/>
          </p:nvSpPr>
          <p:spPr bwMode="auto">
            <a:xfrm flipH="1">
              <a:off x="4320" y="3120"/>
              <a:ext cx="800" cy="8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grpSp>
          <p:nvGrpSpPr>
            <p:cNvPr id="67" name="Group 14">
              <a:extLst>
                <a:ext uri="{FF2B5EF4-FFF2-40B4-BE49-F238E27FC236}">
                  <a16:creationId xmlns:a16="http://schemas.microsoft.com/office/drawing/2014/main" id="{4B46FFAC-CE01-4EE4-BA71-4B0E1D482C24}"/>
                </a:ext>
              </a:extLst>
            </p:cNvPr>
            <p:cNvGrpSpPr>
              <a:grpSpLocks/>
            </p:cNvGrpSpPr>
            <p:nvPr/>
          </p:nvGrpSpPr>
          <p:grpSpPr bwMode="auto">
            <a:xfrm>
              <a:off x="4072" y="2216"/>
              <a:ext cx="208" cy="920"/>
              <a:chOff x="3800" y="2224"/>
              <a:chExt cx="160" cy="1032"/>
            </a:xfrm>
          </p:grpSpPr>
          <p:sp>
            <p:nvSpPr>
              <p:cNvPr id="75" name="Arc 15">
                <a:extLst>
                  <a:ext uri="{FF2B5EF4-FFF2-40B4-BE49-F238E27FC236}">
                    <a16:creationId xmlns:a16="http://schemas.microsoft.com/office/drawing/2014/main" id="{E953449A-F31B-400D-BF10-49C27C7BD38E}"/>
                  </a:ext>
                </a:extLst>
              </p:cNvPr>
              <p:cNvSpPr>
                <a:spLocks/>
              </p:cNvSpPr>
              <p:nvPr/>
            </p:nvSpPr>
            <p:spPr bwMode="auto">
              <a:xfrm flipH="1">
                <a:off x="3800" y="2224"/>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76" name="Arc 16">
                <a:extLst>
                  <a:ext uri="{FF2B5EF4-FFF2-40B4-BE49-F238E27FC236}">
                    <a16:creationId xmlns:a16="http://schemas.microsoft.com/office/drawing/2014/main" id="{D40F1B2E-842D-4E15-B4D0-AA21D5B5BF5F}"/>
                  </a:ext>
                </a:extLst>
              </p:cNvPr>
              <p:cNvSpPr>
                <a:spLocks/>
              </p:cNvSpPr>
              <p:nvPr/>
            </p:nvSpPr>
            <p:spPr bwMode="auto">
              <a:xfrm flipH="1" flipV="1">
                <a:off x="3800" y="2736"/>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grpSp>
          <p:nvGrpSpPr>
            <p:cNvPr id="68" name="Group 17">
              <a:extLst>
                <a:ext uri="{FF2B5EF4-FFF2-40B4-BE49-F238E27FC236}">
                  <a16:creationId xmlns:a16="http://schemas.microsoft.com/office/drawing/2014/main" id="{3169CBA9-F455-4B58-9033-13FCCA4FDDA0}"/>
                </a:ext>
              </a:extLst>
            </p:cNvPr>
            <p:cNvGrpSpPr>
              <a:grpSpLocks/>
            </p:cNvGrpSpPr>
            <p:nvPr/>
          </p:nvGrpSpPr>
          <p:grpSpPr bwMode="auto">
            <a:xfrm>
              <a:off x="4080" y="3144"/>
              <a:ext cx="168" cy="880"/>
              <a:chOff x="3800" y="2224"/>
              <a:chExt cx="160" cy="1032"/>
            </a:xfrm>
          </p:grpSpPr>
          <p:sp>
            <p:nvSpPr>
              <p:cNvPr id="73" name="Arc 18">
                <a:extLst>
                  <a:ext uri="{FF2B5EF4-FFF2-40B4-BE49-F238E27FC236}">
                    <a16:creationId xmlns:a16="http://schemas.microsoft.com/office/drawing/2014/main" id="{CE96470F-8DFD-4EDF-BA8D-1AC59474339B}"/>
                  </a:ext>
                </a:extLst>
              </p:cNvPr>
              <p:cNvSpPr>
                <a:spLocks/>
              </p:cNvSpPr>
              <p:nvPr/>
            </p:nvSpPr>
            <p:spPr bwMode="auto">
              <a:xfrm flipH="1">
                <a:off x="3800" y="2224"/>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74" name="Arc 19">
                <a:extLst>
                  <a:ext uri="{FF2B5EF4-FFF2-40B4-BE49-F238E27FC236}">
                    <a16:creationId xmlns:a16="http://schemas.microsoft.com/office/drawing/2014/main" id="{8FD0AC7F-D1A2-481D-B12D-B2A2FB19D49C}"/>
                  </a:ext>
                </a:extLst>
              </p:cNvPr>
              <p:cNvSpPr>
                <a:spLocks/>
              </p:cNvSpPr>
              <p:nvPr/>
            </p:nvSpPr>
            <p:spPr bwMode="auto">
              <a:xfrm flipH="1" flipV="1">
                <a:off x="3800" y="2736"/>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sp>
          <p:nvSpPr>
            <p:cNvPr id="69" name="Text Box 20">
              <a:extLst>
                <a:ext uri="{FF2B5EF4-FFF2-40B4-BE49-F238E27FC236}">
                  <a16:creationId xmlns:a16="http://schemas.microsoft.com/office/drawing/2014/main" id="{25E99BB7-EB52-4191-B536-4B5DC07D712B}"/>
                </a:ext>
              </a:extLst>
            </p:cNvPr>
            <p:cNvSpPr txBox="1">
              <a:spLocks noChangeArrowheads="1"/>
            </p:cNvSpPr>
            <p:nvPr/>
          </p:nvSpPr>
          <p:spPr bwMode="auto">
            <a:xfrm>
              <a:off x="3880" y="3008"/>
              <a:ext cx="26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a</a:t>
              </a:r>
              <a:endParaRPr lang="en-US" altLang="en-US" sz="2400">
                <a:solidFill>
                  <a:schemeClr val="tx2"/>
                </a:solidFill>
                <a:latin typeface="Bookman Old Style" panose="02050604050505020204" pitchFamily="18" charset="0"/>
              </a:endParaRPr>
            </a:p>
          </p:txBody>
        </p:sp>
        <p:sp>
          <p:nvSpPr>
            <p:cNvPr id="70" name="Text Box 21">
              <a:extLst>
                <a:ext uri="{FF2B5EF4-FFF2-40B4-BE49-F238E27FC236}">
                  <a16:creationId xmlns:a16="http://schemas.microsoft.com/office/drawing/2014/main" id="{F211E991-5B8F-4688-8307-24B517D2B2B2}"/>
                </a:ext>
              </a:extLst>
            </p:cNvPr>
            <p:cNvSpPr txBox="1">
              <a:spLocks noChangeArrowheads="1"/>
            </p:cNvSpPr>
            <p:nvPr/>
          </p:nvSpPr>
          <p:spPr bwMode="auto">
            <a:xfrm>
              <a:off x="4400" y="3910"/>
              <a:ext cx="25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b</a:t>
              </a:r>
              <a:endParaRPr lang="en-US" altLang="en-US" sz="2400">
                <a:solidFill>
                  <a:schemeClr val="tx2"/>
                </a:solidFill>
                <a:latin typeface="Bookman Old Style" panose="02050604050505020204" pitchFamily="18" charset="0"/>
              </a:endParaRPr>
            </a:p>
          </p:txBody>
        </p:sp>
        <p:sp>
          <p:nvSpPr>
            <p:cNvPr id="71" name="Text Box 22">
              <a:extLst>
                <a:ext uri="{FF2B5EF4-FFF2-40B4-BE49-F238E27FC236}">
                  <a16:creationId xmlns:a16="http://schemas.microsoft.com/office/drawing/2014/main" id="{A55242F9-41D5-4704-9B5C-483C02D28B41}"/>
                </a:ext>
              </a:extLst>
            </p:cNvPr>
            <p:cNvSpPr txBox="1">
              <a:spLocks noChangeArrowheads="1"/>
            </p:cNvSpPr>
            <p:nvPr/>
          </p:nvSpPr>
          <p:spPr bwMode="auto">
            <a:xfrm>
              <a:off x="4384" y="2088"/>
              <a:ext cx="23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c</a:t>
              </a:r>
              <a:endParaRPr lang="en-US" altLang="en-US" sz="2400">
                <a:solidFill>
                  <a:schemeClr val="tx2"/>
                </a:solidFill>
                <a:latin typeface="Bookman Old Style" panose="02050604050505020204" pitchFamily="18" charset="0"/>
              </a:endParaRPr>
            </a:p>
          </p:txBody>
        </p:sp>
        <p:sp>
          <p:nvSpPr>
            <p:cNvPr id="72" name="Text Box 23">
              <a:extLst>
                <a:ext uri="{FF2B5EF4-FFF2-40B4-BE49-F238E27FC236}">
                  <a16:creationId xmlns:a16="http://schemas.microsoft.com/office/drawing/2014/main" id="{42021CA5-7BE8-4614-AC49-3365B56E4AE1}"/>
                </a:ext>
              </a:extLst>
            </p:cNvPr>
            <p:cNvSpPr txBox="1">
              <a:spLocks noChangeArrowheads="1"/>
            </p:cNvSpPr>
            <p:nvPr/>
          </p:nvSpPr>
          <p:spPr bwMode="auto">
            <a:xfrm>
              <a:off x="5184" y="2984"/>
              <a:ext cx="265"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d</a:t>
              </a:r>
              <a:endParaRPr lang="en-US" altLang="en-US" sz="2400">
                <a:solidFill>
                  <a:schemeClr val="tx2"/>
                </a:solidFill>
                <a:latin typeface="Bookman Old Style" panose="02050604050505020204" pitchFamily="18" charset="0"/>
              </a:endParaRPr>
            </a:p>
          </p:txBody>
        </p:sp>
      </p:grpSp>
    </p:spTree>
    <p:extLst>
      <p:ext uri="{BB962C8B-B14F-4D97-AF65-F5344CB8AC3E}">
        <p14:creationId xmlns:p14="http://schemas.microsoft.com/office/powerpoint/2010/main" val="696763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box(out)">
                                      <p:cBhvr>
                                        <p:cTn id="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IN" dirty="0"/>
              <a:t>Euler Paths and Circuits</a:t>
            </a:r>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normAutofit/>
          </a:bodyPr>
          <a:lstStyle/>
          <a:p>
            <a:pPr marL="0" indent="0">
              <a:buNone/>
            </a:pPr>
            <a:r>
              <a:rPr lang="en-US" dirty="0"/>
              <a:t>The townspeople wondered whether it was possible to start at some location in the town, travel across all the bridges once without crossing any bridge twice, and return to the starting point .</a:t>
            </a:r>
            <a:endParaRPr lang="en-IN" dirty="0"/>
          </a:p>
        </p:txBody>
      </p:sp>
      <p:grpSp>
        <p:nvGrpSpPr>
          <p:cNvPr id="40" name="Group 39">
            <a:extLst>
              <a:ext uri="{FF2B5EF4-FFF2-40B4-BE49-F238E27FC236}">
                <a16:creationId xmlns:a16="http://schemas.microsoft.com/office/drawing/2014/main" id="{2DA59A79-776F-4EB8-9A13-94F7E81960BE}"/>
              </a:ext>
            </a:extLst>
          </p:cNvPr>
          <p:cNvGrpSpPr/>
          <p:nvPr/>
        </p:nvGrpSpPr>
        <p:grpSpPr>
          <a:xfrm>
            <a:off x="490333" y="3616048"/>
            <a:ext cx="4391025" cy="2866060"/>
            <a:chOff x="490333" y="3114261"/>
            <a:chExt cx="4391025" cy="2866060"/>
          </a:xfrm>
        </p:grpSpPr>
        <p:sp>
          <p:nvSpPr>
            <p:cNvPr id="41" name="Freeform 25">
              <a:extLst>
                <a:ext uri="{FF2B5EF4-FFF2-40B4-BE49-F238E27FC236}">
                  <a16:creationId xmlns:a16="http://schemas.microsoft.com/office/drawing/2014/main" id="{0AB48A61-4A2E-461E-B0AD-20A44502E64D}"/>
                </a:ext>
              </a:extLst>
            </p:cNvPr>
            <p:cNvSpPr>
              <a:spLocks/>
            </p:cNvSpPr>
            <p:nvPr/>
          </p:nvSpPr>
          <p:spPr bwMode="auto">
            <a:xfrm>
              <a:off x="504711" y="3303729"/>
              <a:ext cx="3846101" cy="743733"/>
            </a:xfrm>
            <a:custGeom>
              <a:avLst/>
              <a:gdLst>
                <a:gd name="T0" fmla="*/ 0 w 4120"/>
                <a:gd name="T1" fmla="*/ 265 h 618"/>
                <a:gd name="T2" fmla="*/ 19 w 4120"/>
                <a:gd name="T3" fmla="*/ 265 h 618"/>
                <a:gd name="T4" fmla="*/ 52 w 4120"/>
                <a:gd name="T5" fmla="*/ 246 h 618"/>
                <a:gd name="T6" fmla="*/ 85 w 4120"/>
                <a:gd name="T7" fmla="*/ 200 h 618"/>
                <a:gd name="T8" fmla="*/ 106 w 4120"/>
                <a:gd name="T9" fmla="*/ 175 h 618"/>
                <a:gd name="T10" fmla="*/ 123 w 4120"/>
                <a:gd name="T11" fmla="*/ 143 h 618"/>
                <a:gd name="T12" fmla="*/ 129 w 4120"/>
                <a:gd name="T13" fmla="*/ 135 h 618"/>
                <a:gd name="T14" fmla="*/ 149 w 4120"/>
                <a:gd name="T15" fmla="*/ 104 h 618"/>
                <a:gd name="T16" fmla="*/ 164 w 4120"/>
                <a:gd name="T17" fmla="*/ 94 h 618"/>
                <a:gd name="T18" fmla="*/ 217 w 4120"/>
                <a:gd name="T19" fmla="*/ 97 h 618"/>
                <a:gd name="T20" fmla="*/ 229 w 4120"/>
                <a:gd name="T21" fmla="*/ 107 h 618"/>
                <a:gd name="T22" fmla="*/ 255 w 4120"/>
                <a:gd name="T23" fmla="*/ 132 h 618"/>
                <a:gd name="T24" fmla="*/ 299 w 4120"/>
                <a:gd name="T25" fmla="*/ 200 h 618"/>
                <a:gd name="T26" fmla="*/ 324 w 4120"/>
                <a:gd name="T27" fmla="*/ 257 h 618"/>
                <a:gd name="T28" fmla="*/ 362 w 4120"/>
                <a:gd name="T29" fmla="*/ 275 h 618"/>
                <a:gd name="T30" fmla="*/ 399 w 4120"/>
                <a:gd name="T31" fmla="*/ 246 h 618"/>
                <a:gd name="T32" fmla="*/ 410 w 4120"/>
                <a:gd name="T33" fmla="*/ 232 h 618"/>
                <a:gd name="T34" fmla="*/ 416 w 4120"/>
                <a:gd name="T35" fmla="*/ 217 h 618"/>
                <a:gd name="T36" fmla="*/ 420 w 4120"/>
                <a:gd name="T37" fmla="*/ 203 h 618"/>
                <a:gd name="T38" fmla="*/ 422 w 4120"/>
                <a:gd name="T39" fmla="*/ 192 h 618"/>
                <a:gd name="T40" fmla="*/ 425 w 4120"/>
                <a:gd name="T41" fmla="*/ 186 h 618"/>
                <a:gd name="T42" fmla="*/ 431 w 4120"/>
                <a:gd name="T43" fmla="*/ 157 h 618"/>
                <a:gd name="T44" fmla="*/ 440 w 4120"/>
                <a:gd name="T45" fmla="*/ 122 h 618"/>
                <a:gd name="T46" fmla="*/ 442 w 4120"/>
                <a:gd name="T47" fmla="*/ 111 h 618"/>
                <a:gd name="T48" fmla="*/ 445 w 4120"/>
                <a:gd name="T49" fmla="*/ 104 h 618"/>
                <a:gd name="T50" fmla="*/ 449 w 4120"/>
                <a:gd name="T51" fmla="*/ 85 h 618"/>
                <a:gd name="T52" fmla="*/ 456 w 4120"/>
                <a:gd name="T53" fmla="*/ 60 h 618"/>
                <a:gd name="T54" fmla="*/ 458 w 4120"/>
                <a:gd name="T55" fmla="*/ 54 h 618"/>
                <a:gd name="T56" fmla="*/ 466 w 4120"/>
                <a:gd name="T57" fmla="*/ 31 h 618"/>
                <a:gd name="T58" fmla="*/ 475 w 4120"/>
                <a:gd name="T59" fmla="*/ 0 h 61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120"/>
                <a:gd name="T91" fmla="*/ 0 h 618"/>
                <a:gd name="T92" fmla="*/ 4120 w 4120"/>
                <a:gd name="T93" fmla="*/ 618 h 61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120" h="618">
                  <a:moveTo>
                    <a:pt x="0" y="592"/>
                  </a:moveTo>
                  <a:lnTo>
                    <a:pt x="168" y="592"/>
                  </a:lnTo>
                  <a:cubicBezTo>
                    <a:pt x="259" y="562"/>
                    <a:pt x="352" y="558"/>
                    <a:pt x="448" y="552"/>
                  </a:cubicBezTo>
                  <a:cubicBezTo>
                    <a:pt x="546" y="519"/>
                    <a:pt x="639" y="480"/>
                    <a:pt x="736" y="448"/>
                  </a:cubicBezTo>
                  <a:cubicBezTo>
                    <a:pt x="796" y="428"/>
                    <a:pt x="863" y="420"/>
                    <a:pt x="920" y="392"/>
                  </a:cubicBezTo>
                  <a:cubicBezTo>
                    <a:pt x="970" y="367"/>
                    <a:pt x="1021" y="343"/>
                    <a:pt x="1072" y="320"/>
                  </a:cubicBezTo>
                  <a:cubicBezTo>
                    <a:pt x="1087" y="313"/>
                    <a:pt x="1106" y="313"/>
                    <a:pt x="1120" y="304"/>
                  </a:cubicBezTo>
                  <a:cubicBezTo>
                    <a:pt x="1170" y="271"/>
                    <a:pt x="1230" y="247"/>
                    <a:pt x="1288" y="232"/>
                  </a:cubicBezTo>
                  <a:cubicBezTo>
                    <a:pt x="1330" y="221"/>
                    <a:pt x="1416" y="208"/>
                    <a:pt x="1416" y="208"/>
                  </a:cubicBezTo>
                  <a:cubicBezTo>
                    <a:pt x="1571" y="211"/>
                    <a:pt x="1725" y="211"/>
                    <a:pt x="1880" y="216"/>
                  </a:cubicBezTo>
                  <a:cubicBezTo>
                    <a:pt x="1894" y="216"/>
                    <a:pt x="1983" y="240"/>
                    <a:pt x="1984" y="240"/>
                  </a:cubicBezTo>
                  <a:cubicBezTo>
                    <a:pt x="2059" y="255"/>
                    <a:pt x="2134" y="274"/>
                    <a:pt x="2208" y="296"/>
                  </a:cubicBezTo>
                  <a:cubicBezTo>
                    <a:pt x="2341" y="336"/>
                    <a:pt x="2472" y="382"/>
                    <a:pt x="2592" y="448"/>
                  </a:cubicBezTo>
                  <a:cubicBezTo>
                    <a:pt x="2667" y="490"/>
                    <a:pt x="2730" y="542"/>
                    <a:pt x="2808" y="576"/>
                  </a:cubicBezTo>
                  <a:cubicBezTo>
                    <a:pt x="2906" y="618"/>
                    <a:pt x="3033" y="607"/>
                    <a:pt x="3136" y="616"/>
                  </a:cubicBezTo>
                  <a:cubicBezTo>
                    <a:pt x="3252" y="608"/>
                    <a:pt x="3347" y="588"/>
                    <a:pt x="3456" y="552"/>
                  </a:cubicBezTo>
                  <a:cubicBezTo>
                    <a:pt x="3488" y="541"/>
                    <a:pt x="3520" y="531"/>
                    <a:pt x="3552" y="520"/>
                  </a:cubicBezTo>
                  <a:cubicBezTo>
                    <a:pt x="3570" y="514"/>
                    <a:pt x="3600" y="488"/>
                    <a:pt x="3600" y="488"/>
                  </a:cubicBezTo>
                  <a:cubicBezTo>
                    <a:pt x="3646" y="419"/>
                    <a:pt x="3585" y="500"/>
                    <a:pt x="3640" y="456"/>
                  </a:cubicBezTo>
                  <a:cubicBezTo>
                    <a:pt x="3648" y="450"/>
                    <a:pt x="3649" y="439"/>
                    <a:pt x="3656" y="432"/>
                  </a:cubicBezTo>
                  <a:cubicBezTo>
                    <a:pt x="3663" y="425"/>
                    <a:pt x="3672" y="421"/>
                    <a:pt x="3680" y="416"/>
                  </a:cubicBezTo>
                  <a:cubicBezTo>
                    <a:pt x="3717" y="360"/>
                    <a:pt x="3696" y="379"/>
                    <a:pt x="3736" y="352"/>
                  </a:cubicBezTo>
                  <a:cubicBezTo>
                    <a:pt x="3753" y="326"/>
                    <a:pt x="3790" y="289"/>
                    <a:pt x="3816" y="272"/>
                  </a:cubicBezTo>
                  <a:cubicBezTo>
                    <a:pt x="3821" y="264"/>
                    <a:pt x="3825" y="255"/>
                    <a:pt x="3832" y="248"/>
                  </a:cubicBezTo>
                  <a:cubicBezTo>
                    <a:pt x="3839" y="241"/>
                    <a:pt x="3850" y="240"/>
                    <a:pt x="3856" y="232"/>
                  </a:cubicBezTo>
                  <a:cubicBezTo>
                    <a:pt x="3900" y="177"/>
                    <a:pt x="3819" y="238"/>
                    <a:pt x="3888" y="192"/>
                  </a:cubicBezTo>
                  <a:cubicBezTo>
                    <a:pt x="3915" y="152"/>
                    <a:pt x="3896" y="173"/>
                    <a:pt x="3952" y="136"/>
                  </a:cubicBezTo>
                  <a:cubicBezTo>
                    <a:pt x="3960" y="131"/>
                    <a:pt x="3976" y="120"/>
                    <a:pt x="3976" y="120"/>
                  </a:cubicBezTo>
                  <a:cubicBezTo>
                    <a:pt x="3995" y="91"/>
                    <a:pt x="4012" y="91"/>
                    <a:pt x="4040" y="72"/>
                  </a:cubicBezTo>
                  <a:cubicBezTo>
                    <a:pt x="4061" y="40"/>
                    <a:pt x="4093" y="27"/>
                    <a:pt x="4120" y="0"/>
                  </a:cubicBezTo>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sz="2400"/>
            </a:p>
          </p:txBody>
        </p:sp>
        <p:sp>
          <p:nvSpPr>
            <p:cNvPr id="42" name="Freeform 26">
              <a:extLst>
                <a:ext uri="{FF2B5EF4-FFF2-40B4-BE49-F238E27FC236}">
                  <a16:creationId xmlns:a16="http://schemas.microsoft.com/office/drawing/2014/main" id="{AB2B376D-B56E-48DA-89FD-095F0C51AA68}"/>
                </a:ext>
              </a:extLst>
            </p:cNvPr>
            <p:cNvSpPr>
              <a:spLocks/>
            </p:cNvSpPr>
            <p:nvPr/>
          </p:nvSpPr>
          <p:spPr bwMode="auto">
            <a:xfrm>
              <a:off x="1222171" y="3882031"/>
              <a:ext cx="1777114" cy="1149535"/>
            </a:xfrm>
            <a:custGeom>
              <a:avLst/>
              <a:gdLst>
                <a:gd name="T0" fmla="*/ 6 w 1904"/>
                <a:gd name="T1" fmla="*/ 100 h 955"/>
                <a:gd name="T2" fmla="*/ 12 w 1904"/>
                <a:gd name="T3" fmla="*/ 94 h 955"/>
                <a:gd name="T4" fmla="*/ 15 w 1904"/>
                <a:gd name="T5" fmla="*/ 85 h 955"/>
                <a:gd name="T6" fmla="*/ 35 w 1904"/>
                <a:gd name="T7" fmla="*/ 61 h 955"/>
                <a:gd name="T8" fmla="*/ 52 w 1904"/>
                <a:gd name="T9" fmla="*/ 36 h 955"/>
                <a:gd name="T10" fmla="*/ 93 w 1904"/>
                <a:gd name="T11" fmla="*/ 0 h 955"/>
                <a:gd name="T12" fmla="*/ 125 w 1904"/>
                <a:gd name="T13" fmla="*/ 3 h 955"/>
                <a:gd name="T14" fmla="*/ 138 w 1904"/>
                <a:gd name="T15" fmla="*/ 14 h 955"/>
                <a:gd name="T16" fmla="*/ 173 w 1904"/>
                <a:gd name="T17" fmla="*/ 43 h 955"/>
                <a:gd name="T18" fmla="*/ 187 w 1904"/>
                <a:gd name="T19" fmla="*/ 65 h 955"/>
                <a:gd name="T20" fmla="*/ 199 w 1904"/>
                <a:gd name="T21" fmla="*/ 79 h 955"/>
                <a:gd name="T22" fmla="*/ 204 w 1904"/>
                <a:gd name="T23" fmla="*/ 94 h 955"/>
                <a:gd name="T24" fmla="*/ 206 w 1904"/>
                <a:gd name="T25" fmla="*/ 97 h 955"/>
                <a:gd name="T26" fmla="*/ 212 w 1904"/>
                <a:gd name="T27" fmla="*/ 111 h 955"/>
                <a:gd name="T28" fmla="*/ 216 w 1904"/>
                <a:gd name="T29" fmla="*/ 129 h 955"/>
                <a:gd name="T30" fmla="*/ 219 w 1904"/>
                <a:gd name="T31" fmla="*/ 161 h 955"/>
                <a:gd name="T32" fmla="*/ 215 w 1904"/>
                <a:gd name="T33" fmla="*/ 301 h 955"/>
                <a:gd name="T34" fmla="*/ 207 w 1904"/>
                <a:gd name="T35" fmla="*/ 351 h 955"/>
                <a:gd name="T36" fmla="*/ 195 w 1904"/>
                <a:gd name="T37" fmla="*/ 387 h 955"/>
                <a:gd name="T38" fmla="*/ 130 w 1904"/>
                <a:gd name="T39" fmla="*/ 426 h 955"/>
                <a:gd name="T40" fmla="*/ 55 w 1904"/>
                <a:gd name="T41" fmla="*/ 415 h 955"/>
                <a:gd name="T42" fmla="*/ 38 w 1904"/>
                <a:gd name="T43" fmla="*/ 404 h 955"/>
                <a:gd name="T44" fmla="*/ 32 w 1904"/>
                <a:gd name="T45" fmla="*/ 398 h 955"/>
                <a:gd name="T46" fmla="*/ 27 w 1904"/>
                <a:gd name="T47" fmla="*/ 383 h 955"/>
                <a:gd name="T48" fmla="*/ 0 w 1904"/>
                <a:gd name="T49" fmla="*/ 198 h 955"/>
                <a:gd name="T50" fmla="*/ 1 w 1904"/>
                <a:gd name="T51" fmla="*/ 125 h 955"/>
                <a:gd name="T52" fmla="*/ 6 w 1904"/>
                <a:gd name="T53" fmla="*/ 100 h 95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04"/>
                <a:gd name="T82" fmla="*/ 0 h 955"/>
                <a:gd name="T83" fmla="*/ 1904 w 1904"/>
                <a:gd name="T84" fmla="*/ 955 h 95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04" h="955">
                  <a:moveTo>
                    <a:pt x="56" y="224"/>
                  </a:moveTo>
                  <a:cubicBezTo>
                    <a:pt x="72" y="219"/>
                    <a:pt x="90" y="217"/>
                    <a:pt x="104" y="208"/>
                  </a:cubicBezTo>
                  <a:cubicBezTo>
                    <a:pt x="112" y="203"/>
                    <a:pt x="119" y="196"/>
                    <a:pt x="128" y="192"/>
                  </a:cubicBezTo>
                  <a:cubicBezTo>
                    <a:pt x="183" y="168"/>
                    <a:pt x="246" y="151"/>
                    <a:pt x="304" y="136"/>
                  </a:cubicBezTo>
                  <a:cubicBezTo>
                    <a:pt x="347" y="108"/>
                    <a:pt x="399" y="96"/>
                    <a:pt x="448" y="80"/>
                  </a:cubicBezTo>
                  <a:cubicBezTo>
                    <a:pt x="567" y="40"/>
                    <a:pt x="682" y="11"/>
                    <a:pt x="808" y="0"/>
                  </a:cubicBezTo>
                  <a:cubicBezTo>
                    <a:pt x="899" y="3"/>
                    <a:pt x="989" y="3"/>
                    <a:pt x="1080" y="8"/>
                  </a:cubicBezTo>
                  <a:cubicBezTo>
                    <a:pt x="1118" y="10"/>
                    <a:pt x="1162" y="26"/>
                    <a:pt x="1200" y="32"/>
                  </a:cubicBezTo>
                  <a:cubicBezTo>
                    <a:pt x="1305" y="48"/>
                    <a:pt x="1403" y="62"/>
                    <a:pt x="1504" y="96"/>
                  </a:cubicBezTo>
                  <a:cubicBezTo>
                    <a:pt x="1545" y="110"/>
                    <a:pt x="1582" y="130"/>
                    <a:pt x="1624" y="144"/>
                  </a:cubicBezTo>
                  <a:cubicBezTo>
                    <a:pt x="1652" y="153"/>
                    <a:pt x="1695" y="160"/>
                    <a:pt x="1720" y="176"/>
                  </a:cubicBezTo>
                  <a:cubicBezTo>
                    <a:pt x="1736" y="187"/>
                    <a:pt x="1750" y="202"/>
                    <a:pt x="1768" y="208"/>
                  </a:cubicBezTo>
                  <a:cubicBezTo>
                    <a:pt x="1776" y="211"/>
                    <a:pt x="1785" y="212"/>
                    <a:pt x="1792" y="216"/>
                  </a:cubicBezTo>
                  <a:cubicBezTo>
                    <a:pt x="1809" y="225"/>
                    <a:pt x="1840" y="248"/>
                    <a:pt x="1840" y="248"/>
                  </a:cubicBezTo>
                  <a:cubicBezTo>
                    <a:pt x="1860" y="308"/>
                    <a:pt x="1831" y="236"/>
                    <a:pt x="1872" y="288"/>
                  </a:cubicBezTo>
                  <a:cubicBezTo>
                    <a:pt x="1878" y="295"/>
                    <a:pt x="1900" y="349"/>
                    <a:pt x="1904" y="360"/>
                  </a:cubicBezTo>
                  <a:cubicBezTo>
                    <a:pt x="1899" y="469"/>
                    <a:pt x="1898" y="569"/>
                    <a:pt x="1864" y="672"/>
                  </a:cubicBezTo>
                  <a:cubicBezTo>
                    <a:pt x="1847" y="722"/>
                    <a:pt x="1844" y="755"/>
                    <a:pt x="1800" y="784"/>
                  </a:cubicBezTo>
                  <a:cubicBezTo>
                    <a:pt x="1778" y="817"/>
                    <a:pt x="1724" y="846"/>
                    <a:pt x="1688" y="864"/>
                  </a:cubicBezTo>
                  <a:cubicBezTo>
                    <a:pt x="1505" y="955"/>
                    <a:pt x="1342" y="943"/>
                    <a:pt x="1136" y="952"/>
                  </a:cubicBezTo>
                  <a:cubicBezTo>
                    <a:pt x="914" y="947"/>
                    <a:pt x="694" y="937"/>
                    <a:pt x="472" y="928"/>
                  </a:cubicBezTo>
                  <a:cubicBezTo>
                    <a:pt x="423" y="923"/>
                    <a:pt x="375" y="917"/>
                    <a:pt x="328" y="904"/>
                  </a:cubicBezTo>
                  <a:cubicBezTo>
                    <a:pt x="312" y="900"/>
                    <a:pt x="294" y="897"/>
                    <a:pt x="280" y="888"/>
                  </a:cubicBezTo>
                  <a:cubicBezTo>
                    <a:pt x="264" y="877"/>
                    <a:pt x="232" y="856"/>
                    <a:pt x="232" y="856"/>
                  </a:cubicBezTo>
                  <a:cubicBezTo>
                    <a:pt x="141" y="720"/>
                    <a:pt x="40" y="602"/>
                    <a:pt x="0" y="440"/>
                  </a:cubicBezTo>
                  <a:cubicBezTo>
                    <a:pt x="3" y="387"/>
                    <a:pt x="1" y="333"/>
                    <a:pt x="8" y="280"/>
                  </a:cubicBezTo>
                  <a:cubicBezTo>
                    <a:pt x="12" y="250"/>
                    <a:pt x="110" y="224"/>
                    <a:pt x="56" y="224"/>
                  </a:cubicBezTo>
                  <a:close/>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sz="2400"/>
            </a:p>
          </p:txBody>
        </p:sp>
        <p:sp>
          <p:nvSpPr>
            <p:cNvPr id="43" name="Freeform 27">
              <a:extLst>
                <a:ext uri="{FF2B5EF4-FFF2-40B4-BE49-F238E27FC236}">
                  <a16:creationId xmlns:a16="http://schemas.microsoft.com/office/drawing/2014/main" id="{2D0C3EB2-DE58-4470-916A-E13923D89964}"/>
                </a:ext>
              </a:extLst>
            </p:cNvPr>
            <p:cNvSpPr>
              <a:spLocks/>
            </p:cNvSpPr>
            <p:nvPr/>
          </p:nvSpPr>
          <p:spPr bwMode="auto">
            <a:xfrm>
              <a:off x="490333" y="4367013"/>
              <a:ext cx="4301882" cy="1084493"/>
            </a:xfrm>
            <a:custGeom>
              <a:avLst/>
              <a:gdLst>
                <a:gd name="T0" fmla="*/ 0 w 4608"/>
                <a:gd name="T1" fmla="*/ 9 h 901"/>
                <a:gd name="T2" fmla="*/ 19 w 4608"/>
                <a:gd name="T3" fmla="*/ 9 h 901"/>
                <a:gd name="T4" fmla="*/ 41 w 4608"/>
                <a:gd name="T5" fmla="*/ 13 h 901"/>
                <a:gd name="T6" fmla="*/ 61 w 4608"/>
                <a:gd name="T7" fmla="*/ 35 h 901"/>
                <a:gd name="T8" fmla="*/ 63 w 4608"/>
                <a:gd name="T9" fmla="*/ 45 h 901"/>
                <a:gd name="T10" fmla="*/ 66 w 4608"/>
                <a:gd name="T11" fmla="*/ 52 h 901"/>
                <a:gd name="T12" fmla="*/ 68 w 4608"/>
                <a:gd name="T13" fmla="*/ 85 h 901"/>
                <a:gd name="T14" fmla="*/ 85 w 4608"/>
                <a:gd name="T15" fmla="*/ 224 h 901"/>
                <a:gd name="T16" fmla="*/ 99 w 4608"/>
                <a:gd name="T17" fmla="*/ 295 h 901"/>
                <a:gd name="T18" fmla="*/ 119 w 4608"/>
                <a:gd name="T19" fmla="*/ 346 h 901"/>
                <a:gd name="T20" fmla="*/ 128 w 4608"/>
                <a:gd name="T21" fmla="*/ 359 h 901"/>
                <a:gd name="T22" fmla="*/ 191 w 4608"/>
                <a:gd name="T23" fmla="*/ 403 h 901"/>
                <a:gd name="T24" fmla="*/ 284 w 4608"/>
                <a:gd name="T25" fmla="*/ 353 h 901"/>
                <a:gd name="T26" fmla="*/ 315 w 4608"/>
                <a:gd name="T27" fmla="*/ 313 h 901"/>
                <a:gd name="T28" fmla="*/ 323 w 4608"/>
                <a:gd name="T29" fmla="*/ 302 h 901"/>
                <a:gd name="T30" fmla="*/ 329 w 4608"/>
                <a:gd name="T31" fmla="*/ 289 h 901"/>
                <a:gd name="T32" fmla="*/ 330 w 4608"/>
                <a:gd name="T33" fmla="*/ 278 h 901"/>
                <a:gd name="T34" fmla="*/ 333 w 4608"/>
                <a:gd name="T35" fmla="*/ 271 h 901"/>
                <a:gd name="T36" fmla="*/ 334 w 4608"/>
                <a:gd name="T37" fmla="*/ 260 h 901"/>
                <a:gd name="T38" fmla="*/ 347 w 4608"/>
                <a:gd name="T39" fmla="*/ 206 h 901"/>
                <a:gd name="T40" fmla="*/ 356 w 4608"/>
                <a:gd name="T41" fmla="*/ 192 h 901"/>
                <a:gd name="T42" fmla="*/ 369 w 4608"/>
                <a:gd name="T43" fmla="*/ 188 h 901"/>
                <a:gd name="T44" fmla="*/ 400 w 4608"/>
                <a:gd name="T45" fmla="*/ 181 h 901"/>
                <a:gd name="T46" fmla="*/ 453 w 4608"/>
                <a:gd name="T47" fmla="*/ 185 h 901"/>
                <a:gd name="T48" fmla="*/ 466 w 4608"/>
                <a:gd name="T49" fmla="*/ 199 h 901"/>
                <a:gd name="T50" fmla="*/ 512 w 4608"/>
                <a:gd name="T51" fmla="*/ 246 h 901"/>
                <a:gd name="T52" fmla="*/ 523 w 4608"/>
                <a:gd name="T53" fmla="*/ 266 h 901"/>
                <a:gd name="T54" fmla="*/ 532 w 4608"/>
                <a:gd name="T55" fmla="*/ 289 h 90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608"/>
                <a:gd name="T85" fmla="*/ 0 h 901"/>
                <a:gd name="T86" fmla="*/ 4608 w 4608"/>
                <a:gd name="T87" fmla="*/ 901 h 90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608" h="901">
                  <a:moveTo>
                    <a:pt x="0" y="21"/>
                  </a:moveTo>
                  <a:cubicBezTo>
                    <a:pt x="62" y="0"/>
                    <a:pt x="104" y="17"/>
                    <a:pt x="168" y="21"/>
                  </a:cubicBezTo>
                  <a:cubicBezTo>
                    <a:pt x="229" y="25"/>
                    <a:pt x="291" y="26"/>
                    <a:pt x="352" y="29"/>
                  </a:cubicBezTo>
                  <a:cubicBezTo>
                    <a:pt x="414" y="38"/>
                    <a:pt x="475" y="42"/>
                    <a:pt x="528" y="77"/>
                  </a:cubicBezTo>
                  <a:cubicBezTo>
                    <a:pt x="533" y="85"/>
                    <a:pt x="537" y="94"/>
                    <a:pt x="544" y="101"/>
                  </a:cubicBezTo>
                  <a:cubicBezTo>
                    <a:pt x="551" y="108"/>
                    <a:pt x="563" y="109"/>
                    <a:pt x="568" y="117"/>
                  </a:cubicBezTo>
                  <a:cubicBezTo>
                    <a:pt x="581" y="138"/>
                    <a:pt x="584" y="165"/>
                    <a:pt x="592" y="189"/>
                  </a:cubicBezTo>
                  <a:cubicBezTo>
                    <a:pt x="627" y="295"/>
                    <a:pt x="635" y="433"/>
                    <a:pt x="736" y="501"/>
                  </a:cubicBezTo>
                  <a:cubicBezTo>
                    <a:pt x="771" y="553"/>
                    <a:pt x="803" y="626"/>
                    <a:pt x="856" y="661"/>
                  </a:cubicBezTo>
                  <a:cubicBezTo>
                    <a:pt x="872" y="709"/>
                    <a:pt x="983" y="757"/>
                    <a:pt x="1032" y="773"/>
                  </a:cubicBezTo>
                  <a:cubicBezTo>
                    <a:pt x="1056" y="781"/>
                    <a:pt x="1078" y="796"/>
                    <a:pt x="1104" y="805"/>
                  </a:cubicBezTo>
                  <a:cubicBezTo>
                    <a:pt x="1280" y="864"/>
                    <a:pt x="1473" y="887"/>
                    <a:pt x="1656" y="901"/>
                  </a:cubicBezTo>
                  <a:cubicBezTo>
                    <a:pt x="1924" y="888"/>
                    <a:pt x="2207" y="875"/>
                    <a:pt x="2464" y="789"/>
                  </a:cubicBezTo>
                  <a:cubicBezTo>
                    <a:pt x="2552" y="760"/>
                    <a:pt x="2640" y="730"/>
                    <a:pt x="2728" y="701"/>
                  </a:cubicBezTo>
                  <a:cubicBezTo>
                    <a:pt x="2749" y="694"/>
                    <a:pt x="2782" y="689"/>
                    <a:pt x="2800" y="677"/>
                  </a:cubicBezTo>
                  <a:cubicBezTo>
                    <a:pt x="2816" y="666"/>
                    <a:pt x="2848" y="645"/>
                    <a:pt x="2848" y="645"/>
                  </a:cubicBezTo>
                  <a:cubicBezTo>
                    <a:pt x="2853" y="637"/>
                    <a:pt x="2857" y="628"/>
                    <a:pt x="2864" y="621"/>
                  </a:cubicBezTo>
                  <a:cubicBezTo>
                    <a:pt x="2871" y="614"/>
                    <a:pt x="2882" y="613"/>
                    <a:pt x="2888" y="605"/>
                  </a:cubicBezTo>
                  <a:cubicBezTo>
                    <a:pt x="2893" y="598"/>
                    <a:pt x="2892" y="588"/>
                    <a:pt x="2896" y="581"/>
                  </a:cubicBezTo>
                  <a:cubicBezTo>
                    <a:pt x="2929" y="522"/>
                    <a:pt x="2951" y="489"/>
                    <a:pt x="3008" y="461"/>
                  </a:cubicBezTo>
                  <a:cubicBezTo>
                    <a:pt x="3036" y="447"/>
                    <a:pt x="3055" y="433"/>
                    <a:pt x="3088" y="429"/>
                  </a:cubicBezTo>
                  <a:cubicBezTo>
                    <a:pt x="3125" y="425"/>
                    <a:pt x="3163" y="423"/>
                    <a:pt x="3200" y="421"/>
                  </a:cubicBezTo>
                  <a:cubicBezTo>
                    <a:pt x="3473" y="405"/>
                    <a:pt x="3270" y="421"/>
                    <a:pt x="3464" y="405"/>
                  </a:cubicBezTo>
                  <a:cubicBezTo>
                    <a:pt x="3619" y="408"/>
                    <a:pt x="3773" y="408"/>
                    <a:pt x="3928" y="413"/>
                  </a:cubicBezTo>
                  <a:cubicBezTo>
                    <a:pt x="3966" y="414"/>
                    <a:pt x="4003" y="438"/>
                    <a:pt x="4040" y="445"/>
                  </a:cubicBezTo>
                  <a:cubicBezTo>
                    <a:pt x="4171" y="471"/>
                    <a:pt x="4305" y="507"/>
                    <a:pt x="4432" y="549"/>
                  </a:cubicBezTo>
                  <a:cubicBezTo>
                    <a:pt x="4465" y="560"/>
                    <a:pt x="4494" y="586"/>
                    <a:pt x="4528" y="597"/>
                  </a:cubicBezTo>
                  <a:cubicBezTo>
                    <a:pt x="4543" y="612"/>
                    <a:pt x="4586" y="645"/>
                    <a:pt x="4608" y="645"/>
                  </a:cubicBezTo>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sz="2400"/>
            </a:p>
          </p:txBody>
        </p:sp>
        <p:sp>
          <p:nvSpPr>
            <p:cNvPr id="44" name="Freeform 28">
              <a:extLst>
                <a:ext uri="{FF2B5EF4-FFF2-40B4-BE49-F238E27FC236}">
                  <a16:creationId xmlns:a16="http://schemas.microsoft.com/office/drawing/2014/main" id="{7D4E5A9E-AA50-4009-96B6-36D451A5596E}"/>
                </a:ext>
              </a:extLst>
            </p:cNvPr>
            <p:cNvSpPr>
              <a:spLocks/>
            </p:cNvSpPr>
            <p:nvPr/>
          </p:nvSpPr>
          <p:spPr bwMode="auto">
            <a:xfrm>
              <a:off x="3291157" y="3553997"/>
              <a:ext cx="1590201" cy="1358798"/>
            </a:xfrm>
            <a:custGeom>
              <a:avLst/>
              <a:gdLst>
                <a:gd name="T0" fmla="*/ 147 w 1704"/>
                <a:gd name="T1" fmla="*/ 0 h 1128"/>
                <a:gd name="T2" fmla="*/ 138 w 1704"/>
                <a:gd name="T3" fmla="*/ 54 h 1128"/>
                <a:gd name="T4" fmla="*/ 132 w 1704"/>
                <a:gd name="T5" fmla="*/ 68 h 1128"/>
                <a:gd name="T6" fmla="*/ 130 w 1704"/>
                <a:gd name="T7" fmla="*/ 76 h 1128"/>
                <a:gd name="T8" fmla="*/ 128 w 1704"/>
                <a:gd name="T9" fmla="*/ 86 h 1128"/>
                <a:gd name="T10" fmla="*/ 125 w 1704"/>
                <a:gd name="T11" fmla="*/ 90 h 1128"/>
                <a:gd name="T12" fmla="*/ 117 w 1704"/>
                <a:gd name="T13" fmla="*/ 129 h 1128"/>
                <a:gd name="T14" fmla="*/ 112 w 1704"/>
                <a:gd name="T15" fmla="*/ 147 h 1128"/>
                <a:gd name="T16" fmla="*/ 110 w 1704"/>
                <a:gd name="T17" fmla="*/ 158 h 1128"/>
                <a:gd name="T18" fmla="*/ 105 w 1704"/>
                <a:gd name="T19" fmla="*/ 173 h 1128"/>
                <a:gd name="T20" fmla="*/ 103 w 1704"/>
                <a:gd name="T21" fmla="*/ 183 h 1128"/>
                <a:gd name="T22" fmla="*/ 98 w 1704"/>
                <a:gd name="T23" fmla="*/ 198 h 1128"/>
                <a:gd name="T24" fmla="*/ 79 w 1704"/>
                <a:gd name="T25" fmla="*/ 244 h 1128"/>
                <a:gd name="T26" fmla="*/ 69 w 1704"/>
                <a:gd name="T27" fmla="*/ 248 h 1128"/>
                <a:gd name="T28" fmla="*/ 23 w 1704"/>
                <a:gd name="T29" fmla="*/ 265 h 1128"/>
                <a:gd name="T30" fmla="*/ 11 w 1704"/>
                <a:gd name="T31" fmla="*/ 277 h 1128"/>
                <a:gd name="T32" fmla="*/ 5 w 1704"/>
                <a:gd name="T33" fmla="*/ 283 h 1128"/>
                <a:gd name="T34" fmla="*/ 2 w 1704"/>
                <a:gd name="T35" fmla="*/ 316 h 1128"/>
                <a:gd name="T36" fmla="*/ 0 w 1704"/>
                <a:gd name="T37" fmla="*/ 337 h 1128"/>
                <a:gd name="T38" fmla="*/ 3 w 1704"/>
                <a:gd name="T39" fmla="*/ 394 h 1128"/>
                <a:gd name="T40" fmla="*/ 5 w 1704"/>
                <a:gd name="T41" fmla="*/ 400 h 1128"/>
                <a:gd name="T42" fmla="*/ 8 w 1704"/>
                <a:gd name="T43" fmla="*/ 406 h 1128"/>
                <a:gd name="T44" fmla="*/ 14 w 1704"/>
                <a:gd name="T45" fmla="*/ 413 h 1128"/>
                <a:gd name="T46" fmla="*/ 125 w 1704"/>
                <a:gd name="T47" fmla="*/ 406 h 1128"/>
                <a:gd name="T48" fmla="*/ 154 w 1704"/>
                <a:gd name="T49" fmla="*/ 428 h 1128"/>
                <a:gd name="T50" fmla="*/ 166 w 1704"/>
                <a:gd name="T51" fmla="*/ 439 h 1128"/>
                <a:gd name="T52" fmla="*/ 183 w 1704"/>
                <a:gd name="T53" fmla="*/ 467 h 1128"/>
                <a:gd name="T54" fmla="*/ 191 w 1704"/>
                <a:gd name="T55" fmla="*/ 488 h 1128"/>
                <a:gd name="T56" fmla="*/ 196 w 1704"/>
                <a:gd name="T57" fmla="*/ 507 h 112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04"/>
                <a:gd name="T88" fmla="*/ 0 h 1128"/>
                <a:gd name="T89" fmla="*/ 1704 w 1704"/>
                <a:gd name="T90" fmla="*/ 1128 h 112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04" h="1128">
                  <a:moveTo>
                    <a:pt x="1272" y="0"/>
                  </a:moveTo>
                  <a:cubicBezTo>
                    <a:pt x="1257" y="44"/>
                    <a:pt x="1226" y="81"/>
                    <a:pt x="1200" y="120"/>
                  </a:cubicBezTo>
                  <a:cubicBezTo>
                    <a:pt x="1189" y="136"/>
                    <a:pt x="1168" y="141"/>
                    <a:pt x="1152" y="152"/>
                  </a:cubicBezTo>
                  <a:cubicBezTo>
                    <a:pt x="1144" y="157"/>
                    <a:pt x="1128" y="168"/>
                    <a:pt x="1128" y="168"/>
                  </a:cubicBezTo>
                  <a:cubicBezTo>
                    <a:pt x="1123" y="176"/>
                    <a:pt x="1120" y="186"/>
                    <a:pt x="1112" y="192"/>
                  </a:cubicBezTo>
                  <a:cubicBezTo>
                    <a:pt x="1105" y="197"/>
                    <a:pt x="1094" y="194"/>
                    <a:pt x="1088" y="200"/>
                  </a:cubicBezTo>
                  <a:cubicBezTo>
                    <a:pt x="1055" y="233"/>
                    <a:pt x="1053" y="263"/>
                    <a:pt x="1016" y="288"/>
                  </a:cubicBezTo>
                  <a:cubicBezTo>
                    <a:pt x="973" y="352"/>
                    <a:pt x="1029" y="275"/>
                    <a:pt x="976" y="328"/>
                  </a:cubicBezTo>
                  <a:cubicBezTo>
                    <a:pt x="969" y="335"/>
                    <a:pt x="967" y="346"/>
                    <a:pt x="960" y="352"/>
                  </a:cubicBezTo>
                  <a:cubicBezTo>
                    <a:pt x="946" y="365"/>
                    <a:pt x="912" y="384"/>
                    <a:pt x="912" y="384"/>
                  </a:cubicBezTo>
                  <a:cubicBezTo>
                    <a:pt x="907" y="392"/>
                    <a:pt x="903" y="402"/>
                    <a:pt x="896" y="408"/>
                  </a:cubicBezTo>
                  <a:cubicBezTo>
                    <a:pt x="882" y="421"/>
                    <a:pt x="848" y="440"/>
                    <a:pt x="848" y="440"/>
                  </a:cubicBezTo>
                  <a:cubicBezTo>
                    <a:pt x="826" y="473"/>
                    <a:pt x="733" y="538"/>
                    <a:pt x="688" y="544"/>
                  </a:cubicBezTo>
                  <a:cubicBezTo>
                    <a:pt x="659" y="548"/>
                    <a:pt x="629" y="549"/>
                    <a:pt x="600" y="552"/>
                  </a:cubicBezTo>
                  <a:cubicBezTo>
                    <a:pt x="466" y="579"/>
                    <a:pt x="336" y="586"/>
                    <a:pt x="200" y="592"/>
                  </a:cubicBezTo>
                  <a:cubicBezTo>
                    <a:pt x="127" y="602"/>
                    <a:pt x="162" y="594"/>
                    <a:pt x="96" y="616"/>
                  </a:cubicBezTo>
                  <a:cubicBezTo>
                    <a:pt x="80" y="621"/>
                    <a:pt x="48" y="632"/>
                    <a:pt x="48" y="632"/>
                  </a:cubicBezTo>
                  <a:cubicBezTo>
                    <a:pt x="23" y="670"/>
                    <a:pt x="35" y="647"/>
                    <a:pt x="16" y="704"/>
                  </a:cubicBezTo>
                  <a:cubicBezTo>
                    <a:pt x="11" y="720"/>
                    <a:pt x="0" y="752"/>
                    <a:pt x="0" y="752"/>
                  </a:cubicBezTo>
                  <a:cubicBezTo>
                    <a:pt x="10" y="849"/>
                    <a:pt x="0" y="807"/>
                    <a:pt x="24" y="880"/>
                  </a:cubicBezTo>
                  <a:cubicBezTo>
                    <a:pt x="27" y="888"/>
                    <a:pt x="40" y="884"/>
                    <a:pt x="48" y="888"/>
                  </a:cubicBezTo>
                  <a:cubicBezTo>
                    <a:pt x="57" y="892"/>
                    <a:pt x="63" y="900"/>
                    <a:pt x="72" y="904"/>
                  </a:cubicBezTo>
                  <a:cubicBezTo>
                    <a:pt x="87" y="911"/>
                    <a:pt x="120" y="920"/>
                    <a:pt x="120" y="920"/>
                  </a:cubicBezTo>
                  <a:cubicBezTo>
                    <a:pt x="444" y="913"/>
                    <a:pt x="765" y="919"/>
                    <a:pt x="1088" y="904"/>
                  </a:cubicBezTo>
                  <a:cubicBezTo>
                    <a:pt x="1177" y="912"/>
                    <a:pt x="1259" y="924"/>
                    <a:pt x="1344" y="952"/>
                  </a:cubicBezTo>
                  <a:cubicBezTo>
                    <a:pt x="1375" y="962"/>
                    <a:pt x="1409" y="963"/>
                    <a:pt x="1440" y="976"/>
                  </a:cubicBezTo>
                  <a:cubicBezTo>
                    <a:pt x="1489" y="997"/>
                    <a:pt x="1542" y="1023"/>
                    <a:pt x="1592" y="1040"/>
                  </a:cubicBezTo>
                  <a:cubicBezTo>
                    <a:pt x="1611" y="1069"/>
                    <a:pt x="1628" y="1069"/>
                    <a:pt x="1656" y="1088"/>
                  </a:cubicBezTo>
                  <a:cubicBezTo>
                    <a:pt x="1681" y="1125"/>
                    <a:pt x="1679" y="1103"/>
                    <a:pt x="1704" y="1128"/>
                  </a:cubicBezTo>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sz="2400"/>
            </a:p>
          </p:txBody>
        </p:sp>
        <p:sp>
          <p:nvSpPr>
            <p:cNvPr id="45" name="Freeform 29">
              <a:extLst>
                <a:ext uri="{FF2B5EF4-FFF2-40B4-BE49-F238E27FC236}">
                  <a16:creationId xmlns:a16="http://schemas.microsoft.com/office/drawing/2014/main" id="{D9C57118-DEDB-42CC-89E1-DCD15529C544}"/>
                </a:ext>
              </a:extLst>
            </p:cNvPr>
            <p:cNvSpPr>
              <a:spLocks/>
            </p:cNvSpPr>
            <p:nvPr/>
          </p:nvSpPr>
          <p:spPr bwMode="auto">
            <a:xfrm>
              <a:off x="1515481" y="3385738"/>
              <a:ext cx="330693" cy="755045"/>
            </a:xfrm>
            <a:custGeom>
              <a:avLst/>
              <a:gdLst>
                <a:gd name="T0" fmla="*/ 104 w 210"/>
                <a:gd name="T1" fmla="*/ 21 h 442"/>
                <a:gd name="T2" fmla="*/ 28 w 210"/>
                <a:gd name="T3" fmla="*/ 237 h 442"/>
                <a:gd name="T4" fmla="*/ 11 w 210"/>
                <a:gd name="T5" fmla="*/ 330 h 442"/>
                <a:gd name="T6" fmla="*/ 0 w 210"/>
                <a:gd name="T7" fmla="*/ 375 h 442"/>
                <a:gd name="T8" fmla="*/ 47 w 210"/>
                <a:gd name="T9" fmla="*/ 993 h 442"/>
                <a:gd name="T10" fmla="*/ 114 w 210"/>
                <a:gd name="T11" fmla="*/ 1102 h 442"/>
                <a:gd name="T12" fmla="*/ 141 w 210"/>
                <a:gd name="T13" fmla="*/ 1134 h 442"/>
                <a:gd name="T14" fmla="*/ 331 w 210"/>
                <a:gd name="T15" fmla="*/ 1116 h 442"/>
                <a:gd name="T16" fmla="*/ 246 w 210"/>
                <a:gd name="T17" fmla="*/ 1040 h 442"/>
                <a:gd name="T18" fmla="*/ 180 w 210"/>
                <a:gd name="T19" fmla="*/ 593 h 442"/>
                <a:gd name="T20" fmla="*/ 209 w 210"/>
                <a:gd name="T21" fmla="*/ 346 h 442"/>
                <a:gd name="T22" fmla="*/ 227 w 210"/>
                <a:gd name="T23" fmla="*/ 253 h 442"/>
                <a:gd name="T24" fmla="*/ 237 w 210"/>
                <a:gd name="T25" fmla="*/ 205 h 442"/>
                <a:gd name="T26" fmla="*/ 217 w 210"/>
                <a:gd name="T27" fmla="*/ 297 h 442"/>
                <a:gd name="T28" fmla="*/ 227 w 210"/>
                <a:gd name="T29" fmla="*/ 253 h 442"/>
                <a:gd name="T30" fmla="*/ 302 w 210"/>
                <a:gd name="T31" fmla="*/ 83 h 442"/>
                <a:gd name="T32" fmla="*/ 104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46" name="Freeform 30">
              <a:extLst>
                <a:ext uri="{FF2B5EF4-FFF2-40B4-BE49-F238E27FC236}">
                  <a16:creationId xmlns:a16="http://schemas.microsoft.com/office/drawing/2014/main" id="{4D6D3AD0-691C-4A2A-96FA-7A2FF10E5D5E}"/>
                </a:ext>
              </a:extLst>
            </p:cNvPr>
            <p:cNvSpPr>
              <a:spLocks/>
            </p:cNvSpPr>
            <p:nvPr/>
          </p:nvSpPr>
          <p:spPr bwMode="auto">
            <a:xfrm>
              <a:off x="2299079" y="3375840"/>
              <a:ext cx="330693" cy="755045"/>
            </a:xfrm>
            <a:custGeom>
              <a:avLst/>
              <a:gdLst>
                <a:gd name="T0" fmla="*/ 104 w 210"/>
                <a:gd name="T1" fmla="*/ 21 h 442"/>
                <a:gd name="T2" fmla="*/ 28 w 210"/>
                <a:gd name="T3" fmla="*/ 237 h 442"/>
                <a:gd name="T4" fmla="*/ 11 w 210"/>
                <a:gd name="T5" fmla="*/ 330 h 442"/>
                <a:gd name="T6" fmla="*/ 0 w 210"/>
                <a:gd name="T7" fmla="*/ 375 h 442"/>
                <a:gd name="T8" fmla="*/ 47 w 210"/>
                <a:gd name="T9" fmla="*/ 993 h 442"/>
                <a:gd name="T10" fmla="*/ 114 w 210"/>
                <a:gd name="T11" fmla="*/ 1102 h 442"/>
                <a:gd name="T12" fmla="*/ 141 w 210"/>
                <a:gd name="T13" fmla="*/ 1134 h 442"/>
                <a:gd name="T14" fmla="*/ 331 w 210"/>
                <a:gd name="T15" fmla="*/ 1116 h 442"/>
                <a:gd name="T16" fmla="*/ 246 w 210"/>
                <a:gd name="T17" fmla="*/ 1040 h 442"/>
                <a:gd name="T18" fmla="*/ 180 w 210"/>
                <a:gd name="T19" fmla="*/ 593 h 442"/>
                <a:gd name="T20" fmla="*/ 209 w 210"/>
                <a:gd name="T21" fmla="*/ 346 h 442"/>
                <a:gd name="T22" fmla="*/ 227 w 210"/>
                <a:gd name="T23" fmla="*/ 253 h 442"/>
                <a:gd name="T24" fmla="*/ 237 w 210"/>
                <a:gd name="T25" fmla="*/ 205 h 442"/>
                <a:gd name="T26" fmla="*/ 217 w 210"/>
                <a:gd name="T27" fmla="*/ 297 h 442"/>
                <a:gd name="T28" fmla="*/ 227 w 210"/>
                <a:gd name="T29" fmla="*/ 253 h 442"/>
                <a:gd name="T30" fmla="*/ 302 w 210"/>
                <a:gd name="T31" fmla="*/ 83 h 442"/>
                <a:gd name="T32" fmla="*/ 104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47" name="Freeform 31">
              <a:extLst>
                <a:ext uri="{FF2B5EF4-FFF2-40B4-BE49-F238E27FC236}">
                  <a16:creationId xmlns:a16="http://schemas.microsoft.com/office/drawing/2014/main" id="{43A9A267-3D33-4A1E-BD2A-C2566B700E21}"/>
                </a:ext>
              </a:extLst>
            </p:cNvPr>
            <p:cNvSpPr>
              <a:spLocks/>
            </p:cNvSpPr>
            <p:nvPr/>
          </p:nvSpPr>
          <p:spPr bwMode="auto">
            <a:xfrm>
              <a:off x="1468033" y="4760089"/>
              <a:ext cx="330693" cy="755045"/>
            </a:xfrm>
            <a:custGeom>
              <a:avLst/>
              <a:gdLst>
                <a:gd name="T0" fmla="*/ 104 w 210"/>
                <a:gd name="T1" fmla="*/ 21 h 442"/>
                <a:gd name="T2" fmla="*/ 28 w 210"/>
                <a:gd name="T3" fmla="*/ 237 h 442"/>
                <a:gd name="T4" fmla="*/ 11 w 210"/>
                <a:gd name="T5" fmla="*/ 330 h 442"/>
                <a:gd name="T6" fmla="*/ 0 w 210"/>
                <a:gd name="T7" fmla="*/ 375 h 442"/>
                <a:gd name="T8" fmla="*/ 47 w 210"/>
                <a:gd name="T9" fmla="*/ 993 h 442"/>
                <a:gd name="T10" fmla="*/ 114 w 210"/>
                <a:gd name="T11" fmla="*/ 1102 h 442"/>
                <a:gd name="T12" fmla="*/ 141 w 210"/>
                <a:gd name="T13" fmla="*/ 1134 h 442"/>
                <a:gd name="T14" fmla="*/ 331 w 210"/>
                <a:gd name="T15" fmla="*/ 1116 h 442"/>
                <a:gd name="T16" fmla="*/ 246 w 210"/>
                <a:gd name="T17" fmla="*/ 1040 h 442"/>
                <a:gd name="T18" fmla="*/ 180 w 210"/>
                <a:gd name="T19" fmla="*/ 593 h 442"/>
                <a:gd name="T20" fmla="*/ 209 w 210"/>
                <a:gd name="T21" fmla="*/ 346 h 442"/>
                <a:gd name="T22" fmla="*/ 227 w 210"/>
                <a:gd name="T23" fmla="*/ 253 h 442"/>
                <a:gd name="T24" fmla="*/ 237 w 210"/>
                <a:gd name="T25" fmla="*/ 205 h 442"/>
                <a:gd name="T26" fmla="*/ 217 w 210"/>
                <a:gd name="T27" fmla="*/ 297 h 442"/>
                <a:gd name="T28" fmla="*/ 227 w 210"/>
                <a:gd name="T29" fmla="*/ 253 h 442"/>
                <a:gd name="T30" fmla="*/ 302 w 210"/>
                <a:gd name="T31" fmla="*/ 83 h 442"/>
                <a:gd name="T32" fmla="*/ 104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48" name="Freeform 32">
              <a:extLst>
                <a:ext uri="{FF2B5EF4-FFF2-40B4-BE49-F238E27FC236}">
                  <a16:creationId xmlns:a16="http://schemas.microsoft.com/office/drawing/2014/main" id="{A58B5EFC-45E8-43C0-BEC9-F4202FF6060A}"/>
                </a:ext>
              </a:extLst>
            </p:cNvPr>
            <p:cNvSpPr>
              <a:spLocks/>
            </p:cNvSpPr>
            <p:nvPr/>
          </p:nvSpPr>
          <p:spPr bwMode="auto">
            <a:xfrm>
              <a:off x="2261696" y="4822303"/>
              <a:ext cx="329255" cy="755045"/>
            </a:xfrm>
            <a:custGeom>
              <a:avLst/>
              <a:gdLst>
                <a:gd name="T0" fmla="*/ 103 w 210"/>
                <a:gd name="T1" fmla="*/ 21 h 442"/>
                <a:gd name="T2" fmla="*/ 28 w 210"/>
                <a:gd name="T3" fmla="*/ 237 h 442"/>
                <a:gd name="T4" fmla="*/ 11 w 210"/>
                <a:gd name="T5" fmla="*/ 330 h 442"/>
                <a:gd name="T6" fmla="*/ 0 w 210"/>
                <a:gd name="T7" fmla="*/ 375 h 442"/>
                <a:gd name="T8" fmla="*/ 47 w 210"/>
                <a:gd name="T9" fmla="*/ 993 h 442"/>
                <a:gd name="T10" fmla="*/ 112 w 210"/>
                <a:gd name="T11" fmla="*/ 1102 h 442"/>
                <a:gd name="T12" fmla="*/ 140 w 210"/>
                <a:gd name="T13" fmla="*/ 1134 h 442"/>
                <a:gd name="T14" fmla="*/ 325 w 210"/>
                <a:gd name="T15" fmla="*/ 1116 h 442"/>
                <a:gd name="T16" fmla="*/ 240 w 210"/>
                <a:gd name="T17" fmla="*/ 1040 h 442"/>
                <a:gd name="T18" fmla="*/ 174 w 210"/>
                <a:gd name="T19" fmla="*/ 593 h 442"/>
                <a:gd name="T20" fmla="*/ 203 w 210"/>
                <a:gd name="T21" fmla="*/ 346 h 442"/>
                <a:gd name="T22" fmla="*/ 221 w 210"/>
                <a:gd name="T23" fmla="*/ 253 h 442"/>
                <a:gd name="T24" fmla="*/ 232 w 210"/>
                <a:gd name="T25" fmla="*/ 205 h 442"/>
                <a:gd name="T26" fmla="*/ 213 w 210"/>
                <a:gd name="T27" fmla="*/ 297 h 442"/>
                <a:gd name="T28" fmla="*/ 221 w 210"/>
                <a:gd name="T29" fmla="*/ 253 h 442"/>
                <a:gd name="T30" fmla="*/ 297 w 210"/>
                <a:gd name="T31" fmla="*/ 83 h 442"/>
                <a:gd name="T32" fmla="*/ 103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49" name="Freeform 33">
              <a:extLst>
                <a:ext uri="{FF2B5EF4-FFF2-40B4-BE49-F238E27FC236}">
                  <a16:creationId xmlns:a16="http://schemas.microsoft.com/office/drawing/2014/main" id="{5F29F853-831F-4624-A67C-94ECF05B6110}"/>
                </a:ext>
              </a:extLst>
            </p:cNvPr>
            <p:cNvSpPr>
              <a:spLocks/>
            </p:cNvSpPr>
            <p:nvPr/>
          </p:nvSpPr>
          <p:spPr bwMode="auto">
            <a:xfrm rot="5400000">
              <a:off x="2992250" y="4133596"/>
              <a:ext cx="359141" cy="695893"/>
            </a:xfrm>
            <a:custGeom>
              <a:avLst/>
              <a:gdLst>
                <a:gd name="T0" fmla="*/ 172 w 210"/>
                <a:gd name="T1" fmla="*/ 13 h 442"/>
                <a:gd name="T2" fmla="*/ 48 w 210"/>
                <a:gd name="T3" fmla="*/ 147 h 442"/>
                <a:gd name="T4" fmla="*/ 15 w 210"/>
                <a:gd name="T5" fmla="*/ 201 h 442"/>
                <a:gd name="T6" fmla="*/ 0 w 210"/>
                <a:gd name="T7" fmla="*/ 230 h 442"/>
                <a:gd name="T8" fmla="*/ 77 w 210"/>
                <a:gd name="T9" fmla="*/ 608 h 442"/>
                <a:gd name="T10" fmla="*/ 186 w 210"/>
                <a:gd name="T11" fmla="*/ 675 h 442"/>
                <a:gd name="T12" fmla="*/ 235 w 210"/>
                <a:gd name="T13" fmla="*/ 693 h 442"/>
                <a:gd name="T14" fmla="*/ 543 w 210"/>
                <a:gd name="T15" fmla="*/ 682 h 442"/>
                <a:gd name="T16" fmla="*/ 405 w 210"/>
                <a:gd name="T17" fmla="*/ 635 h 442"/>
                <a:gd name="T18" fmla="*/ 295 w 210"/>
                <a:gd name="T19" fmla="*/ 362 h 442"/>
                <a:gd name="T20" fmla="*/ 344 w 210"/>
                <a:gd name="T21" fmla="*/ 211 h 442"/>
                <a:gd name="T22" fmla="*/ 371 w 210"/>
                <a:gd name="T23" fmla="*/ 153 h 442"/>
                <a:gd name="T24" fmla="*/ 388 w 210"/>
                <a:gd name="T25" fmla="*/ 126 h 442"/>
                <a:gd name="T26" fmla="*/ 357 w 210"/>
                <a:gd name="T27" fmla="*/ 182 h 442"/>
                <a:gd name="T28" fmla="*/ 371 w 210"/>
                <a:gd name="T29" fmla="*/ 153 h 442"/>
                <a:gd name="T30" fmla="*/ 497 w 210"/>
                <a:gd name="T31" fmla="*/ 50 h 442"/>
                <a:gd name="T32" fmla="*/ 172 w 210"/>
                <a:gd name="T33" fmla="*/ 13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50" name="Freeform 34">
              <a:extLst>
                <a:ext uri="{FF2B5EF4-FFF2-40B4-BE49-F238E27FC236}">
                  <a16:creationId xmlns:a16="http://schemas.microsoft.com/office/drawing/2014/main" id="{0549B1DD-19E7-4AD2-B9AE-BA06C8A0B8DB}"/>
                </a:ext>
              </a:extLst>
            </p:cNvPr>
            <p:cNvSpPr>
              <a:spLocks/>
            </p:cNvSpPr>
            <p:nvPr/>
          </p:nvSpPr>
          <p:spPr bwMode="auto">
            <a:xfrm flipH="1">
              <a:off x="3647730" y="3621866"/>
              <a:ext cx="330693" cy="755045"/>
            </a:xfrm>
            <a:custGeom>
              <a:avLst/>
              <a:gdLst>
                <a:gd name="T0" fmla="*/ 104 w 210"/>
                <a:gd name="T1" fmla="*/ 21 h 442"/>
                <a:gd name="T2" fmla="*/ 28 w 210"/>
                <a:gd name="T3" fmla="*/ 237 h 442"/>
                <a:gd name="T4" fmla="*/ 11 w 210"/>
                <a:gd name="T5" fmla="*/ 330 h 442"/>
                <a:gd name="T6" fmla="*/ 0 w 210"/>
                <a:gd name="T7" fmla="*/ 375 h 442"/>
                <a:gd name="T8" fmla="*/ 47 w 210"/>
                <a:gd name="T9" fmla="*/ 993 h 442"/>
                <a:gd name="T10" fmla="*/ 114 w 210"/>
                <a:gd name="T11" fmla="*/ 1102 h 442"/>
                <a:gd name="T12" fmla="*/ 141 w 210"/>
                <a:gd name="T13" fmla="*/ 1134 h 442"/>
                <a:gd name="T14" fmla="*/ 331 w 210"/>
                <a:gd name="T15" fmla="*/ 1116 h 442"/>
                <a:gd name="T16" fmla="*/ 246 w 210"/>
                <a:gd name="T17" fmla="*/ 1040 h 442"/>
                <a:gd name="T18" fmla="*/ 180 w 210"/>
                <a:gd name="T19" fmla="*/ 593 h 442"/>
                <a:gd name="T20" fmla="*/ 209 w 210"/>
                <a:gd name="T21" fmla="*/ 346 h 442"/>
                <a:gd name="T22" fmla="*/ 227 w 210"/>
                <a:gd name="T23" fmla="*/ 253 h 442"/>
                <a:gd name="T24" fmla="*/ 237 w 210"/>
                <a:gd name="T25" fmla="*/ 205 h 442"/>
                <a:gd name="T26" fmla="*/ 217 w 210"/>
                <a:gd name="T27" fmla="*/ 297 h 442"/>
                <a:gd name="T28" fmla="*/ 227 w 210"/>
                <a:gd name="T29" fmla="*/ 253 h 442"/>
                <a:gd name="T30" fmla="*/ 302 w 210"/>
                <a:gd name="T31" fmla="*/ 83 h 442"/>
                <a:gd name="T32" fmla="*/ 104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51" name="Freeform 35">
              <a:extLst>
                <a:ext uri="{FF2B5EF4-FFF2-40B4-BE49-F238E27FC236}">
                  <a16:creationId xmlns:a16="http://schemas.microsoft.com/office/drawing/2014/main" id="{BC6F3A3F-FD42-4E86-9AB3-942785C83DE9}"/>
                </a:ext>
              </a:extLst>
            </p:cNvPr>
            <p:cNvSpPr>
              <a:spLocks/>
            </p:cNvSpPr>
            <p:nvPr/>
          </p:nvSpPr>
          <p:spPr bwMode="auto">
            <a:xfrm flipH="1">
              <a:off x="4176839" y="4441952"/>
              <a:ext cx="330693" cy="756459"/>
            </a:xfrm>
            <a:custGeom>
              <a:avLst/>
              <a:gdLst>
                <a:gd name="T0" fmla="*/ 104 w 210"/>
                <a:gd name="T1" fmla="*/ 22 h 442"/>
                <a:gd name="T2" fmla="*/ 28 w 210"/>
                <a:gd name="T3" fmla="*/ 237 h 442"/>
                <a:gd name="T4" fmla="*/ 11 w 210"/>
                <a:gd name="T5" fmla="*/ 334 h 442"/>
                <a:gd name="T6" fmla="*/ 0 w 210"/>
                <a:gd name="T7" fmla="*/ 379 h 442"/>
                <a:gd name="T8" fmla="*/ 47 w 210"/>
                <a:gd name="T9" fmla="*/ 1002 h 442"/>
                <a:gd name="T10" fmla="*/ 114 w 210"/>
                <a:gd name="T11" fmla="*/ 1112 h 442"/>
                <a:gd name="T12" fmla="*/ 141 w 210"/>
                <a:gd name="T13" fmla="*/ 1144 h 442"/>
                <a:gd name="T14" fmla="*/ 331 w 210"/>
                <a:gd name="T15" fmla="*/ 1127 h 442"/>
                <a:gd name="T16" fmla="*/ 246 w 210"/>
                <a:gd name="T17" fmla="*/ 1051 h 442"/>
                <a:gd name="T18" fmla="*/ 180 w 210"/>
                <a:gd name="T19" fmla="*/ 597 h 442"/>
                <a:gd name="T20" fmla="*/ 209 w 210"/>
                <a:gd name="T21" fmla="*/ 347 h 442"/>
                <a:gd name="T22" fmla="*/ 227 w 210"/>
                <a:gd name="T23" fmla="*/ 255 h 442"/>
                <a:gd name="T24" fmla="*/ 237 w 210"/>
                <a:gd name="T25" fmla="*/ 208 h 442"/>
                <a:gd name="T26" fmla="*/ 217 w 210"/>
                <a:gd name="T27" fmla="*/ 300 h 442"/>
                <a:gd name="T28" fmla="*/ 227 w 210"/>
                <a:gd name="T29" fmla="*/ 255 h 442"/>
                <a:gd name="T30" fmla="*/ 302 w 210"/>
                <a:gd name="T31" fmla="*/ 84 h 442"/>
                <a:gd name="T32" fmla="*/ 104 w 210"/>
                <a:gd name="T33" fmla="*/ 22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52" name="Text Box 36">
              <a:extLst>
                <a:ext uri="{FF2B5EF4-FFF2-40B4-BE49-F238E27FC236}">
                  <a16:creationId xmlns:a16="http://schemas.microsoft.com/office/drawing/2014/main" id="{2E7F3B34-8106-46A6-BA54-CDBB26774592}"/>
                </a:ext>
              </a:extLst>
            </p:cNvPr>
            <p:cNvSpPr txBox="1">
              <a:spLocks noChangeArrowheads="1"/>
            </p:cNvSpPr>
            <p:nvPr/>
          </p:nvSpPr>
          <p:spPr bwMode="auto">
            <a:xfrm>
              <a:off x="1982764" y="4279349"/>
              <a:ext cx="3834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mn-lt"/>
                </a:rPr>
                <a:t>A</a:t>
              </a:r>
              <a:endParaRPr lang="en-US" altLang="en-US" sz="2400">
                <a:solidFill>
                  <a:schemeClr val="tx2"/>
                </a:solidFill>
                <a:latin typeface="+mn-lt"/>
              </a:endParaRPr>
            </a:p>
          </p:txBody>
        </p:sp>
        <p:sp>
          <p:nvSpPr>
            <p:cNvPr id="53" name="Text Box 37">
              <a:extLst>
                <a:ext uri="{FF2B5EF4-FFF2-40B4-BE49-F238E27FC236}">
                  <a16:creationId xmlns:a16="http://schemas.microsoft.com/office/drawing/2014/main" id="{223F99BE-778E-4956-A809-AF52E762654A}"/>
                </a:ext>
              </a:extLst>
            </p:cNvPr>
            <p:cNvSpPr txBox="1">
              <a:spLocks noChangeArrowheads="1"/>
            </p:cNvSpPr>
            <p:nvPr/>
          </p:nvSpPr>
          <p:spPr bwMode="auto">
            <a:xfrm>
              <a:off x="1913750" y="5580175"/>
              <a:ext cx="369513" cy="400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000" i="1">
                  <a:solidFill>
                    <a:schemeClr val="tx2"/>
                  </a:solidFill>
                  <a:latin typeface="Bookman Old Style" panose="02050604050505020204" pitchFamily="18" charset="0"/>
                </a:rPr>
                <a:t>B</a:t>
              </a:r>
              <a:endParaRPr lang="en-US" altLang="en-US" sz="1400">
                <a:solidFill>
                  <a:schemeClr val="tx2"/>
                </a:solidFill>
                <a:latin typeface="Bookman Old Style" panose="02050604050505020204" pitchFamily="18" charset="0"/>
              </a:endParaRPr>
            </a:p>
          </p:txBody>
        </p:sp>
        <p:sp>
          <p:nvSpPr>
            <p:cNvPr id="54" name="Text Box 38">
              <a:extLst>
                <a:ext uri="{FF2B5EF4-FFF2-40B4-BE49-F238E27FC236}">
                  <a16:creationId xmlns:a16="http://schemas.microsoft.com/office/drawing/2014/main" id="{1BCA9448-2169-455A-B847-0A9771E53E79}"/>
                </a:ext>
              </a:extLst>
            </p:cNvPr>
            <p:cNvSpPr txBox="1">
              <a:spLocks noChangeArrowheads="1"/>
            </p:cNvSpPr>
            <p:nvPr/>
          </p:nvSpPr>
          <p:spPr bwMode="auto">
            <a:xfrm>
              <a:off x="1936754" y="3114261"/>
              <a:ext cx="3754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dirty="0">
                  <a:solidFill>
                    <a:schemeClr val="tx2"/>
                  </a:solidFill>
                  <a:latin typeface="+mn-lt"/>
                </a:rPr>
                <a:t>C</a:t>
              </a:r>
              <a:endParaRPr lang="en-US" altLang="en-US" sz="2400" dirty="0">
                <a:solidFill>
                  <a:schemeClr val="tx2"/>
                </a:solidFill>
                <a:latin typeface="+mn-lt"/>
              </a:endParaRPr>
            </a:p>
          </p:txBody>
        </p:sp>
        <p:sp>
          <p:nvSpPr>
            <p:cNvPr id="55" name="Text Box 39">
              <a:extLst>
                <a:ext uri="{FF2B5EF4-FFF2-40B4-BE49-F238E27FC236}">
                  <a16:creationId xmlns:a16="http://schemas.microsoft.com/office/drawing/2014/main" id="{BD09DDFB-B362-4F03-BEC6-1FEDBBD15FC5}"/>
                </a:ext>
              </a:extLst>
            </p:cNvPr>
            <p:cNvSpPr txBox="1">
              <a:spLocks noChangeArrowheads="1"/>
            </p:cNvSpPr>
            <p:nvPr/>
          </p:nvSpPr>
          <p:spPr bwMode="auto">
            <a:xfrm>
              <a:off x="4306240" y="3973938"/>
              <a:ext cx="3866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mn-lt"/>
                </a:rPr>
                <a:t>D</a:t>
              </a:r>
              <a:endParaRPr lang="en-US" altLang="en-US" sz="2400">
                <a:solidFill>
                  <a:schemeClr val="tx2"/>
                </a:solidFill>
                <a:latin typeface="+mn-lt"/>
              </a:endParaRPr>
            </a:p>
          </p:txBody>
        </p:sp>
      </p:grpSp>
      <p:grpSp>
        <p:nvGrpSpPr>
          <p:cNvPr id="56" name="Group 4">
            <a:extLst>
              <a:ext uri="{FF2B5EF4-FFF2-40B4-BE49-F238E27FC236}">
                <a16:creationId xmlns:a16="http://schemas.microsoft.com/office/drawing/2014/main" id="{23BC59A7-0556-4B59-8810-189DC593E183}"/>
              </a:ext>
            </a:extLst>
          </p:cNvPr>
          <p:cNvGrpSpPr>
            <a:grpSpLocks/>
          </p:cNvGrpSpPr>
          <p:nvPr/>
        </p:nvGrpSpPr>
        <p:grpSpPr bwMode="auto">
          <a:xfrm>
            <a:off x="6146914" y="3674789"/>
            <a:ext cx="2258336" cy="2748579"/>
            <a:chOff x="3880" y="2088"/>
            <a:chExt cx="1569" cy="2190"/>
          </a:xfrm>
        </p:grpSpPr>
        <p:sp>
          <p:nvSpPr>
            <p:cNvPr id="57" name="Line 5">
              <a:extLst>
                <a:ext uri="{FF2B5EF4-FFF2-40B4-BE49-F238E27FC236}">
                  <a16:creationId xmlns:a16="http://schemas.microsoft.com/office/drawing/2014/main" id="{9639A07C-3A45-4543-BD47-4C2656E1EABC}"/>
                </a:ext>
              </a:extLst>
            </p:cNvPr>
            <p:cNvSpPr>
              <a:spLocks noChangeShapeType="1"/>
            </p:cNvSpPr>
            <p:nvPr/>
          </p:nvSpPr>
          <p:spPr bwMode="auto">
            <a:xfrm>
              <a:off x="4280" y="2200"/>
              <a:ext cx="824" cy="92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8" name="Line 6">
              <a:extLst>
                <a:ext uri="{FF2B5EF4-FFF2-40B4-BE49-F238E27FC236}">
                  <a16:creationId xmlns:a16="http://schemas.microsoft.com/office/drawing/2014/main" id="{647B1135-1456-4AA7-A982-319B42A5BC09}"/>
                </a:ext>
              </a:extLst>
            </p:cNvPr>
            <p:cNvSpPr>
              <a:spLocks noChangeShapeType="1"/>
            </p:cNvSpPr>
            <p:nvPr/>
          </p:nvSpPr>
          <p:spPr bwMode="auto">
            <a:xfrm flipV="1">
              <a:off x="4288" y="3112"/>
              <a:ext cx="832" cy="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9" name="Oval 7">
              <a:extLst>
                <a:ext uri="{FF2B5EF4-FFF2-40B4-BE49-F238E27FC236}">
                  <a16:creationId xmlns:a16="http://schemas.microsoft.com/office/drawing/2014/main" id="{0B3823A4-9C26-43A9-B7A4-2508F3D158FE}"/>
                </a:ext>
              </a:extLst>
            </p:cNvPr>
            <p:cNvSpPr>
              <a:spLocks noChangeArrowheads="1"/>
            </p:cNvSpPr>
            <p:nvPr/>
          </p:nvSpPr>
          <p:spPr bwMode="auto">
            <a:xfrm>
              <a:off x="4240" y="2160"/>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60" name="Oval 8">
              <a:extLst>
                <a:ext uri="{FF2B5EF4-FFF2-40B4-BE49-F238E27FC236}">
                  <a16:creationId xmlns:a16="http://schemas.microsoft.com/office/drawing/2014/main" id="{F0AA0978-AFFA-4329-8534-AB82B6F30D65}"/>
                </a:ext>
              </a:extLst>
            </p:cNvPr>
            <p:cNvSpPr>
              <a:spLocks noChangeArrowheads="1"/>
            </p:cNvSpPr>
            <p:nvPr/>
          </p:nvSpPr>
          <p:spPr bwMode="auto">
            <a:xfrm>
              <a:off x="4240" y="3072"/>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61" name="Oval 9">
              <a:extLst>
                <a:ext uri="{FF2B5EF4-FFF2-40B4-BE49-F238E27FC236}">
                  <a16:creationId xmlns:a16="http://schemas.microsoft.com/office/drawing/2014/main" id="{7AD5402D-AA81-41F6-ABBF-2FFA04BDC8AD}"/>
                </a:ext>
              </a:extLst>
            </p:cNvPr>
            <p:cNvSpPr>
              <a:spLocks noChangeArrowheads="1"/>
            </p:cNvSpPr>
            <p:nvPr/>
          </p:nvSpPr>
          <p:spPr bwMode="auto">
            <a:xfrm>
              <a:off x="5056" y="3072"/>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62" name="Oval 10">
              <a:extLst>
                <a:ext uri="{FF2B5EF4-FFF2-40B4-BE49-F238E27FC236}">
                  <a16:creationId xmlns:a16="http://schemas.microsoft.com/office/drawing/2014/main" id="{6B6DE56A-809F-46A5-BFE7-518A2E536847}"/>
                </a:ext>
              </a:extLst>
            </p:cNvPr>
            <p:cNvSpPr>
              <a:spLocks noChangeArrowheads="1"/>
            </p:cNvSpPr>
            <p:nvPr/>
          </p:nvSpPr>
          <p:spPr bwMode="auto">
            <a:xfrm>
              <a:off x="4256" y="3968"/>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63" name="Line 11">
              <a:extLst>
                <a:ext uri="{FF2B5EF4-FFF2-40B4-BE49-F238E27FC236}">
                  <a16:creationId xmlns:a16="http://schemas.microsoft.com/office/drawing/2014/main" id="{29378888-2809-4F70-AC41-D992BA43AF26}"/>
                </a:ext>
              </a:extLst>
            </p:cNvPr>
            <p:cNvSpPr>
              <a:spLocks noChangeShapeType="1"/>
            </p:cNvSpPr>
            <p:nvPr/>
          </p:nvSpPr>
          <p:spPr bwMode="auto">
            <a:xfrm flipH="1" flipV="1">
              <a:off x="4304" y="3112"/>
              <a:ext cx="0" cy="8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4" name="Line 12">
              <a:extLst>
                <a:ext uri="{FF2B5EF4-FFF2-40B4-BE49-F238E27FC236}">
                  <a16:creationId xmlns:a16="http://schemas.microsoft.com/office/drawing/2014/main" id="{141ACF17-70E7-42CE-B545-4EEC560E7252}"/>
                </a:ext>
              </a:extLst>
            </p:cNvPr>
            <p:cNvSpPr>
              <a:spLocks noChangeShapeType="1"/>
            </p:cNvSpPr>
            <p:nvPr/>
          </p:nvSpPr>
          <p:spPr bwMode="auto">
            <a:xfrm flipH="1" flipV="1">
              <a:off x="4296" y="2192"/>
              <a:ext cx="0" cy="8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5" name="Line 13">
              <a:extLst>
                <a:ext uri="{FF2B5EF4-FFF2-40B4-BE49-F238E27FC236}">
                  <a16:creationId xmlns:a16="http://schemas.microsoft.com/office/drawing/2014/main" id="{0412AA59-241C-4D72-8486-BDE38173239A}"/>
                </a:ext>
              </a:extLst>
            </p:cNvPr>
            <p:cNvSpPr>
              <a:spLocks noChangeShapeType="1"/>
            </p:cNvSpPr>
            <p:nvPr/>
          </p:nvSpPr>
          <p:spPr bwMode="auto">
            <a:xfrm flipH="1">
              <a:off x="4320" y="3120"/>
              <a:ext cx="800" cy="8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grpSp>
          <p:nvGrpSpPr>
            <p:cNvPr id="66" name="Group 14">
              <a:extLst>
                <a:ext uri="{FF2B5EF4-FFF2-40B4-BE49-F238E27FC236}">
                  <a16:creationId xmlns:a16="http://schemas.microsoft.com/office/drawing/2014/main" id="{373902C9-305C-4698-86B4-B4124E3F8245}"/>
                </a:ext>
              </a:extLst>
            </p:cNvPr>
            <p:cNvGrpSpPr>
              <a:grpSpLocks/>
            </p:cNvGrpSpPr>
            <p:nvPr/>
          </p:nvGrpSpPr>
          <p:grpSpPr bwMode="auto">
            <a:xfrm>
              <a:off x="4072" y="2216"/>
              <a:ext cx="208" cy="920"/>
              <a:chOff x="3800" y="2224"/>
              <a:chExt cx="160" cy="1032"/>
            </a:xfrm>
          </p:grpSpPr>
          <p:sp>
            <p:nvSpPr>
              <p:cNvPr id="74" name="Arc 15">
                <a:extLst>
                  <a:ext uri="{FF2B5EF4-FFF2-40B4-BE49-F238E27FC236}">
                    <a16:creationId xmlns:a16="http://schemas.microsoft.com/office/drawing/2014/main" id="{9C3D9BBD-7663-4990-9F0F-6D95EE3BD1A3}"/>
                  </a:ext>
                </a:extLst>
              </p:cNvPr>
              <p:cNvSpPr>
                <a:spLocks/>
              </p:cNvSpPr>
              <p:nvPr/>
            </p:nvSpPr>
            <p:spPr bwMode="auto">
              <a:xfrm flipH="1">
                <a:off x="3800" y="2224"/>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75" name="Arc 16">
                <a:extLst>
                  <a:ext uri="{FF2B5EF4-FFF2-40B4-BE49-F238E27FC236}">
                    <a16:creationId xmlns:a16="http://schemas.microsoft.com/office/drawing/2014/main" id="{C7052775-54FA-4D7A-A308-4DF2FBF175AF}"/>
                  </a:ext>
                </a:extLst>
              </p:cNvPr>
              <p:cNvSpPr>
                <a:spLocks/>
              </p:cNvSpPr>
              <p:nvPr/>
            </p:nvSpPr>
            <p:spPr bwMode="auto">
              <a:xfrm flipH="1" flipV="1">
                <a:off x="3800" y="2736"/>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grpSp>
          <p:nvGrpSpPr>
            <p:cNvPr id="67" name="Group 17">
              <a:extLst>
                <a:ext uri="{FF2B5EF4-FFF2-40B4-BE49-F238E27FC236}">
                  <a16:creationId xmlns:a16="http://schemas.microsoft.com/office/drawing/2014/main" id="{56C9804F-06B7-4100-AABB-2262763FB9C6}"/>
                </a:ext>
              </a:extLst>
            </p:cNvPr>
            <p:cNvGrpSpPr>
              <a:grpSpLocks/>
            </p:cNvGrpSpPr>
            <p:nvPr/>
          </p:nvGrpSpPr>
          <p:grpSpPr bwMode="auto">
            <a:xfrm>
              <a:off x="4080" y="3144"/>
              <a:ext cx="168" cy="880"/>
              <a:chOff x="3800" y="2224"/>
              <a:chExt cx="160" cy="1032"/>
            </a:xfrm>
          </p:grpSpPr>
          <p:sp>
            <p:nvSpPr>
              <p:cNvPr id="72" name="Arc 18">
                <a:extLst>
                  <a:ext uri="{FF2B5EF4-FFF2-40B4-BE49-F238E27FC236}">
                    <a16:creationId xmlns:a16="http://schemas.microsoft.com/office/drawing/2014/main" id="{8B56FB6D-3A3D-4CE6-B2B2-96E316DE4FFD}"/>
                  </a:ext>
                </a:extLst>
              </p:cNvPr>
              <p:cNvSpPr>
                <a:spLocks/>
              </p:cNvSpPr>
              <p:nvPr/>
            </p:nvSpPr>
            <p:spPr bwMode="auto">
              <a:xfrm flipH="1">
                <a:off x="3800" y="2224"/>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73" name="Arc 19">
                <a:extLst>
                  <a:ext uri="{FF2B5EF4-FFF2-40B4-BE49-F238E27FC236}">
                    <a16:creationId xmlns:a16="http://schemas.microsoft.com/office/drawing/2014/main" id="{1591E64F-7395-4F0C-ABC2-C07DDBC2490D}"/>
                  </a:ext>
                </a:extLst>
              </p:cNvPr>
              <p:cNvSpPr>
                <a:spLocks/>
              </p:cNvSpPr>
              <p:nvPr/>
            </p:nvSpPr>
            <p:spPr bwMode="auto">
              <a:xfrm flipH="1" flipV="1">
                <a:off x="3800" y="2736"/>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sp>
          <p:nvSpPr>
            <p:cNvPr id="68" name="Text Box 20">
              <a:extLst>
                <a:ext uri="{FF2B5EF4-FFF2-40B4-BE49-F238E27FC236}">
                  <a16:creationId xmlns:a16="http://schemas.microsoft.com/office/drawing/2014/main" id="{065F802F-644E-4EB8-BABB-EA9C668D6DDF}"/>
                </a:ext>
              </a:extLst>
            </p:cNvPr>
            <p:cNvSpPr txBox="1">
              <a:spLocks noChangeArrowheads="1"/>
            </p:cNvSpPr>
            <p:nvPr/>
          </p:nvSpPr>
          <p:spPr bwMode="auto">
            <a:xfrm>
              <a:off x="3880" y="3008"/>
              <a:ext cx="26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a</a:t>
              </a:r>
              <a:endParaRPr lang="en-US" altLang="en-US" sz="2400">
                <a:solidFill>
                  <a:schemeClr val="tx2"/>
                </a:solidFill>
                <a:latin typeface="Bookman Old Style" panose="02050604050505020204" pitchFamily="18" charset="0"/>
              </a:endParaRPr>
            </a:p>
          </p:txBody>
        </p:sp>
        <p:sp>
          <p:nvSpPr>
            <p:cNvPr id="69" name="Text Box 21">
              <a:extLst>
                <a:ext uri="{FF2B5EF4-FFF2-40B4-BE49-F238E27FC236}">
                  <a16:creationId xmlns:a16="http://schemas.microsoft.com/office/drawing/2014/main" id="{6E88AB4F-38B8-4FD4-A648-37FFC58DF1CA}"/>
                </a:ext>
              </a:extLst>
            </p:cNvPr>
            <p:cNvSpPr txBox="1">
              <a:spLocks noChangeArrowheads="1"/>
            </p:cNvSpPr>
            <p:nvPr/>
          </p:nvSpPr>
          <p:spPr bwMode="auto">
            <a:xfrm>
              <a:off x="4400" y="3910"/>
              <a:ext cx="25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b</a:t>
              </a:r>
              <a:endParaRPr lang="en-US" altLang="en-US" sz="2400">
                <a:solidFill>
                  <a:schemeClr val="tx2"/>
                </a:solidFill>
                <a:latin typeface="Bookman Old Style" panose="02050604050505020204" pitchFamily="18" charset="0"/>
              </a:endParaRPr>
            </a:p>
          </p:txBody>
        </p:sp>
        <p:sp>
          <p:nvSpPr>
            <p:cNvPr id="70" name="Text Box 22">
              <a:extLst>
                <a:ext uri="{FF2B5EF4-FFF2-40B4-BE49-F238E27FC236}">
                  <a16:creationId xmlns:a16="http://schemas.microsoft.com/office/drawing/2014/main" id="{BF0A0ED2-B247-44BA-9F21-178549334E18}"/>
                </a:ext>
              </a:extLst>
            </p:cNvPr>
            <p:cNvSpPr txBox="1">
              <a:spLocks noChangeArrowheads="1"/>
            </p:cNvSpPr>
            <p:nvPr/>
          </p:nvSpPr>
          <p:spPr bwMode="auto">
            <a:xfrm>
              <a:off x="4384" y="2088"/>
              <a:ext cx="23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c</a:t>
              </a:r>
              <a:endParaRPr lang="en-US" altLang="en-US" sz="2400">
                <a:solidFill>
                  <a:schemeClr val="tx2"/>
                </a:solidFill>
                <a:latin typeface="Bookman Old Style" panose="02050604050505020204" pitchFamily="18" charset="0"/>
              </a:endParaRPr>
            </a:p>
          </p:txBody>
        </p:sp>
        <p:sp>
          <p:nvSpPr>
            <p:cNvPr id="71" name="Text Box 23">
              <a:extLst>
                <a:ext uri="{FF2B5EF4-FFF2-40B4-BE49-F238E27FC236}">
                  <a16:creationId xmlns:a16="http://schemas.microsoft.com/office/drawing/2014/main" id="{83028FD6-6A50-4A91-B3CA-3249AFA2591C}"/>
                </a:ext>
              </a:extLst>
            </p:cNvPr>
            <p:cNvSpPr txBox="1">
              <a:spLocks noChangeArrowheads="1"/>
            </p:cNvSpPr>
            <p:nvPr/>
          </p:nvSpPr>
          <p:spPr bwMode="auto">
            <a:xfrm>
              <a:off x="5184" y="2984"/>
              <a:ext cx="265"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d</a:t>
              </a:r>
              <a:endParaRPr lang="en-US" altLang="en-US" sz="2400">
                <a:solidFill>
                  <a:schemeClr val="tx2"/>
                </a:solidFill>
                <a:latin typeface="Bookman Old Style" panose="02050604050505020204" pitchFamily="18" charset="0"/>
              </a:endParaRPr>
            </a:p>
          </p:txBody>
        </p:sp>
      </p:grpSp>
    </p:spTree>
    <p:extLst>
      <p:ext uri="{BB962C8B-B14F-4D97-AF65-F5344CB8AC3E}">
        <p14:creationId xmlns:p14="http://schemas.microsoft.com/office/powerpoint/2010/main" val="1568315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box(out)">
                                      <p:cBhvr>
                                        <p:cTn id="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IN" dirty="0"/>
              <a:t>Euler Paths and Circuits</a:t>
            </a:r>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normAutofit/>
          </a:bodyPr>
          <a:lstStyle/>
          <a:p>
            <a:pPr marL="0" indent="0">
              <a:buNone/>
            </a:pPr>
            <a:r>
              <a:rPr lang="en-US" dirty="0"/>
              <a:t>The Swiss mathematician Leonhard Euler solved this problem. His solution, published in 1736, may be the first use of graph theory.</a:t>
            </a:r>
          </a:p>
          <a:p>
            <a:pPr marL="0" indent="0">
              <a:buNone/>
            </a:pPr>
            <a:endParaRPr lang="en-IN" dirty="0"/>
          </a:p>
        </p:txBody>
      </p:sp>
      <p:grpSp>
        <p:nvGrpSpPr>
          <p:cNvPr id="40" name="Group 39">
            <a:extLst>
              <a:ext uri="{FF2B5EF4-FFF2-40B4-BE49-F238E27FC236}">
                <a16:creationId xmlns:a16="http://schemas.microsoft.com/office/drawing/2014/main" id="{839D7186-59FC-467A-BA4A-ABC4D18D900A}"/>
              </a:ext>
            </a:extLst>
          </p:cNvPr>
          <p:cNvGrpSpPr/>
          <p:nvPr/>
        </p:nvGrpSpPr>
        <p:grpSpPr>
          <a:xfrm>
            <a:off x="490333" y="3616048"/>
            <a:ext cx="4391025" cy="2866060"/>
            <a:chOff x="490333" y="3114261"/>
            <a:chExt cx="4391025" cy="2866060"/>
          </a:xfrm>
        </p:grpSpPr>
        <p:sp>
          <p:nvSpPr>
            <p:cNvPr id="41" name="Freeform 25">
              <a:extLst>
                <a:ext uri="{FF2B5EF4-FFF2-40B4-BE49-F238E27FC236}">
                  <a16:creationId xmlns:a16="http://schemas.microsoft.com/office/drawing/2014/main" id="{FAB73A2C-FC39-470A-BAE0-79693AE34759}"/>
                </a:ext>
              </a:extLst>
            </p:cNvPr>
            <p:cNvSpPr>
              <a:spLocks/>
            </p:cNvSpPr>
            <p:nvPr/>
          </p:nvSpPr>
          <p:spPr bwMode="auto">
            <a:xfrm>
              <a:off x="504711" y="3303729"/>
              <a:ext cx="3846101" cy="743733"/>
            </a:xfrm>
            <a:custGeom>
              <a:avLst/>
              <a:gdLst>
                <a:gd name="T0" fmla="*/ 0 w 4120"/>
                <a:gd name="T1" fmla="*/ 265 h 618"/>
                <a:gd name="T2" fmla="*/ 19 w 4120"/>
                <a:gd name="T3" fmla="*/ 265 h 618"/>
                <a:gd name="T4" fmla="*/ 52 w 4120"/>
                <a:gd name="T5" fmla="*/ 246 h 618"/>
                <a:gd name="T6" fmla="*/ 85 w 4120"/>
                <a:gd name="T7" fmla="*/ 200 h 618"/>
                <a:gd name="T8" fmla="*/ 106 w 4120"/>
                <a:gd name="T9" fmla="*/ 175 h 618"/>
                <a:gd name="T10" fmla="*/ 123 w 4120"/>
                <a:gd name="T11" fmla="*/ 143 h 618"/>
                <a:gd name="T12" fmla="*/ 129 w 4120"/>
                <a:gd name="T13" fmla="*/ 135 h 618"/>
                <a:gd name="T14" fmla="*/ 149 w 4120"/>
                <a:gd name="T15" fmla="*/ 104 h 618"/>
                <a:gd name="T16" fmla="*/ 164 w 4120"/>
                <a:gd name="T17" fmla="*/ 94 h 618"/>
                <a:gd name="T18" fmla="*/ 217 w 4120"/>
                <a:gd name="T19" fmla="*/ 97 h 618"/>
                <a:gd name="T20" fmla="*/ 229 w 4120"/>
                <a:gd name="T21" fmla="*/ 107 h 618"/>
                <a:gd name="T22" fmla="*/ 255 w 4120"/>
                <a:gd name="T23" fmla="*/ 132 h 618"/>
                <a:gd name="T24" fmla="*/ 299 w 4120"/>
                <a:gd name="T25" fmla="*/ 200 h 618"/>
                <a:gd name="T26" fmla="*/ 324 w 4120"/>
                <a:gd name="T27" fmla="*/ 257 h 618"/>
                <a:gd name="T28" fmla="*/ 362 w 4120"/>
                <a:gd name="T29" fmla="*/ 275 h 618"/>
                <a:gd name="T30" fmla="*/ 399 w 4120"/>
                <a:gd name="T31" fmla="*/ 246 h 618"/>
                <a:gd name="T32" fmla="*/ 410 w 4120"/>
                <a:gd name="T33" fmla="*/ 232 h 618"/>
                <a:gd name="T34" fmla="*/ 416 w 4120"/>
                <a:gd name="T35" fmla="*/ 217 h 618"/>
                <a:gd name="T36" fmla="*/ 420 w 4120"/>
                <a:gd name="T37" fmla="*/ 203 h 618"/>
                <a:gd name="T38" fmla="*/ 422 w 4120"/>
                <a:gd name="T39" fmla="*/ 192 h 618"/>
                <a:gd name="T40" fmla="*/ 425 w 4120"/>
                <a:gd name="T41" fmla="*/ 186 h 618"/>
                <a:gd name="T42" fmla="*/ 431 w 4120"/>
                <a:gd name="T43" fmla="*/ 157 h 618"/>
                <a:gd name="T44" fmla="*/ 440 w 4120"/>
                <a:gd name="T45" fmla="*/ 122 h 618"/>
                <a:gd name="T46" fmla="*/ 442 w 4120"/>
                <a:gd name="T47" fmla="*/ 111 h 618"/>
                <a:gd name="T48" fmla="*/ 445 w 4120"/>
                <a:gd name="T49" fmla="*/ 104 h 618"/>
                <a:gd name="T50" fmla="*/ 449 w 4120"/>
                <a:gd name="T51" fmla="*/ 85 h 618"/>
                <a:gd name="T52" fmla="*/ 456 w 4120"/>
                <a:gd name="T53" fmla="*/ 60 h 618"/>
                <a:gd name="T54" fmla="*/ 458 w 4120"/>
                <a:gd name="T55" fmla="*/ 54 h 618"/>
                <a:gd name="T56" fmla="*/ 466 w 4120"/>
                <a:gd name="T57" fmla="*/ 31 h 618"/>
                <a:gd name="T58" fmla="*/ 475 w 4120"/>
                <a:gd name="T59" fmla="*/ 0 h 61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120"/>
                <a:gd name="T91" fmla="*/ 0 h 618"/>
                <a:gd name="T92" fmla="*/ 4120 w 4120"/>
                <a:gd name="T93" fmla="*/ 618 h 61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120" h="618">
                  <a:moveTo>
                    <a:pt x="0" y="592"/>
                  </a:moveTo>
                  <a:lnTo>
                    <a:pt x="168" y="592"/>
                  </a:lnTo>
                  <a:cubicBezTo>
                    <a:pt x="259" y="562"/>
                    <a:pt x="352" y="558"/>
                    <a:pt x="448" y="552"/>
                  </a:cubicBezTo>
                  <a:cubicBezTo>
                    <a:pt x="546" y="519"/>
                    <a:pt x="639" y="480"/>
                    <a:pt x="736" y="448"/>
                  </a:cubicBezTo>
                  <a:cubicBezTo>
                    <a:pt x="796" y="428"/>
                    <a:pt x="863" y="420"/>
                    <a:pt x="920" y="392"/>
                  </a:cubicBezTo>
                  <a:cubicBezTo>
                    <a:pt x="970" y="367"/>
                    <a:pt x="1021" y="343"/>
                    <a:pt x="1072" y="320"/>
                  </a:cubicBezTo>
                  <a:cubicBezTo>
                    <a:pt x="1087" y="313"/>
                    <a:pt x="1106" y="313"/>
                    <a:pt x="1120" y="304"/>
                  </a:cubicBezTo>
                  <a:cubicBezTo>
                    <a:pt x="1170" y="271"/>
                    <a:pt x="1230" y="247"/>
                    <a:pt x="1288" y="232"/>
                  </a:cubicBezTo>
                  <a:cubicBezTo>
                    <a:pt x="1330" y="221"/>
                    <a:pt x="1416" y="208"/>
                    <a:pt x="1416" y="208"/>
                  </a:cubicBezTo>
                  <a:cubicBezTo>
                    <a:pt x="1571" y="211"/>
                    <a:pt x="1725" y="211"/>
                    <a:pt x="1880" y="216"/>
                  </a:cubicBezTo>
                  <a:cubicBezTo>
                    <a:pt x="1894" y="216"/>
                    <a:pt x="1983" y="240"/>
                    <a:pt x="1984" y="240"/>
                  </a:cubicBezTo>
                  <a:cubicBezTo>
                    <a:pt x="2059" y="255"/>
                    <a:pt x="2134" y="274"/>
                    <a:pt x="2208" y="296"/>
                  </a:cubicBezTo>
                  <a:cubicBezTo>
                    <a:pt x="2341" y="336"/>
                    <a:pt x="2472" y="382"/>
                    <a:pt x="2592" y="448"/>
                  </a:cubicBezTo>
                  <a:cubicBezTo>
                    <a:pt x="2667" y="490"/>
                    <a:pt x="2730" y="542"/>
                    <a:pt x="2808" y="576"/>
                  </a:cubicBezTo>
                  <a:cubicBezTo>
                    <a:pt x="2906" y="618"/>
                    <a:pt x="3033" y="607"/>
                    <a:pt x="3136" y="616"/>
                  </a:cubicBezTo>
                  <a:cubicBezTo>
                    <a:pt x="3252" y="608"/>
                    <a:pt x="3347" y="588"/>
                    <a:pt x="3456" y="552"/>
                  </a:cubicBezTo>
                  <a:cubicBezTo>
                    <a:pt x="3488" y="541"/>
                    <a:pt x="3520" y="531"/>
                    <a:pt x="3552" y="520"/>
                  </a:cubicBezTo>
                  <a:cubicBezTo>
                    <a:pt x="3570" y="514"/>
                    <a:pt x="3600" y="488"/>
                    <a:pt x="3600" y="488"/>
                  </a:cubicBezTo>
                  <a:cubicBezTo>
                    <a:pt x="3646" y="419"/>
                    <a:pt x="3585" y="500"/>
                    <a:pt x="3640" y="456"/>
                  </a:cubicBezTo>
                  <a:cubicBezTo>
                    <a:pt x="3648" y="450"/>
                    <a:pt x="3649" y="439"/>
                    <a:pt x="3656" y="432"/>
                  </a:cubicBezTo>
                  <a:cubicBezTo>
                    <a:pt x="3663" y="425"/>
                    <a:pt x="3672" y="421"/>
                    <a:pt x="3680" y="416"/>
                  </a:cubicBezTo>
                  <a:cubicBezTo>
                    <a:pt x="3717" y="360"/>
                    <a:pt x="3696" y="379"/>
                    <a:pt x="3736" y="352"/>
                  </a:cubicBezTo>
                  <a:cubicBezTo>
                    <a:pt x="3753" y="326"/>
                    <a:pt x="3790" y="289"/>
                    <a:pt x="3816" y="272"/>
                  </a:cubicBezTo>
                  <a:cubicBezTo>
                    <a:pt x="3821" y="264"/>
                    <a:pt x="3825" y="255"/>
                    <a:pt x="3832" y="248"/>
                  </a:cubicBezTo>
                  <a:cubicBezTo>
                    <a:pt x="3839" y="241"/>
                    <a:pt x="3850" y="240"/>
                    <a:pt x="3856" y="232"/>
                  </a:cubicBezTo>
                  <a:cubicBezTo>
                    <a:pt x="3900" y="177"/>
                    <a:pt x="3819" y="238"/>
                    <a:pt x="3888" y="192"/>
                  </a:cubicBezTo>
                  <a:cubicBezTo>
                    <a:pt x="3915" y="152"/>
                    <a:pt x="3896" y="173"/>
                    <a:pt x="3952" y="136"/>
                  </a:cubicBezTo>
                  <a:cubicBezTo>
                    <a:pt x="3960" y="131"/>
                    <a:pt x="3976" y="120"/>
                    <a:pt x="3976" y="120"/>
                  </a:cubicBezTo>
                  <a:cubicBezTo>
                    <a:pt x="3995" y="91"/>
                    <a:pt x="4012" y="91"/>
                    <a:pt x="4040" y="72"/>
                  </a:cubicBezTo>
                  <a:cubicBezTo>
                    <a:pt x="4061" y="40"/>
                    <a:pt x="4093" y="27"/>
                    <a:pt x="4120" y="0"/>
                  </a:cubicBezTo>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sz="2400"/>
            </a:p>
          </p:txBody>
        </p:sp>
        <p:sp>
          <p:nvSpPr>
            <p:cNvPr id="42" name="Freeform 26">
              <a:extLst>
                <a:ext uri="{FF2B5EF4-FFF2-40B4-BE49-F238E27FC236}">
                  <a16:creationId xmlns:a16="http://schemas.microsoft.com/office/drawing/2014/main" id="{1C8B670B-77FE-4A49-970C-716D731C9108}"/>
                </a:ext>
              </a:extLst>
            </p:cNvPr>
            <p:cNvSpPr>
              <a:spLocks/>
            </p:cNvSpPr>
            <p:nvPr/>
          </p:nvSpPr>
          <p:spPr bwMode="auto">
            <a:xfrm>
              <a:off x="1222171" y="3882031"/>
              <a:ext cx="1777114" cy="1149535"/>
            </a:xfrm>
            <a:custGeom>
              <a:avLst/>
              <a:gdLst>
                <a:gd name="T0" fmla="*/ 6 w 1904"/>
                <a:gd name="T1" fmla="*/ 100 h 955"/>
                <a:gd name="T2" fmla="*/ 12 w 1904"/>
                <a:gd name="T3" fmla="*/ 94 h 955"/>
                <a:gd name="T4" fmla="*/ 15 w 1904"/>
                <a:gd name="T5" fmla="*/ 85 h 955"/>
                <a:gd name="T6" fmla="*/ 35 w 1904"/>
                <a:gd name="T7" fmla="*/ 61 h 955"/>
                <a:gd name="T8" fmla="*/ 52 w 1904"/>
                <a:gd name="T9" fmla="*/ 36 h 955"/>
                <a:gd name="T10" fmla="*/ 93 w 1904"/>
                <a:gd name="T11" fmla="*/ 0 h 955"/>
                <a:gd name="T12" fmla="*/ 125 w 1904"/>
                <a:gd name="T13" fmla="*/ 3 h 955"/>
                <a:gd name="T14" fmla="*/ 138 w 1904"/>
                <a:gd name="T15" fmla="*/ 14 h 955"/>
                <a:gd name="T16" fmla="*/ 173 w 1904"/>
                <a:gd name="T17" fmla="*/ 43 h 955"/>
                <a:gd name="T18" fmla="*/ 187 w 1904"/>
                <a:gd name="T19" fmla="*/ 65 h 955"/>
                <a:gd name="T20" fmla="*/ 199 w 1904"/>
                <a:gd name="T21" fmla="*/ 79 h 955"/>
                <a:gd name="T22" fmla="*/ 204 w 1904"/>
                <a:gd name="T23" fmla="*/ 94 h 955"/>
                <a:gd name="T24" fmla="*/ 206 w 1904"/>
                <a:gd name="T25" fmla="*/ 97 h 955"/>
                <a:gd name="T26" fmla="*/ 212 w 1904"/>
                <a:gd name="T27" fmla="*/ 111 h 955"/>
                <a:gd name="T28" fmla="*/ 216 w 1904"/>
                <a:gd name="T29" fmla="*/ 129 h 955"/>
                <a:gd name="T30" fmla="*/ 219 w 1904"/>
                <a:gd name="T31" fmla="*/ 161 h 955"/>
                <a:gd name="T32" fmla="*/ 215 w 1904"/>
                <a:gd name="T33" fmla="*/ 301 h 955"/>
                <a:gd name="T34" fmla="*/ 207 w 1904"/>
                <a:gd name="T35" fmla="*/ 351 h 955"/>
                <a:gd name="T36" fmla="*/ 195 w 1904"/>
                <a:gd name="T37" fmla="*/ 387 h 955"/>
                <a:gd name="T38" fmla="*/ 130 w 1904"/>
                <a:gd name="T39" fmla="*/ 426 h 955"/>
                <a:gd name="T40" fmla="*/ 55 w 1904"/>
                <a:gd name="T41" fmla="*/ 415 h 955"/>
                <a:gd name="T42" fmla="*/ 38 w 1904"/>
                <a:gd name="T43" fmla="*/ 404 h 955"/>
                <a:gd name="T44" fmla="*/ 32 w 1904"/>
                <a:gd name="T45" fmla="*/ 398 h 955"/>
                <a:gd name="T46" fmla="*/ 27 w 1904"/>
                <a:gd name="T47" fmla="*/ 383 h 955"/>
                <a:gd name="T48" fmla="*/ 0 w 1904"/>
                <a:gd name="T49" fmla="*/ 198 h 955"/>
                <a:gd name="T50" fmla="*/ 1 w 1904"/>
                <a:gd name="T51" fmla="*/ 125 h 955"/>
                <a:gd name="T52" fmla="*/ 6 w 1904"/>
                <a:gd name="T53" fmla="*/ 100 h 95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04"/>
                <a:gd name="T82" fmla="*/ 0 h 955"/>
                <a:gd name="T83" fmla="*/ 1904 w 1904"/>
                <a:gd name="T84" fmla="*/ 955 h 95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04" h="955">
                  <a:moveTo>
                    <a:pt x="56" y="224"/>
                  </a:moveTo>
                  <a:cubicBezTo>
                    <a:pt x="72" y="219"/>
                    <a:pt x="90" y="217"/>
                    <a:pt x="104" y="208"/>
                  </a:cubicBezTo>
                  <a:cubicBezTo>
                    <a:pt x="112" y="203"/>
                    <a:pt x="119" y="196"/>
                    <a:pt x="128" y="192"/>
                  </a:cubicBezTo>
                  <a:cubicBezTo>
                    <a:pt x="183" y="168"/>
                    <a:pt x="246" y="151"/>
                    <a:pt x="304" y="136"/>
                  </a:cubicBezTo>
                  <a:cubicBezTo>
                    <a:pt x="347" y="108"/>
                    <a:pt x="399" y="96"/>
                    <a:pt x="448" y="80"/>
                  </a:cubicBezTo>
                  <a:cubicBezTo>
                    <a:pt x="567" y="40"/>
                    <a:pt x="682" y="11"/>
                    <a:pt x="808" y="0"/>
                  </a:cubicBezTo>
                  <a:cubicBezTo>
                    <a:pt x="899" y="3"/>
                    <a:pt x="989" y="3"/>
                    <a:pt x="1080" y="8"/>
                  </a:cubicBezTo>
                  <a:cubicBezTo>
                    <a:pt x="1118" y="10"/>
                    <a:pt x="1162" y="26"/>
                    <a:pt x="1200" y="32"/>
                  </a:cubicBezTo>
                  <a:cubicBezTo>
                    <a:pt x="1305" y="48"/>
                    <a:pt x="1403" y="62"/>
                    <a:pt x="1504" y="96"/>
                  </a:cubicBezTo>
                  <a:cubicBezTo>
                    <a:pt x="1545" y="110"/>
                    <a:pt x="1582" y="130"/>
                    <a:pt x="1624" y="144"/>
                  </a:cubicBezTo>
                  <a:cubicBezTo>
                    <a:pt x="1652" y="153"/>
                    <a:pt x="1695" y="160"/>
                    <a:pt x="1720" y="176"/>
                  </a:cubicBezTo>
                  <a:cubicBezTo>
                    <a:pt x="1736" y="187"/>
                    <a:pt x="1750" y="202"/>
                    <a:pt x="1768" y="208"/>
                  </a:cubicBezTo>
                  <a:cubicBezTo>
                    <a:pt x="1776" y="211"/>
                    <a:pt x="1785" y="212"/>
                    <a:pt x="1792" y="216"/>
                  </a:cubicBezTo>
                  <a:cubicBezTo>
                    <a:pt x="1809" y="225"/>
                    <a:pt x="1840" y="248"/>
                    <a:pt x="1840" y="248"/>
                  </a:cubicBezTo>
                  <a:cubicBezTo>
                    <a:pt x="1860" y="308"/>
                    <a:pt x="1831" y="236"/>
                    <a:pt x="1872" y="288"/>
                  </a:cubicBezTo>
                  <a:cubicBezTo>
                    <a:pt x="1878" y="295"/>
                    <a:pt x="1900" y="349"/>
                    <a:pt x="1904" y="360"/>
                  </a:cubicBezTo>
                  <a:cubicBezTo>
                    <a:pt x="1899" y="469"/>
                    <a:pt x="1898" y="569"/>
                    <a:pt x="1864" y="672"/>
                  </a:cubicBezTo>
                  <a:cubicBezTo>
                    <a:pt x="1847" y="722"/>
                    <a:pt x="1844" y="755"/>
                    <a:pt x="1800" y="784"/>
                  </a:cubicBezTo>
                  <a:cubicBezTo>
                    <a:pt x="1778" y="817"/>
                    <a:pt x="1724" y="846"/>
                    <a:pt x="1688" y="864"/>
                  </a:cubicBezTo>
                  <a:cubicBezTo>
                    <a:pt x="1505" y="955"/>
                    <a:pt x="1342" y="943"/>
                    <a:pt x="1136" y="952"/>
                  </a:cubicBezTo>
                  <a:cubicBezTo>
                    <a:pt x="914" y="947"/>
                    <a:pt x="694" y="937"/>
                    <a:pt x="472" y="928"/>
                  </a:cubicBezTo>
                  <a:cubicBezTo>
                    <a:pt x="423" y="923"/>
                    <a:pt x="375" y="917"/>
                    <a:pt x="328" y="904"/>
                  </a:cubicBezTo>
                  <a:cubicBezTo>
                    <a:pt x="312" y="900"/>
                    <a:pt x="294" y="897"/>
                    <a:pt x="280" y="888"/>
                  </a:cubicBezTo>
                  <a:cubicBezTo>
                    <a:pt x="264" y="877"/>
                    <a:pt x="232" y="856"/>
                    <a:pt x="232" y="856"/>
                  </a:cubicBezTo>
                  <a:cubicBezTo>
                    <a:pt x="141" y="720"/>
                    <a:pt x="40" y="602"/>
                    <a:pt x="0" y="440"/>
                  </a:cubicBezTo>
                  <a:cubicBezTo>
                    <a:pt x="3" y="387"/>
                    <a:pt x="1" y="333"/>
                    <a:pt x="8" y="280"/>
                  </a:cubicBezTo>
                  <a:cubicBezTo>
                    <a:pt x="12" y="250"/>
                    <a:pt x="110" y="224"/>
                    <a:pt x="56" y="224"/>
                  </a:cubicBezTo>
                  <a:close/>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sz="2400"/>
            </a:p>
          </p:txBody>
        </p:sp>
        <p:sp>
          <p:nvSpPr>
            <p:cNvPr id="43" name="Freeform 27">
              <a:extLst>
                <a:ext uri="{FF2B5EF4-FFF2-40B4-BE49-F238E27FC236}">
                  <a16:creationId xmlns:a16="http://schemas.microsoft.com/office/drawing/2014/main" id="{E5672725-A467-4F66-A2FE-F83BA1CBF905}"/>
                </a:ext>
              </a:extLst>
            </p:cNvPr>
            <p:cNvSpPr>
              <a:spLocks/>
            </p:cNvSpPr>
            <p:nvPr/>
          </p:nvSpPr>
          <p:spPr bwMode="auto">
            <a:xfrm>
              <a:off x="490333" y="4367013"/>
              <a:ext cx="4301882" cy="1084493"/>
            </a:xfrm>
            <a:custGeom>
              <a:avLst/>
              <a:gdLst>
                <a:gd name="T0" fmla="*/ 0 w 4608"/>
                <a:gd name="T1" fmla="*/ 9 h 901"/>
                <a:gd name="T2" fmla="*/ 19 w 4608"/>
                <a:gd name="T3" fmla="*/ 9 h 901"/>
                <a:gd name="T4" fmla="*/ 41 w 4608"/>
                <a:gd name="T5" fmla="*/ 13 h 901"/>
                <a:gd name="T6" fmla="*/ 61 w 4608"/>
                <a:gd name="T7" fmla="*/ 35 h 901"/>
                <a:gd name="T8" fmla="*/ 63 w 4608"/>
                <a:gd name="T9" fmla="*/ 45 h 901"/>
                <a:gd name="T10" fmla="*/ 66 w 4608"/>
                <a:gd name="T11" fmla="*/ 52 h 901"/>
                <a:gd name="T12" fmla="*/ 68 w 4608"/>
                <a:gd name="T13" fmla="*/ 85 h 901"/>
                <a:gd name="T14" fmla="*/ 85 w 4608"/>
                <a:gd name="T15" fmla="*/ 224 h 901"/>
                <a:gd name="T16" fmla="*/ 99 w 4608"/>
                <a:gd name="T17" fmla="*/ 295 h 901"/>
                <a:gd name="T18" fmla="*/ 119 w 4608"/>
                <a:gd name="T19" fmla="*/ 346 h 901"/>
                <a:gd name="T20" fmla="*/ 128 w 4608"/>
                <a:gd name="T21" fmla="*/ 359 h 901"/>
                <a:gd name="T22" fmla="*/ 191 w 4608"/>
                <a:gd name="T23" fmla="*/ 403 h 901"/>
                <a:gd name="T24" fmla="*/ 284 w 4608"/>
                <a:gd name="T25" fmla="*/ 353 h 901"/>
                <a:gd name="T26" fmla="*/ 315 w 4608"/>
                <a:gd name="T27" fmla="*/ 313 h 901"/>
                <a:gd name="T28" fmla="*/ 323 w 4608"/>
                <a:gd name="T29" fmla="*/ 302 h 901"/>
                <a:gd name="T30" fmla="*/ 329 w 4608"/>
                <a:gd name="T31" fmla="*/ 289 h 901"/>
                <a:gd name="T32" fmla="*/ 330 w 4608"/>
                <a:gd name="T33" fmla="*/ 278 h 901"/>
                <a:gd name="T34" fmla="*/ 333 w 4608"/>
                <a:gd name="T35" fmla="*/ 271 h 901"/>
                <a:gd name="T36" fmla="*/ 334 w 4608"/>
                <a:gd name="T37" fmla="*/ 260 h 901"/>
                <a:gd name="T38" fmla="*/ 347 w 4608"/>
                <a:gd name="T39" fmla="*/ 206 h 901"/>
                <a:gd name="T40" fmla="*/ 356 w 4608"/>
                <a:gd name="T41" fmla="*/ 192 h 901"/>
                <a:gd name="T42" fmla="*/ 369 w 4608"/>
                <a:gd name="T43" fmla="*/ 188 h 901"/>
                <a:gd name="T44" fmla="*/ 400 w 4608"/>
                <a:gd name="T45" fmla="*/ 181 h 901"/>
                <a:gd name="T46" fmla="*/ 453 w 4608"/>
                <a:gd name="T47" fmla="*/ 185 h 901"/>
                <a:gd name="T48" fmla="*/ 466 w 4608"/>
                <a:gd name="T49" fmla="*/ 199 h 901"/>
                <a:gd name="T50" fmla="*/ 512 w 4608"/>
                <a:gd name="T51" fmla="*/ 246 h 901"/>
                <a:gd name="T52" fmla="*/ 523 w 4608"/>
                <a:gd name="T53" fmla="*/ 266 h 901"/>
                <a:gd name="T54" fmla="*/ 532 w 4608"/>
                <a:gd name="T55" fmla="*/ 289 h 90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608"/>
                <a:gd name="T85" fmla="*/ 0 h 901"/>
                <a:gd name="T86" fmla="*/ 4608 w 4608"/>
                <a:gd name="T87" fmla="*/ 901 h 90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608" h="901">
                  <a:moveTo>
                    <a:pt x="0" y="21"/>
                  </a:moveTo>
                  <a:cubicBezTo>
                    <a:pt x="62" y="0"/>
                    <a:pt x="104" y="17"/>
                    <a:pt x="168" y="21"/>
                  </a:cubicBezTo>
                  <a:cubicBezTo>
                    <a:pt x="229" y="25"/>
                    <a:pt x="291" y="26"/>
                    <a:pt x="352" y="29"/>
                  </a:cubicBezTo>
                  <a:cubicBezTo>
                    <a:pt x="414" y="38"/>
                    <a:pt x="475" y="42"/>
                    <a:pt x="528" y="77"/>
                  </a:cubicBezTo>
                  <a:cubicBezTo>
                    <a:pt x="533" y="85"/>
                    <a:pt x="537" y="94"/>
                    <a:pt x="544" y="101"/>
                  </a:cubicBezTo>
                  <a:cubicBezTo>
                    <a:pt x="551" y="108"/>
                    <a:pt x="563" y="109"/>
                    <a:pt x="568" y="117"/>
                  </a:cubicBezTo>
                  <a:cubicBezTo>
                    <a:pt x="581" y="138"/>
                    <a:pt x="584" y="165"/>
                    <a:pt x="592" y="189"/>
                  </a:cubicBezTo>
                  <a:cubicBezTo>
                    <a:pt x="627" y="295"/>
                    <a:pt x="635" y="433"/>
                    <a:pt x="736" y="501"/>
                  </a:cubicBezTo>
                  <a:cubicBezTo>
                    <a:pt x="771" y="553"/>
                    <a:pt x="803" y="626"/>
                    <a:pt x="856" y="661"/>
                  </a:cubicBezTo>
                  <a:cubicBezTo>
                    <a:pt x="872" y="709"/>
                    <a:pt x="983" y="757"/>
                    <a:pt x="1032" y="773"/>
                  </a:cubicBezTo>
                  <a:cubicBezTo>
                    <a:pt x="1056" y="781"/>
                    <a:pt x="1078" y="796"/>
                    <a:pt x="1104" y="805"/>
                  </a:cubicBezTo>
                  <a:cubicBezTo>
                    <a:pt x="1280" y="864"/>
                    <a:pt x="1473" y="887"/>
                    <a:pt x="1656" y="901"/>
                  </a:cubicBezTo>
                  <a:cubicBezTo>
                    <a:pt x="1924" y="888"/>
                    <a:pt x="2207" y="875"/>
                    <a:pt x="2464" y="789"/>
                  </a:cubicBezTo>
                  <a:cubicBezTo>
                    <a:pt x="2552" y="760"/>
                    <a:pt x="2640" y="730"/>
                    <a:pt x="2728" y="701"/>
                  </a:cubicBezTo>
                  <a:cubicBezTo>
                    <a:pt x="2749" y="694"/>
                    <a:pt x="2782" y="689"/>
                    <a:pt x="2800" y="677"/>
                  </a:cubicBezTo>
                  <a:cubicBezTo>
                    <a:pt x="2816" y="666"/>
                    <a:pt x="2848" y="645"/>
                    <a:pt x="2848" y="645"/>
                  </a:cubicBezTo>
                  <a:cubicBezTo>
                    <a:pt x="2853" y="637"/>
                    <a:pt x="2857" y="628"/>
                    <a:pt x="2864" y="621"/>
                  </a:cubicBezTo>
                  <a:cubicBezTo>
                    <a:pt x="2871" y="614"/>
                    <a:pt x="2882" y="613"/>
                    <a:pt x="2888" y="605"/>
                  </a:cubicBezTo>
                  <a:cubicBezTo>
                    <a:pt x="2893" y="598"/>
                    <a:pt x="2892" y="588"/>
                    <a:pt x="2896" y="581"/>
                  </a:cubicBezTo>
                  <a:cubicBezTo>
                    <a:pt x="2929" y="522"/>
                    <a:pt x="2951" y="489"/>
                    <a:pt x="3008" y="461"/>
                  </a:cubicBezTo>
                  <a:cubicBezTo>
                    <a:pt x="3036" y="447"/>
                    <a:pt x="3055" y="433"/>
                    <a:pt x="3088" y="429"/>
                  </a:cubicBezTo>
                  <a:cubicBezTo>
                    <a:pt x="3125" y="425"/>
                    <a:pt x="3163" y="423"/>
                    <a:pt x="3200" y="421"/>
                  </a:cubicBezTo>
                  <a:cubicBezTo>
                    <a:pt x="3473" y="405"/>
                    <a:pt x="3270" y="421"/>
                    <a:pt x="3464" y="405"/>
                  </a:cubicBezTo>
                  <a:cubicBezTo>
                    <a:pt x="3619" y="408"/>
                    <a:pt x="3773" y="408"/>
                    <a:pt x="3928" y="413"/>
                  </a:cubicBezTo>
                  <a:cubicBezTo>
                    <a:pt x="3966" y="414"/>
                    <a:pt x="4003" y="438"/>
                    <a:pt x="4040" y="445"/>
                  </a:cubicBezTo>
                  <a:cubicBezTo>
                    <a:pt x="4171" y="471"/>
                    <a:pt x="4305" y="507"/>
                    <a:pt x="4432" y="549"/>
                  </a:cubicBezTo>
                  <a:cubicBezTo>
                    <a:pt x="4465" y="560"/>
                    <a:pt x="4494" y="586"/>
                    <a:pt x="4528" y="597"/>
                  </a:cubicBezTo>
                  <a:cubicBezTo>
                    <a:pt x="4543" y="612"/>
                    <a:pt x="4586" y="645"/>
                    <a:pt x="4608" y="645"/>
                  </a:cubicBezTo>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sz="2400"/>
            </a:p>
          </p:txBody>
        </p:sp>
        <p:sp>
          <p:nvSpPr>
            <p:cNvPr id="44" name="Freeform 28">
              <a:extLst>
                <a:ext uri="{FF2B5EF4-FFF2-40B4-BE49-F238E27FC236}">
                  <a16:creationId xmlns:a16="http://schemas.microsoft.com/office/drawing/2014/main" id="{F43B4A8A-9DAD-40F0-BDCA-C0A4C5CBCD85}"/>
                </a:ext>
              </a:extLst>
            </p:cNvPr>
            <p:cNvSpPr>
              <a:spLocks/>
            </p:cNvSpPr>
            <p:nvPr/>
          </p:nvSpPr>
          <p:spPr bwMode="auto">
            <a:xfrm>
              <a:off x="3291157" y="3553997"/>
              <a:ext cx="1590201" cy="1358798"/>
            </a:xfrm>
            <a:custGeom>
              <a:avLst/>
              <a:gdLst>
                <a:gd name="T0" fmla="*/ 147 w 1704"/>
                <a:gd name="T1" fmla="*/ 0 h 1128"/>
                <a:gd name="T2" fmla="*/ 138 w 1704"/>
                <a:gd name="T3" fmla="*/ 54 h 1128"/>
                <a:gd name="T4" fmla="*/ 132 w 1704"/>
                <a:gd name="T5" fmla="*/ 68 h 1128"/>
                <a:gd name="T6" fmla="*/ 130 w 1704"/>
                <a:gd name="T7" fmla="*/ 76 h 1128"/>
                <a:gd name="T8" fmla="*/ 128 w 1704"/>
                <a:gd name="T9" fmla="*/ 86 h 1128"/>
                <a:gd name="T10" fmla="*/ 125 w 1704"/>
                <a:gd name="T11" fmla="*/ 90 h 1128"/>
                <a:gd name="T12" fmla="*/ 117 w 1704"/>
                <a:gd name="T13" fmla="*/ 129 h 1128"/>
                <a:gd name="T14" fmla="*/ 112 w 1704"/>
                <a:gd name="T15" fmla="*/ 147 h 1128"/>
                <a:gd name="T16" fmla="*/ 110 w 1704"/>
                <a:gd name="T17" fmla="*/ 158 h 1128"/>
                <a:gd name="T18" fmla="*/ 105 w 1704"/>
                <a:gd name="T19" fmla="*/ 173 h 1128"/>
                <a:gd name="T20" fmla="*/ 103 w 1704"/>
                <a:gd name="T21" fmla="*/ 183 h 1128"/>
                <a:gd name="T22" fmla="*/ 98 w 1704"/>
                <a:gd name="T23" fmla="*/ 198 h 1128"/>
                <a:gd name="T24" fmla="*/ 79 w 1704"/>
                <a:gd name="T25" fmla="*/ 244 h 1128"/>
                <a:gd name="T26" fmla="*/ 69 w 1704"/>
                <a:gd name="T27" fmla="*/ 248 h 1128"/>
                <a:gd name="T28" fmla="*/ 23 w 1704"/>
                <a:gd name="T29" fmla="*/ 265 h 1128"/>
                <a:gd name="T30" fmla="*/ 11 w 1704"/>
                <a:gd name="T31" fmla="*/ 277 h 1128"/>
                <a:gd name="T32" fmla="*/ 5 w 1704"/>
                <a:gd name="T33" fmla="*/ 283 h 1128"/>
                <a:gd name="T34" fmla="*/ 2 w 1704"/>
                <a:gd name="T35" fmla="*/ 316 h 1128"/>
                <a:gd name="T36" fmla="*/ 0 w 1704"/>
                <a:gd name="T37" fmla="*/ 337 h 1128"/>
                <a:gd name="T38" fmla="*/ 3 w 1704"/>
                <a:gd name="T39" fmla="*/ 394 h 1128"/>
                <a:gd name="T40" fmla="*/ 5 w 1704"/>
                <a:gd name="T41" fmla="*/ 400 h 1128"/>
                <a:gd name="T42" fmla="*/ 8 w 1704"/>
                <a:gd name="T43" fmla="*/ 406 h 1128"/>
                <a:gd name="T44" fmla="*/ 14 w 1704"/>
                <a:gd name="T45" fmla="*/ 413 h 1128"/>
                <a:gd name="T46" fmla="*/ 125 w 1704"/>
                <a:gd name="T47" fmla="*/ 406 h 1128"/>
                <a:gd name="T48" fmla="*/ 154 w 1704"/>
                <a:gd name="T49" fmla="*/ 428 h 1128"/>
                <a:gd name="T50" fmla="*/ 166 w 1704"/>
                <a:gd name="T51" fmla="*/ 439 h 1128"/>
                <a:gd name="T52" fmla="*/ 183 w 1704"/>
                <a:gd name="T53" fmla="*/ 467 h 1128"/>
                <a:gd name="T54" fmla="*/ 191 w 1704"/>
                <a:gd name="T55" fmla="*/ 488 h 1128"/>
                <a:gd name="T56" fmla="*/ 196 w 1704"/>
                <a:gd name="T57" fmla="*/ 507 h 112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04"/>
                <a:gd name="T88" fmla="*/ 0 h 1128"/>
                <a:gd name="T89" fmla="*/ 1704 w 1704"/>
                <a:gd name="T90" fmla="*/ 1128 h 112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04" h="1128">
                  <a:moveTo>
                    <a:pt x="1272" y="0"/>
                  </a:moveTo>
                  <a:cubicBezTo>
                    <a:pt x="1257" y="44"/>
                    <a:pt x="1226" y="81"/>
                    <a:pt x="1200" y="120"/>
                  </a:cubicBezTo>
                  <a:cubicBezTo>
                    <a:pt x="1189" y="136"/>
                    <a:pt x="1168" y="141"/>
                    <a:pt x="1152" y="152"/>
                  </a:cubicBezTo>
                  <a:cubicBezTo>
                    <a:pt x="1144" y="157"/>
                    <a:pt x="1128" y="168"/>
                    <a:pt x="1128" y="168"/>
                  </a:cubicBezTo>
                  <a:cubicBezTo>
                    <a:pt x="1123" y="176"/>
                    <a:pt x="1120" y="186"/>
                    <a:pt x="1112" y="192"/>
                  </a:cubicBezTo>
                  <a:cubicBezTo>
                    <a:pt x="1105" y="197"/>
                    <a:pt x="1094" y="194"/>
                    <a:pt x="1088" y="200"/>
                  </a:cubicBezTo>
                  <a:cubicBezTo>
                    <a:pt x="1055" y="233"/>
                    <a:pt x="1053" y="263"/>
                    <a:pt x="1016" y="288"/>
                  </a:cubicBezTo>
                  <a:cubicBezTo>
                    <a:pt x="973" y="352"/>
                    <a:pt x="1029" y="275"/>
                    <a:pt x="976" y="328"/>
                  </a:cubicBezTo>
                  <a:cubicBezTo>
                    <a:pt x="969" y="335"/>
                    <a:pt x="967" y="346"/>
                    <a:pt x="960" y="352"/>
                  </a:cubicBezTo>
                  <a:cubicBezTo>
                    <a:pt x="946" y="365"/>
                    <a:pt x="912" y="384"/>
                    <a:pt x="912" y="384"/>
                  </a:cubicBezTo>
                  <a:cubicBezTo>
                    <a:pt x="907" y="392"/>
                    <a:pt x="903" y="402"/>
                    <a:pt x="896" y="408"/>
                  </a:cubicBezTo>
                  <a:cubicBezTo>
                    <a:pt x="882" y="421"/>
                    <a:pt x="848" y="440"/>
                    <a:pt x="848" y="440"/>
                  </a:cubicBezTo>
                  <a:cubicBezTo>
                    <a:pt x="826" y="473"/>
                    <a:pt x="733" y="538"/>
                    <a:pt x="688" y="544"/>
                  </a:cubicBezTo>
                  <a:cubicBezTo>
                    <a:pt x="659" y="548"/>
                    <a:pt x="629" y="549"/>
                    <a:pt x="600" y="552"/>
                  </a:cubicBezTo>
                  <a:cubicBezTo>
                    <a:pt x="466" y="579"/>
                    <a:pt x="336" y="586"/>
                    <a:pt x="200" y="592"/>
                  </a:cubicBezTo>
                  <a:cubicBezTo>
                    <a:pt x="127" y="602"/>
                    <a:pt x="162" y="594"/>
                    <a:pt x="96" y="616"/>
                  </a:cubicBezTo>
                  <a:cubicBezTo>
                    <a:pt x="80" y="621"/>
                    <a:pt x="48" y="632"/>
                    <a:pt x="48" y="632"/>
                  </a:cubicBezTo>
                  <a:cubicBezTo>
                    <a:pt x="23" y="670"/>
                    <a:pt x="35" y="647"/>
                    <a:pt x="16" y="704"/>
                  </a:cubicBezTo>
                  <a:cubicBezTo>
                    <a:pt x="11" y="720"/>
                    <a:pt x="0" y="752"/>
                    <a:pt x="0" y="752"/>
                  </a:cubicBezTo>
                  <a:cubicBezTo>
                    <a:pt x="10" y="849"/>
                    <a:pt x="0" y="807"/>
                    <a:pt x="24" y="880"/>
                  </a:cubicBezTo>
                  <a:cubicBezTo>
                    <a:pt x="27" y="888"/>
                    <a:pt x="40" y="884"/>
                    <a:pt x="48" y="888"/>
                  </a:cubicBezTo>
                  <a:cubicBezTo>
                    <a:pt x="57" y="892"/>
                    <a:pt x="63" y="900"/>
                    <a:pt x="72" y="904"/>
                  </a:cubicBezTo>
                  <a:cubicBezTo>
                    <a:pt x="87" y="911"/>
                    <a:pt x="120" y="920"/>
                    <a:pt x="120" y="920"/>
                  </a:cubicBezTo>
                  <a:cubicBezTo>
                    <a:pt x="444" y="913"/>
                    <a:pt x="765" y="919"/>
                    <a:pt x="1088" y="904"/>
                  </a:cubicBezTo>
                  <a:cubicBezTo>
                    <a:pt x="1177" y="912"/>
                    <a:pt x="1259" y="924"/>
                    <a:pt x="1344" y="952"/>
                  </a:cubicBezTo>
                  <a:cubicBezTo>
                    <a:pt x="1375" y="962"/>
                    <a:pt x="1409" y="963"/>
                    <a:pt x="1440" y="976"/>
                  </a:cubicBezTo>
                  <a:cubicBezTo>
                    <a:pt x="1489" y="997"/>
                    <a:pt x="1542" y="1023"/>
                    <a:pt x="1592" y="1040"/>
                  </a:cubicBezTo>
                  <a:cubicBezTo>
                    <a:pt x="1611" y="1069"/>
                    <a:pt x="1628" y="1069"/>
                    <a:pt x="1656" y="1088"/>
                  </a:cubicBezTo>
                  <a:cubicBezTo>
                    <a:pt x="1681" y="1125"/>
                    <a:pt x="1679" y="1103"/>
                    <a:pt x="1704" y="1128"/>
                  </a:cubicBezTo>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sz="2400"/>
            </a:p>
          </p:txBody>
        </p:sp>
        <p:sp>
          <p:nvSpPr>
            <p:cNvPr id="45" name="Freeform 29">
              <a:extLst>
                <a:ext uri="{FF2B5EF4-FFF2-40B4-BE49-F238E27FC236}">
                  <a16:creationId xmlns:a16="http://schemas.microsoft.com/office/drawing/2014/main" id="{3D580D23-7971-4F65-A951-32CB3666464C}"/>
                </a:ext>
              </a:extLst>
            </p:cNvPr>
            <p:cNvSpPr>
              <a:spLocks/>
            </p:cNvSpPr>
            <p:nvPr/>
          </p:nvSpPr>
          <p:spPr bwMode="auto">
            <a:xfrm>
              <a:off x="1515481" y="3385738"/>
              <a:ext cx="330693" cy="755045"/>
            </a:xfrm>
            <a:custGeom>
              <a:avLst/>
              <a:gdLst>
                <a:gd name="T0" fmla="*/ 104 w 210"/>
                <a:gd name="T1" fmla="*/ 21 h 442"/>
                <a:gd name="T2" fmla="*/ 28 w 210"/>
                <a:gd name="T3" fmla="*/ 237 h 442"/>
                <a:gd name="T4" fmla="*/ 11 w 210"/>
                <a:gd name="T5" fmla="*/ 330 h 442"/>
                <a:gd name="T6" fmla="*/ 0 w 210"/>
                <a:gd name="T7" fmla="*/ 375 h 442"/>
                <a:gd name="T8" fmla="*/ 47 w 210"/>
                <a:gd name="T9" fmla="*/ 993 h 442"/>
                <a:gd name="T10" fmla="*/ 114 w 210"/>
                <a:gd name="T11" fmla="*/ 1102 h 442"/>
                <a:gd name="T12" fmla="*/ 141 w 210"/>
                <a:gd name="T13" fmla="*/ 1134 h 442"/>
                <a:gd name="T14" fmla="*/ 331 w 210"/>
                <a:gd name="T15" fmla="*/ 1116 h 442"/>
                <a:gd name="T16" fmla="*/ 246 w 210"/>
                <a:gd name="T17" fmla="*/ 1040 h 442"/>
                <a:gd name="T18" fmla="*/ 180 w 210"/>
                <a:gd name="T19" fmla="*/ 593 h 442"/>
                <a:gd name="T20" fmla="*/ 209 w 210"/>
                <a:gd name="T21" fmla="*/ 346 h 442"/>
                <a:gd name="T22" fmla="*/ 227 w 210"/>
                <a:gd name="T23" fmla="*/ 253 h 442"/>
                <a:gd name="T24" fmla="*/ 237 w 210"/>
                <a:gd name="T25" fmla="*/ 205 h 442"/>
                <a:gd name="T26" fmla="*/ 217 w 210"/>
                <a:gd name="T27" fmla="*/ 297 h 442"/>
                <a:gd name="T28" fmla="*/ 227 w 210"/>
                <a:gd name="T29" fmla="*/ 253 h 442"/>
                <a:gd name="T30" fmla="*/ 302 w 210"/>
                <a:gd name="T31" fmla="*/ 83 h 442"/>
                <a:gd name="T32" fmla="*/ 104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46" name="Freeform 30">
              <a:extLst>
                <a:ext uri="{FF2B5EF4-FFF2-40B4-BE49-F238E27FC236}">
                  <a16:creationId xmlns:a16="http://schemas.microsoft.com/office/drawing/2014/main" id="{098F876B-8910-48E4-AD50-53C343CED268}"/>
                </a:ext>
              </a:extLst>
            </p:cNvPr>
            <p:cNvSpPr>
              <a:spLocks/>
            </p:cNvSpPr>
            <p:nvPr/>
          </p:nvSpPr>
          <p:spPr bwMode="auto">
            <a:xfrm>
              <a:off x="2299079" y="3375840"/>
              <a:ext cx="330693" cy="755045"/>
            </a:xfrm>
            <a:custGeom>
              <a:avLst/>
              <a:gdLst>
                <a:gd name="T0" fmla="*/ 104 w 210"/>
                <a:gd name="T1" fmla="*/ 21 h 442"/>
                <a:gd name="T2" fmla="*/ 28 w 210"/>
                <a:gd name="T3" fmla="*/ 237 h 442"/>
                <a:gd name="T4" fmla="*/ 11 w 210"/>
                <a:gd name="T5" fmla="*/ 330 h 442"/>
                <a:gd name="T6" fmla="*/ 0 w 210"/>
                <a:gd name="T7" fmla="*/ 375 h 442"/>
                <a:gd name="T8" fmla="*/ 47 w 210"/>
                <a:gd name="T9" fmla="*/ 993 h 442"/>
                <a:gd name="T10" fmla="*/ 114 w 210"/>
                <a:gd name="T11" fmla="*/ 1102 h 442"/>
                <a:gd name="T12" fmla="*/ 141 w 210"/>
                <a:gd name="T13" fmla="*/ 1134 h 442"/>
                <a:gd name="T14" fmla="*/ 331 w 210"/>
                <a:gd name="T15" fmla="*/ 1116 h 442"/>
                <a:gd name="T16" fmla="*/ 246 w 210"/>
                <a:gd name="T17" fmla="*/ 1040 h 442"/>
                <a:gd name="T18" fmla="*/ 180 w 210"/>
                <a:gd name="T19" fmla="*/ 593 h 442"/>
                <a:gd name="T20" fmla="*/ 209 w 210"/>
                <a:gd name="T21" fmla="*/ 346 h 442"/>
                <a:gd name="T22" fmla="*/ 227 w 210"/>
                <a:gd name="T23" fmla="*/ 253 h 442"/>
                <a:gd name="T24" fmla="*/ 237 w 210"/>
                <a:gd name="T25" fmla="*/ 205 h 442"/>
                <a:gd name="T26" fmla="*/ 217 w 210"/>
                <a:gd name="T27" fmla="*/ 297 h 442"/>
                <a:gd name="T28" fmla="*/ 227 w 210"/>
                <a:gd name="T29" fmla="*/ 253 h 442"/>
                <a:gd name="T30" fmla="*/ 302 w 210"/>
                <a:gd name="T31" fmla="*/ 83 h 442"/>
                <a:gd name="T32" fmla="*/ 104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47" name="Freeform 31">
              <a:extLst>
                <a:ext uri="{FF2B5EF4-FFF2-40B4-BE49-F238E27FC236}">
                  <a16:creationId xmlns:a16="http://schemas.microsoft.com/office/drawing/2014/main" id="{55E3C49C-B89D-478E-BAF2-E483A118C863}"/>
                </a:ext>
              </a:extLst>
            </p:cNvPr>
            <p:cNvSpPr>
              <a:spLocks/>
            </p:cNvSpPr>
            <p:nvPr/>
          </p:nvSpPr>
          <p:spPr bwMode="auto">
            <a:xfrm>
              <a:off x="1468033" y="4760089"/>
              <a:ext cx="330693" cy="755045"/>
            </a:xfrm>
            <a:custGeom>
              <a:avLst/>
              <a:gdLst>
                <a:gd name="T0" fmla="*/ 104 w 210"/>
                <a:gd name="T1" fmla="*/ 21 h 442"/>
                <a:gd name="T2" fmla="*/ 28 w 210"/>
                <a:gd name="T3" fmla="*/ 237 h 442"/>
                <a:gd name="T4" fmla="*/ 11 w 210"/>
                <a:gd name="T5" fmla="*/ 330 h 442"/>
                <a:gd name="T6" fmla="*/ 0 w 210"/>
                <a:gd name="T7" fmla="*/ 375 h 442"/>
                <a:gd name="T8" fmla="*/ 47 w 210"/>
                <a:gd name="T9" fmla="*/ 993 h 442"/>
                <a:gd name="T10" fmla="*/ 114 w 210"/>
                <a:gd name="T11" fmla="*/ 1102 h 442"/>
                <a:gd name="T12" fmla="*/ 141 w 210"/>
                <a:gd name="T13" fmla="*/ 1134 h 442"/>
                <a:gd name="T14" fmla="*/ 331 w 210"/>
                <a:gd name="T15" fmla="*/ 1116 h 442"/>
                <a:gd name="T16" fmla="*/ 246 w 210"/>
                <a:gd name="T17" fmla="*/ 1040 h 442"/>
                <a:gd name="T18" fmla="*/ 180 w 210"/>
                <a:gd name="T19" fmla="*/ 593 h 442"/>
                <a:gd name="T20" fmla="*/ 209 w 210"/>
                <a:gd name="T21" fmla="*/ 346 h 442"/>
                <a:gd name="T22" fmla="*/ 227 w 210"/>
                <a:gd name="T23" fmla="*/ 253 h 442"/>
                <a:gd name="T24" fmla="*/ 237 w 210"/>
                <a:gd name="T25" fmla="*/ 205 h 442"/>
                <a:gd name="T26" fmla="*/ 217 w 210"/>
                <a:gd name="T27" fmla="*/ 297 h 442"/>
                <a:gd name="T28" fmla="*/ 227 w 210"/>
                <a:gd name="T29" fmla="*/ 253 h 442"/>
                <a:gd name="T30" fmla="*/ 302 w 210"/>
                <a:gd name="T31" fmla="*/ 83 h 442"/>
                <a:gd name="T32" fmla="*/ 104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48" name="Freeform 32">
              <a:extLst>
                <a:ext uri="{FF2B5EF4-FFF2-40B4-BE49-F238E27FC236}">
                  <a16:creationId xmlns:a16="http://schemas.microsoft.com/office/drawing/2014/main" id="{84C89534-ACDE-4BEC-BCF3-9F00B651C7A4}"/>
                </a:ext>
              </a:extLst>
            </p:cNvPr>
            <p:cNvSpPr>
              <a:spLocks/>
            </p:cNvSpPr>
            <p:nvPr/>
          </p:nvSpPr>
          <p:spPr bwMode="auto">
            <a:xfrm>
              <a:off x="2261696" y="4822303"/>
              <a:ext cx="329255" cy="755045"/>
            </a:xfrm>
            <a:custGeom>
              <a:avLst/>
              <a:gdLst>
                <a:gd name="T0" fmla="*/ 103 w 210"/>
                <a:gd name="T1" fmla="*/ 21 h 442"/>
                <a:gd name="T2" fmla="*/ 28 w 210"/>
                <a:gd name="T3" fmla="*/ 237 h 442"/>
                <a:gd name="T4" fmla="*/ 11 w 210"/>
                <a:gd name="T5" fmla="*/ 330 h 442"/>
                <a:gd name="T6" fmla="*/ 0 w 210"/>
                <a:gd name="T7" fmla="*/ 375 h 442"/>
                <a:gd name="T8" fmla="*/ 47 w 210"/>
                <a:gd name="T9" fmla="*/ 993 h 442"/>
                <a:gd name="T10" fmla="*/ 112 w 210"/>
                <a:gd name="T11" fmla="*/ 1102 h 442"/>
                <a:gd name="T12" fmla="*/ 140 w 210"/>
                <a:gd name="T13" fmla="*/ 1134 h 442"/>
                <a:gd name="T14" fmla="*/ 325 w 210"/>
                <a:gd name="T15" fmla="*/ 1116 h 442"/>
                <a:gd name="T16" fmla="*/ 240 w 210"/>
                <a:gd name="T17" fmla="*/ 1040 h 442"/>
                <a:gd name="T18" fmla="*/ 174 w 210"/>
                <a:gd name="T19" fmla="*/ 593 h 442"/>
                <a:gd name="T20" fmla="*/ 203 w 210"/>
                <a:gd name="T21" fmla="*/ 346 h 442"/>
                <a:gd name="T22" fmla="*/ 221 w 210"/>
                <a:gd name="T23" fmla="*/ 253 h 442"/>
                <a:gd name="T24" fmla="*/ 232 w 210"/>
                <a:gd name="T25" fmla="*/ 205 h 442"/>
                <a:gd name="T26" fmla="*/ 213 w 210"/>
                <a:gd name="T27" fmla="*/ 297 h 442"/>
                <a:gd name="T28" fmla="*/ 221 w 210"/>
                <a:gd name="T29" fmla="*/ 253 h 442"/>
                <a:gd name="T30" fmla="*/ 297 w 210"/>
                <a:gd name="T31" fmla="*/ 83 h 442"/>
                <a:gd name="T32" fmla="*/ 103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49" name="Freeform 33">
              <a:extLst>
                <a:ext uri="{FF2B5EF4-FFF2-40B4-BE49-F238E27FC236}">
                  <a16:creationId xmlns:a16="http://schemas.microsoft.com/office/drawing/2014/main" id="{449677EF-604B-4671-A116-9D9EFBBC75A8}"/>
                </a:ext>
              </a:extLst>
            </p:cNvPr>
            <p:cNvSpPr>
              <a:spLocks/>
            </p:cNvSpPr>
            <p:nvPr/>
          </p:nvSpPr>
          <p:spPr bwMode="auto">
            <a:xfrm rot="5400000">
              <a:off x="2992250" y="4133596"/>
              <a:ext cx="359141" cy="695893"/>
            </a:xfrm>
            <a:custGeom>
              <a:avLst/>
              <a:gdLst>
                <a:gd name="T0" fmla="*/ 172 w 210"/>
                <a:gd name="T1" fmla="*/ 13 h 442"/>
                <a:gd name="T2" fmla="*/ 48 w 210"/>
                <a:gd name="T3" fmla="*/ 147 h 442"/>
                <a:gd name="T4" fmla="*/ 15 w 210"/>
                <a:gd name="T5" fmla="*/ 201 h 442"/>
                <a:gd name="T6" fmla="*/ 0 w 210"/>
                <a:gd name="T7" fmla="*/ 230 h 442"/>
                <a:gd name="T8" fmla="*/ 77 w 210"/>
                <a:gd name="T9" fmla="*/ 608 h 442"/>
                <a:gd name="T10" fmla="*/ 186 w 210"/>
                <a:gd name="T11" fmla="*/ 675 h 442"/>
                <a:gd name="T12" fmla="*/ 235 w 210"/>
                <a:gd name="T13" fmla="*/ 693 h 442"/>
                <a:gd name="T14" fmla="*/ 543 w 210"/>
                <a:gd name="T15" fmla="*/ 682 h 442"/>
                <a:gd name="T16" fmla="*/ 405 w 210"/>
                <a:gd name="T17" fmla="*/ 635 h 442"/>
                <a:gd name="T18" fmla="*/ 295 w 210"/>
                <a:gd name="T19" fmla="*/ 362 h 442"/>
                <a:gd name="T20" fmla="*/ 344 w 210"/>
                <a:gd name="T21" fmla="*/ 211 h 442"/>
                <a:gd name="T22" fmla="*/ 371 w 210"/>
                <a:gd name="T23" fmla="*/ 153 h 442"/>
                <a:gd name="T24" fmla="*/ 388 w 210"/>
                <a:gd name="T25" fmla="*/ 126 h 442"/>
                <a:gd name="T26" fmla="*/ 357 w 210"/>
                <a:gd name="T27" fmla="*/ 182 h 442"/>
                <a:gd name="T28" fmla="*/ 371 w 210"/>
                <a:gd name="T29" fmla="*/ 153 h 442"/>
                <a:gd name="T30" fmla="*/ 497 w 210"/>
                <a:gd name="T31" fmla="*/ 50 h 442"/>
                <a:gd name="T32" fmla="*/ 172 w 210"/>
                <a:gd name="T33" fmla="*/ 13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50" name="Freeform 34">
              <a:extLst>
                <a:ext uri="{FF2B5EF4-FFF2-40B4-BE49-F238E27FC236}">
                  <a16:creationId xmlns:a16="http://schemas.microsoft.com/office/drawing/2014/main" id="{6973E6BC-BB4B-4F38-85EF-15C3B0107150}"/>
                </a:ext>
              </a:extLst>
            </p:cNvPr>
            <p:cNvSpPr>
              <a:spLocks/>
            </p:cNvSpPr>
            <p:nvPr/>
          </p:nvSpPr>
          <p:spPr bwMode="auto">
            <a:xfrm flipH="1">
              <a:off x="3647730" y="3621866"/>
              <a:ext cx="330693" cy="755045"/>
            </a:xfrm>
            <a:custGeom>
              <a:avLst/>
              <a:gdLst>
                <a:gd name="T0" fmla="*/ 104 w 210"/>
                <a:gd name="T1" fmla="*/ 21 h 442"/>
                <a:gd name="T2" fmla="*/ 28 w 210"/>
                <a:gd name="T3" fmla="*/ 237 h 442"/>
                <a:gd name="T4" fmla="*/ 11 w 210"/>
                <a:gd name="T5" fmla="*/ 330 h 442"/>
                <a:gd name="T6" fmla="*/ 0 w 210"/>
                <a:gd name="T7" fmla="*/ 375 h 442"/>
                <a:gd name="T8" fmla="*/ 47 w 210"/>
                <a:gd name="T9" fmla="*/ 993 h 442"/>
                <a:gd name="T10" fmla="*/ 114 w 210"/>
                <a:gd name="T11" fmla="*/ 1102 h 442"/>
                <a:gd name="T12" fmla="*/ 141 w 210"/>
                <a:gd name="T13" fmla="*/ 1134 h 442"/>
                <a:gd name="T14" fmla="*/ 331 w 210"/>
                <a:gd name="T15" fmla="*/ 1116 h 442"/>
                <a:gd name="T16" fmla="*/ 246 w 210"/>
                <a:gd name="T17" fmla="*/ 1040 h 442"/>
                <a:gd name="T18" fmla="*/ 180 w 210"/>
                <a:gd name="T19" fmla="*/ 593 h 442"/>
                <a:gd name="T20" fmla="*/ 209 w 210"/>
                <a:gd name="T21" fmla="*/ 346 h 442"/>
                <a:gd name="T22" fmla="*/ 227 w 210"/>
                <a:gd name="T23" fmla="*/ 253 h 442"/>
                <a:gd name="T24" fmla="*/ 237 w 210"/>
                <a:gd name="T25" fmla="*/ 205 h 442"/>
                <a:gd name="T26" fmla="*/ 217 w 210"/>
                <a:gd name="T27" fmla="*/ 297 h 442"/>
                <a:gd name="T28" fmla="*/ 227 w 210"/>
                <a:gd name="T29" fmla="*/ 253 h 442"/>
                <a:gd name="T30" fmla="*/ 302 w 210"/>
                <a:gd name="T31" fmla="*/ 83 h 442"/>
                <a:gd name="T32" fmla="*/ 104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51" name="Freeform 35">
              <a:extLst>
                <a:ext uri="{FF2B5EF4-FFF2-40B4-BE49-F238E27FC236}">
                  <a16:creationId xmlns:a16="http://schemas.microsoft.com/office/drawing/2014/main" id="{0823122B-988D-4822-B6BF-E91B4182099B}"/>
                </a:ext>
              </a:extLst>
            </p:cNvPr>
            <p:cNvSpPr>
              <a:spLocks/>
            </p:cNvSpPr>
            <p:nvPr/>
          </p:nvSpPr>
          <p:spPr bwMode="auto">
            <a:xfrm flipH="1">
              <a:off x="4176839" y="4441952"/>
              <a:ext cx="330693" cy="756459"/>
            </a:xfrm>
            <a:custGeom>
              <a:avLst/>
              <a:gdLst>
                <a:gd name="T0" fmla="*/ 104 w 210"/>
                <a:gd name="T1" fmla="*/ 22 h 442"/>
                <a:gd name="T2" fmla="*/ 28 w 210"/>
                <a:gd name="T3" fmla="*/ 237 h 442"/>
                <a:gd name="T4" fmla="*/ 11 w 210"/>
                <a:gd name="T5" fmla="*/ 334 h 442"/>
                <a:gd name="T6" fmla="*/ 0 w 210"/>
                <a:gd name="T7" fmla="*/ 379 h 442"/>
                <a:gd name="T8" fmla="*/ 47 w 210"/>
                <a:gd name="T9" fmla="*/ 1002 h 442"/>
                <a:gd name="T10" fmla="*/ 114 w 210"/>
                <a:gd name="T11" fmla="*/ 1112 h 442"/>
                <a:gd name="T12" fmla="*/ 141 w 210"/>
                <a:gd name="T13" fmla="*/ 1144 h 442"/>
                <a:gd name="T14" fmla="*/ 331 w 210"/>
                <a:gd name="T15" fmla="*/ 1127 h 442"/>
                <a:gd name="T16" fmla="*/ 246 w 210"/>
                <a:gd name="T17" fmla="*/ 1051 h 442"/>
                <a:gd name="T18" fmla="*/ 180 w 210"/>
                <a:gd name="T19" fmla="*/ 597 h 442"/>
                <a:gd name="T20" fmla="*/ 209 w 210"/>
                <a:gd name="T21" fmla="*/ 347 h 442"/>
                <a:gd name="T22" fmla="*/ 227 w 210"/>
                <a:gd name="T23" fmla="*/ 255 h 442"/>
                <a:gd name="T24" fmla="*/ 237 w 210"/>
                <a:gd name="T25" fmla="*/ 208 h 442"/>
                <a:gd name="T26" fmla="*/ 217 w 210"/>
                <a:gd name="T27" fmla="*/ 300 h 442"/>
                <a:gd name="T28" fmla="*/ 227 w 210"/>
                <a:gd name="T29" fmla="*/ 255 h 442"/>
                <a:gd name="T30" fmla="*/ 302 w 210"/>
                <a:gd name="T31" fmla="*/ 84 h 442"/>
                <a:gd name="T32" fmla="*/ 104 w 210"/>
                <a:gd name="T33" fmla="*/ 22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52" name="Text Box 36">
              <a:extLst>
                <a:ext uri="{FF2B5EF4-FFF2-40B4-BE49-F238E27FC236}">
                  <a16:creationId xmlns:a16="http://schemas.microsoft.com/office/drawing/2014/main" id="{1DF16FAA-78EC-424D-92A8-A9FF4F5AE372}"/>
                </a:ext>
              </a:extLst>
            </p:cNvPr>
            <p:cNvSpPr txBox="1">
              <a:spLocks noChangeArrowheads="1"/>
            </p:cNvSpPr>
            <p:nvPr/>
          </p:nvSpPr>
          <p:spPr bwMode="auto">
            <a:xfrm>
              <a:off x="1982764" y="4279349"/>
              <a:ext cx="3834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mn-lt"/>
                </a:rPr>
                <a:t>A</a:t>
              </a:r>
              <a:endParaRPr lang="en-US" altLang="en-US" sz="2400">
                <a:solidFill>
                  <a:schemeClr val="tx2"/>
                </a:solidFill>
                <a:latin typeface="+mn-lt"/>
              </a:endParaRPr>
            </a:p>
          </p:txBody>
        </p:sp>
        <p:sp>
          <p:nvSpPr>
            <p:cNvPr id="53" name="Text Box 37">
              <a:extLst>
                <a:ext uri="{FF2B5EF4-FFF2-40B4-BE49-F238E27FC236}">
                  <a16:creationId xmlns:a16="http://schemas.microsoft.com/office/drawing/2014/main" id="{723A3601-C8F0-43D6-A562-397686088CE0}"/>
                </a:ext>
              </a:extLst>
            </p:cNvPr>
            <p:cNvSpPr txBox="1">
              <a:spLocks noChangeArrowheads="1"/>
            </p:cNvSpPr>
            <p:nvPr/>
          </p:nvSpPr>
          <p:spPr bwMode="auto">
            <a:xfrm>
              <a:off x="1913750" y="5580175"/>
              <a:ext cx="369513" cy="400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000" i="1">
                  <a:solidFill>
                    <a:schemeClr val="tx2"/>
                  </a:solidFill>
                  <a:latin typeface="Bookman Old Style" panose="02050604050505020204" pitchFamily="18" charset="0"/>
                </a:rPr>
                <a:t>B</a:t>
              </a:r>
              <a:endParaRPr lang="en-US" altLang="en-US" sz="1400">
                <a:solidFill>
                  <a:schemeClr val="tx2"/>
                </a:solidFill>
                <a:latin typeface="Bookman Old Style" panose="02050604050505020204" pitchFamily="18" charset="0"/>
              </a:endParaRPr>
            </a:p>
          </p:txBody>
        </p:sp>
        <p:sp>
          <p:nvSpPr>
            <p:cNvPr id="54" name="Text Box 38">
              <a:extLst>
                <a:ext uri="{FF2B5EF4-FFF2-40B4-BE49-F238E27FC236}">
                  <a16:creationId xmlns:a16="http://schemas.microsoft.com/office/drawing/2014/main" id="{9DD0DAC3-4A51-4629-8CE1-AEF5E46F0345}"/>
                </a:ext>
              </a:extLst>
            </p:cNvPr>
            <p:cNvSpPr txBox="1">
              <a:spLocks noChangeArrowheads="1"/>
            </p:cNvSpPr>
            <p:nvPr/>
          </p:nvSpPr>
          <p:spPr bwMode="auto">
            <a:xfrm>
              <a:off x="1936754" y="3114261"/>
              <a:ext cx="3754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dirty="0">
                  <a:solidFill>
                    <a:schemeClr val="tx2"/>
                  </a:solidFill>
                  <a:latin typeface="+mn-lt"/>
                </a:rPr>
                <a:t>C</a:t>
              </a:r>
              <a:endParaRPr lang="en-US" altLang="en-US" sz="2400" dirty="0">
                <a:solidFill>
                  <a:schemeClr val="tx2"/>
                </a:solidFill>
                <a:latin typeface="+mn-lt"/>
              </a:endParaRPr>
            </a:p>
          </p:txBody>
        </p:sp>
        <p:sp>
          <p:nvSpPr>
            <p:cNvPr id="55" name="Text Box 39">
              <a:extLst>
                <a:ext uri="{FF2B5EF4-FFF2-40B4-BE49-F238E27FC236}">
                  <a16:creationId xmlns:a16="http://schemas.microsoft.com/office/drawing/2014/main" id="{4B1B22AB-3B9F-41EA-80E3-CD17F0498EBB}"/>
                </a:ext>
              </a:extLst>
            </p:cNvPr>
            <p:cNvSpPr txBox="1">
              <a:spLocks noChangeArrowheads="1"/>
            </p:cNvSpPr>
            <p:nvPr/>
          </p:nvSpPr>
          <p:spPr bwMode="auto">
            <a:xfrm>
              <a:off x="4306240" y="3973938"/>
              <a:ext cx="3866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mn-lt"/>
                </a:rPr>
                <a:t>D</a:t>
              </a:r>
              <a:endParaRPr lang="en-US" altLang="en-US" sz="2400">
                <a:solidFill>
                  <a:schemeClr val="tx2"/>
                </a:solidFill>
                <a:latin typeface="+mn-lt"/>
              </a:endParaRPr>
            </a:p>
          </p:txBody>
        </p:sp>
      </p:grpSp>
      <p:grpSp>
        <p:nvGrpSpPr>
          <p:cNvPr id="56" name="Group 4">
            <a:extLst>
              <a:ext uri="{FF2B5EF4-FFF2-40B4-BE49-F238E27FC236}">
                <a16:creationId xmlns:a16="http://schemas.microsoft.com/office/drawing/2014/main" id="{2B54ECD9-2F24-4CAF-83B5-C30A35E33A38}"/>
              </a:ext>
            </a:extLst>
          </p:cNvPr>
          <p:cNvGrpSpPr>
            <a:grpSpLocks/>
          </p:cNvGrpSpPr>
          <p:nvPr/>
        </p:nvGrpSpPr>
        <p:grpSpPr bwMode="auto">
          <a:xfrm>
            <a:off x="6146914" y="3674789"/>
            <a:ext cx="2258336" cy="2748579"/>
            <a:chOff x="3880" y="2088"/>
            <a:chExt cx="1569" cy="2190"/>
          </a:xfrm>
        </p:grpSpPr>
        <p:sp>
          <p:nvSpPr>
            <p:cNvPr id="57" name="Line 5">
              <a:extLst>
                <a:ext uri="{FF2B5EF4-FFF2-40B4-BE49-F238E27FC236}">
                  <a16:creationId xmlns:a16="http://schemas.microsoft.com/office/drawing/2014/main" id="{D6BFFB91-04EB-4884-B08E-37341EBD9F58}"/>
                </a:ext>
              </a:extLst>
            </p:cNvPr>
            <p:cNvSpPr>
              <a:spLocks noChangeShapeType="1"/>
            </p:cNvSpPr>
            <p:nvPr/>
          </p:nvSpPr>
          <p:spPr bwMode="auto">
            <a:xfrm>
              <a:off x="4280" y="2200"/>
              <a:ext cx="824" cy="92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8" name="Line 6">
              <a:extLst>
                <a:ext uri="{FF2B5EF4-FFF2-40B4-BE49-F238E27FC236}">
                  <a16:creationId xmlns:a16="http://schemas.microsoft.com/office/drawing/2014/main" id="{F0312E3A-B4C2-46D0-B3FA-57AC02AD91EC}"/>
                </a:ext>
              </a:extLst>
            </p:cNvPr>
            <p:cNvSpPr>
              <a:spLocks noChangeShapeType="1"/>
            </p:cNvSpPr>
            <p:nvPr/>
          </p:nvSpPr>
          <p:spPr bwMode="auto">
            <a:xfrm flipV="1">
              <a:off x="4288" y="3112"/>
              <a:ext cx="832" cy="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9" name="Oval 7">
              <a:extLst>
                <a:ext uri="{FF2B5EF4-FFF2-40B4-BE49-F238E27FC236}">
                  <a16:creationId xmlns:a16="http://schemas.microsoft.com/office/drawing/2014/main" id="{D8A6E81C-EB59-43D0-AA74-1880F784D244}"/>
                </a:ext>
              </a:extLst>
            </p:cNvPr>
            <p:cNvSpPr>
              <a:spLocks noChangeArrowheads="1"/>
            </p:cNvSpPr>
            <p:nvPr/>
          </p:nvSpPr>
          <p:spPr bwMode="auto">
            <a:xfrm>
              <a:off x="4240" y="2160"/>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60" name="Oval 8">
              <a:extLst>
                <a:ext uri="{FF2B5EF4-FFF2-40B4-BE49-F238E27FC236}">
                  <a16:creationId xmlns:a16="http://schemas.microsoft.com/office/drawing/2014/main" id="{140F725F-A727-4779-8398-9A5F1FD171A0}"/>
                </a:ext>
              </a:extLst>
            </p:cNvPr>
            <p:cNvSpPr>
              <a:spLocks noChangeArrowheads="1"/>
            </p:cNvSpPr>
            <p:nvPr/>
          </p:nvSpPr>
          <p:spPr bwMode="auto">
            <a:xfrm>
              <a:off x="4240" y="3072"/>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61" name="Oval 9">
              <a:extLst>
                <a:ext uri="{FF2B5EF4-FFF2-40B4-BE49-F238E27FC236}">
                  <a16:creationId xmlns:a16="http://schemas.microsoft.com/office/drawing/2014/main" id="{0A9AD683-37AA-4802-9B31-73683D6CE7C2}"/>
                </a:ext>
              </a:extLst>
            </p:cNvPr>
            <p:cNvSpPr>
              <a:spLocks noChangeArrowheads="1"/>
            </p:cNvSpPr>
            <p:nvPr/>
          </p:nvSpPr>
          <p:spPr bwMode="auto">
            <a:xfrm>
              <a:off x="5056" y="3072"/>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62" name="Oval 10">
              <a:extLst>
                <a:ext uri="{FF2B5EF4-FFF2-40B4-BE49-F238E27FC236}">
                  <a16:creationId xmlns:a16="http://schemas.microsoft.com/office/drawing/2014/main" id="{36512A33-3397-4377-9EEC-E87400E5A863}"/>
                </a:ext>
              </a:extLst>
            </p:cNvPr>
            <p:cNvSpPr>
              <a:spLocks noChangeArrowheads="1"/>
            </p:cNvSpPr>
            <p:nvPr/>
          </p:nvSpPr>
          <p:spPr bwMode="auto">
            <a:xfrm>
              <a:off x="4256" y="3968"/>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63" name="Line 11">
              <a:extLst>
                <a:ext uri="{FF2B5EF4-FFF2-40B4-BE49-F238E27FC236}">
                  <a16:creationId xmlns:a16="http://schemas.microsoft.com/office/drawing/2014/main" id="{0C7A7E6E-EE04-404A-AED4-B3173C202789}"/>
                </a:ext>
              </a:extLst>
            </p:cNvPr>
            <p:cNvSpPr>
              <a:spLocks noChangeShapeType="1"/>
            </p:cNvSpPr>
            <p:nvPr/>
          </p:nvSpPr>
          <p:spPr bwMode="auto">
            <a:xfrm flipH="1" flipV="1">
              <a:off x="4304" y="3112"/>
              <a:ext cx="0" cy="8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4" name="Line 12">
              <a:extLst>
                <a:ext uri="{FF2B5EF4-FFF2-40B4-BE49-F238E27FC236}">
                  <a16:creationId xmlns:a16="http://schemas.microsoft.com/office/drawing/2014/main" id="{ADADBB85-5D01-40D3-B2DE-0B6CBD80DA0C}"/>
                </a:ext>
              </a:extLst>
            </p:cNvPr>
            <p:cNvSpPr>
              <a:spLocks noChangeShapeType="1"/>
            </p:cNvSpPr>
            <p:nvPr/>
          </p:nvSpPr>
          <p:spPr bwMode="auto">
            <a:xfrm flipH="1" flipV="1">
              <a:off x="4296" y="2192"/>
              <a:ext cx="0" cy="8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5" name="Line 13">
              <a:extLst>
                <a:ext uri="{FF2B5EF4-FFF2-40B4-BE49-F238E27FC236}">
                  <a16:creationId xmlns:a16="http://schemas.microsoft.com/office/drawing/2014/main" id="{4E79E33C-3814-4710-B37B-8A2656DDAD80}"/>
                </a:ext>
              </a:extLst>
            </p:cNvPr>
            <p:cNvSpPr>
              <a:spLocks noChangeShapeType="1"/>
            </p:cNvSpPr>
            <p:nvPr/>
          </p:nvSpPr>
          <p:spPr bwMode="auto">
            <a:xfrm flipH="1">
              <a:off x="4320" y="3120"/>
              <a:ext cx="800" cy="8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grpSp>
          <p:nvGrpSpPr>
            <p:cNvPr id="66" name="Group 14">
              <a:extLst>
                <a:ext uri="{FF2B5EF4-FFF2-40B4-BE49-F238E27FC236}">
                  <a16:creationId xmlns:a16="http://schemas.microsoft.com/office/drawing/2014/main" id="{669C2E65-BA4F-4EAF-93CA-A02F844038FA}"/>
                </a:ext>
              </a:extLst>
            </p:cNvPr>
            <p:cNvGrpSpPr>
              <a:grpSpLocks/>
            </p:cNvGrpSpPr>
            <p:nvPr/>
          </p:nvGrpSpPr>
          <p:grpSpPr bwMode="auto">
            <a:xfrm>
              <a:off x="4072" y="2216"/>
              <a:ext cx="208" cy="920"/>
              <a:chOff x="3800" y="2224"/>
              <a:chExt cx="160" cy="1032"/>
            </a:xfrm>
          </p:grpSpPr>
          <p:sp>
            <p:nvSpPr>
              <p:cNvPr id="74" name="Arc 15">
                <a:extLst>
                  <a:ext uri="{FF2B5EF4-FFF2-40B4-BE49-F238E27FC236}">
                    <a16:creationId xmlns:a16="http://schemas.microsoft.com/office/drawing/2014/main" id="{7B732329-5CFD-41DA-B228-CE1BAFE96014}"/>
                  </a:ext>
                </a:extLst>
              </p:cNvPr>
              <p:cNvSpPr>
                <a:spLocks/>
              </p:cNvSpPr>
              <p:nvPr/>
            </p:nvSpPr>
            <p:spPr bwMode="auto">
              <a:xfrm flipH="1">
                <a:off x="3800" y="2224"/>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75" name="Arc 16">
                <a:extLst>
                  <a:ext uri="{FF2B5EF4-FFF2-40B4-BE49-F238E27FC236}">
                    <a16:creationId xmlns:a16="http://schemas.microsoft.com/office/drawing/2014/main" id="{F5006CE5-170F-4DBB-A958-C2707097D6E5}"/>
                  </a:ext>
                </a:extLst>
              </p:cNvPr>
              <p:cNvSpPr>
                <a:spLocks/>
              </p:cNvSpPr>
              <p:nvPr/>
            </p:nvSpPr>
            <p:spPr bwMode="auto">
              <a:xfrm flipH="1" flipV="1">
                <a:off x="3800" y="2736"/>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grpSp>
          <p:nvGrpSpPr>
            <p:cNvPr id="67" name="Group 17">
              <a:extLst>
                <a:ext uri="{FF2B5EF4-FFF2-40B4-BE49-F238E27FC236}">
                  <a16:creationId xmlns:a16="http://schemas.microsoft.com/office/drawing/2014/main" id="{504AC0B5-A5A5-4470-BD5F-B6F900A2C224}"/>
                </a:ext>
              </a:extLst>
            </p:cNvPr>
            <p:cNvGrpSpPr>
              <a:grpSpLocks/>
            </p:cNvGrpSpPr>
            <p:nvPr/>
          </p:nvGrpSpPr>
          <p:grpSpPr bwMode="auto">
            <a:xfrm>
              <a:off x="4080" y="3144"/>
              <a:ext cx="168" cy="880"/>
              <a:chOff x="3800" y="2224"/>
              <a:chExt cx="160" cy="1032"/>
            </a:xfrm>
          </p:grpSpPr>
          <p:sp>
            <p:nvSpPr>
              <p:cNvPr id="72" name="Arc 18">
                <a:extLst>
                  <a:ext uri="{FF2B5EF4-FFF2-40B4-BE49-F238E27FC236}">
                    <a16:creationId xmlns:a16="http://schemas.microsoft.com/office/drawing/2014/main" id="{D65A2C32-D1EE-47B7-8BD6-DDDEFC9C12D4}"/>
                  </a:ext>
                </a:extLst>
              </p:cNvPr>
              <p:cNvSpPr>
                <a:spLocks/>
              </p:cNvSpPr>
              <p:nvPr/>
            </p:nvSpPr>
            <p:spPr bwMode="auto">
              <a:xfrm flipH="1">
                <a:off x="3800" y="2224"/>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73" name="Arc 19">
                <a:extLst>
                  <a:ext uri="{FF2B5EF4-FFF2-40B4-BE49-F238E27FC236}">
                    <a16:creationId xmlns:a16="http://schemas.microsoft.com/office/drawing/2014/main" id="{C065C81F-746B-4112-945E-A238D146B88C}"/>
                  </a:ext>
                </a:extLst>
              </p:cNvPr>
              <p:cNvSpPr>
                <a:spLocks/>
              </p:cNvSpPr>
              <p:nvPr/>
            </p:nvSpPr>
            <p:spPr bwMode="auto">
              <a:xfrm flipH="1" flipV="1">
                <a:off x="3800" y="2736"/>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sp>
          <p:nvSpPr>
            <p:cNvPr id="68" name="Text Box 20">
              <a:extLst>
                <a:ext uri="{FF2B5EF4-FFF2-40B4-BE49-F238E27FC236}">
                  <a16:creationId xmlns:a16="http://schemas.microsoft.com/office/drawing/2014/main" id="{FC266E28-4AB9-4583-A345-7DCF84B6751A}"/>
                </a:ext>
              </a:extLst>
            </p:cNvPr>
            <p:cNvSpPr txBox="1">
              <a:spLocks noChangeArrowheads="1"/>
            </p:cNvSpPr>
            <p:nvPr/>
          </p:nvSpPr>
          <p:spPr bwMode="auto">
            <a:xfrm>
              <a:off x="3880" y="3008"/>
              <a:ext cx="26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a</a:t>
              </a:r>
              <a:endParaRPr lang="en-US" altLang="en-US" sz="2400">
                <a:solidFill>
                  <a:schemeClr val="tx2"/>
                </a:solidFill>
                <a:latin typeface="Bookman Old Style" panose="02050604050505020204" pitchFamily="18" charset="0"/>
              </a:endParaRPr>
            </a:p>
          </p:txBody>
        </p:sp>
        <p:sp>
          <p:nvSpPr>
            <p:cNvPr id="69" name="Text Box 21">
              <a:extLst>
                <a:ext uri="{FF2B5EF4-FFF2-40B4-BE49-F238E27FC236}">
                  <a16:creationId xmlns:a16="http://schemas.microsoft.com/office/drawing/2014/main" id="{B91A127B-01DF-46D8-97A3-EA77BA334584}"/>
                </a:ext>
              </a:extLst>
            </p:cNvPr>
            <p:cNvSpPr txBox="1">
              <a:spLocks noChangeArrowheads="1"/>
            </p:cNvSpPr>
            <p:nvPr/>
          </p:nvSpPr>
          <p:spPr bwMode="auto">
            <a:xfrm>
              <a:off x="4400" y="3910"/>
              <a:ext cx="25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b</a:t>
              </a:r>
              <a:endParaRPr lang="en-US" altLang="en-US" sz="2400">
                <a:solidFill>
                  <a:schemeClr val="tx2"/>
                </a:solidFill>
                <a:latin typeface="Bookman Old Style" panose="02050604050505020204" pitchFamily="18" charset="0"/>
              </a:endParaRPr>
            </a:p>
          </p:txBody>
        </p:sp>
        <p:sp>
          <p:nvSpPr>
            <p:cNvPr id="70" name="Text Box 22">
              <a:extLst>
                <a:ext uri="{FF2B5EF4-FFF2-40B4-BE49-F238E27FC236}">
                  <a16:creationId xmlns:a16="http://schemas.microsoft.com/office/drawing/2014/main" id="{FFE6FD63-9513-43E6-91C3-7E1AE67B7490}"/>
                </a:ext>
              </a:extLst>
            </p:cNvPr>
            <p:cNvSpPr txBox="1">
              <a:spLocks noChangeArrowheads="1"/>
            </p:cNvSpPr>
            <p:nvPr/>
          </p:nvSpPr>
          <p:spPr bwMode="auto">
            <a:xfrm>
              <a:off x="4384" y="2088"/>
              <a:ext cx="23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c</a:t>
              </a:r>
              <a:endParaRPr lang="en-US" altLang="en-US" sz="2400">
                <a:solidFill>
                  <a:schemeClr val="tx2"/>
                </a:solidFill>
                <a:latin typeface="Bookman Old Style" panose="02050604050505020204" pitchFamily="18" charset="0"/>
              </a:endParaRPr>
            </a:p>
          </p:txBody>
        </p:sp>
        <p:sp>
          <p:nvSpPr>
            <p:cNvPr id="71" name="Text Box 23">
              <a:extLst>
                <a:ext uri="{FF2B5EF4-FFF2-40B4-BE49-F238E27FC236}">
                  <a16:creationId xmlns:a16="http://schemas.microsoft.com/office/drawing/2014/main" id="{C6BEFCA4-E5DC-40A4-891F-CC3DCA58D98E}"/>
                </a:ext>
              </a:extLst>
            </p:cNvPr>
            <p:cNvSpPr txBox="1">
              <a:spLocks noChangeArrowheads="1"/>
            </p:cNvSpPr>
            <p:nvPr/>
          </p:nvSpPr>
          <p:spPr bwMode="auto">
            <a:xfrm>
              <a:off x="5184" y="2984"/>
              <a:ext cx="265"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d</a:t>
              </a:r>
              <a:endParaRPr lang="en-US" altLang="en-US" sz="2400">
                <a:solidFill>
                  <a:schemeClr val="tx2"/>
                </a:solidFill>
                <a:latin typeface="Bookman Old Style" panose="02050604050505020204" pitchFamily="18" charset="0"/>
              </a:endParaRPr>
            </a:p>
          </p:txBody>
        </p:sp>
      </p:grpSp>
    </p:spTree>
    <p:extLst>
      <p:ext uri="{BB962C8B-B14F-4D97-AF65-F5344CB8AC3E}">
        <p14:creationId xmlns:p14="http://schemas.microsoft.com/office/powerpoint/2010/main" val="1730159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box(out)">
                                      <p:cBhvr>
                                        <p:cTn id="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Applications</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a:xfrm>
            <a:off x="393290" y="1248698"/>
            <a:ext cx="8504904" cy="5420460"/>
          </a:xfrm>
        </p:spPr>
        <p:txBody>
          <a:bodyPr>
            <a:normAutofit fontScale="85000" lnSpcReduction="20000"/>
          </a:bodyPr>
          <a:lstStyle/>
          <a:p>
            <a:pPr marL="0" indent="0">
              <a:buNone/>
            </a:pPr>
            <a:r>
              <a:rPr lang="en-US" dirty="0"/>
              <a:t>Euler paths and circuits can be used to solve many practical problems. </a:t>
            </a:r>
          </a:p>
          <a:p>
            <a:pPr marL="0" indent="0">
              <a:buNone/>
            </a:pPr>
            <a:endParaRPr lang="en-US" dirty="0"/>
          </a:p>
          <a:p>
            <a:pPr marL="0" indent="0">
              <a:buNone/>
            </a:pPr>
            <a:r>
              <a:rPr lang="en-US" dirty="0"/>
              <a:t>For example, many applications ask for a path or circuit that traverses each street in a neighborhood, each road in a transportation network, each connection in a utility grid, or each link in a communications network exactly once. </a:t>
            </a:r>
          </a:p>
          <a:p>
            <a:pPr marL="0" indent="0">
              <a:buNone/>
            </a:pPr>
            <a:endParaRPr lang="en-US" dirty="0"/>
          </a:p>
          <a:p>
            <a:pPr marL="0" indent="0">
              <a:buNone/>
            </a:pPr>
            <a:r>
              <a:rPr lang="en-US" dirty="0"/>
              <a:t>Finding an Euler path or circuit in the appropriate graph model can solve such problems. </a:t>
            </a:r>
          </a:p>
          <a:p>
            <a:pPr marL="0" indent="0">
              <a:buNone/>
            </a:pPr>
            <a:endParaRPr lang="en-IN" dirty="0"/>
          </a:p>
        </p:txBody>
      </p:sp>
    </p:spTree>
    <p:extLst>
      <p:ext uri="{BB962C8B-B14F-4D97-AF65-F5344CB8AC3E}">
        <p14:creationId xmlns:p14="http://schemas.microsoft.com/office/powerpoint/2010/main" val="3543898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Applications</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normAutofit lnSpcReduction="10000"/>
          </a:bodyPr>
          <a:lstStyle/>
          <a:p>
            <a:pPr marL="0" indent="0">
              <a:buNone/>
            </a:pPr>
            <a:r>
              <a:rPr lang="en-US" dirty="0"/>
              <a:t>For example, if a postman can find an Euler path in the graph that represents the streets the postman needs to cover, this path produces a route that traverses each street of the route exactly once. </a:t>
            </a:r>
          </a:p>
          <a:p>
            <a:pPr marL="0" indent="0">
              <a:buNone/>
            </a:pPr>
            <a:endParaRPr lang="en-US" dirty="0"/>
          </a:p>
          <a:p>
            <a:pPr marL="0" indent="0">
              <a:buNone/>
            </a:pPr>
            <a:endParaRPr lang="en-US" dirty="0"/>
          </a:p>
          <a:p>
            <a:pPr marL="0" indent="0">
              <a:buNone/>
            </a:pPr>
            <a:r>
              <a:rPr lang="en-US" dirty="0"/>
              <a:t>If no Euler path exists, some streets will have to be traversed more than once. </a:t>
            </a:r>
          </a:p>
          <a:p>
            <a:pPr marL="0" indent="0">
              <a:buNone/>
            </a:pPr>
            <a:endParaRPr lang="en-IN" dirty="0"/>
          </a:p>
        </p:txBody>
      </p:sp>
    </p:spTree>
    <p:extLst>
      <p:ext uri="{BB962C8B-B14F-4D97-AF65-F5344CB8AC3E}">
        <p14:creationId xmlns:p14="http://schemas.microsoft.com/office/powerpoint/2010/main" val="809076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Applications</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lstStyle/>
          <a:p>
            <a:pPr marL="0" indent="0">
              <a:buNone/>
            </a:pPr>
            <a:r>
              <a:rPr lang="en-US" dirty="0"/>
              <a:t>The problem of finding a circuit in a graph with the fewest edges that traverses every edge at least once is known as the Chinese postman problem in honor of Guan Meigu, who posed it in 1962. </a:t>
            </a:r>
          </a:p>
          <a:p>
            <a:pPr marL="0" indent="0">
              <a:buNone/>
            </a:pPr>
            <a:endParaRPr lang="en-IN" dirty="0"/>
          </a:p>
        </p:txBody>
      </p:sp>
    </p:spTree>
    <p:extLst>
      <p:ext uri="{BB962C8B-B14F-4D97-AF65-F5344CB8AC3E}">
        <p14:creationId xmlns:p14="http://schemas.microsoft.com/office/powerpoint/2010/main" val="2769472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Euler Theorem </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normAutofit/>
          </a:bodyPr>
          <a:lstStyle/>
          <a:p>
            <a:pPr marL="0" indent="0">
              <a:buNone/>
            </a:pPr>
            <a:r>
              <a:rPr lang="en-US" dirty="0"/>
              <a:t>A connected multigraph with at least two vertices has an Euler circuit if and only if each of its vertices has even degree.</a:t>
            </a:r>
          </a:p>
          <a:p>
            <a:pPr marL="0" indent="0">
              <a:buNone/>
            </a:pPr>
            <a:endParaRPr lang="en-IN" dirty="0"/>
          </a:p>
        </p:txBody>
      </p:sp>
    </p:spTree>
    <p:extLst>
      <p:ext uri="{BB962C8B-B14F-4D97-AF65-F5344CB8AC3E}">
        <p14:creationId xmlns:p14="http://schemas.microsoft.com/office/powerpoint/2010/main" val="705216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Euler Paths and Circuits</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lstStyle/>
          <a:p>
            <a:pPr marL="0" indent="0">
              <a:buNone/>
            </a:pPr>
            <a:r>
              <a:rPr lang="en-US" dirty="0"/>
              <a:t>An Euler path is a path using every edge of the graph G exactly once.</a:t>
            </a:r>
          </a:p>
          <a:p>
            <a:pPr marL="0" indent="0">
              <a:buNone/>
            </a:pPr>
            <a:endParaRPr lang="en-US" dirty="0"/>
          </a:p>
          <a:p>
            <a:pPr marL="0" indent="0">
              <a:buNone/>
            </a:pPr>
            <a:r>
              <a:rPr lang="en-US" dirty="0"/>
              <a:t>An Euler circuit is an Euler path that returns to its start.</a:t>
            </a:r>
          </a:p>
          <a:p>
            <a:pPr marL="0" indent="0">
              <a:buNone/>
            </a:pPr>
            <a:endParaRPr lang="en-IN" dirty="0"/>
          </a:p>
        </p:txBody>
      </p:sp>
    </p:spTree>
    <p:extLst>
      <p:ext uri="{BB962C8B-B14F-4D97-AF65-F5344CB8AC3E}">
        <p14:creationId xmlns:p14="http://schemas.microsoft.com/office/powerpoint/2010/main" val="2563014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Euler Paths and Circuits</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lstStyle/>
          <a:p>
            <a:pPr marL="0" indent="0">
              <a:buNone/>
            </a:pPr>
            <a:r>
              <a:rPr lang="en-US" dirty="0"/>
              <a:t>An Euler path is a path using every edge of the graph G exactly once.</a:t>
            </a:r>
          </a:p>
          <a:p>
            <a:pPr marL="0" indent="0">
              <a:buNone/>
            </a:pPr>
            <a:endParaRPr lang="en-US" dirty="0"/>
          </a:p>
          <a:p>
            <a:pPr marL="0" indent="0">
              <a:buNone/>
            </a:pPr>
            <a:r>
              <a:rPr lang="en-US" b="1" dirty="0"/>
              <a:t>Ques:- </a:t>
            </a:r>
            <a:r>
              <a:rPr lang="en-US" dirty="0"/>
              <a:t>Does this graph have an Euler circuit?</a:t>
            </a:r>
          </a:p>
          <a:p>
            <a:pPr marL="0" indent="0">
              <a:buNone/>
            </a:pPr>
            <a:endParaRPr lang="en-US" dirty="0"/>
          </a:p>
          <a:p>
            <a:pPr marL="0" indent="0">
              <a:buNone/>
            </a:pPr>
            <a:r>
              <a:rPr lang="en-US" b="1" dirty="0"/>
              <a:t>Ans:- </a:t>
            </a:r>
            <a:r>
              <a:rPr lang="en-US" altLang="en-US" dirty="0">
                <a:latin typeface="Times New Roman" panose="02020603050405020304" pitchFamily="18" charset="0"/>
              </a:rPr>
              <a:t>No.</a:t>
            </a:r>
          </a:p>
          <a:p>
            <a:pPr marL="0" indent="0">
              <a:buNone/>
            </a:pPr>
            <a:endParaRPr lang="en-US" dirty="0"/>
          </a:p>
          <a:p>
            <a:pPr marL="0" indent="0">
              <a:buNone/>
            </a:pPr>
            <a:endParaRPr lang="en-US" dirty="0"/>
          </a:p>
          <a:p>
            <a:pPr marL="0" indent="0">
              <a:buNone/>
            </a:pPr>
            <a:endParaRPr lang="en-IN" dirty="0"/>
          </a:p>
        </p:txBody>
      </p:sp>
      <p:grpSp>
        <p:nvGrpSpPr>
          <p:cNvPr id="5" name="Group 5">
            <a:extLst>
              <a:ext uri="{FF2B5EF4-FFF2-40B4-BE49-F238E27FC236}">
                <a16:creationId xmlns:a16="http://schemas.microsoft.com/office/drawing/2014/main" id="{7A4B20C7-3E8A-4B41-96F8-E6349B88D997}"/>
              </a:ext>
            </a:extLst>
          </p:cNvPr>
          <p:cNvGrpSpPr>
            <a:grpSpLocks/>
          </p:cNvGrpSpPr>
          <p:nvPr/>
        </p:nvGrpSpPr>
        <p:grpSpPr bwMode="auto">
          <a:xfrm>
            <a:off x="6384237" y="3993872"/>
            <a:ext cx="2058988" cy="2560638"/>
            <a:chOff x="3880" y="2088"/>
            <a:chExt cx="1590" cy="2157"/>
          </a:xfrm>
        </p:grpSpPr>
        <p:sp>
          <p:nvSpPr>
            <p:cNvPr id="7" name="Line 6">
              <a:extLst>
                <a:ext uri="{FF2B5EF4-FFF2-40B4-BE49-F238E27FC236}">
                  <a16:creationId xmlns:a16="http://schemas.microsoft.com/office/drawing/2014/main" id="{66848E22-1D2B-4D79-89CC-BAD78522CFFB}"/>
                </a:ext>
              </a:extLst>
            </p:cNvPr>
            <p:cNvSpPr>
              <a:spLocks noChangeShapeType="1"/>
            </p:cNvSpPr>
            <p:nvPr/>
          </p:nvSpPr>
          <p:spPr bwMode="auto">
            <a:xfrm>
              <a:off x="4280" y="2200"/>
              <a:ext cx="824" cy="92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 name="Line 7">
              <a:extLst>
                <a:ext uri="{FF2B5EF4-FFF2-40B4-BE49-F238E27FC236}">
                  <a16:creationId xmlns:a16="http://schemas.microsoft.com/office/drawing/2014/main" id="{D51DE0E0-1E63-494C-9CFA-CA27858F309F}"/>
                </a:ext>
              </a:extLst>
            </p:cNvPr>
            <p:cNvSpPr>
              <a:spLocks noChangeShapeType="1"/>
            </p:cNvSpPr>
            <p:nvPr/>
          </p:nvSpPr>
          <p:spPr bwMode="auto">
            <a:xfrm flipV="1">
              <a:off x="4288" y="3112"/>
              <a:ext cx="832" cy="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9" name="Oval 8">
              <a:extLst>
                <a:ext uri="{FF2B5EF4-FFF2-40B4-BE49-F238E27FC236}">
                  <a16:creationId xmlns:a16="http://schemas.microsoft.com/office/drawing/2014/main" id="{6E768C33-4FD7-466E-8C40-768CC43B9E0D}"/>
                </a:ext>
              </a:extLst>
            </p:cNvPr>
            <p:cNvSpPr>
              <a:spLocks noChangeArrowheads="1"/>
            </p:cNvSpPr>
            <p:nvPr/>
          </p:nvSpPr>
          <p:spPr bwMode="auto">
            <a:xfrm>
              <a:off x="4240" y="2160"/>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10" name="Oval 9">
              <a:extLst>
                <a:ext uri="{FF2B5EF4-FFF2-40B4-BE49-F238E27FC236}">
                  <a16:creationId xmlns:a16="http://schemas.microsoft.com/office/drawing/2014/main" id="{4655000C-DC27-4835-8801-8B00ADD2CD08}"/>
                </a:ext>
              </a:extLst>
            </p:cNvPr>
            <p:cNvSpPr>
              <a:spLocks noChangeArrowheads="1"/>
            </p:cNvSpPr>
            <p:nvPr/>
          </p:nvSpPr>
          <p:spPr bwMode="auto">
            <a:xfrm>
              <a:off x="4240" y="3072"/>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11" name="Oval 10">
              <a:extLst>
                <a:ext uri="{FF2B5EF4-FFF2-40B4-BE49-F238E27FC236}">
                  <a16:creationId xmlns:a16="http://schemas.microsoft.com/office/drawing/2014/main" id="{0F8D5F5B-5AAF-4E9F-BEF6-5AB36C612333}"/>
                </a:ext>
              </a:extLst>
            </p:cNvPr>
            <p:cNvSpPr>
              <a:spLocks noChangeArrowheads="1"/>
            </p:cNvSpPr>
            <p:nvPr/>
          </p:nvSpPr>
          <p:spPr bwMode="auto">
            <a:xfrm>
              <a:off x="5056" y="3072"/>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12" name="Oval 11">
              <a:extLst>
                <a:ext uri="{FF2B5EF4-FFF2-40B4-BE49-F238E27FC236}">
                  <a16:creationId xmlns:a16="http://schemas.microsoft.com/office/drawing/2014/main" id="{98C3D5B5-27AD-468F-8000-21622A4F8637}"/>
                </a:ext>
              </a:extLst>
            </p:cNvPr>
            <p:cNvSpPr>
              <a:spLocks noChangeArrowheads="1"/>
            </p:cNvSpPr>
            <p:nvPr/>
          </p:nvSpPr>
          <p:spPr bwMode="auto">
            <a:xfrm>
              <a:off x="4256" y="3968"/>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13" name="Line 12">
              <a:extLst>
                <a:ext uri="{FF2B5EF4-FFF2-40B4-BE49-F238E27FC236}">
                  <a16:creationId xmlns:a16="http://schemas.microsoft.com/office/drawing/2014/main" id="{74ACA345-E6F4-440E-AC71-67B4BA3EC6A1}"/>
                </a:ext>
              </a:extLst>
            </p:cNvPr>
            <p:cNvSpPr>
              <a:spLocks noChangeShapeType="1"/>
            </p:cNvSpPr>
            <p:nvPr/>
          </p:nvSpPr>
          <p:spPr bwMode="auto">
            <a:xfrm flipH="1" flipV="1">
              <a:off x="4304" y="3112"/>
              <a:ext cx="0" cy="8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4" name="Line 13">
              <a:extLst>
                <a:ext uri="{FF2B5EF4-FFF2-40B4-BE49-F238E27FC236}">
                  <a16:creationId xmlns:a16="http://schemas.microsoft.com/office/drawing/2014/main" id="{41FB2CC6-A1C1-416E-8CE4-D7AEEF3985FA}"/>
                </a:ext>
              </a:extLst>
            </p:cNvPr>
            <p:cNvSpPr>
              <a:spLocks noChangeShapeType="1"/>
            </p:cNvSpPr>
            <p:nvPr/>
          </p:nvSpPr>
          <p:spPr bwMode="auto">
            <a:xfrm flipH="1" flipV="1">
              <a:off x="4296" y="2192"/>
              <a:ext cx="0" cy="8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5" name="Line 14">
              <a:extLst>
                <a:ext uri="{FF2B5EF4-FFF2-40B4-BE49-F238E27FC236}">
                  <a16:creationId xmlns:a16="http://schemas.microsoft.com/office/drawing/2014/main" id="{AE6346D1-8B29-4FDF-86D0-32492C53A23A}"/>
                </a:ext>
              </a:extLst>
            </p:cNvPr>
            <p:cNvSpPr>
              <a:spLocks noChangeShapeType="1"/>
            </p:cNvSpPr>
            <p:nvPr/>
          </p:nvSpPr>
          <p:spPr bwMode="auto">
            <a:xfrm flipH="1">
              <a:off x="4320" y="3120"/>
              <a:ext cx="800" cy="8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grpSp>
          <p:nvGrpSpPr>
            <p:cNvPr id="16" name="Group 15">
              <a:extLst>
                <a:ext uri="{FF2B5EF4-FFF2-40B4-BE49-F238E27FC236}">
                  <a16:creationId xmlns:a16="http://schemas.microsoft.com/office/drawing/2014/main" id="{FE9872D2-D237-4B0D-9491-39FA9507ACBB}"/>
                </a:ext>
              </a:extLst>
            </p:cNvPr>
            <p:cNvGrpSpPr>
              <a:grpSpLocks/>
            </p:cNvGrpSpPr>
            <p:nvPr/>
          </p:nvGrpSpPr>
          <p:grpSpPr bwMode="auto">
            <a:xfrm>
              <a:off x="4072" y="2216"/>
              <a:ext cx="208" cy="920"/>
              <a:chOff x="3800" y="2224"/>
              <a:chExt cx="160" cy="1032"/>
            </a:xfrm>
          </p:grpSpPr>
          <p:sp>
            <p:nvSpPr>
              <p:cNvPr id="24" name="Arc 16">
                <a:extLst>
                  <a:ext uri="{FF2B5EF4-FFF2-40B4-BE49-F238E27FC236}">
                    <a16:creationId xmlns:a16="http://schemas.microsoft.com/office/drawing/2014/main" id="{381FDA65-DD80-4476-BD17-31490105CE71}"/>
                  </a:ext>
                </a:extLst>
              </p:cNvPr>
              <p:cNvSpPr>
                <a:spLocks/>
              </p:cNvSpPr>
              <p:nvPr/>
            </p:nvSpPr>
            <p:spPr bwMode="auto">
              <a:xfrm flipH="1">
                <a:off x="3800" y="2224"/>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25" name="Arc 17">
                <a:extLst>
                  <a:ext uri="{FF2B5EF4-FFF2-40B4-BE49-F238E27FC236}">
                    <a16:creationId xmlns:a16="http://schemas.microsoft.com/office/drawing/2014/main" id="{9EEFA68F-1BEA-4E31-B42C-786DC1C7F989}"/>
                  </a:ext>
                </a:extLst>
              </p:cNvPr>
              <p:cNvSpPr>
                <a:spLocks/>
              </p:cNvSpPr>
              <p:nvPr/>
            </p:nvSpPr>
            <p:spPr bwMode="auto">
              <a:xfrm flipH="1" flipV="1">
                <a:off x="3800" y="2736"/>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grpSp>
          <p:nvGrpSpPr>
            <p:cNvPr id="17" name="Group 18">
              <a:extLst>
                <a:ext uri="{FF2B5EF4-FFF2-40B4-BE49-F238E27FC236}">
                  <a16:creationId xmlns:a16="http://schemas.microsoft.com/office/drawing/2014/main" id="{31330FFE-03FC-41CA-BE31-3B1420A57154}"/>
                </a:ext>
              </a:extLst>
            </p:cNvPr>
            <p:cNvGrpSpPr>
              <a:grpSpLocks/>
            </p:cNvGrpSpPr>
            <p:nvPr/>
          </p:nvGrpSpPr>
          <p:grpSpPr bwMode="auto">
            <a:xfrm>
              <a:off x="4080" y="3144"/>
              <a:ext cx="168" cy="880"/>
              <a:chOff x="3800" y="2224"/>
              <a:chExt cx="160" cy="1032"/>
            </a:xfrm>
          </p:grpSpPr>
          <p:sp>
            <p:nvSpPr>
              <p:cNvPr id="22" name="Arc 19">
                <a:extLst>
                  <a:ext uri="{FF2B5EF4-FFF2-40B4-BE49-F238E27FC236}">
                    <a16:creationId xmlns:a16="http://schemas.microsoft.com/office/drawing/2014/main" id="{FC550F50-0CA9-434D-BB86-5435510375F8}"/>
                  </a:ext>
                </a:extLst>
              </p:cNvPr>
              <p:cNvSpPr>
                <a:spLocks/>
              </p:cNvSpPr>
              <p:nvPr/>
            </p:nvSpPr>
            <p:spPr bwMode="auto">
              <a:xfrm flipH="1">
                <a:off x="3800" y="2224"/>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23" name="Arc 20">
                <a:extLst>
                  <a:ext uri="{FF2B5EF4-FFF2-40B4-BE49-F238E27FC236}">
                    <a16:creationId xmlns:a16="http://schemas.microsoft.com/office/drawing/2014/main" id="{E9D2C096-1DF4-4835-B9AA-1A602B0F834F}"/>
                  </a:ext>
                </a:extLst>
              </p:cNvPr>
              <p:cNvSpPr>
                <a:spLocks/>
              </p:cNvSpPr>
              <p:nvPr/>
            </p:nvSpPr>
            <p:spPr bwMode="auto">
              <a:xfrm flipH="1" flipV="1">
                <a:off x="3800" y="2736"/>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sp>
          <p:nvSpPr>
            <p:cNvPr id="18" name="Text Box 21">
              <a:extLst>
                <a:ext uri="{FF2B5EF4-FFF2-40B4-BE49-F238E27FC236}">
                  <a16:creationId xmlns:a16="http://schemas.microsoft.com/office/drawing/2014/main" id="{CB7F6B19-86BA-4811-A2DC-FA818DFB593C}"/>
                </a:ext>
              </a:extLst>
            </p:cNvPr>
            <p:cNvSpPr txBox="1">
              <a:spLocks noChangeArrowheads="1"/>
            </p:cNvSpPr>
            <p:nvPr/>
          </p:nvSpPr>
          <p:spPr bwMode="auto">
            <a:xfrm>
              <a:off x="3880" y="3008"/>
              <a:ext cx="280"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000" i="1">
                  <a:solidFill>
                    <a:schemeClr val="tx2"/>
                  </a:solidFill>
                  <a:latin typeface="Bookman Old Style" panose="02050604050505020204" pitchFamily="18" charset="0"/>
                </a:rPr>
                <a:t>A</a:t>
              </a:r>
              <a:endParaRPr lang="en-US" altLang="en-US" sz="1400">
                <a:solidFill>
                  <a:schemeClr val="tx2"/>
                </a:solidFill>
                <a:latin typeface="Bookman Old Style" panose="02050604050505020204" pitchFamily="18" charset="0"/>
              </a:endParaRPr>
            </a:p>
          </p:txBody>
        </p:sp>
        <p:sp>
          <p:nvSpPr>
            <p:cNvPr id="19" name="Text Box 22">
              <a:extLst>
                <a:ext uri="{FF2B5EF4-FFF2-40B4-BE49-F238E27FC236}">
                  <a16:creationId xmlns:a16="http://schemas.microsoft.com/office/drawing/2014/main" id="{C9E5D216-187C-4C7F-A271-2B5FB36AF67D}"/>
                </a:ext>
              </a:extLst>
            </p:cNvPr>
            <p:cNvSpPr txBox="1">
              <a:spLocks noChangeArrowheads="1"/>
            </p:cNvSpPr>
            <p:nvPr/>
          </p:nvSpPr>
          <p:spPr bwMode="auto">
            <a:xfrm>
              <a:off x="4400" y="3911"/>
              <a:ext cx="283"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000" i="1">
                  <a:solidFill>
                    <a:schemeClr val="tx2"/>
                  </a:solidFill>
                  <a:latin typeface="Bookman Old Style" panose="02050604050505020204" pitchFamily="18" charset="0"/>
                </a:rPr>
                <a:t>B</a:t>
              </a:r>
              <a:endParaRPr lang="en-US" altLang="en-US" sz="1400">
                <a:solidFill>
                  <a:schemeClr val="tx2"/>
                </a:solidFill>
                <a:latin typeface="Bookman Old Style" panose="02050604050505020204" pitchFamily="18" charset="0"/>
              </a:endParaRPr>
            </a:p>
          </p:txBody>
        </p:sp>
        <p:sp>
          <p:nvSpPr>
            <p:cNvPr id="20" name="Text Box 23">
              <a:extLst>
                <a:ext uri="{FF2B5EF4-FFF2-40B4-BE49-F238E27FC236}">
                  <a16:creationId xmlns:a16="http://schemas.microsoft.com/office/drawing/2014/main" id="{52AF48C4-38B2-413C-A3AA-C5A5CB95F53D}"/>
                </a:ext>
              </a:extLst>
            </p:cNvPr>
            <p:cNvSpPr txBox="1">
              <a:spLocks noChangeArrowheads="1"/>
            </p:cNvSpPr>
            <p:nvPr/>
          </p:nvSpPr>
          <p:spPr bwMode="auto">
            <a:xfrm>
              <a:off x="4384" y="2088"/>
              <a:ext cx="283"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000" i="1">
                  <a:solidFill>
                    <a:schemeClr val="tx2"/>
                  </a:solidFill>
                  <a:latin typeface="Bookman Old Style" panose="02050604050505020204" pitchFamily="18" charset="0"/>
                </a:rPr>
                <a:t>C</a:t>
              </a:r>
              <a:endParaRPr lang="en-US" altLang="en-US" sz="1400">
                <a:solidFill>
                  <a:schemeClr val="tx2"/>
                </a:solidFill>
                <a:latin typeface="Bookman Old Style" panose="02050604050505020204" pitchFamily="18" charset="0"/>
              </a:endParaRPr>
            </a:p>
          </p:txBody>
        </p:sp>
        <p:sp>
          <p:nvSpPr>
            <p:cNvPr id="21" name="Text Box 24">
              <a:extLst>
                <a:ext uri="{FF2B5EF4-FFF2-40B4-BE49-F238E27FC236}">
                  <a16:creationId xmlns:a16="http://schemas.microsoft.com/office/drawing/2014/main" id="{3A217340-5B7D-445F-957D-892964EA5841}"/>
                </a:ext>
              </a:extLst>
            </p:cNvPr>
            <p:cNvSpPr txBox="1">
              <a:spLocks noChangeArrowheads="1"/>
            </p:cNvSpPr>
            <p:nvPr/>
          </p:nvSpPr>
          <p:spPr bwMode="auto">
            <a:xfrm>
              <a:off x="5183" y="2984"/>
              <a:ext cx="287"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000" i="1">
                  <a:solidFill>
                    <a:schemeClr val="tx2"/>
                  </a:solidFill>
                  <a:latin typeface="Bookman Old Style" panose="02050604050505020204" pitchFamily="18" charset="0"/>
                </a:rPr>
                <a:t>D</a:t>
              </a:r>
              <a:endParaRPr lang="en-US" altLang="en-US" sz="1400">
                <a:solidFill>
                  <a:schemeClr val="tx2"/>
                </a:solidFill>
                <a:latin typeface="Bookman Old Style" panose="02050604050505020204" pitchFamily="18" charset="0"/>
              </a:endParaRPr>
            </a:p>
          </p:txBody>
        </p:sp>
      </p:grpSp>
    </p:spTree>
    <p:extLst>
      <p:ext uri="{BB962C8B-B14F-4D97-AF65-F5344CB8AC3E}">
        <p14:creationId xmlns:p14="http://schemas.microsoft.com/office/powerpoint/2010/main" val="1690630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Euler Paths and Circuits</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lstStyle/>
          <a:p>
            <a:pPr marL="0" indent="0">
              <a:buNone/>
            </a:pPr>
            <a:r>
              <a:rPr lang="en-IN" dirty="0"/>
              <a:t>Necessary and Sufficient Conditions</a:t>
            </a:r>
          </a:p>
          <a:p>
            <a:pPr marL="0" indent="0">
              <a:buNone/>
            </a:pPr>
            <a:r>
              <a:rPr lang="en-US" dirty="0"/>
              <a:t>A connected multigraph has a Euler circuit if and only if each of its vertices has an even degree.</a:t>
            </a:r>
          </a:p>
          <a:p>
            <a:pPr marL="0" indent="0">
              <a:buNone/>
            </a:pPr>
            <a:endParaRPr lang="en-US" dirty="0"/>
          </a:p>
          <a:p>
            <a:pPr marL="0" indent="0">
              <a:buNone/>
            </a:pPr>
            <a:r>
              <a:rPr lang="en-US" dirty="0"/>
              <a:t>A connected multigraph has a Euler path but not an Euler circuit if and only if it has exactly two vertices of odd degree.</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1826623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Euler Paths and Circuits - Table</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lstStyle/>
          <a:p>
            <a:pPr marL="0" indent="0">
              <a:buNone/>
            </a:pPr>
            <a:endParaRPr lang="en-IN" dirty="0"/>
          </a:p>
        </p:txBody>
      </p:sp>
    </p:spTree>
    <p:extLst>
      <p:ext uri="{BB962C8B-B14F-4D97-AF65-F5344CB8AC3E}">
        <p14:creationId xmlns:p14="http://schemas.microsoft.com/office/powerpoint/2010/main" val="336420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Euler Paths and Circuits</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r>
              <a:rPr lang="en-US" b="1" dirty="0"/>
              <a:t>Ques:- </a:t>
            </a:r>
            <a:r>
              <a:rPr lang="en-US" dirty="0"/>
              <a:t>Does the graph above has an Euler circuit?</a:t>
            </a:r>
          </a:p>
          <a:p>
            <a:pPr marL="0" indent="0">
              <a:buNone/>
            </a:pPr>
            <a:endParaRPr lang="en-US" dirty="0"/>
          </a:p>
          <a:p>
            <a:pPr>
              <a:spcBef>
                <a:spcPct val="0"/>
              </a:spcBef>
              <a:buNone/>
            </a:pPr>
            <a:r>
              <a:rPr lang="en-US" altLang="en-US" b="1" dirty="0">
                <a:latin typeface="Times New Roman" panose="02020603050405020304" pitchFamily="18" charset="0"/>
              </a:rPr>
              <a:t>Sol:- No</a:t>
            </a:r>
            <a:endParaRPr lang="en-US" dirty="0"/>
          </a:p>
          <a:p>
            <a:pPr marL="0" indent="0">
              <a:buNone/>
            </a:pPr>
            <a:endParaRPr lang="en-IN" dirty="0"/>
          </a:p>
        </p:txBody>
      </p:sp>
      <p:sp>
        <p:nvSpPr>
          <p:cNvPr id="5" name="Text Box 5">
            <a:extLst>
              <a:ext uri="{FF2B5EF4-FFF2-40B4-BE49-F238E27FC236}">
                <a16:creationId xmlns:a16="http://schemas.microsoft.com/office/drawing/2014/main" id="{E4A065F2-F2D7-4319-8EAD-5FBF7B0E48CD}"/>
              </a:ext>
            </a:extLst>
          </p:cNvPr>
          <p:cNvSpPr txBox="1">
            <a:spLocks noChangeArrowheads="1"/>
          </p:cNvSpPr>
          <p:nvPr/>
        </p:nvSpPr>
        <p:spPr bwMode="auto">
          <a:xfrm>
            <a:off x="4485860" y="2128837"/>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e</a:t>
            </a:r>
          </a:p>
        </p:txBody>
      </p:sp>
      <p:sp>
        <p:nvSpPr>
          <p:cNvPr id="6" name="Oval 6">
            <a:extLst>
              <a:ext uri="{FF2B5EF4-FFF2-40B4-BE49-F238E27FC236}">
                <a16:creationId xmlns:a16="http://schemas.microsoft.com/office/drawing/2014/main" id="{BC7E250C-1C8B-4D33-877E-D5985BD50F0C}"/>
              </a:ext>
            </a:extLst>
          </p:cNvPr>
          <p:cNvSpPr>
            <a:spLocks noChangeAspect="1" noChangeArrowheads="1"/>
          </p:cNvSpPr>
          <p:nvPr/>
        </p:nvSpPr>
        <p:spPr bwMode="auto">
          <a:xfrm>
            <a:off x="3514310" y="1516062"/>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7" name="Oval 7">
            <a:extLst>
              <a:ext uri="{FF2B5EF4-FFF2-40B4-BE49-F238E27FC236}">
                <a16:creationId xmlns:a16="http://schemas.microsoft.com/office/drawing/2014/main" id="{F6843D9F-528D-40DF-AFB5-64B67E9D019D}"/>
              </a:ext>
            </a:extLst>
          </p:cNvPr>
          <p:cNvSpPr>
            <a:spLocks noChangeAspect="1" noChangeArrowheads="1"/>
          </p:cNvSpPr>
          <p:nvPr/>
        </p:nvSpPr>
        <p:spPr bwMode="auto">
          <a:xfrm>
            <a:off x="3523835" y="2995612"/>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8" name="Text Box 8">
            <a:extLst>
              <a:ext uri="{FF2B5EF4-FFF2-40B4-BE49-F238E27FC236}">
                <a16:creationId xmlns:a16="http://schemas.microsoft.com/office/drawing/2014/main" id="{1B492BE2-59DB-4103-8D38-3BF60F7A73D6}"/>
              </a:ext>
            </a:extLst>
          </p:cNvPr>
          <p:cNvSpPr txBox="1">
            <a:spLocks noChangeArrowheads="1"/>
          </p:cNvSpPr>
          <p:nvPr/>
        </p:nvSpPr>
        <p:spPr bwMode="auto">
          <a:xfrm>
            <a:off x="3520660" y="3059112"/>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d</a:t>
            </a:r>
          </a:p>
        </p:txBody>
      </p:sp>
      <p:sp>
        <p:nvSpPr>
          <p:cNvPr id="9" name="Text Box 9">
            <a:extLst>
              <a:ext uri="{FF2B5EF4-FFF2-40B4-BE49-F238E27FC236}">
                <a16:creationId xmlns:a16="http://schemas.microsoft.com/office/drawing/2014/main" id="{B7E7644C-E5C1-4702-87BB-DDCEB1859F02}"/>
              </a:ext>
            </a:extLst>
          </p:cNvPr>
          <p:cNvSpPr txBox="1">
            <a:spLocks noChangeArrowheads="1"/>
          </p:cNvSpPr>
          <p:nvPr/>
        </p:nvSpPr>
        <p:spPr bwMode="auto">
          <a:xfrm>
            <a:off x="3495260" y="1138237"/>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a</a:t>
            </a:r>
          </a:p>
        </p:txBody>
      </p:sp>
      <p:sp>
        <p:nvSpPr>
          <p:cNvPr id="10" name="Oval 10">
            <a:extLst>
              <a:ext uri="{FF2B5EF4-FFF2-40B4-BE49-F238E27FC236}">
                <a16:creationId xmlns:a16="http://schemas.microsoft.com/office/drawing/2014/main" id="{106F322A-2EE3-4EBA-BEEF-AC181BD42FF0}"/>
              </a:ext>
            </a:extLst>
          </p:cNvPr>
          <p:cNvSpPr>
            <a:spLocks noChangeAspect="1" noChangeArrowheads="1"/>
          </p:cNvSpPr>
          <p:nvPr/>
        </p:nvSpPr>
        <p:spPr bwMode="auto">
          <a:xfrm>
            <a:off x="5000210" y="1516062"/>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11" name="Oval 11">
            <a:extLst>
              <a:ext uri="{FF2B5EF4-FFF2-40B4-BE49-F238E27FC236}">
                <a16:creationId xmlns:a16="http://schemas.microsoft.com/office/drawing/2014/main" id="{E0F7C863-DF3B-4DE2-B3C5-EA4B7E22C80B}"/>
              </a:ext>
            </a:extLst>
          </p:cNvPr>
          <p:cNvSpPr>
            <a:spLocks noChangeAspect="1" noChangeArrowheads="1"/>
          </p:cNvSpPr>
          <p:nvPr/>
        </p:nvSpPr>
        <p:spPr bwMode="auto">
          <a:xfrm>
            <a:off x="5009735" y="2995612"/>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12" name="Text Box 12">
            <a:extLst>
              <a:ext uri="{FF2B5EF4-FFF2-40B4-BE49-F238E27FC236}">
                <a16:creationId xmlns:a16="http://schemas.microsoft.com/office/drawing/2014/main" id="{253F91D2-4BA3-4A87-91B8-E6C400EDD98B}"/>
              </a:ext>
            </a:extLst>
          </p:cNvPr>
          <p:cNvSpPr txBox="1">
            <a:spLocks noChangeArrowheads="1"/>
          </p:cNvSpPr>
          <p:nvPr/>
        </p:nvSpPr>
        <p:spPr bwMode="auto">
          <a:xfrm>
            <a:off x="4955760" y="3059112"/>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c</a:t>
            </a:r>
          </a:p>
        </p:txBody>
      </p:sp>
      <p:sp>
        <p:nvSpPr>
          <p:cNvPr id="13" name="Text Box 13">
            <a:extLst>
              <a:ext uri="{FF2B5EF4-FFF2-40B4-BE49-F238E27FC236}">
                <a16:creationId xmlns:a16="http://schemas.microsoft.com/office/drawing/2014/main" id="{B39E7F7A-5D9E-4760-AD90-C2B19EF26F78}"/>
              </a:ext>
            </a:extLst>
          </p:cNvPr>
          <p:cNvSpPr txBox="1">
            <a:spLocks noChangeArrowheads="1"/>
          </p:cNvSpPr>
          <p:nvPr/>
        </p:nvSpPr>
        <p:spPr bwMode="auto">
          <a:xfrm>
            <a:off x="4981160" y="1154112"/>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b</a:t>
            </a:r>
          </a:p>
        </p:txBody>
      </p:sp>
      <p:sp>
        <p:nvSpPr>
          <p:cNvPr id="14" name="Line 14">
            <a:extLst>
              <a:ext uri="{FF2B5EF4-FFF2-40B4-BE49-F238E27FC236}">
                <a16:creationId xmlns:a16="http://schemas.microsoft.com/office/drawing/2014/main" id="{C5E7B21F-9F09-4182-9F47-9E5F73B001D0}"/>
              </a:ext>
            </a:extLst>
          </p:cNvPr>
          <p:cNvSpPr>
            <a:spLocks noChangeAspect="1" noChangeShapeType="1"/>
          </p:cNvSpPr>
          <p:nvPr/>
        </p:nvSpPr>
        <p:spPr bwMode="auto">
          <a:xfrm>
            <a:off x="3614323" y="1571625"/>
            <a:ext cx="14700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15" name="Line 15">
            <a:extLst>
              <a:ext uri="{FF2B5EF4-FFF2-40B4-BE49-F238E27FC236}">
                <a16:creationId xmlns:a16="http://schemas.microsoft.com/office/drawing/2014/main" id="{422600AB-7A71-4572-8D50-24A46DEC5712}"/>
              </a:ext>
            </a:extLst>
          </p:cNvPr>
          <p:cNvSpPr>
            <a:spLocks noChangeShapeType="1"/>
          </p:cNvSpPr>
          <p:nvPr/>
        </p:nvSpPr>
        <p:spPr bwMode="auto">
          <a:xfrm flipH="1">
            <a:off x="3571460" y="1595437"/>
            <a:ext cx="1447800" cy="144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16" name="Line 16">
            <a:extLst>
              <a:ext uri="{FF2B5EF4-FFF2-40B4-BE49-F238E27FC236}">
                <a16:creationId xmlns:a16="http://schemas.microsoft.com/office/drawing/2014/main" id="{EE4BF12D-C789-4DA4-BB57-4A3DF399329D}"/>
              </a:ext>
            </a:extLst>
          </p:cNvPr>
          <p:cNvSpPr>
            <a:spLocks noChangeAspect="1" noChangeShapeType="1"/>
          </p:cNvSpPr>
          <p:nvPr/>
        </p:nvSpPr>
        <p:spPr bwMode="auto">
          <a:xfrm>
            <a:off x="3587335" y="3043237"/>
            <a:ext cx="14700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17" name="Line 17">
            <a:extLst>
              <a:ext uri="{FF2B5EF4-FFF2-40B4-BE49-F238E27FC236}">
                <a16:creationId xmlns:a16="http://schemas.microsoft.com/office/drawing/2014/main" id="{439ABB7E-52A6-4F97-9606-492A0BCD6E74}"/>
              </a:ext>
            </a:extLst>
          </p:cNvPr>
          <p:cNvSpPr>
            <a:spLocks noChangeShapeType="1"/>
          </p:cNvSpPr>
          <p:nvPr/>
        </p:nvSpPr>
        <p:spPr bwMode="auto">
          <a:xfrm>
            <a:off x="3571460" y="1595437"/>
            <a:ext cx="1447800" cy="144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18" name="Oval 18">
            <a:extLst>
              <a:ext uri="{FF2B5EF4-FFF2-40B4-BE49-F238E27FC236}">
                <a16:creationId xmlns:a16="http://schemas.microsoft.com/office/drawing/2014/main" id="{59AD12A6-2302-4AA4-8AF6-D074E78B5C9F}"/>
              </a:ext>
            </a:extLst>
          </p:cNvPr>
          <p:cNvSpPr>
            <a:spLocks noChangeAspect="1" noChangeArrowheads="1"/>
          </p:cNvSpPr>
          <p:nvPr/>
        </p:nvSpPr>
        <p:spPr bwMode="auto">
          <a:xfrm>
            <a:off x="4231860" y="2255837"/>
            <a:ext cx="109538" cy="109538"/>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Tree>
    <p:extLst>
      <p:ext uri="{BB962C8B-B14F-4D97-AF65-F5344CB8AC3E}">
        <p14:creationId xmlns:p14="http://schemas.microsoft.com/office/powerpoint/2010/main" val="2956601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Euler Paths and Circuits</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r>
              <a:rPr lang="en-US" b="1" dirty="0"/>
              <a:t>Ques:- </a:t>
            </a:r>
            <a:r>
              <a:rPr lang="en-US" dirty="0"/>
              <a:t>Does the graph above has an Euler circuit?</a:t>
            </a:r>
          </a:p>
          <a:p>
            <a:pPr marL="0" indent="0">
              <a:buNone/>
            </a:pPr>
            <a:endParaRPr lang="en-US" dirty="0"/>
          </a:p>
          <a:p>
            <a:pPr>
              <a:spcBef>
                <a:spcPct val="0"/>
              </a:spcBef>
              <a:buNone/>
            </a:pPr>
            <a:r>
              <a:rPr lang="en-US" altLang="en-US" b="1" dirty="0">
                <a:latin typeface="Times New Roman" panose="02020603050405020304" pitchFamily="18" charset="0"/>
              </a:rPr>
              <a:t>Sol:- No</a:t>
            </a:r>
            <a:endParaRPr lang="en-US" altLang="en-US" dirty="0">
              <a:latin typeface="Times New Roman" panose="02020603050405020304" pitchFamily="18" charset="0"/>
            </a:endParaRPr>
          </a:p>
          <a:p>
            <a:pPr marL="0" indent="0">
              <a:buNone/>
            </a:pPr>
            <a:endParaRPr lang="en-US" dirty="0"/>
          </a:p>
          <a:p>
            <a:pPr marL="0" indent="0">
              <a:buNone/>
            </a:pPr>
            <a:endParaRPr lang="en-IN" dirty="0"/>
          </a:p>
        </p:txBody>
      </p:sp>
      <p:sp>
        <p:nvSpPr>
          <p:cNvPr id="20" name="Text Box 20">
            <a:extLst>
              <a:ext uri="{FF2B5EF4-FFF2-40B4-BE49-F238E27FC236}">
                <a16:creationId xmlns:a16="http://schemas.microsoft.com/office/drawing/2014/main" id="{5A539DF8-8F82-4CFD-9583-A41CD0B43CC0}"/>
              </a:ext>
            </a:extLst>
          </p:cNvPr>
          <p:cNvSpPr txBox="1">
            <a:spLocks noChangeArrowheads="1"/>
          </p:cNvSpPr>
          <p:nvPr/>
        </p:nvSpPr>
        <p:spPr bwMode="auto">
          <a:xfrm>
            <a:off x="4485861" y="2128837"/>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e</a:t>
            </a:r>
          </a:p>
        </p:txBody>
      </p:sp>
      <p:sp>
        <p:nvSpPr>
          <p:cNvPr id="21" name="Oval 21">
            <a:extLst>
              <a:ext uri="{FF2B5EF4-FFF2-40B4-BE49-F238E27FC236}">
                <a16:creationId xmlns:a16="http://schemas.microsoft.com/office/drawing/2014/main" id="{348B2110-165F-4A30-BA1B-A96ED7D5BF0B}"/>
              </a:ext>
            </a:extLst>
          </p:cNvPr>
          <p:cNvSpPr>
            <a:spLocks noChangeAspect="1" noChangeArrowheads="1"/>
          </p:cNvSpPr>
          <p:nvPr/>
        </p:nvSpPr>
        <p:spPr bwMode="auto">
          <a:xfrm>
            <a:off x="3514311" y="1516062"/>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22" name="Oval 22">
            <a:extLst>
              <a:ext uri="{FF2B5EF4-FFF2-40B4-BE49-F238E27FC236}">
                <a16:creationId xmlns:a16="http://schemas.microsoft.com/office/drawing/2014/main" id="{4425ECFB-FB7A-4DEE-9782-5C564B7D54A2}"/>
              </a:ext>
            </a:extLst>
          </p:cNvPr>
          <p:cNvSpPr>
            <a:spLocks noChangeAspect="1" noChangeArrowheads="1"/>
          </p:cNvSpPr>
          <p:nvPr/>
        </p:nvSpPr>
        <p:spPr bwMode="auto">
          <a:xfrm>
            <a:off x="3523836" y="2995612"/>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23" name="Line 23">
            <a:extLst>
              <a:ext uri="{FF2B5EF4-FFF2-40B4-BE49-F238E27FC236}">
                <a16:creationId xmlns:a16="http://schemas.microsoft.com/office/drawing/2014/main" id="{7B9FD0D2-4B0C-494A-86FE-7FD3C34F23CB}"/>
              </a:ext>
            </a:extLst>
          </p:cNvPr>
          <p:cNvSpPr>
            <a:spLocks noChangeAspect="1" noChangeShapeType="1"/>
          </p:cNvSpPr>
          <p:nvPr/>
        </p:nvSpPr>
        <p:spPr bwMode="auto">
          <a:xfrm rot="5400000">
            <a:off x="2842798" y="2316162"/>
            <a:ext cx="14684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24" name="Text Box 24">
            <a:extLst>
              <a:ext uri="{FF2B5EF4-FFF2-40B4-BE49-F238E27FC236}">
                <a16:creationId xmlns:a16="http://schemas.microsoft.com/office/drawing/2014/main" id="{19EF9CBC-ED8B-4C83-A237-876BB89CEB46}"/>
              </a:ext>
            </a:extLst>
          </p:cNvPr>
          <p:cNvSpPr txBox="1">
            <a:spLocks noChangeArrowheads="1"/>
          </p:cNvSpPr>
          <p:nvPr/>
        </p:nvSpPr>
        <p:spPr bwMode="auto">
          <a:xfrm>
            <a:off x="3520661" y="3059112"/>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d</a:t>
            </a:r>
          </a:p>
        </p:txBody>
      </p:sp>
      <p:sp>
        <p:nvSpPr>
          <p:cNvPr id="25" name="Text Box 25">
            <a:extLst>
              <a:ext uri="{FF2B5EF4-FFF2-40B4-BE49-F238E27FC236}">
                <a16:creationId xmlns:a16="http://schemas.microsoft.com/office/drawing/2014/main" id="{C11B2519-A2E8-4D85-8604-55EA672A04DD}"/>
              </a:ext>
            </a:extLst>
          </p:cNvPr>
          <p:cNvSpPr txBox="1">
            <a:spLocks noChangeArrowheads="1"/>
          </p:cNvSpPr>
          <p:nvPr/>
        </p:nvSpPr>
        <p:spPr bwMode="auto">
          <a:xfrm>
            <a:off x="3495261" y="1138237"/>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a</a:t>
            </a:r>
          </a:p>
        </p:txBody>
      </p:sp>
      <p:sp>
        <p:nvSpPr>
          <p:cNvPr id="26" name="Oval 26">
            <a:extLst>
              <a:ext uri="{FF2B5EF4-FFF2-40B4-BE49-F238E27FC236}">
                <a16:creationId xmlns:a16="http://schemas.microsoft.com/office/drawing/2014/main" id="{B9CB8F85-2E9C-4062-BBC7-E55030C6788C}"/>
              </a:ext>
            </a:extLst>
          </p:cNvPr>
          <p:cNvSpPr>
            <a:spLocks noChangeAspect="1" noChangeArrowheads="1"/>
          </p:cNvSpPr>
          <p:nvPr/>
        </p:nvSpPr>
        <p:spPr bwMode="auto">
          <a:xfrm>
            <a:off x="5000211" y="1516062"/>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27" name="Oval 27">
            <a:extLst>
              <a:ext uri="{FF2B5EF4-FFF2-40B4-BE49-F238E27FC236}">
                <a16:creationId xmlns:a16="http://schemas.microsoft.com/office/drawing/2014/main" id="{4FD4D463-D242-436E-AA04-B3A72E6AB2B9}"/>
              </a:ext>
            </a:extLst>
          </p:cNvPr>
          <p:cNvSpPr>
            <a:spLocks noChangeAspect="1" noChangeArrowheads="1"/>
          </p:cNvSpPr>
          <p:nvPr/>
        </p:nvSpPr>
        <p:spPr bwMode="auto">
          <a:xfrm>
            <a:off x="5009736" y="2995612"/>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28" name="Line 28">
            <a:extLst>
              <a:ext uri="{FF2B5EF4-FFF2-40B4-BE49-F238E27FC236}">
                <a16:creationId xmlns:a16="http://schemas.microsoft.com/office/drawing/2014/main" id="{26731BC3-380C-4CE9-814A-3E54BE2E76AF}"/>
              </a:ext>
            </a:extLst>
          </p:cNvPr>
          <p:cNvSpPr>
            <a:spLocks noChangeAspect="1" noChangeShapeType="1"/>
          </p:cNvSpPr>
          <p:nvPr/>
        </p:nvSpPr>
        <p:spPr bwMode="auto">
          <a:xfrm rot="5400000">
            <a:off x="4328698" y="2316162"/>
            <a:ext cx="14684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29" name="Text Box 29">
            <a:extLst>
              <a:ext uri="{FF2B5EF4-FFF2-40B4-BE49-F238E27FC236}">
                <a16:creationId xmlns:a16="http://schemas.microsoft.com/office/drawing/2014/main" id="{5A3E947C-B93B-4D10-9531-695E35D9C8A6}"/>
              </a:ext>
            </a:extLst>
          </p:cNvPr>
          <p:cNvSpPr txBox="1">
            <a:spLocks noChangeArrowheads="1"/>
          </p:cNvSpPr>
          <p:nvPr/>
        </p:nvSpPr>
        <p:spPr bwMode="auto">
          <a:xfrm>
            <a:off x="4968461" y="3043237"/>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c</a:t>
            </a:r>
          </a:p>
        </p:txBody>
      </p:sp>
      <p:sp>
        <p:nvSpPr>
          <p:cNvPr id="30" name="Text Box 30">
            <a:extLst>
              <a:ext uri="{FF2B5EF4-FFF2-40B4-BE49-F238E27FC236}">
                <a16:creationId xmlns:a16="http://schemas.microsoft.com/office/drawing/2014/main" id="{125DE786-E6F3-4D07-8EB9-A4A49C01CB86}"/>
              </a:ext>
            </a:extLst>
          </p:cNvPr>
          <p:cNvSpPr txBox="1">
            <a:spLocks noChangeArrowheads="1"/>
          </p:cNvSpPr>
          <p:nvPr/>
        </p:nvSpPr>
        <p:spPr bwMode="auto">
          <a:xfrm>
            <a:off x="4981161" y="1154112"/>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b</a:t>
            </a:r>
          </a:p>
        </p:txBody>
      </p:sp>
      <p:sp>
        <p:nvSpPr>
          <p:cNvPr id="31" name="Line 31">
            <a:extLst>
              <a:ext uri="{FF2B5EF4-FFF2-40B4-BE49-F238E27FC236}">
                <a16:creationId xmlns:a16="http://schemas.microsoft.com/office/drawing/2014/main" id="{21EF1C3B-F9A6-4A37-BF89-89E46984ABA9}"/>
              </a:ext>
            </a:extLst>
          </p:cNvPr>
          <p:cNvSpPr>
            <a:spLocks noChangeAspect="1" noChangeShapeType="1"/>
          </p:cNvSpPr>
          <p:nvPr/>
        </p:nvSpPr>
        <p:spPr bwMode="auto">
          <a:xfrm>
            <a:off x="3614324" y="1571625"/>
            <a:ext cx="14700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32" name="Line 32">
            <a:extLst>
              <a:ext uri="{FF2B5EF4-FFF2-40B4-BE49-F238E27FC236}">
                <a16:creationId xmlns:a16="http://schemas.microsoft.com/office/drawing/2014/main" id="{EC2C61F4-E095-44E4-BA23-0C5A7B282484}"/>
              </a:ext>
            </a:extLst>
          </p:cNvPr>
          <p:cNvSpPr>
            <a:spLocks noChangeShapeType="1"/>
          </p:cNvSpPr>
          <p:nvPr/>
        </p:nvSpPr>
        <p:spPr bwMode="auto">
          <a:xfrm flipH="1">
            <a:off x="3571461" y="1595437"/>
            <a:ext cx="1447800" cy="144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33" name="Line 33">
            <a:extLst>
              <a:ext uri="{FF2B5EF4-FFF2-40B4-BE49-F238E27FC236}">
                <a16:creationId xmlns:a16="http://schemas.microsoft.com/office/drawing/2014/main" id="{E633FD28-43E2-4463-AC08-3E922F497A44}"/>
              </a:ext>
            </a:extLst>
          </p:cNvPr>
          <p:cNvSpPr>
            <a:spLocks noChangeAspect="1" noChangeShapeType="1"/>
          </p:cNvSpPr>
          <p:nvPr/>
        </p:nvSpPr>
        <p:spPr bwMode="auto">
          <a:xfrm>
            <a:off x="3587336" y="3043237"/>
            <a:ext cx="14700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34" name="Line 34">
            <a:extLst>
              <a:ext uri="{FF2B5EF4-FFF2-40B4-BE49-F238E27FC236}">
                <a16:creationId xmlns:a16="http://schemas.microsoft.com/office/drawing/2014/main" id="{8B46C107-7A0A-4C6E-9347-3F139D1569AE}"/>
              </a:ext>
            </a:extLst>
          </p:cNvPr>
          <p:cNvSpPr>
            <a:spLocks noChangeShapeType="1"/>
          </p:cNvSpPr>
          <p:nvPr/>
        </p:nvSpPr>
        <p:spPr bwMode="auto">
          <a:xfrm>
            <a:off x="3571461" y="1595437"/>
            <a:ext cx="1447800" cy="144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35" name="Oval 35">
            <a:extLst>
              <a:ext uri="{FF2B5EF4-FFF2-40B4-BE49-F238E27FC236}">
                <a16:creationId xmlns:a16="http://schemas.microsoft.com/office/drawing/2014/main" id="{4DC6289B-4C89-4CED-B4B3-125E6D6D10AD}"/>
              </a:ext>
            </a:extLst>
          </p:cNvPr>
          <p:cNvSpPr>
            <a:spLocks noChangeAspect="1" noChangeArrowheads="1"/>
          </p:cNvSpPr>
          <p:nvPr/>
        </p:nvSpPr>
        <p:spPr bwMode="auto">
          <a:xfrm>
            <a:off x="4231861" y="2255837"/>
            <a:ext cx="109538" cy="109538"/>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Tree>
    <p:extLst>
      <p:ext uri="{BB962C8B-B14F-4D97-AF65-F5344CB8AC3E}">
        <p14:creationId xmlns:p14="http://schemas.microsoft.com/office/powerpoint/2010/main" val="1905476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Euler Paths and Circuits</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r>
              <a:rPr lang="en-US" b="1" dirty="0"/>
              <a:t>Ques:- </a:t>
            </a:r>
            <a:r>
              <a:rPr lang="en-US" dirty="0"/>
              <a:t>Does the graph above has an Euler circuit?</a:t>
            </a:r>
          </a:p>
          <a:p>
            <a:pPr marL="0" indent="0">
              <a:buNone/>
            </a:pPr>
            <a:endParaRPr lang="en-US" dirty="0"/>
          </a:p>
          <a:p>
            <a:pPr>
              <a:spcBef>
                <a:spcPct val="0"/>
              </a:spcBef>
              <a:buNone/>
            </a:pPr>
            <a:r>
              <a:rPr lang="en-US" altLang="en-US" b="1" dirty="0">
                <a:latin typeface="Times New Roman" panose="02020603050405020304" pitchFamily="18" charset="0"/>
              </a:rPr>
              <a:t>Sol:- No</a:t>
            </a:r>
            <a:endParaRPr lang="en-US" altLang="en-US" dirty="0">
              <a:latin typeface="Times New Roman" panose="02020603050405020304" pitchFamily="18" charset="0"/>
            </a:endParaRPr>
          </a:p>
          <a:p>
            <a:pPr marL="0" indent="0">
              <a:buNone/>
            </a:pPr>
            <a:endParaRPr lang="en-US" dirty="0"/>
          </a:p>
          <a:p>
            <a:pPr marL="0" indent="0">
              <a:buNone/>
            </a:pPr>
            <a:endParaRPr lang="en-IN" dirty="0"/>
          </a:p>
        </p:txBody>
      </p:sp>
      <p:sp>
        <p:nvSpPr>
          <p:cNvPr id="37" name="Text Box 37">
            <a:extLst>
              <a:ext uri="{FF2B5EF4-FFF2-40B4-BE49-F238E27FC236}">
                <a16:creationId xmlns:a16="http://schemas.microsoft.com/office/drawing/2014/main" id="{81F3A3D7-F18B-4DE0-85A7-32D0F2B83A6F}"/>
              </a:ext>
            </a:extLst>
          </p:cNvPr>
          <p:cNvSpPr txBox="1">
            <a:spLocks noChangeArrowheads="1"/>
          </p:cNvSpPr>
          <p:nvPr/>
        </p:nvSpPr>
        <p:spPr bwMode="auto">
          <a:xfrm>
            <a:off x="5848350" y="3093373"/>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e</a:t>
            </a:r>
          </a:p>
        </p:txBody>
      </p:sp>
      <p:sp>
        <p:nvSpPr>
          <p:cNvPr id="38" name="Oval 38">
            <a:extLst>
              <a:ext uri="{FF2B5EF4-FFF2-40B4-BE49-F238E27FC236}">
                <a16:creationId xmlns:a16="http://schemas.microsoft.com/office/drawing/2014/main" id="{A131B1DD-DF55-4557-A424-DA89E495F533}"/>
              </a:ext>
            </a:extLst>
          </p:cNvPr>
          <p:cNvSpPr>
            <a:spLocks noChangeAspect="1" noChangeArrowheads="1"/>
          </p:cNvSpPr>
          <p:nvPr/>
        </p:nvSpPr>
        <p:spPr bwMode="auto">
          <a:xfrm>
            <a:off x="3022600" y="1626523"/>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39" name="Oval 39">
            <a:extLst>
              <a:ext uri="{FF2B5EF4-FFF2-40B4-BE49-F238E27FC236}">
                <a16:creationId xmlns:a16="http://schemas.microsoft.com/office/drawing/2014/main" id="{901F0C4B-F5A7-43ED-928C-414A802D0EB5}"/>
              </a:ext>
            </a:extLst>
          </p:cNvPr>
          <p:cNvSpPr>
            <a:spLocks noChangeAspect="1" noChangeArrowheads="1"/>
          </p:cNvSpPr>
          <p:nvPr/>
        </p:nvSpPr>
        <p:spPr bwMode="auto">
          <a:xfrm>
            <a:off x="3032125" y="3106073"/>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40" name="Line 40">
            <a:extLst>
              <a:ext uri="{FF2B5EF4-FFF2-40B4-BE49-F238E27FC236}">
                <a16:creationId xmlns:a16="http://schemas.microsoft.com/office/drawing/2014/main" id="{D84F9417-953B-4504-B6FD-CF13BA5C12DD}"/>
              </a:ext>
            </a:extLst>
          </p:cNvPr>
          <p:cNvSpPr>
            <a:spLocks noChangeAspect="1" noChangeShapeType="1"/>
          </p:cNvSpPr>
          <p:nvPr/>
        </p:nvSpPr>
        <p:spPr bwMode="auto">
          <a:xfrm rot="5400000">
            <a:off x="2351087" y="2426623"/>
            <a:ext cx="14684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41" name="Text Box 41">
            <a:extLst>
              <a:ext uri="{FF2B5EF4-FFF2-40B4-BE49-F238E27FC236}">
                <a16:creationId xmlns:a16="http://schemas.microsoft.com/office/drawing/2014/main" id="{DE0F6C92-CC27-42A8-BC69-89C5066CCDC1}"/>
              </a:ext>
            </a:extLst>
          </p:cNvPr>
          <p:cNvSpPr txBox="1">
            <a:spLocks noChangeArrowheads="1"/>
          </p:cNvSpPr>
          <p:nvPr/>
        </p:nvSpPr>
        <p:spPr bwMode="auto">
          <a:xfrm>
            <a:off x="3028950" y="3153698"/>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c</a:t>
            </a:r>
          </a:p>
        </p:txBody>
      </p:sp>
      <p:sp>
        <p:nvSpPr>
          <p:cNvPr id="42" name="Text Box 42">
            <a:extLst>
              <a:ext uri="{FF2B5EF4-FFF2-40B4-BE49-F238E27FC236}">
                <a16:creationId xmlns:a16="http://schemas.microsoft.com/office/drawing/2014/main" id="{10E465DF-3835-4088-8849-A6789A7BB8DB}"/>
              </a:ext>
            </a:extLst>
          </p:cNvPr>
          <p:cNvSpPr txBox="1">
            <a:spLocks noChangeArrowheads="1"/>
          </p:cNvSpPr>
          <p:nvPr/>
        </p:nvSpPr>
        <p:spPr bwMode="auto">
          <a:xfrm>
            <a:off x="3003550" y="1248698"/>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a</a:t>
            </a:r>
          </a:p>
        </p:txBody>
      </p:sp>
      <p:sp>
        <p:nvSpPr>
          <p:cNvPr id="43" name="Oval 43">
            <a:extLst>
              <a:ext uri="{FF2B5EF4-FFF2-40B4-BE49-F238E27FC236}">
                <a16:creationId xmlns:a16="http://schemas.microsoft.com/office/drawing/2014/main" id="{6804F655-58EA-4D1A-86D0-E880E37382AC}"/>
              </a:ext>
            </a:extLst>
          </p:cNvPr>
          <p:cNvSpPr>
            <a:spLocks noChangeAspect="1" noChangeArrowheads="1"/>
          </p:cNvSpPr>
          <p:nvPr/>
        </p:nvSpPr>
        <p:spPr bwMode="auto">
          <a:xfrm>
            <a:off x="4508500" y="1626523"/>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44" name="Oval 44">
            <a:extLst>
              <a:ext uri="{FF2B5EF4-FFF2-40B4-BE49-F238E27FC236}">
                <a16:creationId xmlns:a16="http://schemas.microsoft.com/office/drawing/2014/main" id="{7CFD3D22-DB60-4B61-A872-E88194E6F280}"/>
              </a:ext>
            </a:extLst>
          </p:cNvPr>
          <p:cNvSpPr>
            <a:spLocks noChangeAspect="1" noChangeArrowheads="1"/>
          </p:cNvSpPr>
          <p:nvPr/>
        </p:nvSpPr>
        <p:spPr bwMode="auto">
          <a:xfrm>
            <a:off x="4518025" y="3106073"/>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45" name="Line 45">
            <a:extLst>
              <a:ext uri="{FF2B5EF4-FFF2-40B4-BE49-F238E27FC236}">
                <a16:creationId xmlns:a16="http://schemas.microsoft.com/office/drawing/2014/main" id="{8DC8BF73-60F9-4EA4-8AEA-204B6F62638E}"/>
              </a:ext>
            </a:extLst>
          </p:cNvPr>
          <p:cNvSpPr>
            <a:spLocks noChangeAspect="1" noChangeShapeType="1"/>
          </p:cNvSpPr>
          <p:nvPr/>
        </p:nvSpPr>
        <p:spPr bwMode="auto">
          <a:xfrm rot="5400000">
            <a:off x="3836987" y="2426623"/>
            <a:ext cx="14684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46" name="Text Box 46">
            <a:extLst>
              <a:ext uri="{FF2B5EF4-FFF2-40B4-BE49-F238E27FC236}">
                <a16:creationId xmlns:a16="http://schemas.microsoft.com/office/drawing/2014/main" id="{00D8450A-86A3-4E3F-8CD8-DAF15EDA4E11}"/>
              </a:ext>
            </a:extLst>
          </p:cNvPr>
          <p:cNvSpPr txBox="1">
            <a:spLocks noChangeArrowheads="1"/>
          </p:cNvSpPr>
          <p:nvPr/>
        </p:nvSpPr>
        <p:spPr bwMode="auto">
          <a:xfrm>
            <a:off x="4476750" y="3169573"/>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d</a:t>
            </a:r>
          </a:p>
        </p:txBody>
      </p:sp>
      <p:sp>
        <p:nvSpPr>
          <p:cNvPr id="47" name="Text Box 47">
            <a:extLst>
              <a:ext uri="{FF2B5EF4-FFF2-40B4-BE49-F238E27FC236}">
                <a16:creationId xmlns:a16="http://schemas.microsoft.com/office/drawing/2014/main" id="{43F50272-6F00-4CA4-A23C-D1A529A81143}"/>
              </a:ext>
            </a:extLst>
          </p:cNvPr>
          <p:cNvSpPr txBox="1">
            <a:spLocks noChangeArrowheads="1"/>
          </p:cNvSpPr>
          <p:nvPr/>
        </p:nvSpPr>
        <p:spPr bwMode="auto">
          <a:xfrm>
            <a:off x="4489450" y="1264573"/>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b</a:t>
            </a:r>
          </a:p>
        </p:txBody>
      </p:sp>
      <p:sp>
        <p:nvSpPr>
          <p:cNvPr id="48" name="Line 48">
            <a:extLst>
              <a:ext uri="{FF2B5EF4-FFF2-40B4-BE49-F238E27FC236}">
                <a16:creationId xmlns:a16="http://schemas.microsoft.com/office/drawing/2014/main" id="{09157E2D-F6B1-45E2-88BD-B59669DE2731}"/>
              </a:ext>
            </a:extLst>
          </p:cNvPr>
          <p:cNvSpPr>
            <a:spLocks noChangeAspect="1" noChangeShapeType="1"/>
          </p:cNvSpPr>
          <p:nvPr/>
        </p:nvSpPr>
        <p:spPr bwMode="auto">
          <a:xfrm>
            <a:off x="3122613" y="1682086"/>
            <a:ext cx="14700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49" name="Line 49">
            <a:extLst>
              <a:ext uri="{FF2B5EF4-FFF2-40B4-BE49-F238E27FC236}">
                <a16:creationId xmlns:a16="http://schemas.microsoft.com/office/drawing/2014/main" id="{CAD15375-07A1-43C7-BEE0-9ADF3F37C1DE}"/>
              </a:ext>
            </a:extLst>
          </p:cNvPr>
          <p:cNvSpPr>
            <a:spLocks noChangeAspect="1" noChangeShapeType="1"/>
          </p:cNvSpPr>
          <p:nvPr/>
        </p:nvSpPr>
        <p:spPr bwMode="auto">
          <a:xfrm>
            <a:off x="3095625" y="3153698"/>
            <a:ext cx="14700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50" name="Line 50">
            <a:extLst>
              <a:ext uri="{FF2B5EF4-FFF2-40B4-BE49-F238E27FC236}">
                <a16:creationId xmlns:a16="http://schemas.microsoft.com/office/drawing/2014/main" id="{837D70CC-8229-432A-9A33-10F92D2F527B}"/>
              </a:ext>
            </a:extLst>
          </p:cNvPr>
          <p:cNvSpPr>
            <a:spLocks noChangeShapeType="1"/>
          </p:cNvSpPr>
          <p:nvPr/>
        </p:nvSpPr>
        <p:spPr bwMode="auto">
          <a:xfrm>
            <a:off x="3079750" y="1705898"/>
            <a:ext cx="1447800" cy="144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51" name="Oval 51">
            <a:extLst>
              <a:ext uri="{FF2B5EF4-FFF2-40B4-BE49-F238E27FC236}">
                <a16:creationId xmlns:a16="http://schemas.microsoft.com/office/drawing/2014/main" id="{EBB17E6F-B4C1-4AC8-805D-AB014A7FE00D}"/>
              </a:ext>
            </a:extLst>
          </p:cNvPr>
          <p:cNvSpPr>
            <a:spLocks noChangeAspect="1" noChangeArrowheads="1"/>
          </p:cNvSpPr>
          <p:nvPr/>
        </p:nvSpPr>
        <p:spPr bwMode="auto">
          <a:xfrm>
            <a:off x="5988050" y="3077498"/>
            <a:ext cx="109538" cy="109538"/>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52" name="Line 52">
            <a:extLst>
              <a:ext uri="{FF2B5EF4-FFF2-40B4-BE49-F238E27FC236}">
                <a16:creationId xmlns:a16="http://schemas.microsoft.com/office/drawing/2014/main" id="{365EF159-E3A2-4668-B301-94B0045F8159}"/>
              </a:ext>
            </a:extLst>
          </p:cNvPr>
          <p:cNvSpPr>
            <a:spLocks noChangeShapeType="1"/>
          </p:cNvSpPr>
          <p:nvPr/>
        </p:nvSpPr>
        <p:spPr bwMode="auto">
          <a:xfrm>
            <a:off x="4616450" y="1705898"/>
            <a:ext cx="1447800" cy="144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53" name="Line 53">
            <a:extLst>
              <a:ext uri="{FF2B5EF4-FFF2-40B4-BE49-F238E27FC236}">
                <a16:creationId xmlns:a16="http://schemas.microsoft.com/office/drawing/2014/main" id="{F90792AB-AB6A-46E7-90F6-3EC71CDAE2FD}"/>
              </a:ext>
            </a:extLst>
          </p:cNvPr>
          <p:cNvSpPr>
            <a:spLocks noChangeAspect="1" noChangeShapeType="1"/>
          </p:cNvSpPr>
          <p:nvPr/>
        </p:nvSpPr>
        <p:spPr bwMode="auto">
          <a:xfrm>
            <a:off x="4594225" y="3153698"/>
            <a:ext cx="14700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Tree>
    <p:extLst>
      <p:ext uri="{BB962C8B-B14F-4D97-AF65-F5344CB8AC3E}">
        <p14:creationId xmlns:p14="http://schemas.microsoft.com/office/powerpoint/2010/main" val="3796184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Euler Paths and Circuits</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r>
              <a:rPr lang="en-US" b="1" dirty="0"/>
              <a:t>Ques:- </a:t>
            </a:r>
            <a:r>
              <a:rPr lang="en-US" dirty="0"/>
              <a:t>Does the graph above has an Euler path?</a:t>
            </a:r>
          </a:p>
          <a:p>
            <a:pPr marL="0" indent="0">
              <a:buNone/>
            </a:pPr>
            <a:endParaRPr lang="en-US" dirty="0"/>
          </a:p>
          <a:p>
            <a:pPr>
              <a:spcBef>
                <a:spcPct val="0"/>
              </a:spcBef>
              <a:buNone/>
            </a:pPr>
            <a:r>
              <a:rPr lang="en-US" altLang="en-US" b="1" dirty="0">
                <a:latin typeface="Times New Roman" panose="02020603050405020304" pitchFamily="18" charset="0"/>
              </a:rPr>
              <a:t>Sol:- </a:t>
            </a:r>
            <a:r>
              <a:rPr lang="pt-BR" altLang="en-US" b="1" dirty="0">
                <a:latin typeface="Times New Roman" panose="02020603050405020304" pitchFamily="18" charset="0"/>
              </a:rPr>
              <a:t>Yes		</a:t>
            </a:r>
          </a:p>
          <a:p>
            <a:pPr>
              <a:spcBef>
                <a:spcPct val="0"/>
              </a:spcBef>
              <a:buNone/>
            </a:pPr>
            <a:r>
              <a:rPr lang="pt-BR" altLang="en-US" dirty="0">
                <a:latin typeface="Times New Roman" panose="02020603050405020304" pitchFamily="18" charset="0"/>
              </a:rPr>
              <a:t>(a, e, c, d, e, b, a )</a:t>
            </a:r>
            <a:endParaRPr lang="en-US" dirty="0"/>
          </a:p>
          <a:p>
            <a:pPr marL="0" indent="0">
              <a:buNone/>
            </a:pPr>
            <a:endParaRPr lang="en-IN" dirty="0"/>
          </a:p>
        </p:txBody>
      </p:sp>
      <p:sp>
        <p:nvSpPr>
          <p:cNvPr id="22" name="Text Box 5">
            <a:extLst>
              <a:ext uri="{FF2B5EF4-FFF2-40B4-BE49-F238E27FC236}">
                <a16:creationId xmlns:a16="http://schemas.microsoft.com/office/drawing/2014/main" id="{7351E836-B711-491A-AB40-7D8EC2BD99FF}"/>
              </a:ext>
            </a:extLst>
          </p:cNvPr>
          <p:cNvSpPr txBox="1">
            <a:spLocks noChangeArrowheads="1"/>
          </p:cNvSpPr>
          <p:nvPr/>
        </p:nvSpPr>
        <p:spPr bwMode="auto">
          <a:xfrm>
            <a:off x="4416287" y="2128837"/>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e</a:t>
            </a:r>
          </a:p>
        </p:txBody>
      </p:sp>
      <p:sp>
        <p:nvSpPr>
          <p:cNvPr id="23" name="Oval 6">
            <a:extLst>
              <a:ext uri="{FF2B5EF4-FFF2-40B4-BE49-F238E27FC236}">
                <a16:creationId xmlns:a16="http://schemas.microsoft.com/office/drawing/2014/main" id="{AABA7B7B-5B69-4DF8-8FA7-F6B78D3C0979}"/>
              </a:ext>
            </a:extLst>
          </p:cNvPr>
          <p:cNvSpPr>
            <a:spLocks noChangeAspect="1" noChangeArrowheads="1"/>
          </p:cNvSpPr>
          <p:nvPr/>
        </p:nvSpPr>
        <p:spPr bwMode="auto">
          <a:xfrm>
            <a:off x="3444737" y="1516062"/>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24" name="Oval 7">
            <a:extLst>
              <a:ext uri="{FF2B5EF4-FFF2-40B4-BE49-F238E27FC236}">
                <a16:creationId xmlns:a16="http://schemas.microsoft.com/office/drawing/2014/main" id="{A93CD1E6-5C79-4159-81F0-A3F8419385B2}"/>
              </a:ext>
            </a:extLst>
          </p:cNvPr>
          <p:cNvSpPr>
            <a:spLocks noChangeAspect="1" noChangeArrowheads="1"/>
          </p:cNvSpPr>
          <p:nvPr/>
        </p:nvSpPr>
        <p:spPr bwMode="auto">
          <a:xfrm>
            <a:off x="3454262" y="2995612"/>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25" name="Text Box 8">
            <a:extLst>
              <a:ext uri="{FF2B5EF4-FFF2-40B4-BE49-F238E27FC236}">
                <a16:creationId xmlns:a16="http://schemas.microsoft.com/office/drawing/2014/main" id="{86071930-0B48-4B03-84E0-97118CB1D092}"/>
              </a:ext>
            </a:extLst>
          </p:cNvPr>
          <p:cNvSpPr txBox="1">
            <a:spLocks noChangeArrowheads="1"/>
          </p:cNvSpPr>
          <p:nvPr/>
        </p:nvSpPr>
        <p:spPr bwMode="auto">
          <a:xfrm>
            <a:off x="3451087" y="3059112"/>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d</a:t>
            </a:r>
          </a:p>
        </p:txBody>
      </p:sp>
      <p:sp>
        <p:nvSpPr>
          <p:cNvPr id="26" name="Text Box 9">
            <a:extLst>
              <a:ext uri="{FF2B5EF4-FFF2-40B4-BE49-F238E27FC236}">
                <a16:creationId xmlns:a16="http://schemas.microsoft.com/office/drawing/2014/main" id="{2B0EBBA8-727E-448C-851E-43B6CB656EC2}"/>
              </a:ext>
            </a:extLst>
          </p:cNvPr>
          <p:cNvSpPr txBox="1">
            <a:spLocks noChangeArrowheads="1"/>
          </p:cNvSpPr>
          <p:nvPr/>
        </p:nvSpPr>
        <p:spPr bwMode="auto">
          <a:xfrm>
            <a:off x="3425687" y="1138237"/>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dirty="0">
                <a:solidFill>
                  <a:schemeClr val="tx2"/>
                </a:solidFill>
                <a:latin typeface="+mn-lt"/>
              </a:rPr>
              <a:t>a</a:t>
            </a:r>
          </a:p>
        </p:txBody>
      </p:sp>
      <p:sp>
        <p:nvSpPr>
          <p:cNvPr id="27" name="Oval 10">
            <a:extLst>
              <a:ext uri="{FF2B5EF4-FFF2-40B4-BE49-F238E27FC236}">
                <a16:creationId xmlns:a16="http://schemas.microsoft.com/office/drawing/2014/main" id="{1D939E81-D4E1-4453-8AE9-277BDF8C8CF7}"/>
              </a:ext>
            </a:extLst>
          </p:cNvPr>
          <p:cNvSpPr>
            <a:spLocks noChangeAspect="1" noChangeArrowheads="1"/>
          </p:cNvSpPr>
          <p:nvPr/>
        </p:nvSpPr>
        <p:spPr bwMode="auto">
          <a:xfrm>
            <a:off x="4930637" y="1516062"/>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28" name="Oval 11">
            <a:extLst>
              <a:ext uri="{FF2B5EF4-FFF2-40B4-BE49-F238E27FC236}">
                <a16:creationId xmlns:a16="http://schemas.microsoft.com/office/drawing/2014/main" id="{3920B07C-C35B-4E8F-BF28-487908D123A4}"/>
              </a:ext>
            </a:extLst>
          </p:cNvPr>
          <p:cNvSpPr>
            <a:spLocks noChangeAspect="1" noChangeArrowheads="1"/>
          </p:cNvSpPr>
          <p:nvPr/>
        </p:nvSpPr>
        <p:spPr bwMode="auto">
          <a:xfrm>
            <a:off x="4940162" y="2995612"/>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29" name="Text Box 12">
            <a:extLst>
              <a:ext uri="{FF2B5EF4-FFF2-40B4-BE49-F238E27FC236}">
                <a16:creationId xmlns:a16="http://schemas.microsoft.com/office/drawing/2014/main" id="{843154F9-A8C2-484C-AA42-8780538C8674}"/>
              </a:ext>
            </a:extLst>
          </p:cNvPr>
          <p:cNvSpPr txBox="1">
            <a:spLocks noChangeArrowheads="1"/>
          </p:cNvSpPr>
          <p:nvPr/>
        </p:nvSpPr>
        <p:spPr bwMode="auto">
          <a:xfrm>
            <a:off x="4886187" y="3059112"/>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c</a:t>
            </a:r>
          </a:p>
        </p:txBody>
      </p:sp>
      <p:sp>
        <p:nvSpPr>
          <p:cNvPr id="30" name="Text Box 13">
            <a:extLst>
              <a:ext uri="{FF2B5EF4-FFF2-40B4-BE49-F238E27FC236}">
                <a16:creationId xmlns:a16="http://schemas.microsoft.com/office/drawing/2014/main" id="{45AD1790-B559-4B84-AE89-AC952E598DB2}"/>
              </a:ext>
            </a:extLst>
          </p:cNvPr>
          <p:cNvSpPr txBox="1">
            <a:spLocks noChangeArrowheads="1"/>
          </p:cNvSpPr>
          <p:nvPr/>
        </p:nvSpPr>
        <p:spPr bwMode="auto">
          <a:xfrm>
            <a:off x="4911587" y="1154112"/>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b</a:t>
            </a:r>
          </a:p>
        </p:txBody>
      </p:sp>
      <p:sp>
        <p:nvSpPr>
          <p:cNvPr id="31" name="Line 14">
            <a:extLst>
              <a:ext uri="{FF2B5EF4-FFF2-40B4-BE49-F238E27FC236}">
                <a16:creationId xmlns:a16="http://schemas.microsoft.com/office/drawing/2014/main" id="{189C1565-032D-4D24-816C-BFFFBC968C5A}"/>
              </a:ext>
            </a:extLst>
          </p:cNvPr>
          <p:cNvSpPr>
            <a:spLocks noChangeAspect="1" noChangeShapeType="1"/>
          </p:cNvSpPr>
          <p:nvPr/>
        </p:nvSpPr>
        <p:spPr bwMode="auto">
          <a:xfrm>
            <a:off x="3544750" y="1571625"/>
            <a:ext cx="14700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32" name="Line 15">
            <a:extLst>
              <a:ext uri="{FF2B5EF4-FFF2-40B4-BE49-F238E27FC236}">
                <a16:creationId xmlns:a16="http://schemas.microsoft.com/office/drawing/2014/main" id="{D1E296EB-4008-4D52-A923-C6CF6EF0C5CC}"/>
              </a:ext>
            </a:extLst>
          </p:cNvPr>
          <p:cNvSpPr>
            <a:spLocks noChangeShapeType="1"/>
          </p:cNvSpPr>
          <p:nvPr/>
        </p:nvSpPr>
        <p:spPr bwMode="auto">
          <a:xfrm flipH="1">
            <a:off x="3501887" y="1595437"/>
            <a:ext cx="1447800" cy="144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33" name="Line 16">
            <a:extLst>
              <a:ext uri="{FF2B5EF4-FFF2-40B4-BE49-F238E27FC236}">
                <a16:creationId xmlns:a16="http://schemas.microsoft.com/office/drawing/2014/main" id="{F9459AAC-E93D-42DC-9FAD-9BA93134D352}"/>
              </a:ext>
            </a:extLst>
          </p:cNvPr>
          <p:cNvSpPr>
            <a:spLocks noChangeAspect="1" noChangeShapeType="1"/>
          </p:cNvSpPr>
          <p:nvPr/>
        </p:nvSpPr>
        <p:spPr bwMode="auto">
          <a:xfrm>
            <a:off x="3517762" y="3043237"/>
            <a:ext cx="14700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34" name="Line 17">
            <a:extLst>
              <a:ext uri="{FF2B5EF4-FFF2-40B4-BE49-F238E27FC236}">
                <a16:creationId xmlns:a16="http://schemas.microsoft.com/office/drawing/2014/main" id="{9E2B0505-BDFC-4A39-B812-9CECE407B08E}"/>
              </a:ext>
            </a:extLst>
          </p:cNvPr>
          <p:cNvSpPr>
            <a:spLocks noChangeShapeType="1"/>
          </p:cNvSpPr>
          <p:nvPr/>
        </p:nvSpPr>
        <p:spPr bwMode="auto">
          <a:xfrm>
            <a:off x="3501887" y="1595437"/>
            <a:ext cx="1447800" cy="144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35" name="Oval 18">
            <a:extLst>
              <a:ext uri="{FF2B5EF4-FFF2-40B4-BE49-F238E27FC236}">
                <a16:creationId xmlns:a16="http://schemas.microsoft.com/office/drawing/2014/main" id="{7A4664FF-0A43-486F-831D-284FA8D2A5A5}"/>
              </a:ext>
            </a:extLst>
          </p:cNvPr>
          <p:cNvSpPr>
            <a:spLocks noChangeAspect="1" noChangeArrowheads="1"/>
          </p:cNvSpPr>
          <p:nvPr/>
        </p:nvSpPr>
        <p:spPr bwMode="auto">
          <a:xfrm>
            <a:off x="4162287" y="2255837"/>
            <a:ext cx="109538" cy="109538"/>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Tree>
    <p:extLst>
      <p:ext uri="{BB962C8B-B14F-4D97-AF65-F5344CB8AC3E}">
        <p14:creationId xmlns:p14="http://schemas.microsoft.com/office/powerpoint/2010/main" val="2292637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Euler Paths and Circuits</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r>
              <a:rPr lang="en-US" b="1" dirty="0"/>
              <a:t>Ques:- </a:t>
            </a:r>
            <a:r>
              <a:rPr lang="en-US" dirty="0"/>
              <a:t>Does the graph above has an Euler path?</a:t>
            </a:r>
          </a:p>
          <a:p>
            <a:pPr marL="0" indent="0">
              <a:buNone/>
            </a:pPr>
            <a:endParaRPr lang="en-US" dirty="0"/>
          </a:p>
          <a:p>
            <a:pPr>
              <a:spcBef>
                <a:spcPct val="0"/>
              </a:spcBef>
              <a:buNone/>
            </a:pPr>
            <a:r>
              <a:rPr lang="en-US" altLang="en-US" b="1" dirty="0">
                <a:latin typeface="Times New Roman" panose="02020603050405020304" pitchFamily="18" charset="0"/>
              </a:rPr>
              <a:t>Sol:- No</a:t>
            </a:r>
            <a:endParaRPr lang="en-IN" dirty="0"/>
          </a:p>
        </p:txBody>
      </p:sp>
      <p:sp>
        <p:nvSpPr>
          <p:cNvPr id="20" name="Text Box 20">
            <a:extLst>
              <a:ext uri="{FF2B5EF4-FFF2-40B4-BE49-F238E27FC236}">
                <a16:creationId xmlns:a16="http://schemas.microsoft.com/office/drawing/2014/main" id="{195DBAC2-900D-4926-A407-B0178303A9AF}"/>
              </a:ext>
            </a:extLst>
          </p:cNvPr>
          <p:cNvSpPr txBox="1">
            <a:spLocks noChangeArrowheads="1"/>
          </p:cNvSpPr>
          <p:nvPr/>
        </p:nvSpPr>
        <p:spPr bwMode="auto">
          <a:xfrm>
            <a:off x="4502426" y="2128837"/>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e</a:t>
            </a:r>
          </a:p>
        </p:txBody>
      </p:sp>
      <p:sp>
        <p:nvSpPr>
          <p:cNvPr id="21" name="Oval 21">
            <a:extLst>
              <a:ext uri="{FF2B5EF4-FFF2-40B4-BE49-F238E27FC236}">
                <a16:creationId xmlns:a16="http://schemas.microsoft.com/office/drawing/2014/main" id="{039D7B4A-956C-4F2E-88FF-9AF022D65357}"/>
              </a:ext>
            </a:extLst>
          </p:cNvPr>
          <p:cNvSpPr>
            <a:spLocks noChangeAspect="1" noChangeArrowheads="1"/>
          </p:cNvSpPr>
          <p:nvPr/>
        </p:nvSpPr>
        <p:spPr bwMode="auto">
          <a:xfrm>
            <a:off x="3530876" y="1516062"/>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36" name="Oval 22">
            <a:extLst>
              <a:ext uri="{FF2B5EF4-FFF2-40B4-BE49-F238E27FC236}">
                <a16:creationId xmlns:a16="http://schemas.microsoft.com/office/drawing/2014/main" id="{946D3E36-8E06-480C-AE5F-18D79844E5D0}"/>
              </a:ext>
            </a:extLst>
          </p:cNvPr>
          <p:cNvSpPr>
            <a:spLocks noChangeAspect="1" noChangeArrowheads="1"/>
          </p:cNvSpPr>
          <p:nvPr/>
        </p:nvSpPr>
        <p:spPr bwMode="auto">
          <a:xfrm>
            <a:off x="3540401" y="2995612"/>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37" name="Line 23">
            <a:extLst>
              <a:ext uri="{FF2B5EF4-FFF2-40B4-BE49-F238E27FC236}">
                <a16:creationId xmlns:a16="http://schemas.microsoft.com/office/drawing/2014/main" id="{14E97EC8-BF3D-4714-B17A-58494502DC1F}"/>
              </a:ext>
            </a:extLst>
          </p:cNvPr>
          <p:cNvSpPr>
            <a:spLocks noChangeAspect="1" noChangeShapeType="1"/>
          </p:cNvSpPr>
          <p:nvPr/>
        </p:nvSpPr>
        <p:spPr bwMode="auto">
          <a:xfrm rot="5400000">
            <a:off x="2859363" y="2316162"/>
            <a:ext cx="14684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38" name="Text Box 24">
            <a:extLst>
              <a:ext uri="{FF2B5EF4-FFF2-40B4-BE49-F238E27FC236}">
                <a16:creationId xmlns:a16="http://schemas.microsoft.com/office/drawing/2014/main" id="{0C655CFE-CAFC-45A5-BA70-1B197D07AAFD}"/>
              </a:ext>
            </a:extLst>
          </p:cNvPr>
          <p:cNvSpPr txBox="1">
            <a:spLocks noChangeArrowheads="1"/>
          </p:cNvSpPr>
          <p:nvPr/>
        </p:nvSpPr>
        <p:spPr bwMode="auto">
          <a:xfrm>
            <a:off x="3537226" y="3059112"/>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d</a:t>
            </a:r>
          </a:p>
        </p:txBody>
      </p:sp>
      <p:sp>
        <p:nvSpPr>
          <p:cNvPr id="39" name="Text Box 25">
            <a:extLst>
              <a:ext uri="{FF2B5EF4-FFF2-40B4-BE49-F238E27FC236}">
                <a16:creationId xmlns:a16="http://schemas.microsoft.com/office/drawing/2014/main" id="{120EE317-EAE7-4139-92FB-1144DFF9D8D0}"/>
              </a:ext>
            </a:extLst>
          </p:cNvPr>
          <p:cNvSpPr txBox="1">
            <a:spLocks noChangeArrowheads="1"/>
          </p:cNvSpPr>
          <p:nvPr/>
        </p:nvSpPr>
        <p:spPr bwMode="auto">
          <a:xfrm>
            <a:off x="3511826" y="1138237"/>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a</a:t>
            </a:r>
          </a:p>
        </p:txBody>
      </p:sp>
      <p:sp>
        <p:nvSpPr>
          <p:cNvPr id="40" name="Oval 26">
            <a:extLst>
              <a:ext uri="{FF2B5EF4-FFF2-40B4-BE49-F238E27FC236}">
                <a16:creationId xmlns:a16="http://schemas.microsoft.com/office/drawing/2014/main" id="{1BE04875-5D06-48AA-865F-D16734662D07}"/>
              </a:ext>
            </a:extLst>
          </p:cNvPr>
          <p:cNvSpPr>
            <a:spLocks noChangeAspect="1" noChangeArrowheads="1"/>
          </p:cNvSpPr>
          <p:nvPr/>
        </p:nvSpPr>
        <p:spPr bwMode="auto">
          <a:xfrm>
            <a:off x="5016776" y="1516062"/>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41" name="Oval 27">
            <a:extLst>
              <a:ext uri="{FF2B5EF4-FFF2-40B4-BE49-F238E27FC236}">
                <a16:creationId xmlns:a16="http://schemas.microsoft.com/office/drawing/2014/main" id="{2ED14A42-399C-483B-AED6-BA57E266ADC2}"/>
              </a:ext>
            </a:extLst>
          </p:cNvPr>
          <p:cNvSpPr>
            <a:spLocks noChangeAspect="1" noChangeArrowheads="1"/>
          </p:cNvSpPr>
          <p:nvPr/>
        </p:nvSpPr>
        <p:spPr bwMode="auto">
          <a:xfrm>
            <a:off x="5026301" y="2995612"/>
            <a:ext cx="101600" cy="101600"/>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
        <p:nvSpPr>
          <p:cNvPr id="42" name="Line 28">
            <a:extLst>
              <a:ext uri="{FF2B5EF4-FFF2-40B4-BE49-F238E27FC236}">
                <a16:creationId xmlns:a16="http://schemas.microsoft.com/office/drawing/2014/main" id="{D25111FD-DE9B-43AB-81B9-92B4F0CE55FF}"/>
              </a:ext>
            </a:extLst>
          </p:cNvPr>
          <p:cNvSpPr>
            <a:spLocks noChangeAspect="1" noChangeShapeType="1"/>
          </p:cNvSpPr>
          <p:nvPr/>
        </p:nvSpPr>
        <p:spPr bwMode="auto">
          <a:xfrm rot="5400000">
            <a:off x="4345263" y="2316162"/>
            <a:ext cx="14684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43" name="Text Box 29">
            <a:extLst>
              <a:ext uri="{FF2B5EF4-FFF2-40B4-BE49-F238E27FC236}">
                <a16:creationId xmlns:a16="http://schemas.microsoft.com/office/drawing/2014/main" id="{2EF61E0D-68F6-4953-953D-8F0D6D5D38F8}"/>
              </a:ext>
            </a:extLst>
          </p:cNvPr>
          <p:cNvSpPr txBox="1">
            <a:spLocks noChangeArrowheads="1"/>
          </p:cNvSpPr>
          <p:nvPr/>
        </p:nvSpPr>
        <p:spPr bwMode="auto">
          <a:xfrm>
            <a:off x="4985026" y="3043237"/>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c</a:t>
            </a:r>
          </a:p>
        </p:txBody>
      </p:sp>
      <p:sp>
        <p:nvSpPr>
          <p:cNvPr id="44" name="Text Box 30">
            <a:extLst>
              <a:ext uri="{FF2B5EF4-FFF2-40B4-BE49-F238E27FC236}">
                <a16:creationId xmlns:a16="http://schemas.microsoft.com/office/drawing/2014/main" id="{15C4BDE0-DA56-45D8-913C-035664FBEF6C}"/>
              </a:ext>
            </a:extLst>
          </p:cNvPr>
          <p:cNvSpPr txBox="1">
            <a:spLocks noChangeArrowheads="1"/>
          </p:cNvSpPr>
          <p:nvPr/>
        </p:nvSpPr>
        <p:spPr bwMode="auto">
          <a:xfrm>
            <a:off x="4997726" y="1154112"/>
            <a:ext cx="292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solidFill>
                  <a:schemeClr val="tx2"/>
                </a:solidFill>
                <a:latin typeface="+mn-lt"/>
              </a:rPr>
              <a:t>b</a:t>
            </a:r>
          </a:p>
        </p:txBody>
      </p:sp>
      <p:sp>
        <p:nvSpPr>
          <p:cNvPr id="45" name="Line 31">
            <a:extLst>
              <a:ext uri="{FF2B5EF4-FFF2-40B4-BE49-F238E27FC236}">
                <a16:creationId xmlns:a16="http://schemas.microsoft.com/office/drawing/2014/main" id="{1BD22E62-C044-475A-8A7F-D4CF4C9C487E}"/>
              </a:ext>
            </a:extLst>
          </p:cNvPr>
          <p:cNvSpPr>
            <a:spLocks noChangeAspect="1" noChangeShapeType="1"/>
          </p:cNvSpPr>
          <p:nvPr/>
        </p:nvSpPr>
        <p:spPr bwMode="auto">
          <a:xfrm>
            <a:off x="3630889" y="1571625"/>
            <a:ext cx="14700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46" name="Line 32">
            <a:extLst>
              <a:ext uri="{FF2B5EF4-FFF2-40B4-BE49-F238E27FC236}">
                <a16:creationId xmlns:a16="http://schemas.microsoft.com/office/drawing/2014/main" id="{BC5DACD9-CBA4-4738-93BF-657DB6FB4773}"/>
              </a:ext>
            </a:extLst>
          </p:cNvPr>
          <p:cNvSpPr>
            <a:spLocks noChangeShapeType="1"/>
          </p:cNvSpPr>
          <p:nvPr/>
        </p:nvSpPr>
        <p:spPr bwMode="auto">
          <a:xfrm flipH="1">
            <a:off x="3588026" y="1595437"/>
            <a:ext cx="1447800" cy="144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47" name="Line 33">
            <a:extLst>
              <a:ext uri="{FF2B5EF4-FFF2-40B4-BE49-F238E27FC236}">
                <a16:creationId xmlns:a16="http://schemas.microsoft.com/office/drawing/2014/main" id="{F22B8278-D0B0-43E8-A8A2-074B0B484206}"/>
              </a:ext>
            </a:extLst>
          </p:cNvPr>
          <p:cNvSpPr>
            <a:spLocks noChangeAspect="1" noChangeShapeType="1"/>
          </p:cNvSpPr>
          <p:nvPr/>
        </p:nvSpPr>
        <p:spPr bwMode="auto">
          <a:xfrm>
            <a:off x="3603901" y="3043237"/>
            <a:ext cx="14700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48" name="Line 34">
            <a:extLst>
              <a:ext uri="{FF2B5EF4-FFF2-40B4-BE49-F238E27FC236}">
                <a16:creationId xmlns:a16="http://schemas.microsoft.com/office/drawing/2014/main" id="{2C049101-2DA8-49D8-8DB0-592F538B7929}"/>
              </a:ext>
            </a:extLst>
          </p:cNvPr>
          <p:cNvSpPr>
            <a:spLocks noChangeShapeType="1"/>
          </p:cNvSpPr>
          <p:nvPr/>
        </p:nvSpPr>
        <p:spPr bwMode="auto">
          <a:xfrm>
            <a:off x="3588026" y="1595437"/>
            <a:ext cx="1447800" cy="144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49" name="Oval 35">
            <a:extLst>
              <a:ext uri="{FF2B5EF4-FFF2-40B4-BE49-F238E27FC236}">
                <a16:creationId xmlns:a16="http://schemas.microsoft.com/office/drawing/2014/main" id="{78218017-AB78-487C-892D-384DF7EB49D3}"/>
              </a:ext>
            </a:extLst>
          </p:cNvPr>
          <p:cNvSpPr>
            <a:spLocks noChangeAspect="1" noChangeArrowheads="1"/>
          </p:cNvSpPr>
          <p:nvPr/>
        </p:nvSpPr>
        <p:spPr bwMode="auto">
          <a:xfrm>
            <a:off x="4248426" y="2255837"/>
            <a:ext cx="109538" cy="109538"/>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latin typeface="+mn-lt"/>
            </a:endParaRPr>
          </a:p>
        </p:txBody>
      </p:sp>
    </p:spTree>
    <p:extLst>
      <p:ext uri="{BB962C8B-B14F-4D97-AF65-F5344CB8AC3E}">
        <p14:creationId xmlns:p14="http://schemas.microsoft.com/office/powerpoint/2010/main" val="2651082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Euler Paths and Circuits</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r>
              <a:rPr lang="en-US" b="1" dirty="0"/>
              <a:t>Ques:- </a:t>
            </a:r>
            <a:r>
              <a:rPr lang="en-US" dirty="0"/>
              <a:t>Does the graph above has an Euler path?</a:t>
            </a:r>
          </a:p>
          <a:p>
            <a:pPr marL="0" indent="0">
              <a:buNone/>
            </a:pPr>
            <a:endParaRPr lang="en-US" dirty="0"/>
          </a:p>
          <a:p>
            <a:pPr eaLnBrk="1" hangingPunct="1">
              <a:spcBef>
                <a:spcPct val="0"/>
              </a:spcBef>
              <a:buFontTx/>
              <a:buNone/>
            </a:pPr>
            <a:r>
              <a:rPr lang="en-US" altLang="en-US" b="1" dirty="0">
                <a:latin typeface="Times New Roman" panose="02020603050405020304" pitchFamily="18" charset="0"/>
              </a:rPr>
              <a:t>Sol:- Yes</a:t>
            </a:r>
          </a:p>
          <a:p>
            <a:pPr eaLnBrk="1" hangingPunct="1">
              <a:spcBef>
                <a:spcPct val="0"/>
              </a:spcBef>
              <a:buFontTx/>
              <a:buNone/>
            </a:pPr>
            <a:r>
              <a:rPr lang="en-US" altLang="en-US" dirty="0">
                <a:latin typeface="Times New Roman" panose="02020603050405020304" pitchFamily="18" charset="0"/>
              </a:rPr>
              <a:t>         (a, c, d, e, b, d, a, b)</a:t>
            </a:r>
            <a:endParaRPr lang="en-IN" dirty="0"/>
          </a:p>
        </p:txBody>
      </p:sp>
      <p:grpSp>
        <p:nvGrpSpPr>
          <p:cNvPr id="22" name="Group 36">
            <a:extLst>
              <a:ext uri="{FF2B5EF4-FFF2-40B4-BE49-F238E27FC236}">
                <a16:creationId xmlns:a16="http://schemas.microsoft.com/office/drawing/2014/main" id="{DDDE53F0-ABF5-4057-BA5B-79F6650B0538}"/>
              </a:ext>
            </a:extLst>
          </p:cNvPr>
          <p:cNvGrpSpPr>
            <a:grpSpLocks/>
          </p:cNvGrpSpPr>
          <p:nvPr/>
        </p:nvGrpSpPr>
        <p:grpSpPr bwMode="auto">
          <a:xfrm>
            <a:off x="3077292" y="1138237"/>
            <a:ext cx="3136900" cy="2290763"/>
            <a:chOff x="3736" y="1968"/>
            <a:chExt cx="1976" cy="1443"/>
          </a:xfrm>
        </p:grpSpPr>
        <p:sp>
          <p:nvSpPr>
            <p:cNvPr id="23" name="Text Box 37">
              <a:extLst>
                <a:ext uri="{FF2B5EF4-FFF2-40B4-BE49-F238E27FC236}">
                  <a16:creationId xmlns:a16="http://schemas.microsoft.com/office/drawing/2014/main" id="{CF7C3ED6-39B2-4079-96AE-49104763F45D}"/>
                </a:ext>
              </a:extLst>
            </p:cNvPr>
            <p:cNvSpPr txBox="1">
              <a:spLocks noChangeArrowheads="1"/>
            </p:cNvSpPr>
            <p:nvPr/>
          </p:nvSpPr>
          <p:spPr bwMode="auto">
            <a:xfrm>
              <a:off x="5528" y="3130"/>
              <a:ext cx="1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e</a:t>
              </a:r>
              <a:endParaRPr lang="en-US" altLang="en-US" sz="2800" i="1">
                <a:solidFill>
                  <a:schemeClr val="tx2"/>
                </a:solidFill>
                <a:latin typeface="Bookman Old Style" panose="02050604050505020204" pitchFamily="18" charset="0"/>
              </a:endParaRPr>
            </a:p>
          </p:txBody>
        </p:sp>
        <p:sp>
          <p:nvSpPr>
            <p:cNvPr id="24" name="Oval 38">
              <a:extLst>
                <a:ext uri="{FF2B5EF4-FFF2-40B4-BE49-F238E27FC236}">
                  <a16:creationId xmlns:a16="http://schemas.microsoft.com/office/drawing/2014/main" id="{DA04629D-5B8A-45BC-9D8C-07429BA0E9B3}"/>
                </a:ext>
              </a:extLst>
            </p:cNvPr>
            <p:cNvSpPr>
              <a:spLocks noChangeAspect="1" noChangeArrowheads="1"/>
            </p:cNvSpPr>
            <p:nvPr/>
          </p:nvSpPr>
          <p:spPr bwMode="auto">
            <a:xfrm>
              <a:off x="3748" y="2206"/>
              <a:ext cx="64" cy="64"/>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25" name="Oval 39">
              <a:extLst>
                <a:ext uri="{FF2B5EF4-FFF2-40B4-BE49-F238E27FC236}">
                  <a16:creationId xmlns:a16="http://schemas.microsoft.com/office/drawing/2014/main" id="{AA59B784-92B6-43C0-9A80-139258F28CCA}"/>
                </a:ext>
              </a:extLst>
            </p:cNvPr>
            <p:cNvSpPr>
              <a:spLocks noChangeAspect="1" noChangeArrowheads="1"/>
            </p:cNvSpPr>
            <p:nvPr/>
          </p:nvSpPr>
          <p:spPr bwMode="auto">
            <a:xfrm>
              <a:off x="3754" y="3138"/>
              <a:ext cx="64" cy="64"/>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26" name="Line 40">
              <a:extLst>
                <a:ext uri="{FF2B5EF4-FFF2-40B4-BE49-F238E27FC236}">
                  <a16:creationId xmlns:a16="http://schemas.microsoft.com/office/drawing/2014/main" id="{5805CF4E-F4A3-4E52-860C-BB223F47B0FF}"/>
                </a:ext>
              </a:extLst>
            </p:cNvPr>
            <p:cNvSpPr>
              <a:spLocks noChangeAspect="1" noChangeShapeType="1"/>
            </p:cNvSpPr>
            <p:nvPr/>
          </p:nvSpPr>
          <p:spPr bwMode="auto">
            <a:xfrm rot="5400000">
              <a:off x="3325" y="2710"/>
              <a:ext cx="9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7" name="Text Box 41">
              <a:extLst>
                <a:ext uri="{FF2B5EF4-FFF2-40B4-BE49-F238E27FC236}">
                  <a16:creationId xmlns:a16="http://schemas.microsoft.com/office/drawing/2014/main" id="{C064937C-FEE9-4285-BEFE-C00C9E413473}"/>
                </a:ext>
              </a:extLst>
            </p:cNvPr>
            <p:cNvSpPr txBox="1">
              <a:spLocks noChangeArrowheads="1"/>
            </p:cNvSpPr>
            <p:nvPr/>
          </p:nvSpPr>
          <p:spPr bwMode="auto">
            <a:xfrm>
              <a:off x="3752" y="3168"/>
              <a:ext cx="1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c</a:t>
              </a:r>
              <a:endParaRPr lang="en-US" altLang="en-US" sz="2800" i="1">
                <a:solidFill>
                  <a:schemeClr val="tx2"/>
                </a:solidFill>
                <a:latin typeface="Bookman Old Style" panose="02050604050505020204" pitchFamily="18" charset="0"/>
              </a:endParaRPr>
            </a:p>
          </p:txBody>
        </p:sp>
        <p:sp>
          <p:nvSpPr>
            <p:cNvPr id="28" name="Text Box 42">
              <a:extLst>
                <a:ext uri="{FF2B5EF4-FFF2-40B4-BE49-F238E27FC236}">
                  <a16:creationId xmlns:a16="http://schemas.microsoft.com/office/drawing/2014/main" id="{4302D40E-E57E-42B6-8C2D-0A70BA4E304B}"/>
                </a:ext>
              </a:extLst>
            </p:cNvPr>
            <p:cNvSpPr txBox="1">
              <a:spLocks noChangeArrowheads="1"/>
            </p:cNvSpPr>
            <p:nvPr/>
          </p:nvSpPr>
          <p:spPr bwMode="auto">
            <a:xfrm>
              <a:off x="3736" y="1968"/>
              <a:ext cx="1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a</a:t>
              </a:r>
              <a:endParaRPr lang="en-US" altLang="en-US" sz="2800" i="1">
                <a:solidFill>
                  <a:schemeClr val="tx2"/>
                </a:solidFill>
                <a:latin typeface="Bookman Old Style" panose="02050604050505020204" pitchFamily="18" charset="0"/>
              </a:endParaRPr>
            </a:p>
          </p:txBody>
        </p:sp>
        <p:sp>
          <p:nvSpPr>
            <p:cNvPr id="29" name="Oval 43">
              <a:extLst>
                <a:ext uri="{FF2B5EF4-FFF2-40B4-BE49-F238E27FC236}">
                  <a16:creationId xmlns:a16="http://schemas.microsoft.com/office/drawing/2014/main" id="{58FA3866-C156-4C41-8643-C52A4F1A10B8}"/>
                </a:ext>
              </a:extLst>
            </p:cNvPr>
            <p:cNvSpPr>
              <a:spLocks noChangeAspect="1" noChangeArrowheads="1"/>
            </p:cNvSpPr>
            <p:nvPr/>
          </p:nvSpPr>
          <p:spPr bwMode="auto">
            <a:xfrm>
              <a:off x="4684" y="2206"/>
              <a:ext cx="64" cy="64"/>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30" name="Oval 44">
              <a:extLst>
                <a:ext uri="{FF2B5EF4-FFF2-40B4-BE49-F238E27FC236}">
                  <a16:creationId xmlns:a16="http://schemas.microsoft.com/office/drawing/2014/main" id="{80D94C0B-2D49-49C8-81B5-8FDA2A5DB77F}"/>
                </a:ext>
              </a:extLst>
            </p:cNvPr>
            <p:cNvSpPr>
              <a:spLocks noChangeAspect="1" noChangeArrowheads="1"/>
            </p:cNvSpPr>
            <p:nvPr/>
          </p:nvSpPr>
          <p:spPr bwMode="auto">
            <a:xfrm>
              <a:off x="4690" y="3138"/>
              <a:ext cx="64" cy="64"/>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31" name="Line 45">
              <a:extLst>
                <a:ext uri="{FF2B5EF4-FFF2-40B4-BE49-F238E27FC236}">
                  <a16:creationId xmlns:a16="http://schemas.microsoft.com/office/drawing/2014/main" id="{A4E0D372-38D9-4DF4-8A12-567BEE0D0812}"/>
                </a:ext>
              </a:extLst>
            </p:cNvPr>
            <p:cNvSpPr>
              <a:spLocks noChangeAspect="1" noChangeShapeType="1"/>
            </p:cNvSpPr>
            <p:nvPr/>
          </p:nvSpPr>
          <p:spPr bwMode="auto">
            <a:xfrm rot="5400000">
              <a:off x="4261" y="2710"/>
              <a:ext cx="9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2" name="Text Box 46">
              <a:extLst>
                <a:ext uri="{FF2B5EF4-FFF2-40B4-BE49-F238E27FC236}">
                  <a16:creationId xmlns:a16="http://schemas.microsoft.com/office/drawing/2014/main" id="{F64E91E5-9D9B-458B-AE3D-01A954BEF0E4}"/>
                </a:ext>
              </a:extLst>
            </p:cNvPr>
            <p:cNvSpPr txBox="1">
              <a:spLocks noChangeArrowheads="1"/>
            </p:cNvSpPr>
            <p:nvPr/>
          </p:nvSpPr>
          <p:spPr bwMode="auto">
            <a:xfrm>
              <a:off x="4664" y="3178"/>
              <a:ext cx="1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d</a:t>
              </a:r>
              <a:endParaRPr lang="en-US" altLang="en-US" sz="2800" i="1">
                <a:solidFill>
                  <a:schemeClr val="tx2"/>
                </a:solidFill>
                <a:latin typeface="Bookman Old Style" panose="02050604050505020204" pitchFamily="18" charset="0"/>
              </a:endParaRPr>
            </a:p>
          </p:txBody>
        </p:sp>
        <p:sp>
          <p:nvSpPr>
            <p:cNvPr id="33" name="Text Box 47">
              <a:extLst>
                <a:ext uri="{FF2B5EF4-FFF2-40B4-BE49-F238E27FC236}">
                  <a16:creationId xmlns:a16="http://schemas.microsoft.com/office/drawing/2014/main" id="{6134C265-86AA-4E5C-B705-E1586A2DF8D4}"/>
                </a:ext>
              </a:extLst>
            </p:cNvPr>
            <p:cNvSpPr txBox="1">
              <a:spLocks noChangeArrowheads="1"/>
            </p:cNvSpPr>
            <p:nvPr/>
          </p:nvSpPr>
          <p:spPr bwMode="auto">
            <a:xfrm>
              <a:off x="4672" y="1978"/>
              <a:ext cx="1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b</a:t>
              </a:r>
              <a:endParaRPr lang="en-US" altLang="en-US" sz="2800" i="1">
                <a:solidFill>
                  <a:schemeClr val="tx2"/>
                </a:solidFill>
                <a:latin typeface="Bookman Old Style" panose="02050604050505020204" pitchFamily="18" charset="0"/>
              </a:endParaRPr>
            </a:p>
          </p:txBody>
        </p:sp>
        <p:sp>
          <p:nvSpPr>
            <p:cNvPr id="34" name="Line 48">
              <a:extLst>
                <a:ext uri="{FF2B5EF4-FFF2-40B4-BE49-F238E27FC236}">
                  <a16:creationId xmlns:a16="http://schemas.microsoft.com/office/drawing/2014/main" id="{6F4C67C0-B1B0-4035-9282-5BA7DF4CF60B}"/>
                </a:ext>
              </a:extLst>
            </p:cNvPr>
            <p:cNvSpPr>
              <a:spLocks noChangeAspect="1" noChangeShapeType="1"/>
            </p:cNvSpPr>
            <p:nvPr/>
          </p:nvSpPr>
          <p:spPr bwMode="auto">
            <a:xfrm>
              <a:off x="3811" y="2241"/>
              <a:ext cx="9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5" name="Line 49">
              <a:extLst>
                <a:ext uri="{FF2B5EF4-FFF2-40B4-BE49-F238E27FC236}">
                  <a16:creationId xmlns:a16="http://schemas.microsoft.com/office/drawing/2014/main" id="{E51BF802-1892-4650-A189-D8D526B9749F}"/>
                </a:ext>
              </a:extLst>
            </p:cNvPr>
            <p:cNvSpPr>
              <a:spLocks noChangeAspect="1" noChangeShapeType="1"/>
            </p:cNvSpPr>
            <p:nvPr/>
          </p:nvSpPr>
          <p:spPr bwMode="auto">
            <a:xfrm>
              <a:off x="3794" y="3168"/>
              <a:ext cx="9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0" name="Line 50">
              <a:extLst>
                <a:ext uri="{FF2B5EF4-FFF2-40B4-BE49-F238E27FC236}">
                  <a16:creationId xmlns:a16="http://schemas.microsoft.com/office/drawing/2014/main" id="{C5904C81-BE40-4DC4-B091-C0C0870B60BE}"/>
                </a:ext>
              </a:extLst>
            </p:cNvPr>
            <p:cNvSpPr>
              <a:spLocks noChangeShapeType="1"/>
            </p:cNvSpPr>
            <p:nvPr/>
          </p:nvSpPr>
          <p:spPr bwMode="auto">
            <a:xfrm>
              <a:off x="3784" y="2256"/>
              <a:ext cx="912" cy="9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 name="Oval 51">
              <a:extLst>
                <a:ext uri="{FF2B5EF4-FFF2-40B4-BE49-F238E27FC236}">
                  <a16:creationId xmlns:a16="http://schemas.microsoft.com/office/drawing/2014/main" id="{B2F152ED-7C0D-495A-A7B3-11374DD5FFA8}"/>
                </a:ext>
              </a:extLst>
            </p:cNvPr>
            <p:cNvSpPr>
              <a:spLocks noChangeAspect="1" noChangeArrowheads="1"/>
            </p:cNvSpPr>
            <p:nvPr/>
          </p:nvSpPr>
          <p:spPr bwMode="auto">
            <a:xfrm>
              <a:off x="5616" y="3120"/>
              <a:ext cx="69" cy="69"/>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52" name="Line 52">
              <a:extLst>
                <a:ext uri="{FF2B5EF4-FFF2-40B4-BE49-F238E27FC236}">
                  <a16:creationId xmlns:a16="http://schemas.microsoft.com/office/drawing/2014/main" id="{28D59218-D727-429B-BCED-56E8B09906FC}"/>
                </a:ext>
              </a:extLst>
            </p:cNvPr>
            <p:cNvSpPr>
              <a:spLocks noChangeShapeType="1"/>
            </p:cNvSpPr>
            <p:nvPr/>
          </p:nvSpPr>
          <p:spPr bwMode="auto">
            <a:xfrm>
              <a:off x="4752" y="2256"/>
              <a:ext cx="912" cy="9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3" name="Line 53">
              <a:extLst>
                <a:ext uri="{FF2B5EF4-FFF2-40B4-BE49-F238E27FC236}">
                  <a16:creationId xmlns:a16="http://schemas.microsoft.com/office/drawing/2014/main" id="{0BE88D4E-A8BB-4212-B357-72E142727A69}"/>
                </a:ext>
              </a:extLst>
            </p:cNvPr>
            <p:cNvSpPr>
              <a:spLocks noChangeAspect="1" noChangeShapeType="1"/>
            </p:cNvSpPr>
            <p:nvPr/>
          </p:nvSpPr>
          <p:spPr bwMode="auto">
            <a:xfrm>
              <a:off x="4738" y="3168"/>
              <a:ext cx="9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spTree>
    <p:extLst>
      <p:ext uri="{BB962C8B-B14F-4D97-AF65-F5344CB8AC3E}">
        <p14:creationId xmlns:p14="http://schemas.microsoft.com/office/powerpoint/2010/main" val="2383491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ox(ou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F013-7233-43C8-A219-CCE9F2C40032}"/>
              </a:ext>
            </a:extLst>
          </p:cNvPr>
          <p:cNvSpPr>
            <a:spLocks noGrp="1"/>
          </p:cNvSpPr>
          <p:nvPr>
            <p:ph type="title"/>
          </p:nvPr>
        </p:nvSpPr>
        <p:spPr/>
        <p:txBody>
          <a:bodyPr/>
          <a:lstStyle/>
          <a:p>
            <a:r>
              <a:rPr lang="en-US" dirty="0"/>
              <a:t>Euler Paths and Circuits</a:t>
            </a:r>
            <a:endParaRPr lang="en-IN" dirty="0"/>
          </a:p>
        </p:txBody>
      </p:sp>
      <p:sp>
        <p:nvSpPr>
          <p:cNvPr id="3" name="Content Placeholder 2">
            <a:extLst>
              <a:ext uri="{FF2B5EF4-FFF2-40B4-BE49-F238E27FC236}">
                <a16:creationId xmlns:a16="http://schemas.microsoft.com/office/drawing/2014/main" id="{849D538C-266E-451C-AB57-CCC7EAA355D5}"/>
              </a:ext>
            </a:extLst>
          </p:cNvPr>
          <p:cNvSpPr>
            <a:spLocks noGrp="1"/>
          </p:cNvSpPr>
          <p:nvPr>
            <p:ph idx="1"/>
          </p:nvPr>
        </p:nvSpPr>
        <p:spPr/>
        <p:txBody>
          <a:bodyPr>
            <a:normAutofit fontScale="85000" lnSpcReduction="20000"/>
          </a:bodyPr>
          <a:lstStyle/>
          <a:p>
            <a:pPr marL="0" indent="0">
              <a:buNone/>
            </a:pPr>
            <a:endParaRPr lang="en-US" dirty="0"/>
          </a:p>
          <a:p>
            <a:pPr marL="0" indent="0">
              <a:buNone/>
            </a:pPr>
            <a:endParaRPr lang="en-US" dirty="0"/>
          </a:p>
          <a:p>
            <a:pPr marL="0" indent="0">
              <a:buNone/>
            </a:pPr>
            <a:endParaRPr lang="en-US" dirty="0"/>
          </a:p>
          <a:p>
            <a:pPr marL="0" indent="0">
              <a:buNone/>
            </a:pPr>
            <a:r>
              <a:rPr lang="en-US" b="1" dirty="0"/>
              <a:t>Ques:- </a:t>
            </a:r>
            <a:r>
              <a:rPr lang="en-US" dirty="0"/>
              <a:t>Suppose that in addition to the seven bridges of Königsberg there were two additional bridges, connecting regions B and C and regions B and D, respectively. Could someone cross all nine of these bridges exactly once and return to the starting point?</a:t>
            </a:r>
          </a:p>
          <a:p>
            <a:pPr eaLnBrk="1" hangingPunct="1">
              <a:spcBef>
                <a:spcPct val="0"/>
              </a:spcBef>
              <a:buFontTx/>
              <a:buNone/>
            </a:pPr>
            <a:r>
              <a:rPr lang="en-US" altLang="en-US" b="1" dirty="0">
                <a:latin typeface="Times New Roman" panose="02020603050405020304" pitchFamily="18" charset="0"/>
              </a:rPr>
              <a:t>Sol:- No, an Euler circuit does not exist in the graph modeling this hypothetical city either. Vertices A and B have odd degree.</a:t>
            </a:r>
            <a:endParaRPr lang="en-IN" dirty="0"/>
          </a:p>
        </p:txBody>
      </p:sp>
      <p:grpSp>
        <p:nvGrpSpPr>
          <p:cNvPr id="36" name="Group 35">
            <a:extLst>
              <a:ext uri="{FF2B5EF4-FFF2-40B4-BE49-F238E27FC236}">
                <a16:creationId xmlns:a16="http://schemas.microsoft.com/office/drawing/2014/main" id="{AB99E8A5-B1EC-4A7E-A235-BEE204311388}"/>
              </a:ext>
            </a:extLst>
          </p:cNvPr>
          <p:cNvGrpSpPr/>
          <p:nvPr/>
        </p:nvGrpSpPr>
        <p:grpSpPr>
          <a:xfrm>
            <a:off x="490333" y="1023674"/>
            <a:ext cx="4620251" cy="1948953"/>
            <a:chOff x="490333" y="2896862"/>
            <a:chExt cx="4391025" cy="3083459"/>
          </a:xfrm>
        </p:grpSpPr>
        <p:sp>
          <p:nvSpPr>
            <p:cNvPr id="37" name="Freeform 25">
              <a:extLst>
                <a:ext uri="{FF2B5EF4-FFF2-40B4-BE49-F238E27FC236}">
                  <a16:creationId xmlns:a16="http://schemas.microsoft.com/office/drawing/2014/main" id="{8006898C-8FDC-4869-8287-47AB0536610E}"/>
                </a:ext>
              </a:extLst>
            </p:cNvPr>
            <p:cNvSpPr>
              <a:spLocks/>
            </p:cNvSpPr>
            <p:nvPr/>
          </p:nvSpPr>
          <p:spPr bwMode="auto">
            <a:xfrm>
              <a:off x="504711" y="3303729"/>
              <a:ext cx="3846101" cy="743733"/>
            </a:xfrm>
            <a:custGeom>
              <a:avLst/>
              <a:gdLst>
                <a:gd name="T0" fmla="*/ 0 w 4120"/>
                <a:gd name="T1" fmla="*/ 265 h 618"/>
                <a:gd name="T2" fmla="*/ 19 w 4120"/>
                <a:gd name="T3" fmla="*/ 265 h 618"/>
                <a:gd name="T4" fmla="*/ 52 w 4120"/>
                <a:gd name="T5" fmla="*/ 246 h 618"/>
                <a:gd name="T6" fmla="*/ 85 w 4120"/>
                <a:gd name="T7" fmla="*/ 200 h 618"/>
                <a:gd name="T8" fmla="*/ 106 w 4120"/>
                <a:gd name="T9" fmla="*/ 175 h 618"/>
                <a:gd name="T10" fmla="*/ 123 w 4120"/>
                <a:gd name="T11" fmla="*/ 143 h 618"/>
                <a:gd name="T12" fmla="*/ 129 w 4120"/>
                <a:gd name="T13" fmla="*/ 135 h 618"/>
                <a:gd name="T14" fmla="*/ 149 w 4120"/>
                <a:gd name="T15" fmla="*/ 104 h 618"/>
                <a:gd name="T16" fmla="*/ 164 w 4120"/>
                <a:gd name="T17" fmla="*/ 94 h 618"/>
                <a:gd name="T18" fmla="*/ 217 w 4120"/>
                <a:gd name="T19" fmla="*/ 97 h 618"/>
                <a:gd name="T20" fmla="*/ 229 w 4120"/>
                <a:gd name="T21" fmla="*/ 107 h 618"/>
                <a:gd name="T22" fmla="*/ 255 w 4120"/>
                <a:gd name="T23" fmla="*/ 132 h 618"/>
                <a:gd name="T24" fmla="*/ 299 w 4120"/>
                <a:gd name="T25" fmla="*/ 200 h 618"/>
                <a:gd name="T26" fmla="*/ 324 w 4120"/>
                <a:gd name="T27" fmla="*/ 257 h 618"/>
                <a:gd name="T28" fmla="*/ 362 w 4120"/>
                <a:gd name="T29" fmla="*/ 275 h 618"/>
                <a:gd name="T30" fmla="*/ 399 w 4120"/>
                <a:gd name="T31" fmla="*/ 246 h 618"/>
                <a:gd name="T32" fmla="*/ 410 w 4120"/>
                <a:gd name="T33" fmla="*/ 232 h 618"/>
                <a:gd name="T34" fmla="*/ 416 w 4120"/>
                <a:gd name="T35" fmla="*/ 217 h 618"/>
                <a:gd name="T36" fmla="*/ 420 w 4120"/>
                <a:gd name="T37" fmla="*/ 203 h 618"/>
                <a:gd name="T38" fmla="*/ 422 w 4120"/>
                <a:gd name="T39" fmla="*/ 192 h 618"/>
                <a:gd name="T40" fmla="*/ 425 w 4120"/>
                <a:gd name="T41" fmla="*/ 186 h 618"/>
                <a:gd name="T42" fmla="*/ 431 w 4120"/>
                <a:gd name="T43" fmla="*/ 157 h 618"/>
                <a:gd name="T44" fmla="*/ 440 w 4120"/>
                <a:gd name="T45" fmla="*/ 122 h 618"/>
                <a:gd name="T46" fmla="*/ 442 w 4120"/>
                <a:gd name="T47" fmla="*/ 111 h 618"/>
                <a:gd name="T48" fmla="*/ 445 w 4120"/>
                <a:gd name="T49" fmla="*/ 104 h 618"/>
                <a:gd name="T50" fmla="*/ 449 w 4120"/>
                <a:gd name="T51" fmla="*/ 85 h 618"/>
                <a:gd name="T52" fmla="*/ 456 w 4120"/>
                <a:gd name="T53" fmla="*/ 60 h 618"/>
                <a:gd name="T54" fmla="*/ 458 w 4120"/>
                <a:gd name="T55" fmla="*/ 54 h 618"/>
                <a:gd name="T56" fmla="*/ 466 w 4120"/>
                <a:gd name="T57" fmla="*/ 31 h 618"/>
                <a:gd name="T58" fmla="*/ 475 w 4120"/>
                <a:gd name="T59" fmla="*/ 0 h 61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120"/>
                <a:gd name="T91" fmla="*/ 0 h 618"/>
                <a:gd name="T92" fmla="*/ 4120 w 4120"/>
                <a:gd name="T93" fmla="*/ 618 h 61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120" h="618">
                  <a:moveTo>
                    <a:pt x="0" y="592"/>
                  </a:moveTo>
                  <a:lnTo>
                    <a:pt x="168" y="592"/>
                  </a:lnTo>
                  <a:cubicBezTo>
                    <a:pt x="259" y="562"/>
                    <a:pt x="352" y="558"/>
                    <a:pt x="448" y="552"/>
                  </a:cubicBezTo>
                  <a:cubicBezTo>
                    <a:pt x="546" y="519"/>
                    <a:pt x="639" y="480"/>
                    <a:pt x="736" y="448"/>
                  </a:cubicBezTo>
                  <a:cubicBezTo>
                    <a:pt x="796" y="428"/>
                    <a:pt x="863" y="420"/>
                    <a:pt x="920" y="392"/>
                  </a:cubicBezTo>
                  <a:cubicBezTo>
                    <a:pt x="970" y="367"/>
                    <a:pt x="1021" y="343"/>
                    <a:pt x="1072" y="320"/>
                  </a:cubicBezTo>
                  <a:cubicBezTo>
                    <a:pt x="1087" y="313"/>
                    <a:pt x="1106" y="313"/>
                    <a:pt x="1120" y="304"/>
                  </a:cubicBezTo>
                  <a:cubicBezTo>
                    <a:pt x="1170" y="271"/>
                    <a:pt x="1230" y="247"/>
                    <a:pt x="1288" y="232"/>
                  </a:cubicBezTo>
                  <a:cubicBezTo>
                    <a:pt x="1330" y="221"/>
                    <a:pt x="1416" y="208"/>
                    <a:pt x="1416" y="208"/>
                  </a:cubicBezTo>
                  <a:cubicBezTo>
                    <a:pt x="1571" y="211"/>
                    <a:pt x="1725" y="211"/>
                    <a:pt x="1880" y="216"/>
                  </a:cubicBezTo>
                  <a:cubicBezTo>
                    <a:pt x="1894" y="216"/>
                    <a:pt x="1983" y="240"/>
                    <a:pt x="1984" y="240"/>
                  </a:cubicBezTo>
                  <a:cubicBezTo>
                    <a:pt x="2059" y="255"/>
                    <a:pt x="2134" y="274"/>
                    <a:pt x="2208" y="296"/>
                  </a:cubicBezTo>
                  <a:cubicBezTo>
                    <a:pt x="2341" y="336"/>
                    <a:pt x="2472" y="382"/>
                    <a:pt x="2592" y="448"/>
                  </a:cubicBezTo>
                  <a:cubicBezTo>
                    <a:pt x="2667" y="490"/>
                    <a:pt x="2730" y="542"/>
                    <a:pt x="2808" y="576"/>
                  </a:cubicBezTo>
                  <a:cubicBezTo>
                    <a:pt x="2906" y="618"/>
                    <a:pt x="3033" y="607"/>
                    <a:pt x="3136" y="616"/>
                  </a:cubicBezTo>
                  <a:cubicBezTo>
                    <a:pt x="3252" y="608"/>
                    <a:pt x="3347" y="588"/>
                    <a:pt x="3456" y="552"/>
                  </a:cubicBezTo>
                  <a:cubicBezTo>
                    <a:pt x="3488" y="541"/>
                    <a:pt x="3520" y="531"/>
                    <a:pt x="3552" y="520"/>
                  </a:cubicBezTo>
                  <a:cubicBezTo>
                    <a:pt x="3570" y="514"/>
                    <a:pt x="3600" y="488"/>
                    <a:pt x="3600" y="488"/>
                  </a:cubicBezTo>
                  <a:cubicBezTo>
                    <a:pt x="3646" y="419"/>
                    <a:pt x="3585" y="500"/>
                    <a:pt x="3640" y="456"/>
                  </a:cubicBezTo>
                  <a:cubicBezTo>
                    <a:pt x="3648" y="450"/>
                    <a:pt x="3649" y="439"/>
                    <a:pt x="3656" y="432"/>
                  </a:cubicBezTo>
                  <a:cubicBezTo>
                    <a:pt x="3663" y="425"/>
                    <a:pt x="3672" y="421"/>
                    <a:pt x="3680" y="416"/>
                  </a:cubicBezTo>
                  <a:cubicBezTo>
                    <a:pt x="3717" y="360"/>
                    <a:pt x="3696" y="379"/>
                    <a:pt x="3736" y="352"/>
                  </a:cubicBezTo>
                  <a:cubicBezTo>
                    <a:pt x="3753" y="326"/>
                    <a:pt x="3790" y="289"/>
                    <a:pt x="3816" y="272"/>
                  </a:cubicBezTo>
                  <a:cubicBezTo>
                    <a:pt x="3821" y="264"/>
                    <a:pt x="3825" y="255"/>
                    <a:pt x="3832" y="248"/>
                  </a:cubicBezTo>
                  <a:cubicBezTo>
                    <a:pt x="3839" y="241"/>
                    <a:pt x="3850" y="240"/>
                    <a:pt x="3856" y="232"/>
                  </a:cubicBezTo>
                  <a:cubicBezTo>
                    <a:pt x="3900" y="177"/>
                    <a:pt x="3819" y="238"/>
                    <a:pt x="3888" y="192"/>
                  </a:cubicBezTo>
                  <a:cubicBezTo>
                    <a:pt x="3915" y="152"/>
                    <a:pt x="3896" y="173"/>
                    <a:pt x="3952" y="136"/>
                  </a:cubicBezTo>
                  <a:cubicBezTo>
                    <a:pt x="3960" y="131"/>
                    <a:pt x="3976" y="120"/>
                    <a:pt x="3976" y="120"/>
                  </a:cubicBezTo>
                  <a:cubicBezTo>
                    <a:pt x="3995" y="91"/>
                    <a:pt x="4012" y="91"/>
                    <a:pt x="4040" y="72"/>
                  </a:cubicBezTo>
                  <a:cubicBezTo>
                    <a:pt x="4061" y="40"/>
                    <a:pt x="4093" y="27"/>
                    <a:pt x="4120" y="0"/>
                  </a:cubicBezTo>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sz="2400"/>
            </a:p>
          </p:txBody>
        </p:sp>
        <p:sp>
          <p:nvSpPr>
            <p:cNvPr id="38" name="Freeform 26">
              <a:extLst>
                <a:ext uri="{FF2B5EF4-FFF2-40B4-BE49-F238E27FC236}">
                  <a16:creationId xmlns:a16="http://schemas.microsoft.com/office/drawing/2014/main" id="{10379022-0F92-450B-8C10-633D50665F69}"/>
                </a:ext>
              </a:extLst>
            </p:cNvPr>
            <p:cNvSpPr>
              <a:spLocks/>
            </p:cNvSpPr>
            <p:nvPr/>
          </p:nvSpPr>
          <p:spPr bwMode="auto">
            <a:xfrm>
              <a:off x="1222171" y="3882031"/>
              <a:ext cx="1777114" cy="1149535"/>
            </a:xfrm>
            <a:custGeom>
              <a:avLst/>
              <a:gdLst>
                <a:gd name="T0" fmla="*/ 6 w 1904"/>
                <a:gd name="T1" fmla="*/ 100 h 955"/>
                <a:gd name="T2" fmla="*/ 12 w 1904"/>
                <a:gd name="T3" fmla="*/ 94 h 955"/>
                <a:gd name="T4" fmla="*/ 15 w 1904"/>
                <a:gd name="T5" fmla="*/ 85 h 955"/>
                <a:gd name="T6" fmla="*/ 35 w 1904"/>
                <a:gd name="T7" fmla="*/ 61 h 955"/>
                <a:gd name="T8" fmla="*/ 52 w 1904"/>
                <a:gd name="T9" fmla="*/ 36 h 955"/>
                <a:gd name="T10" fmla="*/ 93 w 1904"/>
                <a:gd name="T11" fmla="*/ 0 h 955"/>
                <a:gd name="T12" fmla="*/ 125 w 1904"/>
                <a:gd name="T13" fmla="*/ 3 h 955"/>
                <a:gd name="T14" fmla="*/ 138 w 1904"/>
                <a:gd name="T15" fmla="*/ 14 h 955"/>
                <a:gd name="T16" fmla="*/ 173 w 1904"/>
                <a:gd name="T17" fmla="*/ 43 h 955"/>
                <a:gd name="T18" fmla="*/ 187 w 1904"/>
                <a:gd name="T19" fmla="*/ 65 h 955"/>
                <a:gd name="T20" fmla="*/ 199 w 1904"/>
                <a:gd name="T21" fmla="*/ 79 h 955"/>
                <a:gd name="T22" fmla="*/ 204 w 1904"/>
                <a:gd name="T23" fmla="*/ 94 h 955"/>
                <a:gd name="T24" fmla="*/ 206 w 1904"/>
                <a:gd name="T25" fmla="*/ 97 h 955"/>
                <a:gd name="T26" fmla="*/ 212 w 1904"/>
                <a:gd name="T27" fmla="*/ 111 h 955"/>
                <a:gd name="T28" fmla="*/ 216 w 1904"/>
                <a:gd name="T29" fmla="*/ 129 h 955"/>
                <a:gd name="T30" fmla="*/ 219 w 1904"/>
                <a:gd name="T31" fmla="*/ 161 h 955"/>
                <a:gd name="T32" fmla="*/ 215 w 1904"/>
                <a:gd name="T33" fmla="*/ 301 h 955"/>
                <a:gd name="T34" fmla="*/ 207 w 1904"/>
                <a:gd name="T35" fmla="*/ 351 h 955"/>
                <a:gd name="T36" fmla="*/ 195 w 1904"/>
                <a:gd name="T37" fmla="*/ 387 h 955"/>
                <a:gd name="T38" fmla="*/ 130 w 1904"/>
                <a:gd name="T39" fmla="*/ 426 h 955"/>
                <a:gd name="T40" fmla="*/ 55 w 1904"/>
                <a:gd name="T41" fmla="*/ 415 h 955"/>
                <a:gd name="T42" fmla="*/ 38 w 1904"/>
                <a:gd name="T43" fmla="*/ 404 h 955"/>
                <a:gd name="T44" fmla="*/ 32 w 1904"/>
                <a:gd name="T45" fmla="*/ 398 h 955"/>
                <a:gd name="T46" fmla="*/ 27 w 1904"/>
                <a:gd name="T47" fmla="*/ 383 h 955"/>
                <a:gd name="T48" fmla="*/ 0 w 1904"/>
                <a:gd name="T49" fmla="*/ 198 h 955"/>
                <a:gd name="T50" fmla="*/ 1 w 1904"/>
                <a:gd name="T51" fmla="*/ 125 h 955"/>
                <a:gd name="T52" fmla="*/ 6 w 1904"/>
                <a:gd name="T53" fmla="*/ 100 h 95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04"/>
                <a:gd name="T82" fmla="*/ 0 h 955"/>
                <a:gd name="T83" fmla="*/ 1904 w 1904"/>
                <a:gd name="T84" fmla="*/ 955 h 95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04" h="955">
                  <a:moveTo>
                    <a:pt x="56" y="224"/>
                  </a:moveTo>
                  <a:cubicBezTo>
                    <a:pt x="72" y="219"/>
                    <a:pt x="90" y="217"/>
                    <a:pt x="104" y="208"/>
                  </a:cubicBezTo>
                  <a:cubicBezTo>
                    <a:pt x="112" y="203"/>
                    <a:pt x="119" y="196"/>
                    <a:pt x="128" y="192"/>
                  </a:cubicBezTo>
                  <a:cubicBezTo>
                    <a:pt x="183" y="168"/>
                    <a:pt x="246" y="151"/>
                    <a:pt x="304" y="136"/>
                  </a:cubicBezTo>
                  <a:cubicBezTo>
                    <a:pt x="347" y="108"/>
                    <a:pt x="399" y="96"/>
                    <a:pt x="448" y="80"/>
                  </a:cubicBezTo>
                  <a:cubicBezTo>
                    <a:pt x="567" y="40"/>
                    <a:pt x="682" y="11"/>
                    <a:pt x="808" y="0"/>
                  </a:cubicBezTo>
                  <a:cubicBezTo>
                    <a:pt x="899" y="3"/>
                    <a:pt x="989" y="3"/>
                    <a:pt x="1080" y="8"/>
                  </a:cubicBezTo>
                  <a:cubicBezTo>
                    <a:pt x="1118" y="10"/>
                    <a:pt x="1162" y="26"/>
                    <a:pt x="1200" y="32"/>
                  </a:cubicBezTo>
                  <a:cubicBezTo>
                    <a:pt x="1305" y="48"/>
                    <a:pt x="1403" y="62"/>
                    <a:pt x="1504" y="96"/>
                  </a:cubicBezTo>
                  <a:cubicBezTo>
                    <a:pt x="1545" y="110"/>
                    <a:pt x="1582" y="130"/>
                    <a:pt x="1624" y="144"/>
                  </a:cubicBezTo>
                  <a:cubicBezTo>
                    <a:pt x="1652" y="153"/>
                    <a:pt x="1695" y="160"/>
                    <a:pt x="1720" y="176"/>
                  </a:cubicBezTo>
                  <a:cubicBezTo>
                    <a:pt x="1736" y="187"/>
                    <a:pt x="1750" y="202"/>
                    <a:pt x="1768" y="208"/>
                  </a:cubicBezTo>
                  <a:cubicBezTo>
                    <a:pt x="1776" y="211"/>
                    <a:pt x="1785" y="212"/>
                    <a:pt x="1792" y="216"/>
                  </a:cubicBezTo>
                  <a:cubicBezTo>
                    <a:pt x="1809" y="225"/>
                    <a:pt x="1840" y="248"/>
                    <a:pt x="1840" y="248"/>
                  </a:cubicBezTo>
                  <a:cubicBezTo>
                    <a:pt x="1860" y="308"/>
                    <a:pt x="1831" y="236"/>
                    <a:pt x="1872" y="288"/>
                  </a:cubicBezTo>
                  <a:cubicBezTo>
                    <a:pt x="1878" y="295"/>
                    <a:pt x="1900" y="349"/>
                    <a:pt x="1904" y="360"/>
                  </a:cubicBezTo>
                  <a:cubicBezTo>
                    <a:pt x="1899" y="469"/>
                    <a:pt x="1898" y="569"/>
                    <a:pt x="1864" y="672"/>
                  </a:cubicBezTo>
                  <a:cubicBezTo>
                    <a:pt x="1847" y="722"/>
                    <a:pt x="1844" y="755"/>
                    <a:pt x="1800" y="784"/>
                  </a:cubicBezTo>
                  <a:cubicBezTo>
                    <a:pt x="1778" y="817"/>
                    <a:pt x="1724" y="846"/>
                    <a:pt x="1688" y="864"/>
                  </a:cubicBezTo>
                  <a:cubicBezTo>
                    <a:pt x="1505" y="955"/>
                    <a:pt x="1342" y="943"/>
                    <a:pt x="1136" y="952"/>
                  </a:cubicBezTo>
                  <a:cubicBezTo>
                    <a:pt x="914" y="947"/>
                    <a:pt x="694" y="937"/>
                    <a:pt x="472" y="928"/>
                  </a:cubicBezTo>
                  <a:cubicBezTo>
                    <a:pt x="423" y="923"/>
                    <a:pt x="375" y="917"/>
                    <a:pt x="328" y="904"/>
                  </a:cubicBezTo>
                  <a:cubicBezTo>
                    <a:pt x="312" y="900"/>
                    <a:pt x="294" y="897"/>
                    <a:pt x="280" y="888"/>
                  </a:cubicBezTo>
                  <a:cubicBezTo>
                    <a:pt x="264" y="877"/>
                    <a:pt x="232" y="856"/>
                    <a:pt x="232" y="856"/>
                  </a:cubicBezTo>
                  <a:cubicBezTo>
                    <a:pt x="141" y="720"/>
                    <a:pt x="40" y="602"/>
                    <a:pt x="0" y="440"/>
                  </a:cubicBezTo>
                  <a:cubicBezTo>
                    <a:pt x="3" y="387"/>
                    <a:pt x="1" y="333"/>
                    <a:pt x="8" y="280"/>
                  </a:cubicBezTo>
                  <a:cubicBezTo>
                    <a:pt x="12" y="250"/>
                    <a:pt x="110" y="224"/>
                    <a:pt x="56" y="224"/>
                  </a:cubicBezTo>
                  <a:close/>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sz="2400"/>
            </a:p>
          </p:txBody>
        </p:sp>
        <p:sp>
          <p:nvSpPr>
            <p:cNvPr id="39" name="Freeform 27">
              <a:extLst>
                <a:ext uri="{FF2B5EF4-FFF2-40B4-BE49-F238E27FC236}">
                  <a16:creationId xmlns:a16="http://schemas.microsoft.com/office/drawing/2014/main" id="{6960ADB2-4177-4B5A-A91D-39D83395497E}"/>
                </a:ext>
              </a:extLst>
            </p:cNvPr>
            <p:cNvSpPr>
              <a:spLocks/>
            </p:cNvSpPr>
            <p:nvPr/>
          </p:nvSpPr>
          <p:spPr bwMode="auto">
            <a:xfrm>
              <a:off x="490333" y="4367013"/>
              <a:ext cx="4301882" cy="1084493"/>
            </a:xfrm>
            <a:custGeom>
              <a:avLst/>
              <a:gdLst>
                <a:gd name="T0" fmla="*/ 0 w 4608"/>
                <a:gd name="T1" fmla="*/ 9 h 901"/>
                <a:gd name="T2" fmla="*/ 19 w 4608"/>
                <a:gd name="T3" fmla="*/ 9 h 901"/>
                <a:gd name="T4" fmla="*/ 41 w 4608"/>
                <a:gd name="T5" fmla="*/ 13 h 901"/>
                <a:gd name="T6" fmla="*/ 61 w 4608"/>
                <a:gd name="T7" fmla="*/ 35 h 901"/>
                <a:gd name="T8" fmla="*/ 63 w 4608"/>
                <a:gd name="T9" fmla="*/ 45 h 901"/>
                <a:gd name="T10" fmla="*/ 66 w 4608"/>
                <a:gd name="T11" fmla="*/ 52 h 901"/>
                <a:gd name="T12" fmla="*/ 68 w 4608"/>
                <a:gd name="T13" fmla="*/ 85 h 901"/>
                <a:gd name="T14" fmla="*/ 85 w 4608"/>
                <a:gd name="T15" fmla="*/ 224 h 901"/>
                <a:gd name="T16" fmla="*/ 99 w 4608"/>
                <a:gd name="T17" fmla="*/ 295 h 901"/>
                <a:gd name="T18" fmla="*/ 119 w 4608"/>
                <a:gd name="T19" fmla="*/ 346 h 901"/>
                <a:gd name="T20" fmla="*/ 128 w 4608"/>
                <a:gd name="T21" fmla="*/ 359 h 901"/>
                <a:gd name="T22" fmla="*/ 191 w 4608"/>
                <a:gd name="T23" fmla="*/ 403 h 901"/>
                <a:gd name="T24" fmla="*/ 284 w 4608"/>
                <a:gd name="T25" fmla="*/ 353 h 901"/>
                <a:gd name="T26" fmla="*/ 315 w 4608"/>
                <a:gd name="T27" fmla="*/ 313 h 901"/>
                <a:gd name="T28" fmla="*/ 323 w 4608"/>
                <a:gd name="T29" fmla="*/ 302 h 901"/>
                <a:gd name="T30" fmla="*/ 329 w 4608"/>
                <a:gd name="T31" fmla="*/ 289 h 901"/>
                <a:gd name="T32" fmla="*/ 330 w 4608"/>
                <a:gd name="T33" fmla="*/ 278 h 901"/>
                <a:gd name="T34" fmla="*/ 333 w 4608"/>
                <a:gd name="T35" fmla="*/ 271 h 901"/>
                <a:gd name="T36" fmla="*/ 334 w 4608"/>
                <a:gd name="T37" fmla="*/ 260 h 901"/>
                <a:gd name="T38" fmla="*/ 347 w 4608"/>
                <a:gd name="T39" fmla="*/ 206 h 901"/>
                <a:gd name="T40" fmla="*/ 356 w 4608"/>
                <a:gd name="T41" fmla="*/ 192 h 901"/>
                <a:gd name="T42" fmla="*/ 369 w 4608"/>
                <a:gd name="T43" fmla="*/ 188 h 901"/>
                <a:gd name="T44" fmla="*/ 400 w 4608"/>
                <a:gd name="T45" fmla="*/ 181 h 901"/>
                <a:gd name="T46" fmla="*/ 453 w 4608"/>
                <a:gd name="T47" fmla="*/ 185 h 901"/>
                <a:gd name="T48" fmla="*/ 466 w 4608"/>
                <a:gd name="T49" fmla="*/ 199 h 901"/>
                <a:gd name="T50" fmla="*/ 512 w 4608"/>
                <a:gd name="T51" fmla="*/ 246 h 901"/>
                <a:gd name="T52" fmla="*/ 523 w 4608"/>
                <a:gd name="T53" fmla="*/ 266 h 901"/>
                <a:gd name="T54" fmla="*/ 532 w 4608"/>
                <a:gd name="T55" fmla="*/ 289 h 90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608"/>
                <a:gd name="T85" fmla="*/ 0 h 901"/>
                <a:gd name="T86" fmla="*/ 4608 w 4608"/>
                <a:gd name="T87" fmla="*/ 901 h 90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608" h="901">
                  <a:moveTo>
                    <a:pt x="0" y="21"/>
                  </a:moveTo>
                  <a:cubicBezTo>
                    <a:pt x="62" y="0"/>
                    <a:pt x="104" y="17"/>
                    <a:pt x="168" y="21"/>
                  </a:cubicBezTo>
                  <a:cubicBezTo>
                    <a:pt x="229" y="25"/>
                    <a:pt x="291" y="26"/>
                    <a:pt x="352" y="29"/>
                  </a:cubicBezTo>
                  <a:cubicBezTo>
                    <a:pt x="414" y="38"/>
                    <a:pt x="475" y="42"/>
                    <a:pt x="528" y="77"/>
                  </a:cubicBezTo>
                  <a:cubicBezTo>
                    <a:pt x="533" y="85"/>
                    <a:pt x="537" y="94"/>
                    <a:pt x="544" y="101"/>
                  </a:cubicBezTo>
                  <a:cubicBezTo>
                    <a:pt x="551" y="108"/>
                    <a:pt x="563" y="109"/>
                    <a:pt x="568" y="117"/>
                  </a:cubicBezTo>
                  <a:cubicBezTo>
                    <a:pt x="581" y="138"/>
                    <a:pt x="584" y="165"/>
                    <a:pt x="592" y="189"/>
                  </a:cubicBezTo>
                  <a:cubicBezTo>
                    <a:pt x="627" y="295"/>
                    <a:pt x="635" y="433"/>
                    <a:pt x="736" y="501"/>
                  </a:cubicBezTo>
                  <a:cubicBezTo>
                    <a:pt x="771" y="553"/>
                    <a:pt x="803" y="626"/>
                    <a:pt x="856" y="661"/>
                  </a:cubicBezTo>
                  <a:cubicBezTo>
                    <a:pt x="872" y="709"/>
                    <a:pt x="983" y="757"/>
                    <a:pt x="1032" y="773"/>
                  </a:cubicBezTo>
                  <a:cubicBezTo>
                    <a:pt x="1056" y="781"/>
                    <a:pt x="1078" y="796"/>
                    <a:pt x="1104" y="805"/>
                  </a:cubicBezTo>
                  <a:cubicBezTo>
                    <a:pt x="1280" y="864"/>
                    <a:pt x="1473" y="887"/>
                    <a:pt x="1656" y="901"/>
                  </a:cubicBezTo>
                  <a:cubicBezTo>
                    <a:pt x="1924" y="888"/>
                    <a:pt x="2207" y="875"/>
                    <a:pt x="2464" y="789"/>
                  </a:cubicBezTo>
                  <a:cubicBezTo>
                    <a:pt x="2552" y="760"/>
                    <a:pt x="2640" y="730"/>
                    <a:pt x="2728" y="701"/>
                  </a:cubicBezTo>
                  <a:cubicBezTo>
                    <a:pt x="2749" y="694"/>
                    <a:pt x="2782" y="689"/>
                    <a:pt x="2800" y="677"/>
                  </a:cubicBezTo>
                  <a:cubicBezTo>
                    <a:pt x="2816" y="666"/>
                    <a:pt x="2848" y="645"/>
                    <a:pt x="2848" y="645"/>
                  </a:cubicBezTo>
                  <a:cubicBezTo>
                    <a:pt x="2853" y="637"/>
                    <a:pt x="2857" y="628"/>
                    <a:pt x="2864" y="621"/>
                  </a:cubicBezTo>
                  <a:cubicBezTo>
                    <a:pt x="2871" y="614"/>
                    <a:pt x="2882" y="613"/>
                    <a:pt x="2888" y="605"/>
                  </a:cubicBezTo>
                  <a:cubicBezTo>
                    <a:pt x="2893" y="598"/>
                    <a:pt x="2892" y="588"/>
                    <a:pt x="2896" y="581"/>
                  </a:cubicBezTo>
                  <a:cubicBezTo>
                    <a:pt x="2929" y="522"/>
                    <a:pt x="2951" y="489"/>
                    <a:pt x="3008" y="461"/>
                  </a:cubicBezTo>
                  <a:cubicBezTo>
                    <a:pt x="3036" y="447"/>
                    <a:pt x="3055" y="433"/>
                    <a:pt x="3088" y="429"/>
                  </a:cubicBezTo>
                  <a:cubicBezTo>
                    <a:pt x="3125" y="425"/>
                    <a:pt x="3163" y="423"/>
                    <a:pt x="3200" y="421"/>
                  </a:cubicBezTo>
                  <a:cubicBezTo>
                    <a:pt x="3473" y="405"/>
                    <a:pt x="3270" y="421"/>
                    <a:pt x="3464" y="405"/>
                  </a:cubicBezTo>
                  <a:cubicBezTo>
                    <a:pt x="3619" y="408"/>
                    <a:pt x="3773" y="408"/>
                    <a:pt x="3928" y="413"/>
                  </a:cubicBezTo>
                  <a:cubicBezTo>
                    <a:pt x="3966" y="414"/>
                    <a:pt x="4003" y="438"/>
                    <a:pt x="4040" y="445"/>
                  </a:cubicBezTo>
                  <a:cubicBezTo>
                    <a:pt x="4171" y="471"/>
                    <a:pt x="4305" y="507"/>
                    <a:pt x="4432" y="549"/>
                  </a:cubicBezTo>
                  <a:cubicBezTo>
                    <a:pt x="4465" y="560"/>
                    <a:pt x="4494" y="586"/>
                    <a:pt x="4528" y="597"/>
                  </a:cubicBezTo>
                  <a:cubicBezTo>
                    <a:pt x="4543" y="612"/>
                    <a:pt x="4586" y="645"/>
                    <a:pt x="4608" y="645"/>
                  </a:cubicBezTo>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sz="2400"/>
            </a:p>
          </p:txBody>
        </p:sp>
        <p:sp>
          <p:nvSpPr>
            <p:cNvPr id="40" name="Freeform 28">
              <a:extLst>
                <a:ext uri="{FF2B5EF4-FFF2-40B4-BE49-F238E27FC236}">
                  <a16:creationId xmlns:a16="http://schemas.microsoft.com/office/drawing/2014/main" id="{5E66485F-B1EE-4B9D-A08A-F3A3FF37B148}"/>
                </a:ext>
              </a:extLst>
            </p:cNvPr>
            <p:cNvSpPr>
              <a:spLocks/>
            </p:cNvSpPr>
            <p:nvPr/>
          </p:nvSpPr>
          <p:spPr bwMode="auto">
            <a:xfrm>
              <a:off x="3291157" y="3553997"/>
              <a:ext cx="1590201" cy="1358798"/>
            </a:xfrm>
            <a:custGeom>
              <a:avLst/>
              <a:gdLst>
                <a:gd name="T0" fmla="*/ 147 w 1704"/>
                <a:gd name="T1" fmla="*/ 0 h 1128"/>
                <a:gd name="T2" fmla="*/ 138 w 1704"/>
                <a:gd name="T3" fmla="*/ 54 h 1128"/>
                <a:gd name="T4" fmla="*/ 132 w 1704"/>
                <a:gd name="T5" fmla="*/ 68 h 1128"/>
                <a:gd name="T6" fmla="*/ 130 w 1704"/>
                <a:gd name="T7" fmla="*/ 76 h 1128"/>
                <a:gd name="T8" fmla="*/ 128 w 1704"/>
                <a:gd name="T9" fmla="*/ 86 h 1128"/>
                <a:gd name="T10" fmla="*/ 125 w 1704"/>
                <a:gd name="T11" fmla="*/ 90 h 1128"/>
                <a:gd name="T12" fmla="*/ 117 w 1704"/>
                <a:gd name="T13" fmla="*/ 129 h 1128"/>
                <a:gd name="T14" fmla="*/ 112 w 1704"/>
                <a:gd name="T15" fmla="*/ 147 h 1128"/>
                <a:gd name="T16" fmla="*/ 110 w 1704"/>
                <a:gd name="T17" fmla="*/ 158 h 1128"/>
                <a:gd name="T18" fmla="*/ 105 w 1704"/>
                <a:gd name="T19" fmla="*/ 173 h 1128"/>
                <a:gd name="T20" fmla="*/ 103 w 1704"/>
                <a:gd name="T21" fmla="*/ 183 h 1128"/>
                <a:gd name="T22" fmla="*/ 98 w 1704"/>
                <a:gd name="T23" fmla="*/ 198 h 1128"/>
                <a:gd name="T24" fmla="*/ 79 w 1704"/>
                <a:gd name="T25" fmla="*/ 244 h 1128"/>
                <a:gd name="T26" fmla="*/ 69 w 1704"/>
                <a:gd name="T27" fmla="*/ 248 h 1128"/>
                <a:gd name="T28" fmla="*/ 23 w 1704"/>
                <a:gd name="T29" fmla="*/ 265 h 1128"/>
                <a:gd name="T30" fmla="*/ 11 w 1704"/>
                <a:gd name="T31" fmla="*/ 277 h 1128"/>
                <a:gd name="T32" fmla="*/ 5 w 1704"/>
                <a:gd name="T33" fmla="*/ 283 h 1128"/>
                <a:gd name="T34" fmla="*/ 2 w 1704"/>
                <a:gd name="T35" fmla="*/ 316 h 1128"/>
                <a:gd name="T36" fmla="*/ 0 w 1704"/>
                <a:gd name="T37" fmla="*/ 337 h 1128"/>
                <a:gd name="T38" fmla="*/ 3 w 1704"/>
                <a:gd name="T39" fmla="*/ 394 h 1128"/>
                <a:gd name="T40" fmla="*/ 5 w 1704"/>
                <a:gd name="T41" fmla="*/ 400 h 1128"/>
                <a:gd name="T42" fmla="*/ 8 w 1704"/>
                <a:gd name="T43" fmla="*/ 406 h 1128"/>
                <a:gd name="T44" fmla="*/ 14 w 1704"/>
                <a:gd name="T45" fmla="*/ 413 h 1128"/>
                <a:gd name="T46" fmla="*/ 125 w 1704"/>
                <a:gd name="T47" fmla="*/ 406 h 1128"/>
                <a:gd name="T48" fmla="*/ 154 w 1704"/>
                <a:gd name="T49" fmla="*/ 428 h 1128"/>
                <a:gd name="T50" fmla="*/ 166 w 1704"/>
                <a:gd name="T51" fmla="*/ 439 h 1128"/>
                <a:gd name="T52" fmla="*/ 183 w 1704"/>
                <a:gd name="T53" fmla="*/ 467 h 1128"/>
                <a:gd name="T54" fmla="*/ 191 w 1704"/>
                <a:gd name="T55" fmla="*/ 488 h 1128"/>
                <a:gd name="T56" fmla="*/ 196 w 1704"/>
                <a:gd name="T57" fmla="*/ 507 h 112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04"/>
                <a:gd name="T88" fmla="*/ 0 h 1128"/>
                <a:gd name="T89" fmla="*/ 1704 w 1704"/>
                <a:gd name="T90" fmla="*/ 1128 h 112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04" h="1128">
                  <a:moveTo>
                    <a:pt x="1272" y="0"/>
                  </a:moveTo>
                  <a:cubicBezTo>
                    <a:pt x="1257" y="44"/>
                    <a:pt x="1226" y="81"/>
                    <a:pt x="1200" y="120"/>
                  </a:cubicBezTo>
                  <a:cubicBezTo>
                    <a:pt x="1189" y="136"/>
                    <a:pt x="1168" y="141"/>
                    <a:pt x="1152" y="152"/>
                  </a:cubicBezTo>
                  <a:cubicBezTo>
                    <a:pt x="1144" y="157"/>
                    <a:pt x="1128" y="168"/>
                    <a:pt x="1128" y="168"/>
                  </a:cubicBezTo>
                  <a:cubicBezTo>
                    <a:pt x="1123" y="176"/>
                    <a:pt x="1120" y="186"/>
                    <a:pt x="1112" y="192"/>
                  </a:cubicBezTo>
                  <a:cubicBezTo>
                    <a:pt x="1105" y="197"/>
                    <a:pt x="1094" y="194"/>
                    <a:pt x="1088" y="200"/>
                  </a:cubicBezTo>
                  <a:cubicBezTo>
                    <a:pt x="1055" y="233"/>
                    <a:pt x="1053" y="263"/>
                    <a:pt x="1016" y="288"/>
                  </a:cubicBezTo>
                  <a:cubicBezTo>
                    <a:pt x="973" y="352"/>
                    <a:pt x="1029" y="275"/>
                    <a:pt x="976" y="328"/>
                  </a:cubicBezTo>
                  <a:cubicBezTo>
                    <a:pt x="969" y="335"/>
                    <a:pt x="967" y="346"/>
                    <a:pt x="960" y="352"/>
                  </a:cubicBezTo>
                  <a:cubicBezTo>
                    <a:pt x="946" y="365"/>
                    <a:pt x="912" y="384"/>
                    <a:pt x="912" y="384"/>
                  </a:cubicBezTo>
                  <a:cubicBezTo>
                    <a:pt x="907" y="392"/>
                    <a:pt x="903" y="402"/>
                    <a:pt x="896" y="408"/>
                  </a:cubicBezTo>
                  <a:cubicBezTo>
                    <a:pt x="882" y="421"/>
                    <a:pt x="848" y="440"/>
                    <a:pt x="848" y="440"/>
                  </a:cubicBezTo>
                  <a:cubicBezTo>
                    <a:pt x="826" y="473"/>
                    <a:pt x="733" y="538"/>
                    <a:pt x="688" y="544"/>
                  </a:cubicBezTo>
                  <a:cubicBezTo>
                    <a:pt x="659" y="548"/>
                    <a:pt x="629" y="549"/>
                    <a:pt x="600" y="552"/>
                  </a:cubicBezTo>
                  <a:cubicBezTo>
                    <a:pt x="466" y="579"/>
                    <a:pt x="336" y="586"/>
                    <a:pt x="200" y="592"/>
                  </a:cubicBezTo>
                  <a:cubicBezTo>
                    <a:pt x="127" y="602"/>
                    <a:pt x="162" y="594"/>
                    <a:pt x="96" y="616"/>
                  </a:cubicBezTo>
                  <a:cubicBezTo>
                    <a:pt x="80" y="621"/>
                    <a:pt x="48" y="632"/>
                    <a:pt x="48" y="632"/>
                  </a:cubicBezTo>
                  <a:cubicBezTo>
                    <a:pt x="23" y="670"/>
                    <a:pt x="35" y="647"/>
                    <a:pt x="16" y="704"/>
                  </a:cubicBezTo>
                  <a:cubicBezTo>
                    <a:pt x="11" y="720"/>
                    <a:pt x="0" y="752"/>
                    <a:pt x="0" y="752"/>
                  </a:cubicBezTo>
                  <a:cubicBezTo>
                    <a:pt x="10" y="849"/>
                    <a:pt x="0" y="807"/>
                    <a:pt x="24" y="880"/>
                  </a:cubicBezTo>
                  <a:cubicBezTo>
                    <a:pt x="27" y="888"/>
                    <a:pt x="40" y="884"/>
                    <a:pt x="48" y="888"/>
                  </a:cubicBezTo>
                  <a:cubicBezTo>
                    <a:pt x="57" y="892"/>
                    <a:pt x="63" y="900"/>
                    <a:pt x="72" y="904"/>
                  </a:cubicBezTo>
                  <a:cubicBezTo>
                    <a:pt x="87" y="911"/>
                    <a:pt x="120" y="920"/>
                    <a:pt x="120" y="920"/>
                  </a:cubicBezTo>
                  <a:cubicBezTo>
                    <a:pt x="444" y="913"/>
                    <a:pt x="765" y="919"/>
                    <a:pt x="1088" y="904"/>
                  </a:cubicBezTo>
                  <a:cubicBezTo>
                    <a:pt x="1177" y="912"/>
                    <a:pt x="1259" y="924"/>
                    <a:pt x="1344" y="952"/>
                  </a:cubicBezTo>
                  <a:cubicBezTo>
                    <a:pt x="1375" y="962"/>
                    <a:pt x="1409" y="963"/>
                    <a:pt x="1440" y="976"/>
                  </a:cubicBezTo>
                  <a:cubicBezTo>
                    <a:pt x="1489" y="997"/>
                    <a:pt x="1542" y="1023"/>
                    <a:pt x="1592" y="1040"/>
                  </a:cubicBezTo>
                  <a:cubicBezTo>
                    <a:pt x="1611" y="1069"/>
                    <a:pt x="1628" y="1069"/>
                    <a:pt x="1656" y="1088"/>
                  </a:cubicBezTo>
                  <a:cubicBezTo>
                    <a:pt x="1681" y="1125"/>
                    <a:pt x="1679" y="1103"/>
                    <a:pt x="1704" y="1128"/>
                  </a:cubicBezTo>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sz="2400"/>
            </a:p>
          </p:txBody>
        </p:sp>
        <p:sp>
          <p:nvSpPr>
            <p:cNvPr id="41" name="Freeform 29">
              <a:extLst>
                <a:ext uri="{FF2B5EF4-FFF2-40B4-BE49-F238E27FC236}">
                  <a16:creationId xmlns:a16="http://schemas.microsoft.com/office/drawing/2014/main" id="{1438EEF6-62E7-42C5-AD88-7EFE03443695}"/>
                </a:ext>
              </a:extLst>
            </p:cNvPr>
            <p:cNvSpPr>
              <a:spLocks/>
            </p:cNvSpPr>
            <p:nvPr/>
          </p:nvSpPr>
          <p:spPr bwMode="auto">
            <a:xfrm>
              <a:off x="1515481" y="3385738"/>
              <a:ext cx="330693" cy="755045"/>
            </a:xfrm>
            <a:custGeom>
              <a:avLst/>
              <a:gdLst>
                <a:gd name="T0" fmla="*/ 104 w 210"/>
                <a:gd name="T1" fmla="*/ 21 h 442"/>
                <a:gd name="T2" fmla="*/ 28 w 210"/>
                <a:gd name="T3" fmla="*/ 237 h 442"/>
                <a:gd name="T4" fmla="*/ 11 w 210"/>
                <a:gd name="T5" fmla="*/ 330 h 442"/>
                <a:gd name="T6" fmla="*/ 0 w 210"/>
                <a:gd name="T7" fmla="*/ 375 h 442"/>
                <a:gd name="T8" fmla="*/ 47 w 210"/>
                <a:gd name="T9" fmla="*/ 993 h 442"/>
                <a:gd name="T10" fmla="*/ 114 w 210"/>
                <a:gd name="T11" fmla="*/ 1102 h 442"/>
                <a:gd name="T12" fmla="*/ 141 w 210"/>
                <a:gd name="T13" fmla="*/ 1134 h 442"/>
                <a:gd name="T14" fmla="*/ 331 w 210"/>
                <a:gd name="T15" fmla="*/ 1116 h 442"/>
                <a:gd name="T16" fmla="*/ 246 w 210"/>
                <a:gd name="T17" fmla="*/ 1040 h 442"/>
                <a:gd name="T18" fmla="*/ 180 w 210"/>
                <a:gd name="T19" fmla="*/ 593 h 442"/>
                <a:gd name="T20" fmla="*/ 209 w 210"/>
                <a:gd name="T21" fmla="*/ 346 h 442"/>
                <a:gd name="T22" fmla="*/ 227 w 210"/>
                <a:gd name="T23" fmla="*/ 253 h 442"/>
                <a:gd name="T24" fmla="*/ 237 w 210"/>
                <a:gd name="T25" fmla="*/ 205 h 442"/>
                <a:gd name="T26" fmla="*/ 217 w 210"/>
                <a:gd name="T27" fmla="*/ 297 h 442"/>
                <a:gd name="T28" fmla="*/ 227 w 210"/>
                <a:gd name="T29" fmla="*/ 253 h 442"/>
                <a:gd name="T30" fmla="*/ 302 w 210"/>
                <a:gd name="T31" fmla="*/ 83 h 442"/>
                <a:gd name="T32" fmla="*/ 104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42" name="Freeform 30">
              <a:extLst>
                <a:ext uri="{FF2B5EF4-FFF2-40B4-BE49-F238E27FC236}">
                  <a16:creationId xmlns:a16="http://schemas.microsoft.com/office/drawing/2014/main" id="{F6FDC9E8-E59C-4CD4-A8C0-9E96B57608B3}"/>
                </a:ext>
              </a:extLst>
            </p:cNvPr>
            <p:cNvSpPr>
              <a:spLocks/>
            </p:cNvSpPr>
            <p:nvPr/>
          </p:nvSpPr>
          <p:spPr bwMode="auto">
            <a:xfrm>
              <a:off x="2299079" y="3375840"/>
              <a:ext cx="330693" cy="755045"/>
            </a:xfrm>
            <a:custGeom>
              <a:avLst/>
              <a:gdLst>
                <a:gd name="T0" fmla="*/ 104 w 210"/>
                <a:gd name="T1" fmla="*/ 21 h 442"/>
                <a:gd name="T2" fmla="*/ 28 w 210"/>
                <a:gd name="T3" fmla="*/ 237 h 442"/>
                <a:gd name="T4" fmla="*/ 11 w 210"/>
                <a:gd name="T5" fmla="*/ 330 h 442"/>
                <a:gd name="T6" fmla="*/ 0 w 210"/>
                <a:gd name="T7" fmla="*/ 375 h 442"/>
                <a:gd name="T8" fmla="*/ 47 w 210"/>
                <a:gd name="T9" fmla="*/ 993 h 442"/>
                <a:gd name="T10" fmla="*/ 114 w 210"/>
                <a:gd name="T11" fmla="*/ 1102 h 442"/>
                <a:gd name="T12" fmla="*/ 141 w 210"/>
                <a:gd name="T13" fmla="*/ 1134 h 442"/>
                <a:gd name="T14" fmla="*/ 331 w 210"/>
                <a:gd name="T15" fmla="*/ 1116 h 442"/>
                <a:gd name="T16" fmla="*/ 246 w 210"/>
                <a:gd name="T17" fmla="*/ 1040 h 442"/>
                <a:gd name="T18" fmla="*/ 180 w 210"/>
                <a:gd name="T19" fmla="*/ 593 h 442"/>
                <a:gd name="T20" fmla="*/ 209 w 210"/>
                <a:gd name="T21" fmla="*/ 346 h 442"/>
                <a:gd name="T22" fmla="*/ 227 w 210"/>
                <a:gd name="T23" fmla="*/ 253 h 442"/>
                <a:gd name="T24" fmla="*/ 237 w 210"/>
                <a:gd name="T25" fmla="*/ 205 h 442"/>
                <a:gd name="T26" fmla="*/ 217 w 210"/>
                <a:gd name="T27" fmla="*/ 297 h 442"/>
                <a:gd name="T28" fmla="*/ 227 w 210"/>
                <a:gd name="T29" fmla="*/ 253 h 442"/>
                <a:gd name="T30" fmla="*/ 302 w 210"/>
                <a:gd name="T31" fmla="*/ 83 h 442"/>
                <a:gd name="T32" fmla="*/ 104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43" name="Freeform 31">
              <a:extLst>
                <a:ext uri="{FF2B5EF4-FFF2-40B4-BE49-F238E27FC236}">
                  <a16:creationId xmlns:a16="http://schemas.microsoft.com/office/drawing/2014/main" id="{8AAD0515-5FFB-4E1F-A7F7-06C47EE9CE00}"/>
                </a:ext>
              </a:extLst>
            </p:cNvPr>
            <p:cNvSpPr>
              <a:spLocks/>
            </p:cNvSpPr>
            <p:nvPr/>
          </p:nvSpPr>
          <p:spPr bwMode="auto">
            <a:xfrm>
              <a:off x="1468033" y="4760089"/>
              <a:ext cx="330693" cy="755045"/>
            </a:xfrm>
            <a:custGeom>
              <a:avLst/>
              <a:gdLst>
                <a:gd name="T0" fmla="*/ 104 w 210"/>
                <a:gd name="T1" fmla="*/ 21 h 442"/>
                <a:gd name="T2" fmla="*/ 28 w 210"/>
                <a:gd name="T3" fmla="*/ 237 h 442"/>
                <a:gd name="T4" fmla="*/ 11 w 210"/>
                <a:gd name="T5" fmla="*/ 330 h 442"/>
                <a:gd name="T6" fmla="*/ 0 w 210"/>
                <a:gd name="T7" fmla="*/ 375 h 442"/>
                <a:gd name="T8" fmla="*/ 47 w 210"/>
                <a:gd name="T9" fmla="*/ 993 h 442"/>
                <a:gd name="T10" fmla="*/ 114 w 210"/>
                <a:gd name="T11" fmla="*/ 1102 h 442"/>
                <a:gd name="T12" fmla="*/ 141 w 210"/>
                <a:gd name="T13" fmla="*/ 1134 h 442"/>
                <a:gd name="T14" fmla="*/ 331 w 210"/>
                <a:gd name="T15" fmla="*/ 1116 h 442"/>
                <a:gd name="T16" fmla="*/ 246 w 210"/>
                <a:gd name="T17" fmla="*/ 1040 h 442"/>
                <a:gd name="T18" fmla="*/ 180 w 210"/>
                <a:gd name="T19" fmla="*/ 593 h 442"/>
                <a:gd name="T20" fmla="*/ 209 w 210"/>
                <a:gd name="T21" fmla="*/ 346 h 442"/>
                <a:gd name="T22" fmla="*/ 227 w 210"/>
                <a:gd name="T23" fmla="*/ 253 h 442"/>
                <a:gd name="T24" fmla="*/ 237 w 210"/>
                <a:gd name="T25" fmla="*/ 205 h 442"/>
                <a:gd name="T26" fmla="*/ 217 w 210"/>
                <a:gd name="T27" fmla="*/ 297 h 442"/>
                <a:gd name="T28" fmla="*/ 227 w 210"/>
                <a:gd name="T29" fmla="*/ 253 h 442"/>
                <a:gd name="T30" fmla="*/ 302 w 210"/>
                <a:gd name="T31" fmla="*/ 83 h 442"/>
                <a:gd name="T32" fmla="*/ 104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44" name="Freeform 32">
              <a:extLst>
                <a:ext uri="{FF2B5EF4-FFF2-40B4-BE49-F238E27FC236}">
                  <a16:creationId xmlns:a16="http://schemas.microsoft.com/office/drawing/2014/main" id="{A238707E-D7EE-4774-998A-57575031D2B3}"/>
                </a:ext>
              </a:extLst>
            </p:cNvPr>
            <p:cNvSpPr>
              <a:spLocks/>
            </p:cNvSpPr>
            <p:nvPr/>
          </p:nvSpPr>
          <p:spPr bwMode="auto">
            <a:xfrm>
              <a:off x="2261696" y="4822303"/>
              <a:ext cx="329255" cy="755045"/>
            </a:xfrm>
            <a:custGeom>
              <a:avLst/>
              <a:gdLst>
                <a:gd name="T0" fmla="*/ 103 w 210"/>
                <a:gd name="T1" fmla="*/ 21 h 442"/>
                <a:gd name="T2" fmla="*/ 28 w 210"/>
                <a:gd name="T3" fmla="*/ 237 h 442"/>
                <a:gd name="T4" fmla="*/ 11 w 210"/>
                <a:gd name="T5" fmla="*/ 330 h 442"/>
                <a:gd name="T6" fmla="*/ 0 w 210"/>
                <a:gd name="T7" fmla="*/ 375 h 442"/>
                <a:gd name="T8" fmla="*/ 47 w 210"/>
                <a:gd name="T9" fmla="*/ 993 h 442"/>
                <a:gd name="T10" fmla="*/ 112 w 210"/>
                <a:gd name="T11" fmla="*/ 1102 h 442"/>
                <a:gd name="T12" fmla="*/ 140 w 210"/>
                <a:gd name="T13" fmla="*/ 1134 h 442"/>
                <a:gd name="T14" fmla="*/ 325 w 210"/>
                <a:gd name="T15" fmla="*/ 1116 h 442"/>
                <a:gd name="T16" fmla="*/ 240 w 210"/>
                <a:gd name="T17" fmla="*/ 1040 h 442"/>
                <a:gd name="T18" fmla="*/ 174 w 210"/>
                <a:gd name="T19" fmla="*/ 593 h 442"/>
                <a:gd name="T20" fmla="*/ 203 w 210"/>
                <a:gd name="T21" fmla="*/ 346 h 442"/>
                <a:gd name="T22" fmla="*/ 221 w 210"/>
                <a:gd name="T23" fmla="*/ 253 h 442"/>
                <a:gd name="T24" fmla="*/ 232 w 210"/>
                <a:gd name="T25" fmla="*/ 205 h 442"/>
                <a:gd name="T26" fmla="*/ 213 w 210"/>
                <a:gd name="T27" fmla="*/ 297 h 442"/>
                <a:gd name="T28" fmla="*/ 221 w 210"/>
                <a:gd name="T29" fmla="*/ 253 h 442"/>
                <a:gd name="T30" fmla="*/ 297 w 210"/>
                <a:gd name="T31" fmla="*/ 83 h 442"/>
                <a:gd name="T32" fmla="*/ 103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45" name="Freeform 33">
              <a:extLst>
                <a:ext uri="{FF2B5EF4-FFF2-40B4-BE49-F238E27FC236}">
                  <a16:creationId xmlns:a16="http://schemas.microsoft.com/office/drawing/2014/main" id="{1770C227-9C58-424D-9689-956BE369C4A5}"/>
                </a:ext>
              </a:extLst>
            </p:cNvPr>
            <p:cNvSpPr>
              <a:spLocks/>
            </p:cNvSpPr>
            <p:nvPr/>
          </p:nvSpPr>
          <p:spPr bwMode="auto">
            <a:xfrm rot="5400000">
              <a:off x="2992250" y="4133596"/>
              <a:ext cx="359141" cy="695893"/>
            </a:xfrm>
            <a:custGeom>
              <a:avLst/>
              <a:gdLst>
                <a:gd name="T0" fmla="*/ 172 w 210"/>
                <a:gd name="T1" fmla="*/ 13 h 442"/>
                <a:gd name="T2" fmla="*/ 48 w 210"/>
                <a:gd name="T3" fmla="*/ 147 h 442"/>
                <a:gd name="T4" fmla="*/ 15 w 210"/>
                <a:gd name="T5" fmla="*/ 201 h 442"/>
                <a:gd name="T6" fmla="*/ 0 w 210"/>
                <a:gd name="T7" fmla="*/ 230 h 442"/>
                <a:gd name="T8" fmla="*/ 77 w 210"/>
                <a:gd name="T9" fmla="*/ 608 h 442"/>
                <a:gd name="T10" fmla="*/ 186 w 210"/>
                <a:gd name="T11" fmla="*/ 675 h 442"/>
                <a:gd name="T12" fmla="*/ 235 w 210"/>
                <a:gd name="T13" fmla="*/ 693 h 442"/>
                <a:gd name="T14" fmla="*/ 543 w 210"/>
                <a:gd name="T15" fmla="*/ 682 h 442"/>
                <a:gd name="T16" fmla="*/ 405 w 210"/>
                <a:gd name="T17" fmla="*/ 635 h 442"/>
                <a:gd name="T18" fmla="*/ 295 w 210"/>
                <a:gd name="T19" fmla="*/ 362 h 442"/>
                <a:gd name="T20" fmla="*/ 344 w 210"/>
                <a:gd name="T21" fmla="*/ 211 h 442"/>
                <a:gd name="T22" fmla="*/ 371 w 210"/>
                <a:gd name="T23" fmla="*/ 153 h 442"/>
                <a:gd name="T24" fmla="*/ 388 w 210"/>
                <a:gd name="T25" fmla="*/ 126 h 442"/>
                <a:gd name="T26" fmla="*/ 357 w 210"/>
                <a:gd name="T27" fmla="*/ 182 h 442"/>
                <a:gd name="T28" fmla="*/ 371 w 210"/>
                <a:gd name="T29" fmla="*/ 153 h 442"/>
                <a:gd name="T30" fmla="*/ 497 w 210"/>
                <a:gd name="T31" fmla="*/ 50 h 442"/>
                <a:gd name="T32" fmla="*/ 172 w 210"/>
                <a:gd name="T33" fmla="*/ 13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46" name="Freeform 34">
              <a:extLst>
                <a:ext uri="{FF2B5EF4-FFF2-40B4-BE49-F238E27FC236}">
                  <a16:creationId xmlns:a16="http://schemas.microsoft.com/office/drawing/2014/main" id="{8B718B51-30EA-437E-9FF1-98B5265C7371}"/>
                </a:ext>
              </a:extLst>
            </p:cNvPr>
            <p:cNvSpPr>
              <a:spLocks/>
            </p:cNvSpPr>
            <p:nvPr/>
          </p:nvSpPr>
          <p:spPr bwMode="auto">
            <a:xfrm flipH="1">
              <a:off x="3647730" y="3621866"/>
              <a:ext cx="330693" cy="755045"/>
            </a:xfrm>
            <a:custGeom>
              <a:avLst/>
              <a:gdLst>
                <a:gd name="T0" fmla="*/ 104 w 210"/>
                <a:gd name="T1" fmla="*/ 21 h 442"/>
                <a:gd name="T2" fmla="*/ 28 w 210"/>
                <a:gd name="T3" fmla="*/ 237 h 442"/>
                <a:gd name="T4" fmla="*/ 11 w 210"/>
                <a:gd name="T5" fmla="*/ 330 h 442"/>
                <a:gd name="T6" fmla="*/ 0 w 210"/>
                <a:gd name="T7" fmla="*/ 375 h 442"/>
                <a:gd name="T8" fmla="*/ 47 w 210"/>
                <a:gd name="T9" fmla="*/ 993 h 442"/>
                <a:gd name="T10" fmla="*/ 114 w 210"/>
                <a:gd name="T11" fmla="*/ 1102 h 442"/>
                <a:gd name="T12" fmla="*/ 141 w 210"/>
                <a:gd name="T13" fmla="*/ 1134 h 442"/>
                <a:gd name="T14" fmla="*/ 331 w 210"/>
                <a:gd name="T15" fmla="*/ 1116 h 442"/>
                <a:gd name="T16" fmla="*/ 246 w 210"/>
                <a:gd name="T17" fmla="*/ 1040 h 442"/>
                <a:gd name="T18" fmla="*/ 180 w 210"/>
                <a:gd name="T19" fmla="*/ 593 h 442"/>
                <a:gd name="T20" fmla="*/ 209 w 210"/>
                <a:gd name="T21" fmla="*/ 346 h 442"/>
                <a:gd name="T22" fmla="*/ 227 w 210"/>
                <a:gd name="T23" fmla="*/ 253 h 442"/>
                <a:gd name="T24" fmla="*/ 237 w 210"/>
                <a:gd name="T25" fmla="*/ 205 h 442"/>
                <a:gd name="T26" fmla="*/ 217 w 210"/>
                <a:gd name="T27" fmla="*/ 297 h 442"/>
                <a:gd name="T28" fmla="*/ 227 w 210"/>
                <a:gd name="T29" fmla="*/ 253 h 442"/>
                <a:gd name="T30" fmla="*/ 302 w 210"/>
                <a:gd name="T31" fmla="*/ 83 h 442"/>
                <a:gd name="T32" fmla="*/ 104 w 210"/>
                <a:gd name="T33" fmla="*/ 21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47" name="Freeform 35">
              <a:extLst>
                <a:ext uri="{FF2B5EF4-FFF2-40B4-BE49-F238E27FC236}">
                  <a16:creationId xmlns:a16="http://schemas.microsoft.com/office/drawing/2014/main" id="{EECE9E21-DF33-4A39-BD8D-83E4BB205C56}"/>
                </a:ext>
              </a:extLst>
            </p:cNvPr>
            <p:cNvSpPr>
              <a:spLocks/>
            </p:cNvSpPr>
            <p:nvPr/>
          </p:nvSpPr>
          <p:spPr bwMode="auto">
            <a:xfrm flipH="1">
              <a:off x="4176839" y="4441952"/>
              <a:ext cx="330693" cy="756459"/>
            </a:xfrm>
            <a:custGeom>
              <a:avLst/>
              <a:gdLst>
                <a:gd name="T0" fmla="*/ 104 w 210"/>
                <a:gd name="T1" fmla="*/ 22 h 442"/>
                <a:gd name="T2" fmla="*/ 28 w 210"/>
                <a:gd name="T3" fmla="*/ 237 h 442"/>
                <a:gd name="T4" fmla="*/ 11 w 210"/>
                <a:gd name="T5" fmla="*/ 334 h 442"/>
                <a:gd name="T6" fmla="*/ 0 w 210"/>
                <a:gd name="T7" fmla="*/ 379 h 442"/>
                <a:gd name="T8" fmla="*/ 47 w 210"/>
                <a:gd name="T9" fmla="*/ 1002 h 442"/>
                <a:gd name="T10" fmla="*/ 114 w 210"/>
                <a:gd name="T11" fmla="*/ 1112 h 442"/>
                <a:gd name="T12" fmla="*/ 141 w 210"/>
                <a:gd name="T13" fmla="*/ 1144 h 442"/>
                <a:gd name="T14" fmla="*/ 331 w 210"/>
                <a:gd name="T15" fmla="*/ 1127 h 442"/>
                <a:gd name="T16" fmla="*/ 246 w 210"/>
                <a:gd name="T17" fmla="*/ 1051 h 442"/>
                <a:gd name="T18" fmla="*/ 180 w 210"/>
                <a:gd name="T19" fmla="*/ 597 h 442"/>
                <a:gd name="T20" fmla="*/ 209 w 210"/>
                <a:gd name="T21" fmla="*/ 347 h 442"/>
                <a:gd name="T22" fmla="*/ 227 w 210"/>
                <a:gd name="T23" fmla="*/ 255 h 442"/>
                <a:gd name="T24" fmla="*/ 237 w 210"/>
                <a:gd name="T25" fmla="*/ 208 h 442"/>
                <a:gd name="T26" fmla="*/ 217 w 210"/>
                <a:gd name="T27" fmla="*/ 300 h 442"/>
                <a:gd name="T28" fmla="*/ 227 w 210"/>
                <a:gd name="T29" fmla="*/ 255 h 442"/>
                <a:gd name="T30" fmla="*/ 302 w 210"/>
                <a:gd name="T31" fmla="*/ 84 h 442"/>
                <a:gd name="T32" fmla="*/ 104 w 210"/>
                <a:gd name="T33" fmla="*/ 22 h 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0"/>
                <a:gd name="T52" fmla="*/ 0 h 442"/>
                <a:gd name="T53" fmla="*/ 210 w 210"/>
                <a:gd name="T54" fmla="*/ 442 h 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0" h="442">
                  <a:moveTo>
                    <a:pt x="66" y="8"/>
                  </a:moveTo>
                  <a:cubicBezTo>
                    <a:pt x="38" y="26"/>
                    <a:pt x="28" y="61"/>
                    <a:pt x="18" y="92"/>
                  </a:cubicBezTo>
                  <a:cubicBezTo>
                    <a:pt x="14" y="104"/>
                    <a:pt x="10" y="116"/>
                    <a:pt x="6" y="128"/>
                  </a:cubicBezTo>
                  <a:cubicBezTo>
                    <a:pt x="4" y="134"/>
                    <a:pt x="0" y="146"/>
                    <a:pt x="0" y="146"/>
                  </a:cubicBezTo>
                  <a:cubicBezTo>
                    <a:pt x="4" y="227"/>
                    <a:pt x="7" y="307"/>
                    <a:pt x="30" y="386"/>
                  </a:cubicBezTo>
                  <a:cubicBezTo>
                    <a:pt x="39" y="416"/>
                    <a:pt x="35" y="403"/>
                    <a:pt x="72" y="428"/>
                  </a:cubicBezTo>
                  <a:cubicBezTo>
                    <a:pt x="78" y="432"/>
                    <a:pt x="90" y="440"/>
                    <a:pt x="90" y="440"/>
                  </a:cubicBezTo>
                  <a:cubicBezTo>
                    <a:pt x="129" y="427"/>
                    <a:pt x="169" y="442"/>
                    <a:pt x="210" y="434"/>
                  </a:cubicBezTo>
                  <a:cubicBezTo>
                    <a:pt x="192" y="422"/>
                    <a:pt x="174" y="416"/>
                    <a:pt x="156" y="404"/>
                  </a:cubicBezTo>
                  <a:cubicBezTo>
                    <a:pt x="136" y="344"/>
                    <a:pt x="121" y="294"/>
                    <a:pt x="114" y="230"/>
                  </a:cubicBezTo>
                  <a:cubicBezTo>
                    <a:pt x="119" y="198"/>
                    <a:pt x="123" y="165"/>
                    <a:pt x="132" y="134"/>
                  </a:cubicBezTo>
                  <a:cubicBezTo>
                    <a:pt x="136" y="122"/>
                    <a:pt x="140" y="110"/>
                    <a:pt x="144" y="98"/>
                  </a:cubicBezTo>
                  <a:cubicBezTo>
                    <a:pt x="146" y="92"/>
                    <a:pt x="150" y="80"/>
                    <a:pt x="150" y="80"/>
                  </a:cubicBezTo>
                  <a:cubicBezTo>
                    <a:pt x="150" y="80"/>
                    <a:pt x="142" y="104"/>
                    <a:pt x="138" y="116"/>
                  </a:cubicBezTo>
                  <a:cubicBezTo>
                    <a:pt x="136" y="122"/>
                    <a:pt x="141" y="104"/>
                    <a:pt x="144" y="98"/>
                  </a:cubicBezTo>
                  <a:cubicBezTo>
                    <a:pt x="155" y="77"/>
                    <a:pt x="173" y="45"/>
                    <a:pt x="192" y="32"/>
                  </a:cubicBezTo>
                  <a:cubicBezTo>
                    <a:pt x="144" y="0"/>
                    <a:pt x="181" y="21"/>
                    <a:pt x="66" y="8"/>
                  </a:cubicBezTo>
                  <a:close/>
                </a:path>
              </a:pathLst>
            </a:custGeom>
            <a:solidFill>
              <a:srgbClr val="FF0000"/>
            </a:solidFill>
            <a:ln w="9525" cap="flat" cmpd="sng">
              <a:solidFill>
                <a:schemeClr val="tx1"/>
              </a:solidFill>
              <a:prstDash val="solid"/>
              <a:round/>
              <a:headEnd/>
              <a:tailEnd/>
            </a:ln>
          </p:spPr>
          <p:txBody>
            <a:bodyPr wrap="none" anchor="ctr"/>
            <a:lstStyle/>
            <a:p>
              <a:endParaRPr lang="en-IN" sz="2400"/>
            </a:p>
          </p:txBody>
        </p:sp>
        <p:sp>
          <p:nvSpPr>
            <p:cNvPr id="48" name="Text Box 36">
              <a:extLst>
                <a:ext uri="{FF2B5EF4-FFF2-40B4-BE49-F238E27FC236}">
                  <a16:creationId xmlns:a16="http://schemas.microsoft.com/office/drawing/2014/main" id="{B72C64E7-8CC6-4808-9966-0EDAD9C9FE32}"/>
                </a:ext>
              </a:extLst>
            </p:cNvPr>
            <p:cNvSpPr txBox="1">
              <a:spLocks noChangeArrowheads="1"/>
            </p:cNvSpPr>
            <p:nvPr/>
          </p:nvSpPr>
          <p:spPr bwMode="auto">
            <a:xfrm>
              <a:off x="1982764" y="4279349"/>
              <a:ext cx="3834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mn-lt"/>
                </a:rPr>
                <a:t>A</a:t>
              </a:r>
              <a:endParaRPr lang="en-US" altLang="en-US" sz="2400">
                <a:solidFill>
                  <a:schemeClr val="tx2"/>
                </a:solidFill>
                <a:latin typeface="+mn-lt"/>
              </a:endParaRPr>
            </a:p>
          </p:txBody>
        </p:sp>
        <p:sp>
          <p:nvSpPr>
            <p:cNvPr id="49" name="Text Box 37">
              <a:extLst>
                <a:ext uri="{FF2B5EF4-FFF2-40B4-BE49-F238E27FC236}">
                  <a16:creationId xmlns:a16="http://schemas.microsoft.com/office/drawing/2014/main" id="{451AEC1E-135B-4BD4-8AC8-E6D348E9B14B}"/>
                </a:ext>
              </a:extLst>
            </p:cNvPr>
            <p:cNvSpPr txBox="1">
              <a:spLocks noChangeArrowheads="1"/>
            </p:cNvSpPr>
            <p:nvPr/>
          </p:nvSpPr>
          <p:spPr bwMode="auto">
            <a:xfrm>
              <a:off x="1913750" y="5580175"/>
              <a:ext cx="369513" cy="400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000" i="1">
                  <a:solidFill>
                    <a:schemeClr val="tx2"/>
                  </a:solidFill>
                  <a:latin typeface="Bookman Old Style" panose="02050604050505020204" pitchFamily="18" charset="0"/>
                </a:rPr>
                <a:t>B</a:t>
              </a:r>
              <a:endParaRPr lang="en-US" altLang="en-US" sz="1400">
                <a:solidFill>
                  <a:schemeClr val="tx2"/>
                </a:solidFill>
                <a:latin typeface="Bookman Old Style" panose="02050604050505020204" pitchFamily="18" charset="0"/>
              </a:endParaRPr>
            </a:p>
          </p:txBody>
        </p:sp>
        <p:sp>
          <p:nvSpPr>
            <p:cNvPr id="54" name="Text Box 38">
              <a:extLst>
                <a:ext uri="{FF2B5EF4-FFF2-40B4-BE49-F238E27FC236}">
                  <a16:creationId xmlns:a16="http://schemas.microsoft.com/office/drawing/2014/main" id="{20F31725-F705-4F96-9C45-3D7C82AF8FB4}"/>
                </a:ext>
              </a:extLst>
            </p:cNvPr>
            <p:cNvSpPr txBox="1">
              <a:spLocks noChangeArrowheads="1"/>
            </p:cNvSpPr>
            <p:nvPr/>
          </p:nvSpPr>
          <p:spPr bwMode="auto">
            <a:xfrm>
              <a:off x="1923656" y="2896862"/>
              <a:ext cx="3754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dirty="0">
                  <a:solidFill>
                    <a:schemeClr val="tx2"/>
                  </a:solidFill>
                  <a:latin typeface="+mn-lt"/>
                </a:rPr>
                <a:t>C</a:t>
              </a:r>
              <a:endParaRPr lang="en-US" altLang="en-US" sz="2400" dirty="0">
                <a:solidFill>
                  <a:schemeClr val="tx2"/>
                </a:solidFill>
                <a:latin typeface="+mn-lt"/>
              </a:endParaRPr>
            </a:p>
          </p:txBody>
        </p:sp>
        <p:sp>
          <p:nvSpPr>
            <p:cNvPr id="55" name="Text Box 39">
              <a:extLst>
                <a:ext uri="{FF2B5EF4-FFF2-40B4-BE49-F238E27FC236}">
                  <a16:creationId xmlns:a16="http://schemas.microsoft.com/office/drawing/2014/main" id="{187EF4DC-14FC-4E4A-BF8F-D6AAE219CE78}"/>
                </a:ext>
              </a:extLst>
            </p:cNvPr>
            <p:cNvSpPr txBox="1">
              <a:spLocks noChangeArrowheads="1"/>
            </p:cNvSpPr>
            <p:nvPr/>
          </p:nvSpPr>
          <p:spPr bwMode="auto">
            <a:xfrm>
              <a:off x="4306240" y="3973938"/>
              <a:ext cx="3866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mn-lt"/>
                </a:rPr>
                <a:t>D</a:t>
              </a:r>
              <a:endParaRPr lang="en-US" altLang="en-US" sz="2400">
                <a:solidFill>
                  <a:schemeClr val="tx2"/>
                </a:solidFill>
                <a:latin typeface="+mn-lt"/>
              </a:endParaRPr>
            </a:p>
          </p:txBody>
        </p:sp>
      </p:grpSp>
      <p:grpSp>
        <p:nvGrpSpPr>
          <p:cNvPr id="56" name="Group 4">
            <a:extLst>
              <a:ext uri="{FF2B5EF4-FFF2-40B4-BE49-F238E27FC236}">
                <a16:creationId xmlns:a16="http://schemas.microsoft.com/office/drawing/2014/main" id="{C1B70929-0104-4544-9A68-489C707E412F}"/>
              </a:ext>
            </a:extLst>
          </p:cNvPr>
          <p:cNvGrpSpPr>
            <a:grpSpLocks/>
          </p:cNvGrpSpPr>
          <p:nvPr/>
        </p:nvGrpSpPr>
        <p:grpSpPr bwMode="auto">
          <a:xfrm>
            <a:off x="6146914" y="1219825"/>
            <a:ext cx="2258336" cy="1752801"/>
            <a:chOff x="3880" y="2088"/>
            <a:chExt cx="1569" cy="2190"/>
          </a:xfrm>
        </p:grpSpPr>
        <p:sp>
          <p:nvSpPr>
            <p:cNvPr id="57" name="Line 5">
              <a:extLst>
                <a:ext uri="{FF2B5EF4-FFF2-40B4-BE49-F238E27FC236}">
                  <a16:creationId xmlns:a16="http://schemas.microsoft.com/office/drawing/2014/main" id="{72BDF1F9-904A-4760-92A4-8B85BBD1B17B}"/>
                </a:ext>
              </a:extLst>
            </p:cNvPr>
            <p:cNvSpPr>
              <a:spLocks noChangeShapeType="1"/>
            </p:cNvSpPr>
            <p:nvPr/>
          </p:nvSpPr>
          <p:spPr bwMode="auto">
            <a:xfrm>
              <a:off x="4280" y="2200"/>
              <a:ext cx="824" cy="92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8" name="Line 6">
              <a:extLst>
                <a:ext uri="{FF2B5EF4-FFF2-40B4-BE49-F238E27FC236}">
                  <a16:creationId xmlns:a16="http://schemas.microsoft.com/office/drawing/2014/main" id="{5E3D6FAC-C9B4-4FA5-A1A1-4B7251821985}"/>
                </a:ext>
              </a:extLst>
            </p:cNvPr>
            <p:cNvSpPr>
              <a:spLocks noChangeShapeType="1"/>
            </p:cNvSpPr>
            <p:nvPr/>
          </p:nvSpPr>
          <p:spPr bwMode="auto">
            <a:xfrm flipV="1">
              <a:off x="4288" y="3112"/>
              <a:ext cx="832" cy="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9" name="Oval 7">
              <a:extLst>
                <a:ext uri="{FF2B5EF4-FFF2-40B4-BE49-F238E27FC236}">
                  <a16:creationId xmlns:a16="http://schemas.microsoft.com/office/drawing/2014/main" id="{4F3DC757-D7F5-4262-BE93-E681EE14EDC2}"/>
                </a:ext>
              </a:extLst>
            </p:cNvPr>
            <p:cNvSpPr>
              <a:spLocks noChangeArrowheads="1"/>
            </p:cNvSpPr>
            <p:nvPr/>
          </p:nvSpPr>
          <p:spPr bwMode="auto">
            <a:xfrm>
              <a:off x="4240" y="2160"/>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60" name="Oval 8">
              <a:extLst>
                <a:ext uri="{FF2B5EF4-FFF2-40B4-BE49-F238E27FC236}">
                  <a16:creationId xmlns:a16="http://schemas.microsoft.com/office/drawing/2014/main" id="{D40F7ABF-9F2C-46C4-9CB8-5C8AEC1A1990}"/>
                </a:ext>
              </a:extLst>
            </p:cNvPr>
            <p:cNvSpPr>
              <a:spLocks noChangeArrowheads="1"/>
            </p:cNvSpPr>
            <p:nvPr/>
          </p:nvSpPr>
          <p:spPr bwMode="auto">
            <a:xfrm>
              <a:off x="4240" y="3072"/>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61" name="Oval 9">
              <a:extLst>
                <a:ext uri="{FF2B5EF4-FFF2-40B4-BE49-F238E27FC236}">
                  <a16:creationId xmlns:a16="http://schemas.microsoft.com/office/drawing/2014/main" id="{F1B2F0A6-BFE0-4293-9581-32F955DF6B89}"/>
                </a:ext>
              </a:extLst>
            </p:cNvPr>
            <p:cNvSpPr>
              <a:spLocks noChangeArrowheads="1"/>
            </p:cNvSpPr>
            <p:nvPr/>
          </p:nvSpPr>
          <p:spPr bwMode="auto">
            <a:xfrm>
              <a:off x="5056" y="3072"/>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62" name="Oval 10">
              <a:extLst>
                <a:ext uri="{FF2B5EF4-FFF2-40B4-BE49-F238E27FC236}">
                  <a16:creationId xmlns:a16="http://schemas.microsoft.com/office/drawing/2014/main" id="{7AE0E795-E532-47B9-83E6-98A1AFE81F98}"/>
                </a:ext>
              </a:extLst>
            </p:cNvPr>
            <p:cNvSpPr>
              <a:spLocks noChangeArrowheads="1"/>
            </p:cNvSpPr>
            <p:nvPr/>
          </p:nvSpPr>
          <p:spPr bwMode="auto">
            <a:xfrm>
              <a:off x="4256" y="3968"/>
              <a:ext cx="96" cy="96"/>
            </a:xfrm>
            <a:prstGeom prst="ellipse">
              <a:avLst/>
            </a:prstGeom>
            <a:solidFill>
              <a:schemeClr val="tx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63" name="Line 11">
              <a:extLst>
                <a:ext uri="{FF2B5EF4-FFF2-40B4-BE49-F238E27FC236}">
                  <a16:creationId xmlns:a16="http://schemas.microsoft.com/office/drawing/2014/main" id="{AA19F4D9-2E56-4B6F-AD2D-5782E70DD25E}"/>
                </a:ext>
              </a:extLst>
            </p:cNvPr>
            <p:cNvSpPr>
              <a:spLocks noChangeShapeType="1"/>
            </p:cNvSpPr>
            <p:nvPr/>
          </p:nvSpPr>
          <p:spPr bwMode="auto">
            <a:xfrm flipH="1" flipV="1">
              <a:off x="4304" y="3112"/>
              <a:ext cx="0" cy="8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4" name="Line 12">
              <a:extLst>
                <a:ext uri="{FF2B5EF4-FFF2-40B4-BE49-F238E27FC236}">
                  <a16:creationId xmlns:a16="http://schemas.microsoft.com/office/drawing/2014/main" id="{CD8979C5-2C61-492E-99D5-660C8D884E35}"/>
                </a:ext>
              </a:extLst>
            </p:cNvPr>
            <p:cNvSpPr>
              <a:spLocks noChangeShapeType="1"/>
            </p:cNvSpPr>
            <p:nvPr/>
          </p:nvSpPr>
          <p:spPr bwMode="auto">
            <a:xfrm flipH="1" flipV="1">
              <a:off x="4296" y="2192"/>
              <a:ext cx="0" cy="8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5" name="Line 13">
              <a:extLst>
                <a:ext uri="{FF2B5EF4-FFF2-40B4-BE49-F238E27FC236}">
                  <a16:creationId xmlns:a16="http://schemas.microsoft.com/office/drawing/2014/main" id="{F468B1C4-5E2F-4EDC-9917-029822DBA057}"/>
                </a:ext>
              </a:extLst>
            </p:cNvPr>
            <p:cNvSpPr>
              <a:spLocks noChangeShapeType="1"/>
            </p:cNvSpPr>
            <p:nvPr/>
          </p:nvSpPr>
          <p:spPr bwMode="auto">
            <a:xfrm flipH="1">
              <a:off x="4320" y="3120"/>
              <a:ext cx="800" cy="8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a:p>
          </p:txBody>
        </p:sp>
        <p:grpSp>
          <p:nvGrpSpPr>
            <p:cNvPr id="66" name="Group 14">
              <a:extLst>
                <a:ext uri="{FF2B5EF4-FFF2-40B4-BE49-F238E27FC236}">
                  <a16:creationId xmlns:a16="http://schemas.microsoft.com/office/drawing/2014/main" id="{890CA018-9D57-4073-BA8E-F2F1482A614B}"/>
                </a:ext>
              </a:extLst>
            </p:cNvPr>
            <p:cNvGrpSpPr>
              <a:grpSpLocks/>
            </p:cNvGrpSpPr>
            <p:nvPr/>
          </p:nvGrpSpPr>
          <p:grpSpPr bwMode="auto">
            <a:xfrm>
              <a:off x="4072" y="2216"/>
              <a:ext cx="208" cy="920"/>
              <a:chOff x="3800" y="2224"/>
              <a:chExt cx="160" cy="1032"/>
            </a:xfrm>
          </p:grpSpPr>
          <p:sp>
            <p:nvSpPr>
              <p:cNvPr id="74" name="Arc 15">
                <a:extLst>
                  <a:ext uri="{FF2B5EF4-FFF2-40B4-BE49-F238E27FC236}">
                    <a16:creationId xmlns:a16="http://schemas.microsoft.com/office/drawing/2014/main" id="{447F3D9F-2A88-45E1-A956-9D1FE609C80C}"/>
                  </a:ext>
                </a:extLst>
              </p:cNvPr>
              <p:cNvSpPr>
                <a:spLocks/>
              </p:cNvSpPr>
              <p:nvPr/>
            </p:nvSpPr>
            <p:spPr bwMode="auto">
              <a:xfrm flipH="1">
                <a:off x="3800" y="2224"/>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75" name="Arc 16">
                <a:extLst>
                  <a:ext uri="{FF2B5EF4-FFF2-40B4-BE49-F238E27FC236}">
                    <a16:creationId xmlns:a16="http://schemas.microsoft.com/office/drawing/2014/main" id="{1BEC8000-896C-410C-A25B-2CA16830776D}"/>
                  </a:ext>
                </a:extLst>
              </p:cNvPr>
              <p:cNvSpPr>
                <a:spLocks/>
              </p:cNvSpPr>
              <p:nvPr/>
            </p:nvSpPr>
            <p:spPr bwMode="auto">
              <a:xfrm flipH="1" flipV="1">
                <a:off x="3800" y="2736"/>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grpSp>
          <p:nvGrpSpPr>
            <p:cNvPr id="67" name="Group 17">
              <a:extLst>
                <a:ext uri="{FF2B5EF4-FFF2-40B4-BE49-F238E27FC236}">
                  <a16:creationId xmlns:a16="http://schemas.microsoft.com/office/drawing/2014/main" id="{20B53E86-C47C-4ECB-A356-FCB519E3B822}"/>
                </a:ext>
              </a:extLst>
            </p:cNvPr>
            <p:cNvGrpSpPr>
              <a:grpSpLocks/>
            </p:cNvGrpSpPr>
            <p:nvPr/>
          </p:nvGrpSpPr>
          <p:grpSpPr bwMode="auto">
            <a:xfrm>
              <a:off x="4080" y="3144"/>
              <a:ext cx="168" cy="880"/>
              <a:chOff x="3800" y="2224"/>
              <a:chExt cx="160" cy="1032"/>
            </a:xfrm>
          </p:grpSpPr>
          <p:sp>
            <p:nvSpPr>
              <p:cNvPr id="72" name="Arc 18">
                <a:extLst>
                  <a:ext uri="{FF2B5EF4-FFF2-40B4-BE49-F238E27FC236}">
                    <a16:creationId xmlns:a16="http://schemas.microsoft.com/office/drawing/2014/main" id="{C836831B-BD74-42CF-8136-3B61E7F24617}"/>
                  </a:ext>
                </a:extLst>
              </p:cNvPr>
              <p:cNvSpPr>
                <a:spLocks/>
              </p:cNvSpPr>
              <p:nvPr/>
            </p:nvSpPr>
            <p:spPr bwMode="auto">
              <a:xfrm flipH="1">
                <a:off x="3800" y="2224"/>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73" name="Arc 19">
                <a:extLst>
                  <a:ext uri="{FF2B5EF4-FFF2-40B4-BE49-F238E27FC236}">
                    <a16:creationId xmlns:a16="http://schemas.microsoft.com/office/drawing/2014/main" id="{8211554F-47A1-4706-856F-B4AD9FCCA9E0}"/>
                  </a:ext>
                </a:extLst>
              </p:cNvPr>
              <p:cNvSpPr>
                <a:spLocks/>
              </p:cNvSpPr>
              <p:nvPr/>
            </p:nvSpPr>
            <p:spPr bwMode="auto">
              <a:xfrm flipH="1" flipV="1">
                <a:off x="3800" y="2736"/>
                <a:ext cx="160" cy="5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sp>
          <p:nvSpPr>
            <p:cNvPr id="68" name="Text Box 20">
              <a:extLst>
                <a:ext uri="{FF2B5EF4-FFF2-40B4-BE49-F238E27FC236}">
                  <a16:creationId xmlns:a16="http://schemas.microsoft.com/office/drawing/2014/main" id="{4A052B36-6F55-40BE-8839-5A1DCED3FA00}"/>
                </a:ext>
              </a:extLst>
            </p:cNvPr>
            <p:cNvSpPr txBox="1">
              <a:spLocks noChangeArrowheads="1"/>
            </p:cNvSpPr>
            <p:nvPr/>
          </p:nvSpPr>
          <p:spPr bwMode="auto">
            <a:xfrm>
              <a:off x="3880" y="3008"/>
              <a:ext cx="26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a</a:t>
              </a:r>
              <a:endParaRPr lang="en-US" altLang="en-US" sz="2400">
                <a:solidFill>
                  <a:schemeClr val="tx2"/>
                </a:solidFill>
                <a:latin typeface="Bookman Old Style" panose="02050604050505020204" pitchFamily="18" charset="0"/>
              </a:endParaRPr>
            </a:p>
          </p:txBody>
        </p:sp>
        <p:sp>
          <p:nvSpPr>
            <p:cNvPr id="69" name="Text Box 21">
              <a:extLst>
                <a:ext uri="{FF2B5EF4-FFF2-40B4-BE49-F238E27FC236}">
                  <a16:creationId xmlns:a16="http://schemas.microsoft.com/office/drawing/2014/main" id="{45122250-4A09-4E6A-AD3F-8D004A5FDF9E}"/>
                </a:ext>
              </a:extLst>
            </p:cNvPr>
            <p:cNvSpPr txBox="1">
              <a:spLocks noChangeArrowheads="1"/>
            </p:cNvSpPr>
            <p:nvPr/>
          </p:nvSpPr>
          <p:spPr bwMode="auto">
            <a:xfrm>
              <a:off x="4400" y="3910"/>
              <a:ext cx="25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b</a:t>
              </a:r>
              <a:endParaRPr lang="en-US" altLang="en-US" sz="2400">
                <a:solidFill>
                  <a:schemeClr val="tx2"/>
                </a:solidFill>
                <a:latin typeface="Bookman Old Style" panose="02050604050505020204" pitchFamily="18" charset="0"/>
              </a:endParaRPr>
            </a:p>
          </p:txBody>
        </p:sp>
        <p:sp>
          <p:nvSpPr>
            <p:cNvPr id="70" name="Text Box 22">
              <a:extLst>
                <a:ext uri="{FF2B5EF4-FFF2-40B4-BE49-F238E27FC236}">
                  <a16:creationId xmlns:a16="http://schemas.microsoft.com/office/drawing/2014/main" id="{85D3577E-04FE-495E-B4DF-5F2006484D07}"/>
                </a:ext>
              </a:extLst>
            </p:cNvPr>
            <p:cNvSpPr txBox="1">
              <a:spLocks noChangeArrowheads="1"/>
            </p:cNvSpPr>
            <p:nvPr/>
          </p:nvSpPr>
          <p:spPr bwMode="auto">
            <a:xfrm>
              <a:off x="4384" y="2088"/>
              <a:ext cx="23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c</a:t>
              </a:r>
              <a:endParaRPr lang="en-US" altLang="en-US" sz="2400">
                <a:solidFill>
                  <a:schemeClr val="tx2"/>
                </a:solidFill>
                <a:latin typeface="Bookman Old Style" panose="02050604050505020204" pitchFamily="18" charset="0"/>
              </a:endParaRPr>
            </a:p>
          </p:txBody>
        </p:sp>
        <p:sp>
          <p:nvSpPr>
            <p:cNvPr id="71" name="Text Box 23">
              <a:extLst>
                <a:ext uri="{FF2B5EF4-FFF2-40B4-BE49-F238E27FC236}">
                  <a16:creationId xmlns:a16="http://schemas.microsoft.com/office/drawing/2014/main" id="{27389B6E-77AA-496F-B669-BB18D44D5E1E}"/>
                </a:ext>
              </a:extLst>
            </p:cNvPr>
            <p:cNvSpPr txBox="1">
              <a:spLocks noChangeArrowheads="1"/>
            </p:cNvSpPr>
            <p:nvPr/>
          </p:nvSpPr>
          <p:spPr bwMode="auto">
            <a:xfrm>
              <a:off x="5184" y="2984"/>
              <a:ext cx="265"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i="1">
                  <a:solidFill>
                    <a:schemeClr val="tx2"/>
                  </a:solidFill>
                  <a:latin typeface="Bookman Old Style" panose="02050604050505020204" pitchFamily="18" charset="0"/>
                </a:rPr>
                <a:t>d</a:t>
              </a:r>
              <a:endParaRPr lang="en-US" altLang="en-US" sz="2400">
                <a:solidFill>
                  <a:schemeClr val="tx2"/>
                </a:solidFill>
                <a:latin typeface="Bookman Old Style" panose="02050604050505020204" pitchFamily="18" charset="0"/>
              </a:endParaRPr>
            </a:p>
          </p:txBody>
        </p:sp>
      </p:grpSp>
    </p:spTree>
    <p:extLst>
      <p:ext uri="{BB962C8B-B14F-4D97-AF65-F5344CB8AC3E}">
        <p14:creationId xmlns:p14="http://schemas.microsoft.com/office/powerpoint/2010/main" val="7610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box(out)">
                                      <p:cBhvr>
                                        <p:cTn id="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81241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yFont">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9803</TotalTime>
  <Words>726</Words>
  <Application>Microsoft Office PowerPoint</Application>
  <PresentationFormat>On-screen Show (4:3)</PresentationFormat>
  <Paragraphs>159</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Arial</vt:lpstr>
      <vt:lpstr>Bahnschrift</vt:lpstr>
      <vt:lpstr>Bahnschrift SemiBold</vt:lpstr>
      <vt:lpstr>Bookman Old Style</vt:lpstr>
      <vt:lpstr>Calibri</vt:lpstr>
      <vt:lpstr>Times New Roman</vt:lpstr>
      <vt:lpstr>Office Theme</vt:lpstr>
      <vt:lpstr>EMTH403</vt:lpstr>
      <vt:lpstr>Lecture Outcomes</vt:lpstr>
      <vt:lpstr>Euler Paths and Circuits</vt:lpstr>
      <vt:lpstr>Euler Paths and Circuits</vt:lpstr>
      <vt:lpstr>Euler Paths and Circuits</vt:lpstr>
      <vt:lpstr>Applications</vt:lpstr>
      <vt:lpstr>Applications</vt:lpstr>
      <vt:lpstr>Applications</vt:lpstr>
      <vt:lpstr>Euler Theorem </vt:lpstr>
      <vt:lpstr>Euler Paths and Circuits</vt:lpstr>
      <vt:lpstr>Euler Paths and Circuits</vt:lpstr>
      <vt:lpstr>Euler Paths and Circuits</vt:lpstr>
      <vt:lpstr>Euler Paths and Circuits - Table</vt:lpstr>
      <vt:lpstr>Euler Paths and Circuits</vt:lpstr>
      <vt:lpstr>Euler Paths and Circuits</vt:lpstr>
      <vt:lpstr>Euler Paths and Circuits</vt:lpstr>
      <vt:lpstr>Euler Paths and Circuits</vt:lpstr>
      <vt:lpstr>Euler Paths and Circuits</vt:lpstr>
      <vt:lpstr>Euler Paths and Circuits</vt:lpstr>
      <vt:lpstr>Euler Paths and Circuits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Nitin Mishra</dc:creator>
  <cp:lastModifiedBy>video recording 1</cp:lastModifiedBy>
  <cp:revision>1508</cp:revision>
  <dcterms:created xsi:type="dcterms:W3CDTF">2020-12-04T05:20:56Z</dcterms:created>
  <dcterms:modified xsi:type="dcterms:W3CDTF">2021-01-19T04:08:51Z</dcterms:modified>
</cp:coreProperties>
</file>