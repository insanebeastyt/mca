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7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46" r:id="rId12"/>
    <p:sldId id="338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355" r:id="rId22"/>
    <p:sldId id="356" r:id="rId23"/>
    <p:sldId id="358" r:id="rId24"/>
    <p:sldId id="359" r:id="rId25"/>
    <p:sldId id="342" r:id="rId26"/>
    <p:sldId id="343" r:id="rId27"/>
    <p:sldId id="344" r:id="rId28"/>
    <p:sldId id="345" r:id="rId29"/>
    <p:sldId id="370" r:id="rId30"/>
    <p:sldId id="371" r:id="rId31"/>
    <p:sldId id="372" r:id="rId32"/>
    <p:sldId id="373" r:id="rId33"/>
    <p:sldId id="374" r:id="rId34"/>
    <p:sldId id="375" r:id="rId35"/>
    <p:sldId id="259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451"/>
    <a:srgbClr val="BA202B"/>
    <a:srgbClr val="00A2B8"/>
    <a:srgbClr val="CA628C"/>
    <a:srgbClr val="71EEFF"/>
    <a:srgbClr val="00B6CC"/>
    <a:srgbClr val="89E2EB"/>
    <a:srgbClr val="79567A"/>
    <a:srgbClr val="D582A3"/>
    <a:srgbClr val="926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29-01-2021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62EEB-06FF-4FC2-BF0A-0A7BC9621807}" type="datetimeFigureOut">
              <a:rPr lang="en-IN" smtClean="0"/>
              <a:t>29-01-2021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FE252C-D6E4-4B63-B029-F29E54543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054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29-01-2021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29-01-2021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29-01-2021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29-01-2021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29-01-2021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29-01-2021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29-01-2021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29-01-2021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29-01-2021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29-01-2021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what </a:t>
            </a:r>
            <a:r>
              <a:rPr lang="en-US" altLang="en-US" dirty="0"/>
              <a:t>Spanning Trees</a:t>
            </a:r>
            <a:endParaRPr lang="en-US" dirty="0"/>
          </a:p>
          <a:p>
            <a:r>
              <a:rPr lang="en-US" dirty="0"/>
              <a:t>understand what is </a:t>
            </a:r>
            <a:r>
              <a:rPr lang="en-US" altLang="en-US" dirty="0"/>
              <a:t>Kruskal’s Algorithm.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Spanning Trees</a:t>
            </a:r>
          </a:p>
        </p:txBody>
      </p:sp>
      <p:sp>
        <p:nvSpPr>
          <p:cNvPr id="63" name="Text Box 3">
            <a:extLst>
              <a:ext uri="{FF2B5EF4-FFF2-40B4-BE49-F238E27FC236}">
                <a16:creationId xmlns:a16="http://schemas.microsoft.com/office/drawing/2014/main" id="{A51AEA94-CBC8-4BCC-A5A5-CDDDF149F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03" y="1234804"/>
            <a:ext cx="8382000" cy="2159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 algn="just">
              <a:lnSpc>
                <a:spcPct val="150000"/>
              </a:lnSpc>
              <a:spcBef>
                <a:spcPct val="50000"/>
              </a:spcBef>
            </a:pPr>
            <a:r>
              <a:rPr lang="en-US" altLang="el-GR" sz="2800" dirty="0">
                <a:latin typeface="+mn-lt"/>
              </a:rPr>
              <a:t>A spanning tree of a graph is just a subgraph that contains all the vertices and is a tree.</a:t>
            </a:r>
          </a:p>
          <a:p>
            <a:pPr marL="457200" indent="-457200" algn="just">
              <a:lnSpc>
                <a:spcPct val="150000"/>
              </a:lnSpc>
              <a:spcBef>
                <a:spcPct val="50000"/>
              </a:spcBef>
            </a:pPr>
            <a:r>
              <a:rPr lang="en-US" altLang="el-GR" sz="2800" dirty="0">
                <a:latin typeface="+mn-lt"/>
              </a:rPr>
              <a:t>A graph may have many spanning trees.</a:t>
            </a:r>
          </a:p>
        </p:txBody>
      </p:sp>
      <p:sp>
        <p:nvSpPr>
          <p:cNvPr id="64" name="Oval 4">
            <a:extLst>
              <a:ext uri="{FF2B5EF4-FFF2-40B4-BE49-F238E27FC236}">
                <a16:creationId xmlns:a16="http://schemas.microsoft.com/office/drawing/2014/main" id="{7AC17562-96F3-45B5-B1A3-B4FD8CF42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65" name="Oval 5">
            <a:extLst>
              <a:ext uri="{FF2B5EF4-FFF2-40B4-BE49-F238E27FC236}">
                <a16:creationId xmlns:a16="http://schemas.microsoft.com/office/drawing/2014/main" id="{DEED6B8E-BE86-413D-8709-149BCF402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66" name="Oval 6">
            <a:extLst>
              <a:ext uri="{FF2B5EF4-FFF2-40B4-BE49-F238E27FC236}">
                <a16:creationId xmlns:a16="http://schemas.microsoft.com/office/drawing/2014/main" id="{AB41A682-7852-48EA-A525-A2608EE2D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67" name="Oval 7">
            <a:extLst>
              <a:ext uri="{FF2B5EF4-FFF2-40B4-BE49-F238E27FC236}">
                <a16:creationId xmlns:a16="http://schemas.microsoft.com/office/drawing/2014/main" id="{C9E345CB-25A7-444A-A679-5A59AC047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cxnSp>
        <p:nvCxnSpPr>
          <p:cNvPr id="68" name="AutoShape 13">
            <a:extLst>
              <a:ext uri="{FF2B5EF4-FFF2-40B4-BE49-F238E27FC236}">
                <a16:creationId xmlns:a16="http://schemas.microsoft.com/office/drawing/2014/main" id="{AD375A15-1641-4E99-AC1A-DE85974781BB}"/>
              </a:ext>
            </a:extLst>
          </p:cNvPr>
          <p:cNvCxnSpPr>
            <a:cxnSpLocks noChangeShapeType="1"/>
            <a:stCxn id="64" idx="6"/>
            <a:endCxn id="65" idx="2"/>
          </p:cNvCxnSpPr>
          <p:nvPr/>
        </p:nvCxnSpPr>
        <p:spPr bwMode="auto">
          <a:xfrm>
            <a:off x="1117600" y="44958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AutoShape 14">
            <a:extLst>
              <a:ext uri="{FF2B5EF4-FFF2-40B4-BE49-F238E27FC236}">
                <a16:creationId xmlns:a16="http://schemas.microsoft.com/office/drawing/2014/main" id="{860ACAC4-5B5A-4219-BEBD-0F2318591ADE}"/>
              </a:ext>
            </a:extLst>
          </p:cNvPr>
          <p:cNvCxnSpPr>
            <a:cxnSpLocks noChangeShapeType="1"/>
            <a:stCxn id="64" idx="4"/>
            <a:endCxn id="66" idx="0"/>
          </p:cNvCxnSpPr>
          <p:nvPr/>
        </p:nvCxnSpPr>
        <p:spPr bwMode="auto">
          <a:xfrm>
            <a:off x="965200" y="4648200"/>
            <a:ext cx="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AutoShape 15">
            <a:extLst>
              <a:ext uri="{FF2B5EF4-FFF2-40B4-BE49-F238E27FC236}">
                <a16:creationId xmlns:a16="http://schemas.microsoft.com/office/drawing/2014/main" id="{40657AEC-8C11-4C66-ABF6-694DD925F07D}"/>
              </a:ext>
            </a:extLst>
          </p:cNvPr>
          <p:cNvCxnSpPr>
            <a:cxnSpLocks noChangeShapeType="1"/>
            <a:stCxn id="66" idx="6"/>
            <a:endCxn id="67" idx="2"/>
          </p:cNvCxnSpPr>
          <p:nvPr/>
        </p:nvCxnSpPr>
        <p:spPr bwMode="auto">
          <a:xfrm>
            <a:off x="1117600" y="52578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AutoShape 16">
            <a:extLst>
              <a:ext uri="{FF2B5EF4-FFF2-40B4-BE49-F238E27FC236}">
                <a16:creationId xmlns:a16="http://schemas.microsoft.com/office/drawing/2014/main" id="{0CBCE6FA-4710-4CDB-A542-B399473E9FE0}"/>
              </a:ext>
            </a:extLst>
          </p:cNvPr>
          <p:cNvCxnSpPr>
            <a:cxnSpLocks noChangeShapeType="1"/>
            <a:stCxn id="65" idx="4"/>
            <a:endCxn id="67" idx="0"/>
          </p:cNvCxnSpPr>
          <p:nvPr/>
        </p:nvCxnSpPr>
        <p:spPr bwMode="auto">
          <a:xfrm>
            <a:off x="1651000" y="4648200"/>
            <a:ext cx="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AutoShape 17">
            <a:extLst>
              <a:ext uri="{FF2B5EF4-FFF2-40B4-BE49-F238E27FC236}">
                <a16:creationId xmlns:a16="http://schemas.microsoft.com/office/drawing/2014/main" id="{542AEF73-C4F8-49D7-8BB7-3FF582E15F37}"/>
              </a:ext>
            </a:extLst>
          </p:cNvPr>
          <p:cNvCxnSpPr>
            <a:cxnSpLocks noChangeShapeType="1"/>
            <a:stCxn id="65" idx="3"/>
            <a:endCxn id="66" idx="7"/>
          </p:cNvCxnSpPr>
          <p:nvPr/>
        </p:nvCxnSpPr>
        <p:spPr bwMode="auto">
          <a:xfrm flipH="1">
            <a:off x="1073150" y="4603750"/>
            <a:ext cx="469900" cy="546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AutoShape 18">
            <a:extLst>
              <a:ext uri="{FF2B5EF4-FFF2-40B4-BE49-F238E27FC236}">
                <a16:creationId xmlns:a16="http://schemas.microsoft.com/office/drawing/2014/main" id="{FA4B41DE-3411-488C-B678-7E547B1C1F97}"/>
              </a:ext>
            </a:extLst>
          </p:cNvPr>
          <p:cNvCxnSpPr>
            <a:cxnSpLocks noChangeShapeType="1"/>
            <a:stCxn id="64" idx="5"/>
            <a:endCxn id="67" idx="1"/>
          </p:cNvCxnSpPr>
          <p:nvPr/>
        </p:nvCxnSpPr>
        <p:spPr bwMode="auto">
          <a:xfrm>
            <a:off x="1073150" y="4603750"/>
            <a:ext cx="469900" cy="546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" name="Oval 59">
            <a:extLst>
              <a:ext uri="{FF2B5EF4-FFF2-40B4-BE49-F238E27FC236}">
                <a16:creationId xmlns:a16="http://schemas.microsoft.com/office/drawing/2014/main" id="{95F10B91-BC9E-468A-A137-8DD2B2EAB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8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75" name="Oval 60">
            <a:extLst>
              <a:ext uri="{FF2B5EF4-FFF2-40B4-BE49-F238E27FC236}">
                <a16:creationId xmlns:a16="http://schemas.microsoft.com/office/drawing/2014/main" id="{FDAE3E32-9FC9-482F-9460-A04BCFF2B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6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76" name="Oval 61">
            <a:extLst>
              <a:ext uri="{FF2B5EF4-FFF2-40B4-BE49-F238E27FC236}">
                <a16:creationId xmlns:a16="http://schemas.microsoft.com/office/drawing/2014/main" id="{2968CD65-97B3-43D7-96A3-F860141B5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8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77" name="Oval 62">
            <a:extLst>
              <a:ext uri="{FF2B5EF4-FFF2-40B4-BE49-F238E27FC236}">
                <a16:creationId xmlns:a16="http://schemas.microsoft.com/office/drawing/2014/main" id="{95A20116-558F-477E-B3B3-E7336FF9C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6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cxnSp>
        <p:nvCxnSpPr>
          <p:cNvPr id="78" name="AutoShape 63">
            <a:extLst>
              <a:ext uri="{FF2B5EF4-FFF2-40B4-BE49-F238E27FC236}">
                <a16:creationId xmlns:a16="http://schemas.microsoft.com/office/drawing/2014/main" id="{C10ED1CB-91F3-44D6-ADD6-A53E917DC07C}"/>
              </a:ext>
            </a:extLst>
          </p:cNvPr>
          <p:cNvCxnSpPr>
            <a:cxnSpLocks noChangeShapeType="1"/>
            <a:stCxn id="74" idx="6"/>
            <a:endCxn id="75" idx="2"/>
          </p:cNvCxnSpPr>
          <p:nvPr/>
        </p:nvCxnSpPr>
        <p:spPr bwMode="auto">
          <a:xfrm>
            <a:off x="4546600" y="44958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AutoShape 64">
            <a:extLst>
              <a:ext uri="{FF2B5EF4-FFF2-40B4-BE49-F238E27FC236}">
                <a16:creationId xmlns:a16="http://schemas.microsoft.com/office/drawing/2014/main" id="{FB02B521-8489-4805-9D0D-2284109DD422}"/>
              </a:ext>
            </a:extLst>
          </p:cNvPr>
          <p:cNvCxnSpPr>
            <a:cxnSpLocks noChangeShapeType="1"/>
            <a:stCxn id="74" idx="4"/>
            <a:endCxn id="76" idx="0"/>
          </p:cNvCxnSpPr>
          <p:nvPr/>
        </p:nvCxnSpPr>
        <p:spPr bwMode="auto">
          <a:xfrm>
            <a:off x="4394200" y="4648200"/>
            <a:ext cx="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AutoShape 66">
            <a:extLst>
              <a:ext uri="{FF2B5EF4-FFF2-40B4-BE49-F238E27FC236}">
                <a16:creationId xmlns:a16="http://schemas.microsoft.com/office/drawing/2014/main" id="{080F120B-AB3F-4FA5-A29B-0E647EA065B7}"/>
              </a:ext>
            </a:extLst>
          </p:cNvPr>
          <p:cNvCxnSpPr>
            <a:cxnSpLocks noChangeShapeType="1"/>
            <a:stCxn id="75" idx="4"/>
            <a:endCxn id="77" idx="0"/>
          </p:cNvCxnSpPr>
          <p:nvPr/>
        </p:nvCxnSpPr>
        <p:spPr bwMode="auto">
          <a:xfrm>
            <a:off x="5080000" y="4648200"/>
            <a:ext cx="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" name="Oval 69">
            <a:extLst>
              <a:ext uri="{FF2B5EF4-FFF2-40B4-BE49-F238E27FC236}">
                <a16:creationId xmlns:a16="http://schemas.microsoft.com/office/drawing/2014/main" id="{7721D52C-4123-48B8-A8C2-B360E4C6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82" name="Oval 70">
            <a:extLst>
              <a:ext uri="{FF2B5EF4-FFF2-40B4-BE49-F238E27FC236}">
                <a16:creationId xmlns:a16="http://schemas.microsoft.com/office/drawing/2014/main" id="{F943EFB0-C168-42C1-98C6-8A6966F1C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02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83" name="Oval 71">
            <a:extLst>
              <a:ext uri="{FF2B5EF4-FFF2-40B4-BE49-F238E27FC236}">
                <a16:creationId xmlns:a16="http://schemas.microsoft.com/office/drawing/2014/main" id="{E7E18E8B-04D0-4670-A51E-78DD8F726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84" name="Oval 72">
            <a:extLst>
              <a:ext uri="{FF2B5EF4-FFF2-40B4-BE49-F238E27FC236}">
                <a16:creationId xmlns:a16="http://schemas.microsoft.com/office/drawing/2014/main" id="{9936E26E-35B6-49EF-AA5B-9EE60CD54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02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cxnSp>
        <p:nvCxnSpPr>
          <p:cNvPr id="85" name="AutoShape 74">
            <a:extLst>
              <a:ext uri="{FF2B5EF4-FFF2-40B4-BE49-F238E27FC236}">
                <a16:creationId xmlns:a16="http://schemas.microsoft.com/office/drawing/2014/main" id="{9A538431-C1C4-483C-9A5C-4A8C90ACAD8E}"/>
              </a:ext>
            </a:extLst>
          </p:cNvPr>
          <p:cNvCxnSpPr>
            <a:cxnSpLocks noChangeShapeType="1"/>
            <a:stCxn id="81" idx="4"/>
            <a:endCxn id="83" idx="0"/>
          </p:cNvCxnSpPr>
          <p:nvPr/>
        </p:nvCxnSpPr>
        <p:spPr bwMode="auto">
          <a:xfrm>
            <a:off x="6146800" y="4648200"/>
            <a:ext cx="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AutoShape 75">
            <a:extLst>
              <a:ext uri="{FF2B5EF4-FFF2-40B4-BE49-F238E27FC236}">
                <a16:creationId xmlns:a16="http://schemas.microsoft.com/office/drawing/2014/main" id="{5F83ABE0-40F0-42F4-B0C2-319A050CD635}"/>
              </a:ext>
            </a:extLst>
          </p:cNvPr>
          <p:cNvCxnSpPr>
            <a:cxnSpLocks noChangeShapeType="1"/>
            <a:stCxn id="83" idx="6"/>
            <a:endCxn id="84" idx="2"/>
          </p:cNvCxnSpPr>
          <p:nvPr/>
        </p:nvCxnSpPr>
        <p:spPr bwMode="auto">
          <a:xfrm>
            <a:off x="6299200" y="52578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AutoShape 76">
            <a:extLst>
              <a:ext uri="{FF2B5EF4-FFF2-40B4-BE49-F238E27FC236}">
                <a16:creationId xmlns:a16="http://schemas.microsoft.com/office/drawing/2014/main" id="{B564DFC3-7471-4960-9992-1FD28FAA438B}"/>
              </a:ext>
            </a:extLst>
          </p:cNvPr>
          <p:cNvCxnSpPr>
            <a:cxnSpLocks noChangeShapeType="1"/>
            <a:stCxn id="82" idx="4"/>
            <a:endCxn id="84" idx="0"/>
          </p:cNvCxnSpPr>
          <p:nvPr/>
        </p:nvCxnSpPr>
        <p:spPr bwMode="auto">
          <a:xfrm>
            <a:off x="6832600" y="4648200"/>
            <a:ext cx="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8" name="Oval 79">
            <a:extLst>
              <a:ext uri="{FF2B5EF4-FFF2-40B4-BE49-F238E27FC236}">
                <a16:creationId xmlns:a16="http://schemas.microsoft.com/office/drawing/2014/main" id="{BB71DC6E-3BA6-4180-86B3-27AADE6DA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2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89" name="Oval 80">
            <a:extLst>
              <a:ext uri="{FF2B5EF4-FFF2-40B4-BE49-F238E27FC236}">
                <a16:creationId xmlns:a16="http://schemas.microsoft.com/office/drawing/2014/main" id="{C51B9837-9336-4F34-B697-B37F77A2F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90" name="Oval 81">
            <a:extLst>
              <a:ext uri="{FF2B5EF4-FFF2-40B4-BE49-F238E27FC236}">
                <a16:creationId xmlns:a16="http://schemas.microsoft.com/office/drawing/2014/main" id="{E867F247-B1E7-4B94-A831-9372287A8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2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91" name="Oval 82">
            <a:extLst>
              <a:ext uri="{FF2B5EF4-FFF2-40B4-BE49-F238E27FC236}">
                <a16:creationId xmlns:a16="http://schemas.microsoft.com/office/drawing/2014/main" id="{E4873C9A-1981-4D79-92E4-518388F30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cxnSp>
        <p:nvCxnSpPr>
          <p:cNvPr id="92" name="AutoShape 86">
            <a:extLst>
              <a:ext uri="{FF2B5EF4-FFF2-40B4-BE49-F238E27FC236}">
                <a16:creationId xmlns:a16="http://schemas.microsoft.com/office/drawing/2014/main" id="{0CA41F16-FF4F-4FD8-BA01-32763CC11F69}"/>
              </a:ext>
            </a:extLst>
          </p:cNvPr>
          <p:cNvCxnSpPr>
            <a:cxnSpLocks noChangeShapeType="1"/>
            <a:stCxn id="89" idx="4"/>
            <a:endCxn id="91" idx="0"/>
          </p:cNvCxnSpPr>
          <p:nvPr/>
        </p:nvCxnSpPr>
        <p:spPr bwMode="auto">
          <a:xfrm>
            <a:off x="8661400" y="4648200"/>
            <a:ext cx="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3" name="AutoShape 87">
            <a:extLst>
              <a:ext uri="{FF2B5EF4-FFF2-40B4-BE49-F238E27FC236}">
                <a16:creationId xmlns:a16="http://schemas.microsoft.com/office/drawing/2014/main" id="{FDB91D38-2CFD-4303-8372-02821B40D102}"/>
              </a:ext>
            </a:extLst>
          </p:cNvPr>
          <p:cNvCxnSpPr>
            <a:cxnSpLocks noChangeShapeType="1"/>
            <a:stCxn id="89" idx="3"/>
            <a:endCxn id="90" idx="7"/>
          </p:cNvCxnSpPr>
          <p:nvPr/>
        </p:nvCxnSpPr>
        <p:spPr bwMode="auto">
          <a:xfrm flipH="1">
            <a:off x="8083550" y="4603750"/>
            <a:ext cx="469900" cy="546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4" name="AutoShape 88">
            <a:extLst>
              <a:ext uri="{FF2B5EF4-FFF2-40B4-BE49-F238E27FC236}">
                <a16:creationId xmlns:a16="http://schemas.microsoft.com/office/drawing/2014/main" id="{2A439614-9F85-4716-8A34-80CE35C3F6C2}"/>
              </a:ext>
            </a:extLst>
          </p:cNvPr>
          <p:cNvCxnSpPr>
            <a:cxnSpLocks noChangeShapeType="1"/>
            <a:stCxn id="88" idx="5"/>
            <a:endCxn id="91" idx="1"/>
          </p:cNvCxnSpPr>
          <p:nvPr/>
        </p:nvCxnSpPr>
        <p:spPr bwMode="auto">
          <a:xfrm>
            <a:off x="8083550" y="4603750"/>
            <a:ext cx="469900" cy="546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Oval 89">
            <a:extLst>
              <a:ext uri="{FF2B5EF4-FFF2-40B4-BE49-F238E27FC236}">
                <a16:creationId xmlns:a16="http://schemas.microsoft.com/office/drawing/2014/main" id="{7508663C-2137-4FDA-BB7E-EDB91CA84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96" name="Oval 90">
            <a:extLst>
              <a:ext uri="{FF2B5EF4-FFF2-40B4-BE49-F238E27FC236}">
                <a16:creationId xmlns:a16="http://schemas.microsoft.com/office/drawing/2014/main" id="{B075CF5F-ACAF-4922-AA7A-98D231DF7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4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97" name="Oval 91">
            <a:extLst>
              <a:ext uri="{FF2B5EF4-FFF2-40B4-BE49-F238E27FC236}">
                <a16:creationId xmlns:a16="http://schemas.microsoft.com/office/drawing/2014/main" id="{A4FF8CDD-A1DD-4D97-9186-74AB414E9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98" name="Oval 92">
            <a:extLst>
              <a:ext uri="{FF2B5EF4-FFF2-40B4-BE49-F238E27FC236}">
                <a16:creationId xmlns:a16="http://schemas.microsoft.com/office/drawing/2014/main" id="{1402B98E-2775-49CD-B382-36802F47D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400" y="5105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cxnSp>
        <p:nvCxnSpPr>
          <p:cNvPr id="99" name="AutoShape 93">
            <a:extLst>
              <a:ext uri="{FF2B5EF4-FFF2-40B4-BE49-F238E27FC236}">
                <a16:creationId xmlns:a16="http://schemas.microsoft.com/office/drawing/2014/main" id="{00E11AF6-D093-4F9E-8F32-D149CF18CB53}"/>
              </a:ext>
            </a:extLst>
          </p:cNvPr>
          <p:cNvCxnSpPr>
            <a:cxnSpLocks noChangeShapeType="1"/>
            <a:stCxn id="95" idx="6"/>
            <a:endCxn id="96" idx="2"/>
          </p:cNvCxnSpPr>
          <p:nvPr/>
        </p:nvCxnSpPr>
        <p:spPr bwMode="auto">
          <a:xfrm>
            <a:off x="2946400" y="44958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AutoShape 95">
            <a:extLst>
              <a:ext uri="{FF2B5EF4-FFF2-40B4-BE49-F238E27FC236}">
                <a16:creationId xmlns:a16="http://schemas.microsoft.com/office/drawing/2014/main" id="{E7C2E3AE-A46A-4A3D-8C45-A67C772267CA}"/>
              </a:ext>
            </a:extLst>
          </p:cNvPr>
          <p:cNvCxnSpPr>
            <a:cxnSpLocks noChangeShapeType="1"/>
            <a:stCxn id="97" idx="6"/>
            <a:endCxn id="98" idx="2"/>
          </p:cNvCxnSpPr>
          <p:nvPr/>
        </p:nvCxnSpPr>
        <p:spPr bwMode="auto">
          <a:xfrm>
            <a:off x="2946400" y="52578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AutoShape 98">
            <a:extLst>
              <a:ext uri="{FF2B5EF4-FFF2-40B4-BE49-F238E27FC236}">
                <a16:creationId xmlns:a16="http://schemas.microsoft.com/office/drawing/2014/main" id="{0C2EDF65-58FA-4919-A4AB-0FBF5A50F6B7}"/>
              </a:ext>
            </a:extLst>
          </p:cNvPr>
          <p:cNvCxnSpPr>
            <a:cxnSpLocks noChangeShapeType="1"/>
            <a:stCxn id="95" idx="5"/>
            <a:endCxn id="98" idx="1"/>
          </p:cNvCxnSpPr>
          <p:nvPr/>
        </p:nvCxnSpPr>
        <p:spPr bwMode="auto">
          <a:xfrm>
            <a:off x="2901950" y="4603750"/>
            <a:ext cx="469900" cy="546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" name="AutoShape 99">
            <a:extLst>
              <a:ext uri="{FF2B5EF4-FFF2-40B4-BE49-F238E27FC236}">
                <a16:creationId xmlns:a16="http://schemas.microsoft.com/office/drawing/2014/main" id="{E75DD506-CDED-446E-BA5E-FDCABD719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0" y="47244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103" name="Text Box 100">
            <a:extLst>
              <a:ext uri="{FF2B5EF4-FFF2-40B4-BE49-F238E27FC236}">
                <a16:creationId xmlns:a16="http://schemas.microsoft.com/office/drawing/2014/main" id="{4EE244D2-60B7-4B62-9025-3C691041F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4600" y="4724401"/>
            <a:ext cx="381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l-GR" sz="1800">
                <a:latin typeface="+mn-lt"/>
              </a:rPr>
              <a:t>or</a:t>
            </a:r>
            <a:endParaRPr lang="en-US" altLang="el-GR" sz="2400">
              <a:latin typeface="+mn-lt"/>
            </a:endParaRPr>
          </a:p>
        </p:txBody>
      </p:sp>
      <p:sp>
        <p:nvSpPr>
          <p:cNvPr id="104" name="Text Box 101">
            <a:extLst>
              <a:ext uri="{FF2B5EF4-FFF2-40B4-BE49-F238E27FC236}">
                <a16:creationId xmlns:a16="http://schemas.microsoft.com/office/drawing/2014/main" id="{CCAF2449-4B57-427C-ACFC-D948CDC6C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800" y="4724401"/>
            <a:ext cx="381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l-GR" sz="1800">
                <a:latin typeface="+mn-lt"/>
              </a:rPr>
              <a:t>or</a:t>
            </a:r>
            <a:endParaRPr lang="en-US" altLang="el-GR" sz="2400">
              <a:latin typeface="+mn-lt"/>
            </a:endParaRPr>
          </a:p>
        </p:txBody>
      </p:sp>
      <p:sp>
        <p:nvSpPr>
          <p:cNvPr id="105" name="Text Box 103">
            <a:extLst>
              <a:ext uri="{FF2B5EF4-FFF2-40B4-BE49-F238E27FC236}">
                <a16:creationId xmlns:a16="http://schemas.microsoft.com/office/drawing/2014/main" id="{609879CF-E685-4EE5-A49B-EE426B86C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3600" y="4724401"/>
            <a:ext cx="381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l-GR" sz="1800">
                <a:latin typeface="+mn-lt"/>
              </a:rPr>
              <a:t>or</a:t>
            </a:r>
            <a:endParaRPr lang="en-US" altLang="el-GR" sz="2400">
              <a:latin typeface="+mn-lt"/>
            </a:endParaRPr>
          </a:p>
        </p:txBody>
      </p:sp>
      <p:sp>
        <p:nvSpPr>
          <p:cNvPr id="106" name="Text Box 104">
            <a:extLst>
              <a:ext uri="{FF2B5EF4-FFF2-40B4-BE49-F238E27FC236}">
                <a16:creationId xmlns:a16="http://schemas.microsoft.com/office/drawing/2014/main" id="{18664C15-B6F9-40AB-B5F7-DC43313EA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9800" y="3810001"/>
            <a:ext cx="472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l-GR" sz="2000">
                <a:latin typeface="+mn-lt"/>
              </a:rPr>
              <a:t>Some Spanning Trees from Graph A</a:t>
            </a:r>
            <a:endParaRPr lang="en-US" altLang="el-GR" sz="2400">
              <a:latin typeface="+mn-lt"/>
            </a:endParaRPr>
          </a:p>
        </p:txBody>
      </p:sp>
      <p:sp>
        <p:nvSpPr>
          <p:cNvPr id="107" name="Text Box 105">
            <a:extLst>
              <a:ext uri="{FF2B5EF4-FFF2-40B4-BE49-F238E27FC236}">
                <a16:creationId xmlns:a16="http://schemas.microsoft.com/office/drawing/2014/main" id="{D5C0B6CA-0116-47D4-AF25-F7E50C0A8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3810001"/>
            <a:ext cx="1066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l-GR" sz="2000">
                <a:latin typeface="+mn-lt"/>
              </a:rPr>
              <a:t>Graph A</a:t>
            </a:r>
            <a:endParaRPr lang="en-US" altLang="el-GR" sz="24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2578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Spanning Trees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E27C801-F2D2-4B08-8C4F-FC79DBADEF97}"/>
              </a:ext>
            </a:extLst>
          </p:cNvPr>
          <p:cNvGrpSpPr/>
          <p:nvPr/>
        </p:nvGrpSpPr>
        <p:grpSpPr>
          <a:xfrm>
            <a:off x="713784" y="1119296"/>
            <a:ext cx="8348936" cy="5357704"/>
            <a:chOff x="441622" y="-93264"/>
            <a:chExt cx="10536295" cy="6570264"/>
          </a:xfrm>
        </p:grpSpPr>
        <p:sp>
          <p:nvSpPr>
            <p:cNvPr id="129" name="Text Box 2">
              <a:extLst>
                <a:ext uri="{FF2B5EF4-FFF2-40B4-BE49-F238E27FC236}">
                  <a16:creationId xmlns:a16="http://schemas.microsoft.com/office/drawing/2014/main" id="{61B8B789-AD2A-42F3-B2B7-13B3ACC7E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3926" y="498475"/>
              <a:ext cx="72548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30" name="Oval 4">
              <a:extLst>
                <a:ext uri="{FF2B5EF4-FFF2-40B4-BE49-F238E27FC236}">
                  <a16:creationId xmlns:a16="http://schemas.microsoft.com/office/drawing/2014/main" id="{F55423E8-D6FF-4FD0-816C-4E045849D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68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31" name="Oval 5">
              <a:extLst>
                <a:ext uri="{FF2B5EF4-FFF2-40B4-BE49-F238E27FC236}">
                  <a16:creationId xmlns:a16="http://schemas.microsoft.com/office/drawing/2014/main" id="{56320865-D75F-40AA-A822-D3F7678D5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68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32" name="Oval 6">
              <a:extLst>
                <a:ext uri="{FF2B5EF4-FFF2-40B4-BE49-F238E27FC236}">
                  <a16:creationId xmlns:a16="http://schemas.microsoft.com/office/drawing/2014/main" id="{60905B86-CE0E-484B-A9C9-EA2826A52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1447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33" name="Oval 7">
              <a:extLst>
                <a:ext uri="{FF2B5EF4-FFF2-40B4-BE49-F238E27FC236}">
                  <a16:creationId xmlns:a16="http://schemas.microsoft.com/office/drawing/2014/main" id="{C58F572D-EDF1-48C9-9532-2AED912D9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1447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34" name="AutoShape 8">
              <a:extLst>
                <a:ext uri="{FF2B5EF4-FFF2-40B4-BE49-F238E27FC236}">
                  <a16:creationId xmlns:a16="http://schemas.microsoft.com/office/drawing/2014/main" id="{ECD88235-95E5-493A-B8B6-1B3F7B5DF392}"/>
                </a:ext>
              </a:extLst>
            </p:cNvPr>
            <p:cNvCxnSpPr>
              <a:cxnSpLocks noChangeShapeType="1"/>
              <a:stCxn id="130" idx="6"/>
              <a:endCxn id="131" idx="2"/>
            </p:cNvCxnSpPr>
            <p:nvPr/>
          </p:nvCxnSpPr>
          <p:spPr bwMode="auto">
            <a:xfrm>
              <a:off x="2438400" y="838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5" name="AutoShape 9">
              <a:extLst>
                <a:ext uri="{FF2B5EF4-FFF2-40B4-BE49-F238E27FC236}">
                  <a16:creationId xmlns:a16="http://schemas.microsoft.com/office/drawing/2014/main" id="{182C8315-CEC2-4D26-8D72-392A73C07F9D}"/>
                </a:ext>
              </a:extLst>
            </p:cNvPr>
            <p:cNvCxnSpPr>
              <a:cxnSpLocks noChangeShapeType="1"/>
              <a:stCxn id="130" idx="4"/>
              <a:endCxn id="132" idx="0"/>
            </p:cNvCxnSpPr>
            <p:nvPr/>
          </p:nvCxnSpPr>
          <p:spPr bwMode="auto">
            <a:xfrm>
              <a:off x="2286000" y="990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6" name="AutoShape 10">
              <a:extLst>
                <a:ext uri="{FF2B5EF4-FFF2-40B4-BE49-F238E27FC236}">
                  <a16:creationId xmlns:a16="http://schemas.microsoft.com/office/drawing/2014/main" id="{9E9AB78D-3B22-4D6F-A1CD-78AD9A0A93C9}"/>
                </a:ext>
              </a:extLst>
            </p:cNvPr>
            <p:cNvCxnSpPr>
              <a:cxnSpLocks noChangeShapeType="1"/>
              <a:stCxn id="132" idx="6"/>
              <a:endCxn id="133" idx="2"/>
            </p:cNvCxnSpPr>
            <p:nvPr/>
          </p:nvCxnSpPr>
          <p:spPr bwMode="auto">
            <a:xfrm>
              <a:off x="2438400" y="1600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7" name="AutoShape 11">
              <a:extLst>
                <a:ext uri="{FF2B5EF4-FFF2-40B4-BE49-F238E27FC236}">
                  <a16:creationId xmlns:a16="http://schemas.microsoft.com/office/drawing/2014/main" id="{FDD64C2D-A20A-4681-821F-DBDB94AF4EE3}"/>
                </a:ext>
              </a:extLst>
            </p:cNvPr>
            <p:cNvCxnSpPr>
              <a:cxnSpLocks noChangeShapeType="1"/>
              <a:stCxn id="131" idx="4"/>
              <a:endCxn id="133" idx="0"/>
            </p:cNvCxnSpPr>
            <p:nvPr/>
          </p:nvCxnSpPr>
          <p:spPr bwMode="auto">
            <a:xfrm>
              <a:off x="2971800" y="990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" name="AutoShape 12">
              <a:extLst>
                <a:ext uri="{FF2B5EF4-FFF2-40B4-BE49-F238E27FC236}">
                  <a16:creationId xmlns:a16="http://schemas.microsoft.com/office/drawing/2014/main" id="{E0A42AD7-685E-4C83-B9A3-7961D594350C}"/>
                </a:ext>
              </a:extLst>
            </p:cNvPr>
            <p:cNvCxnSpPr>
              <a:cxnSpLocks noChangeShapeType="1"/>
              <a:stCxn id="131" idx="3"/>
              <a:endCxn id="132" idx="7"/>
            </p:cNvCxnSpPr>
            <p:nvPr/>
          </p:nvCxnSpPr>
          <p:spPr bwMode="auto">
            <a:xfrm flipH="1">
              <a:off x="2393950" y="946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9" name="AutoShape 13">
              <a:extLst>
                <a:ext uri="{FF2B5EF4-FFF2-40B4-BE49-F238E27FC236}">
                  <a16:creationId xmlns:a16="http://schemas.microsoft.com/office/drawing/2014/main" id="{86AB34E0-3698-4B07-B491-B1B06733BDFB}"/>
                </a:ext>
              </a:extLst>
            </p:cNvPr>
            <p:cNvCxnSpPr>
              <a:cxnSpLocks noChangeShapeType="1"/>
              <a:stCxn id="130" idx="5"/>
              <a:endCxn id="133" idx="1"/>
            </p:cNvCxnSpPr>
            <p:nvPr/>
          </p:nvCxnSpPr>
          <p:spPr bwMode="auto">
            <a:xfrm>
              <a:off x="2393950" y="946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0" name="Oval 14">
              <a:extLst>
                <a:ext uri="{FF2B5EF4-FFF2-40B4-BE49-F238E27FC236}">
                  <a16:creationId xmlns:a16="http://schemas.microsoft.com/office/drawing/2014/main" id="{DA31CCA6-F9FD-49BE-A69C-928397622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685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41" name="Oval 15">
              <a:extLst>
                <a:ext uri="{FF2B5EF4-FFF2-40B4-BE49-F238E27FC236}">
                  <a16:creationId xmlns:a16="http://schemas.microsoft.com/office/drawing/2014/main" id="{D86E4111-EC67-489B-A25A-294400785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685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42" name="Oval 16">
              <a:extLst>
                <a:ext uri="{FF2B5EF4-FFF2-40B4-BE49-F238E27FC236}">
                  <a16:creationId xmlns:a16="http://schemas.microsoft.com/office/drawing/2014/main" id="{4B392423-5A79-4F3A-9225-A268C6025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1447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43" name="Oval 17">
              <a:extLst>
                <a:ext uri="{FF2B5EF4-FFF2-40B4-BE49-F238E27FC236}">
                  <a16:creationId xmlns:a16="http://schemas.microsoft.com/office/drawing/2014/main" id="{23B02337-4863-4D03-A63A-531A61368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1447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44" name="AutoShape 18">
              <a:extLst>
                <a:ext uri="{FF2B5EF4-FFF2-40B4-BE49-F238E27FC236}">
                  <a16:creationId xmlns:a16="http://schemas.microsoft.com/office/drawing/2014/main" id="{A79FE20F-EE85-4031-9525-B1C8FE46175A}"/>
                </a:ext>
              </a:extLst>
            </p:cNvPr>
            <p:cNvCxnSpPr>
              <a:cxnSpLocks noChangeShapeType="1"/>
              <a:stCxn id="140" idx="6"/>
              <a:endCxn id="141" idx="2"/>
            </p:cNvCxnSpPr>
            <p:nvPr/>
          </p:nvCxnSpPr>
          <p:spPr bwMode="auto">
            <a:xfrm>
              <a:off x="4419600" y="838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5" name="AutoShape 19">
              <a:extLst>
                <a:ext uri="{FF2B5EF4-FFF2-40B4-BE49-F238E27FC236}">
                  <a16:creationId xmlns:a16="http://schemas.microsoft.com/office/drawing/2014/main" id="{6422721B-00C1-4214-BB90-9D7EF6DEB4E3}"/>
                </a:ext>
              </a:extLst>
            </p:cNvPr>
            <p:cNvCxnSpPr>
              <a:cxnSpLocks noChangeShapeType="1"/>
              <a:stCxn id="140" idx="4"/>
              <a:endCxn id="142" idx="0"/>
            </p:cNvCxnSpPr>
            <p:nvPr/>
          </p:nvCxnSpPr>
          <p:spPr bwMode="auto">
            <a:xfrm>
              <a:off x="4267200" y="990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6" name="AutoShape 20">
              <a:extLst>
                <a:ext uri="{FF2B5EF4-FFF2-40B4-BE49-F238E27FC236}">
                  <a16:creationId xmlns:a16="http://schemas.microsoft.com/office/drawing/2014/main" id="{33BDF885-26C5-44EB-B963-0D53B147A570}"/>
                </a:ext>
              </a:extLst>
            </p:cNvPr>
            <p:cNvCxnSpPr>
              <a:cxnSpLocks noChangeShapeType="1"/>
              <a:stCxn id="141" idx="4"/>
              <a:endCxn id="143" idx="0"/>
            </p:cNvCxnSpPr>
            <p:nvPr/>
          </p:nvCxnSpPr>
          <p:spPr bwMode="auto">
            <a:xfrm>
              <a:off x="4953000" y="990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7" name="Oval 21">
              <a:extLst>
                <a:ext uri="{FF2B5EF4-FFF2-40B4-BE49-F238E27FC236}">
                  <a16:creationId xmlns:a16="http://schemas.microsoft.com/office/drawing/2014/main" id="{5E2B29AC-695E-4FDF-9CFA-EC23DE872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685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48" name="Oval 22">
              <a:extLst>
                <a:ext uri="{FF2B5EF4-FFF2-40B4-BE49-F238E27FC236}">
                  <a16:creationId xmlns:a16="http://schemas.microsoft.com/office/drawing/2014/main" id="{DCBCE1D3-2CD2-4D8D-AEA1-39E7376CC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685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49" name="Oval 23">
              <a:extLst>
                <a:ext uri="{FF2B5EF4-FFF2-40B4-BE49-F238E27FC236}">
                  <a16:creationId xmlns:a16="http://schemas.microsoft.com/office/drawing/2014/main" id="{026274B7-0604-4855-9D7E-77897247D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1447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50" name="Oval 24">
              <a:extLst>
                <a:ext uri="{FF2B5EF4-FFF2-40B4-BE49-F238E27FC236}">
                  <a16:creationId xmlns:a16="http://schemas.microsoft.com/office/drawing/2014/main" id="{541AF7FC-5FE4-4AF7-9E8E-39E22901C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14478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51" name="AutoShape 25">
              <a:extLst>
                <a:ext uri="{FF2B5EF4-FFF2-40B4-BE49-F238E27FC236}">
                  <a16:creationId xmlns:a16="http://schemas.microsoft.com/office/drawing/2014/main" id="{0E3181DA-9524-4D5C-8D47-C0F1787358E0}"/>
                </a:ext>
              </a:extLst>
            </p:cNvPr>
            <p:cNvCxnSpPr>
              <a:cxnSpLocks noChangeShapeType="1"/>
              <a:stCxn id="147" idx="4"/>
              <a:endCxn id="149" idx="0"/>
            </p:cNvCxnSpPr>
            <p:nvPr/>
          </p:nvCxnSpPr>
          <p:spPr bwMode="auto">
            <a:xfrm>
              <a:off x="7848600" y="990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2" name="AutoShape 26">
              <a:extLst>
                <a:ext uri="{FF2B5EF4-FFF2-40B4-BE49-F238E27FC236}">
                  <a16:creationId xmlns:a16="http://schemas.microsoft.com/office/drawing/2014/main" id="{891265AF-AE7A-45E3-B3A6-959FA1767E7D}"/>
                </a:ext>
              </a:extLst>
            </p:cNvPr>
            <p:cNvCxnSpPr>
              <a:cxnSpLocks noChangeShapeType="1"/>
              <a:stCxn id="149" idx="6"/>
              <a:endCxn id="150" idx="2"/>
            </p:cNvCxnSpPr>
            <p:nvPr/>
          </p:nvCxnSpPr>
          <p:spPr bwMode="auto">
            <a:xfrm>
              <a:off x="8001000" y="1600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" name="AutoShape 27">
              <a:extLst>
                <a:ext uri="{FF2B5EF4-FFF2-40B4-BE49-F238E27FC236}">
                  <a16:creationId xmlns:a16="http://schemas.microsoft.com/office/drawing/2014/main" id="{0177F8D3-AC21-4FFE-8395-E20752B2102E}"/>
                </a:ext>
              </a:extLst>
            </p:cNvPr>
            <p:cNvCxnSpPr>
              <a:cxnSpLocks noChangeShapeType="1"/>
              <a:stCxn id="148" idx="4"/>
              <a:endCxn id="150" idx="0"/>
            </p:cNvCxnSpPr>
            <p:nvPr/>
          </p:nvCxnSpPr>
          <p:spPr bwMode="auto">
            <a:xfrm>
              <a:off x="8534400" y="990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4" name="Text Box 42">
              <a:extLst>
                <a:ext uri="{FF2B5EF4-FFF2-40B4-BE49-F238E27FC236}">
                  <a16:creationId xmlns:a16="http://schemas.microsoft.com/office/drawing/2014/main" id="{F4A3C5B5-E110-4D9B-BB27-0D1FF6A74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6972" y="-93264"/>
              <a:ext cx="5480945" cy="5661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l-GR" sz="2400" dirty="0">
                  <a:latin typeface="+mn-lt"/>
                </a:rPr>
                <a:t>All 16 of its Spanning Trees</a:t>
              </a:r>
            </a:p>
          </p:txBody>
        </p:sp>
        <p:sp>
          <p:nvSpPr>
            <p:cNvPr id="155" name="Text Box 43">
              <a:extLst>
                <a:ext uri="{FF2B5EF4-FFF2-40B4-BE49-F238E27FC236}">
                  <a16:creationId xmlns:a16="http://schemas.microsoft.com/office/drawing/2014/main" id="{329F646D-E565-4514-BEE4-FC195A576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22" y="-82158"/>
              <a:ext cx="3520776" cy="5661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l-GR" sz="2400" dirty="0">
                  <a:latin typeface="+mn-lt"/>
                </a:rPr>
                <a:t>Complete Graph</a:t>
              </a:r>
            </a:p>
          </p:txBody>
        </p:sp>
        <p:sp>
          <p:nvSpPr>
            <p:cNvPr id="156" name="Oval 44">
              <a:extLst>
                <a:ext uri="{FF2B5EF4-FFF2-40B4-BE49-F238E27FC236}">
                  <a16:creationId xmlns:a16="http://schemas.microsoft.com/office/drawing/2014/main" id="{2C6E7947-39E7-4677-A42F-0B0561C59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68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57" name="Oval 45">
              <a:extLst>
                <a:ext uri="{FF2B5EF4-FFF2-40B4-BE49-F238E27FC236}">
                  <a16:creationId xmlns:a16="http://schemas.microsoft.com/office/drawing/2014/main" id="{903CDADB-4773-4F86-A9FA-CD40C2607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68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58" name="Oval 46">
              <a:extLst>
                <a:ext uri="{FF2B5EF4-FFF2-40B4-BE49-F238E27FC236}">
                  <a16:creationId xmlns:a16="http://schemas.microsoft.com/office/drawing/2014/main" id="{129C7A68-31FE-4F76-86D8-6D1D03D3E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1447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59" name="Oval 47">
              <a:extLst>
                <a:ext uri="{FF2B5EF4-FFF2-40B4-BE49-F238E27FC236}">
                  <a16:creationId xmlns:a16="http://schemas.microsoft.com/office/drawing/2014/main" id="{FCF79BC3-86E0-49B9-BF31-04C2EF051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1447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60" name="AutoShape 48">
              <a:extLst>
                <a:ext uri="{FF2B5EF4-FFF2-40B4-BE49-F238E27FC236}">
                  <a16:creationId xmlns:a16="http://schemas.microsoft.com/office/drawing/2014/main" id="{9DC04DE8-2256-4758-A253-A96A7D0E7880}"/>
                </a:ext>
              </a:extLst>
            </p:cNvPr>
            <p:cNvCxnSpPr>
              <a:cxnSpLocks noChangeShapeType="1"/>
              <a:stCxn id="156" idx="6"/>
              <a:endCxn id="157" idx="2"/>
            </p:cNvCxnSpPr>
            <p:nvPr/>
          </p:nvCxnSpPr>
          <p:spPr bwMode="auto">
            <a:xfrm>
              <a:off x="6248400" y="838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1" name="AutoShape 49">
              <a:extLst>
                <a:ext uri="{FF2B5EF4-FFF2-40B4-BE49-F238E27FC236}">
                  <a16:creationId xmlns:a16="http://schemas.microsoft.com/office/drawing/2014/main" id="{396595FE-01B2-4530-9A45-AE93300D1C7D}"/>
                </a:ext>
              </a:extLst>
            </p:cNvPr>
            <p:cNvCxnSpPr>
              <a:cxnSpLocks noChangeShapeType="1"/>
              <a:stCxn id="156" idx="4"/>
              <a:endCxn id="158" idx="0"/>
            </p:cNvCxnSpPr>
            <p:nvPr/>
          </p:nvCxnSpPr>
          <p:spPr bwMode="auto">
            <a:xfrm>
              <a:off x="6096000" y="990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2" name="AutoShape 50">
              <a:extLst>
                <a:ext uri="{FF2B5EF4-FFF2-40B4-BE49-F238E27FC236}">
                  <a16:creationId xmlns:a16="http://schemas.microsoft.com/office/drawing/2014/main" id="{D474763E-B116-4F82-A386-04AAD3116B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48400" y="1600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3" name="Oval 51">
              <a:extLst>
                <a:ext uri="{FF2B5EF4-FFF2-40B4-BE49-F238E27FC236}">
                  <a16:creationId xmlns:a16="http://schemas.microsoft.com/office/drawing/2014/main" id="{9C323789-3FCE-4720-B650-113C55DE7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8800" y="68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64" name="Oval 52">
              <a:extLst>
                <a:ext uri="{FF2B5EF4-FFF2-40B4-BE49-F238E27FC236}">
                  <a16:creationId xmlns:a16="http://schemas.microsoft.com/office/drawing/2014/main" id="{CE51FA78-4C30-4D7A-A8B7-49628F274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68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65" name="Oval 53">
              <a:extLst>
                <a:ext uri="{FF2B5EF4-FFF2-40B4-BE49-F238E27FC236}">
                  <a16:creationId xmlns:a16="http://schemas.microsoft.com/office/drawing/2014/main" id="{8DD14729-0BDE-484C-8FD5-B4883E611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8800" y="1447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66" name="Oval 54">
              <a:extLst>
                <a:ext uri="{FF2B5EF4-FFF2-40B4-BE49-F238E27FC236}">
                  <a16:creationId xmlns:a16="http://schemas.microsoft.com/office/drawing/2014/main" id="{E3282CDA-C518-4AE1-835A-1948ABD5E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1447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67" name="AutoShape 55">
              <a:extLst>
                <a:ext uri="{FF2B5EF4-FFF2-40B4-BE49-F238E27FC236}">
                  <a16:creationId xmlns:a16="http://schemas.microsoft.com/office/drawing/2014/main" id="{39A71063-9F25-4353-AFB1-F6E3E91E8184}"/>
                </a:ext>
              </a:extLst>
            </p:cNvPr>
            <p:cNvCxnSpPr>
              <a:cxnSpLocks noChangeShapeType="1"/>
              <a:stCxn id="163" idx="6"/>
              <a:endCxn id="164" idx="2"/>
            </p:cNvCxnSpPr>
            <p:nvPr/>
          </p:nvCxnSpPr>
          <p:spPr bwMode="auto">
            <a:xfrm>
              <a:off x="9753600" y="838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8" name="AutoShape 56">
              <a:extLst>
                <a:ext uri="{FF2B5EF4-FFF2-40B4-BE49-F238E27FC236}">
                  <a16:creationId xmlns:a16="http://schemas.microsoft.com/office/drawing/2014/main" id="{D28768A7-7B94-4FFB-B073-1CF8978471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287000" y="990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9" name="AutoShape 57">
              <a:extLst>
                <a:ext uri="{FF2B5EF4-FFF2-40B4-BE49-F238E27FC236}">
                  <a16:creationId xmlns:a16="http://schemas.microsoft.com/office/drawing/2014/main" id="{7DCE9277-DD04-4AB8-AEEF-29D82DAB42D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753600" y="1600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0" name="Oval 58">
              <a:extLst>
                <a:ext uri="{FF2B5EF4-FFF2-40B4-BE49-F238E27FC236}">
                  <a16:creationId xmlns:a16="http://schemas.microsoft.com/office/drawing/2014/main" id="{19B13949-3805-496C-AF34-543AAC0FF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22098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71" name="Oval 59">
              <a:extLst>
                <a:ext uri="{FF2B5EF4-FFF2-40B4-BE49-F238E27FC236}">
                  <a16:creationId xmlns:a16="http://schemas.microsoft.com/office/drawing/2014/main" id="{2240C08C-AF1E-457C-9D02-E709280AF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22098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72" name="Oval 60">
              <a:extLst>
                <a:ext uri="{FF2B5EF4-FFF2-40B4-BE49-F238E27FC236}">
                  <a16:creationId xmlns:a16="http://schemas.microsoft.com/office/drawing/2014/main" id="{1E083C1C-DC95-420B-AE81-23D8B77B3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29718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73" name="Oval 61">
              <a:extLst>
                <a:ext uri="{FF2B5EF4-FFF2-40B4-BE49-F238E27FC236}">
                  <a16:creationId xmlns:a16="http://schemas.microsoft.com/office/drawing/2014/main" id="{BB2619FB-2DEA-4ADB-84E0-C7A705118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29718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74" name="AutoShape 62">
              <a:extLst>
                <a:ext uri="{FF2B5EF4-FFF2-40B4-BE49-F238E27FC236}">
                  <a16:creationId xmlns:a16="http://schemas.microsoft.com/office/drawing/2014/main" id="{82FAD32F-8D0A-4631-AF3B-7443C5F9496E}"/>
                </a:ext>
              </a:extLst>
            </p:cNvPr>
            <p:cNvCxnSpPr>
              <a:cxnSpLocks noChangeShapeType="1"/>
              <a:stCxn id="170" idx="6"/>
              <a:endCxn id="171" idx="2"/>
            </p:cNvCxnSpPr>
            <p:nvPr/>
          </p:nvCxnSpPr>
          <p:spPr bwMode="auto">
            <a:xfrm>
              <a:off x="4419600" y="2362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AutoShape 66">
              <a:extLst>
                <a:ext uri="{FF2B5EF4-FFF2-40B4-BE49-F238E27FC236}">
                  <a16:creationId xmlns:a16="http://schemas.microsoft.com/office/drawing/2014/main" id="{FFA2E3FE-39EA-4E3A-8AD4-3F42509FADCE}"/>
                </a:ext>
              </a:extLst>
            </p:cNvPr>
            <p:cNvCxnSpPr>
              <a:cxnSpLocks noChangeShapeType="1"/>
              <a:stCxn id="171" idx="3"/>
              <a:endCxn id="172" idx="7"/>
            </p:cNvCxnSpPr>
            <p:nvPr/>
          </p:nvCxnSpPr>
          <p:spPr bwMode="auto">
            <a:xfrm flipH="1">
              <a:off x="4375150" y="2470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6" name="AutoShape 67">
              <a:extLst>
                <a:ext uri="{FF2B5EF4-FFF2-40B4-BE49-F238E27FC236}">
                  <a16:creationId xmlns:a16="http://schemas.microsoft.com/office/drawing/2014/main" id="{8CCC612A-705F-4D3B-B244-65C110BEF4BB}"/>
                </a:ext>
              </a:extLst>
            </p:cNvPr>
            <p:cNvCxnSpPr>
              <a:cxnSpLocks noChangeShapeType="1"/>
              <a:stCxn id="170" idx="5"/>
              <a:endCxn id="173" idx="1"/>
            </p:cNvCxnSpPr>
            <p:nvPr/>
          </p:nvCxnSpPr>
          <p:spPr bwMode="auto">
            <a:xfrm>
              <a:off x="4375150" y="2470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7" name="Oval 68">
              <a:extLst>
                <a:ext uri="{FF2B5EF4-FFF2-40B4-BE49-F238E27FC236}">
                  <a16:creationId xmlns:a16="http://schemas.microsoft.com/office/drawing/2014/main" id="{E58AB95C-C6B1-4F69-B7C2-2A81534E5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810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78" name="Oval 69">
              <a:extLst>
                <a:ext uri="{FF2B5EF4-FFF2-40B4-BE49-F238E27FC236}">
                  <a16:creationId xmlns:a16="http://schemas.microsoft.com/office/drawing/2014/main" id="{A5B82A88-072C-416E-9A8E-5242E07F6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3810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79" name="Oval 70">
              <a:extLst>
                <a:ext uri="{FF2B5EF4-FFF2-40B4-BE49-F238E27FC236}">
                  <a16:creationId xmlns:a16="http://schemas.microsoft.com/office/drawing/2014/main" id="{C4131D11-4797-42CE-A1EA-1BE1B0106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4572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80" name="Oval 71">
              <a:extLst>
                <a:ext uri="{FF2B5EF4-FFF2-40B4-BE49-F238E27FC236}">
                  <a16:creationId xmlns:a16="http://schemas.microsoft.com/office/drawing/2014/main" id="{A5350868-104E-4CE3-929A-9E6DB2C76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572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81" name="AutoShape 73">
              <a:extLst>
                <a:ext uri="{FF2B5EF4-FFF2-40B4-BE49-F238E27FC236}">
                  <a16:creationId xmlns:a16="http://schemas.microsoft.com/office/drawing/2014/main" id="{E1BBC78E-FCF2-4835-8622-2BF3C02F5A7E}"/>
                </a:ext>
              </a:extLst>
            </p:cNvPr>
            <p:cNvCxnSpPr>
              <a:cxnSpLocks noChangeShapeType="1"/>
              <a:stCxn id="177" idx="4"/>
              <a:endCxn id="179" idx="0"/>
            </p:cNvCxnSpPr>
            <p:nvPr/>
          </p:nvCxnSpPr>
          <p:spPr bwMode="auto">
            <a:xfrm>
              <a:off x="4267200" y="41148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2" name="AutoShape 75">
              <a:extLst>
                <a:ext uri="{FF2B5EF4-FFF2-40B4-BE49-F238E27FC236}">
                  <a16:creationId xmlns:a16="http://schemas.microsoft.com/office/drawing/2014/main" id="{94D98186-0C02-4EBF-922E-3FACCA0C7AA9}"/>
                </a:ext>
              </a:extLst>
            </p:cNvPr>
            <p:cNvCxnSpPr>
              <a:cxnSpLocks noChangeShapeType="1"/>
              <a:stCxn id="178" idx="4"/>
              <a:endCxn id="180" idx="0"/>
            </p:cNvCxnSpPr>
            <p:nvPr/>
          </p:nvCxnSpPr>
          <p:spPr bwMode="auto">
            <a:xfrm>
              <a:off x="4953000" y="41148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3" name="AutoShape 77">
              <a:extLst>
                <a:ext uri="{FF2B5EF4-FFF2-40B4-BE49-F238E27FC236}">
                  <a16:creationId xmlns:a16="http://schemas.microsoft.com/office/drawing/2014/main" id="{7A635800-05A1-43A2-9C6E-66C0D39C0755}"/>
                </a:ext>
              </a:extLst>
            </p:cNvPr>
            <p:cNvCxnSpPr>
              <a:cxnSpLocks noChangeShapeType="1"/>
              <a:stCxn id="177" idx="5"/>
              <a:endCxn id="180" idx="1"/>
            </p:cNvCxnSpPr>
            <p:nvPr/>
          </p:nvCxnSpPr>
          <p:spPr bwMode="auto">
            <a:xfrm>
              <a:off x="4375150" y="40703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4" name="Oval 100">
              <a:extLst>
                <a:ext uri="{FF2B5EF4-FFF2-40B4-BE49-F238E27FC236}">
                  <a16:creationId xmlns:a16="http://schemas.microsoft.com/office/drawing/2014/main" id="{0DB5D614-240E-43E0-82BE-31395F1EB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8800" y="22098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85" name="Oval 101">
              <a:extLst>
                <a:ext uri="{FF2B5EF4-FFF2-40B4-BE49-F238E27FC236}">
                  <a16:creationId xmlns:a16="http://schemas.microsoft.com/office/drawing/2014/main" id="{43DFF574-C6F9-4AF3-AFB2-7E3709822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22098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86" name="Oval 102">
              <a:extLst>
                <a:ext uri="{FF2B5EF4-FFF2-40B4-BE49-F238E27FC236}">
                  <a16:creationId xmlns:a16="http://schemas.microsoft.com/office/drawing/2014/main" id="{62454374-BB32-4386-9D8B-B32EF4755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8800" y="29718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87" name="Oval 103">
              <a:extLst>
                <a:ext uri="{FF2B5EF4-FFF2-40B4-BE49-F238E27FC236}">
                  <a16:creationId xmlns:a16="http://schemas.microsoft.com/office/drawing/2014/main" id="{4A45338C-141B-43BB-BFAA-41E34C4DD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29718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88" name="AutoShape 107">
              <a:extLst>
                <a:ext uri="{FF2B5EF4-FFF2-40B4-BE49-F238E27FC236}">
                  <a16:creationId xmlns:a16="http://schemas.microsoft.com/office/drawing/2014/main" id="{560B659A-58F9-4D7D-A5FB-3273DC4FFC58}"/>
                </a:ext>
              </a:extLst>
            </p:cNvPr>
            <p:cNvCxnSpPr>
              <a:cxnSpLocks noChangeShapeType="1"/>
              <a:stCxn id="185" idx="4"/>
              <a:endCxn id="187" idx="0"/>
            </p:cNvCxnSpPr>
            <p:nvPr/>
          </p:nvCxnSpPr>
          <p:spPr bwMode="auto">
            <a:xfrm>
              <a:off x="10287000" y="2514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9" name="AutoShape 108">
              <a:extLst>
                <a:ext uri="{FF2B5EF4-FFF2-40B4-BE49-F238E27FC236}">
                  <a16:creationId xmlns:a16="http://schemas.microsoft.com/office/drawing/2014/main" id="{5F051D69-2B07-4B9E-8516-994DC6875E07}"/>
                </a:ext>
              </a:extLst>
            </p:cNvPr>
            <p:cNvCxnSpPr>
              <a:cxnSpLocks noChangeShapeType="1"/>
              <a:stCxn id="185" idx="3"/>
              <a:endCxn id="186" idx="7"/>
            </p:cNvCxnSpPr>
            <p:nvPr/>
          </p:nvCxnSpPr>
          <p:spPr bwMode="auto">
            <a:xfrm flipH="1">
              <a:off x="9709150" y="2470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0" name="AutoShape 109">
              <a:extLst>
                <a:ext uri="{FF2B5EF4-FFF2-40B4-BE49-F238E27FC236}">
                  <a16:creationId xmlns:a16="http://schemas.microsoft.com/office/drawing/2014/main" id="{5AF4960A-04A1-4EE1-B3FE-27A9E56E5266}"/>
                </a:ext>
              </a:extLst>
            </p:cNvPr>
            <p:cNvCxnSpPr>
              <a:cxnSpLocks noChangeShapeType="1"/>
              <a:stCxn id="184" idx="5"/>
              <a:endCxn id="187" idx="1"/>
            </p:cNvCxnSpPr>
            <p:nvPr/>
          </p:nvCxnSpPr>
          <p:spPr bwMode="auto">
            <a:xfrm>
              <a:off x="9709150" y="2470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1" name="Oval 110">
              <a:extLst>
                <a:ext uri="{FF2B5EF4-FFF2-40B4-BE49-F238E27FC236}">
                  <a16:creationId xmlns:a16="http://schemas.microsoft.com/office/drawing/2014/main" id="{894C0534-0EE6-4703-9F88-06676764E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22098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92" name="Oval 111">
              <a:extLst>
                <a:ext uri="{FF2B5EF4-FFF2-40B4-BE49-F238E27FC236}">
                  <a16:creationId xmlns:a16="http://schemas.microsoft.com/office/drawing/2014/main" id="{937CFE9E-ACBA-497A-AD0E-0C667578B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22098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93" name="Oval 112">
              <a:extLst>
                <a:ext uri="{FF2B5EF4-FFF2-40B4-BE49-F238E27FC236}">
                  <a16:creationId xmlns:a16="http://schemas.microsoft.com/office/drawing/2014/main" id="{DF2CD8B2-E5E7-4405-9A48-8D40DDE6F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29718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94" name="Oval 113">
              <a:extLst>
                <a:ext uri="{FF2B5EF4-FFF2-40B4-BE49-F238E27FC236}">
                  <a16:creationId xmlns:a16="http://schemas.microsoft.com/office/drawing/2014/main" id="{4C44BCD8-DED8-4F6F-B334-71C37531B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29718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195" name="AutoShape 116">
              <a:extLst>
                <a:ext uri="{FF2B5EF4-FFF2-40B4-BE49-F238E27FC236}">
                  <a16:creationId xmlns:a16="http://schemas.microsoft.com/office/drawing/2014/main" id="{6F0EE5AE-CF13-4A6B-88E4-2F4DF4DCA4C6}"/>
                </a:ext>
              </a:extLst>
            </p:cNvPr>
            <p:cNvCxnSpPr>
              <a:cxnSpLocks noChangeShapeType="1"/>
              <a:stCxn id="193" idx="6"/>
              <a:endCxn id="194" idx="2"/>
            </p:cNvCxnSpPr>
            <p:nvPr/>
          </p:nvCxnSpPr>
          <p:spPr bwMode="auto">
            <a:xfrm>
              <a:off x="8001000" y="31242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6" name="AutoShape 118">
              <a:extLst>
                <a:ext uri="{FF2B5EF4-FFF2-40B4-BE49-F238E27FC236}">
                  <a16:creationId xmlns:a16="http://schemas.microsoft.com/office/drawing/2014/main" id="{7EED5DE8-478A-427B-8DDE-61C948642250}"/>
                </a:ext>
              </a:extLst>
            </p:cNvPr>
            <p:cNvCxnSpPr>
              <a:cxnSpLocks noChangeShapeType="1"/>
              <a:stCxn id="192" idx="3"/>
              <a:endCxn id="193" idx="7"/>
            </p:cNvCxnSpPr>
            <p:nvPr/>
          </p:nvCxnSpPr>
          <p:spPr bwMode="auto">
            <a:xfrm flipH="1">
              <a:off x="7956550" y="2470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7" name="AutoShape 119">
              <a:extLst>
                <a:ext uri="{FF2B5EF4-FFF2-40B4-BE49-F238E27FC236}">
                  <a16:creationId xmlns:a16="http://schemas.microsoft.com/office/drawing/2014/main" id="{D0C5D887-A009-4395-A255-99A34A312154}"/>
                </a:ext>
              </a:extLst>
            </p:cNvPr>
            <p:cNvCxnSpPr>
              <a:cxnSpLocks noChangeShapeType="1"/>
              <a:stCxn id="191" idx="5"/>
              <a:endCxn id="194" idx="1"/>
            </p:cNvCxnSpPr>
            <p:nvPr/>
          </p:nvCxnSpPr>
          <p:spPr bwMode="auto">
            <a:xfrm>
              <a:off x="7956550" y="2470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8" name="Oval 120">
              <a:extLst>
                <a:ext uri="{FF2B5EF4-FFF2-40B4-BE49-F238E27FC236}">
                  <a16:creationId xmlns:a16="http://schemas.microsoft.com/office/drawing/2014/main" id="{7A1F68E8-05AA-4678-B2C9-7BF10F9F2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22098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199" name="Oval 121">
              <a:extLst>
                <a:ext uri="{FF2B5EF4-FFF2-40B4-BE49-F238E27FC236}">
                  <a16:creationId xmlns:a16="http://schemas.microsoft.com/office/drawing/2014/main" id="{5A1DCA9B-A6FD-4B2F-B274-CC761981E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22098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00" name="Oval 122">
              <a:extLst>
                <a:ext uri="{FF2B5EF4-FFF2-40B4-BE49-F238E27FC236}">
                  <a16:creationId xmlns:a16="http://schemas.microsoft.com/office/drawing/2014/main" id="{81806809-EA1D-4948-A0EC-C88E46A86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29718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01" name="Oval 123">
              <a:extLst>
                <a:ext uri="{FF2B5EF4-FFF2-40B4-BE49-F238E27FC236}">
                  <a16:creationId xmlns:a16="http://schemas.microsoft.com/office/drawing/2014/main" id="{E20653CA-8096-4AA9-AB4C-CDDE239D3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29718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202" name="AutoShape 125">
              <a:extLst>
                <a:ext uri="{FF2B5EF4-FFF2-40B4-BE49-F238E27FC236}">
                  <a16:creationId xmlns:a16="http://schemas.microsoft.com/office/drawing/2014/main" id="{B5872889-B865-4234-A41C-381D1C2AD474}"/>
                </a:ext>
              </a:extLst>
            </p:cNvPr>
            <p:cNvCxnSpPr>
              <a:cxnSpLocks noChangeShapeType="1"/>
              <a:stCxn id="198" idx="4"/>
              <a:endCxn id="200" idx="0"/>
            </p:cNvCxnSpPr>
            <p:nvPr/>
          </p:nvCxnSpPr>
          <p:spPr bwMode="auto">
            <a:xfrm>
              <a:off x="6096000" y="25146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3" name="AutoShape 128">
              <a:extLst>
                <a:ext uri="{FF2B5EF4-FFF2-40B4-BE49-F238E27FC236}">
                  <a16:creationId xmlns:a16="http://schemas.microsoft.com/office/drawing/2014/main" id="{726AF75C-3C9E-4B14-9E8E-DD437DB1A628}"/>
                </a:ext>
              </a:extLst>
            </p:cNvPr>
            <p:cNvCxnSpPr>
              <a:cxnSpLocks noChangeShapeType="1"/>
              <a:stCxn id="199" idx="3"/>
              <a:endCxn id="200" idx="7"/>
            </p:cNvCxnSpPr>
            <p:nvPr/>
          </p:nvCxnSpPr>
          <p:spPr bwMode="auto">
            <a:xfrm flipH="1">
              <a:off x="6203950" y="2470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4" name="AutoShape 129">
              <a:extLst>
                <a:ext uri="{FF2B5EF4-FFF2-40B4-BE49-F238E27FC236}">
                  <a16:creationId xmlns:a16="http://schemas.microsoft.com/office/drawing/2014/main" id="{AB4FBF9B-A257-4928-9838-00EE17FBA914}"/>
                </a:ext>
              </a:extLst>
            </p:cNvPr>
            <p:cNvCxnSpPr>
              <a:cxnSpLocks noChangeShapeType="1"/>
              <a:stCxn id="198" idx="5"/>
              <a:endCxn id="201" idx="1"/>
            </p:cNvCxnSpPr>
            <p:nvPr/>
          </p:nvCxnSpPr>
          <p:spPr bwMode="auto">
            <a:xfrm>
              <a:off x="6203950" y="24701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5" name="Oval 130">
              <a:extLst>
                <a:ext uri="{FF2B5EF4-FFF2-40B4-BE49-F238E27FC236}">
                  <a16:creationId xmlns:a16="http://schemas.microsoft.com/office/drawing/2014/main" id="{6FCC10C7-3B55-4A62-9BC9-4175B1DA6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8800" y="3810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06" name="Oval 131">
              <a:extLst>
                <a:ext uri="{FF2B5EF4-FFF2-40B4-BE49-F238E27FC236}">
                  <a16:creationId xmlns:a16="http://schemas.microsoft.com/office/drawing/2014/main" id="{997E714D-E0AE-48A1-B880-194DAE959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3810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07" name="Oval 132">
              <a:extLst>
                <a:ext uri="{FF2B5EF4-FFF2-40B4-BE49-F238E27FC236}">
                  <a16:creationId xmlns:a16="http://schemas.microsoft.com/office/drawing/2014/main" id="{E699AA99-52B5-42F2-B11F-EBE871D8A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8800" y="4572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08" name="Oval 133">
              <a:extLst>
                <a:ext uri="{FF2B5EF4-FFF2-40B4-BE49-F238E27FC236}">
                  <a16:creationId xmlns:a16="http://schemas.microsoft.com/office/drawing/2014/main" id="{B7B6B605-DDE9-41F5-A430-F4C667333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4572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209" name="AutoShape 134">
              <a:extLst>
                <a:ext uri="{FF2B5EF4-FFF2-40B4-BE49-F238E27FC236}">
                  <a16:creationId xmlns:a16="http://schemas.microsoft.com/office/drawing/2014/main" id="{B9600250-2C11-4E8B-8A32-9818DA4F6A16}"/>
                </a:ext>
              </a:extLst>
            </p:cNvPr>
            <p:cNvCxnSpPr>
              <a:cxnSpLocks noChangeShapeType="1"/>
              <a:stCxn id="205" idx="6"/>
              <a:endCxn id="206" idx="2"/>
            </p:cNvCxnSpPr>
            <p:nvPr/>
          </p:nvCxnSpPr>
          <p:spPr bwMode="auto">
            <a:xfrm>
              <a:off x="9753600" y="39624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0" name="AutoShape 136">
              <a:extLst>
                <a:ext uri="{FF2B5EF4-FFF2-40B4-BE49-F238E27FC236}">
                  <a16:creationId xmlns:a16="http://schemas.microsoft.com/office/drawing/2014/main" id="{670C0E58-A0C8-479D-8740-0BF9952650A7}"/>
                </a:ext>
              </a:extLst>
            </p:cNvPr>
            <p:cNvCxnSpPr>
              <a:cxnSpLocks noChangeShapeType="1"/>
              <a:stCxn id="207" idx="6"/>
              <a:endCxn id="208" idx="2"/>
            </p:cNvCxnSpPr>
            <p:nvPr/>
          </p:nvCxnSpPr>
          <p:spPr bwMode="auto">
            <a:xfrm>
              <a:off x="9753600" y="47244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1" name="AutoShape 139">
              <a:extLst>
                <a:ext uri="{FF2B5EF4-FFF2-40B4-BE49-F238E27FC236}">
                  <a16:creationId xmlns:a16="http://schemas.microsoft.com/office/drawing/2014/main" id="{AC86BA7B-E8DD-4488-8A78-F1FE413BDD66}"/>
                </a:ext>
              </a:extLst>
            </p:cNvPr>
            <p:cNvCxnSpPr>
              <a:cxnSpLocks noChangeShapeType="1"/>
              <a:stCxn id="205" idx="5"/>
              <a:endCxn id="208" idx="1"/>
            </p:cNvCxnSpPr>
            <p:nvPr/>
          </p:nvCxnSpPr>
          <p:spPr bwMode="auto">
            <a:xfrm>
              <a:off x="9709150" y="40703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2" name="Oval 140">
              <a:extLst>
                <a:ext uri="{FF2B5EF4-FFF2-40B4-BE49-F238E27FC236}">
                  <a16:creationId xmlns:a16="http://schemas.microsoft.com/office/drawing/2014/main" id="{F816EAED-E643-4A72-991E-B4EA98B03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3810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13" name="Oval 141">
              <a:extLst>
                <a:ext uri="{FF2B5EF4-FFF2-40B4-BE49-F238E27FC236}">
                  <a16:creationId xmlns:a16="http://schemas.microsoft.com/office/drawing/2014/main" id="{CB2A16AD-E327-4140-876F-1C69A26EC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3810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14" name="Oval 142">
              <a:extLst>
                <a:ext uri="{FF2B5EF4-FFF2-40B4-BE49-F238E27FC236}">
                  <a16:creationId xmlns:a16="http://schemas.microsoft.com/office/drawing/2014/main" id="{F290BB9B-E06C-4541-8BF8-7FD282BAF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4572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15" name="Oval 143">
              <a:extLst>
                <a:ext uri="{FF2B5EF4-FFF2-40B4-BE49-F238E27FC236}">
                  <a16:creationId xmlns:a16="http://schemas.microsoft.com/office/drawing/2014/main" id="{4623A6B0-5F22-43B9-AD66-378724FA3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4572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216" name="AutoShape 145">
              <a:extLst>
                <a:ext uri="{FF2B5EF4-FFF2-40B4-BE49-F238E27FC236}">
                  <a16:creationId xmlns:a16="http://schemas.microsoft.com/office/drawing/2014/main" id="{B093C169-9141-4DAA-AC7F-BFE1D0891676}"/>
                </a:ext>
              </a:extLst>
            </p:cNvPr>
            <p:cNvCxnSpPr>
              <a:cxnSpLocks noChangeShapeType="1"/>
              <a:stCxn id="212" idx="4"/>
              <a:endCxn id="214" idx="0"/>
            </p:cNvCxnSpPr>
            <p:nvPr/>
          </p:nvCxnSpPr>
          <p:spPr bwMode="auto">
            <a:xfrm>
              <a:off x="7848600" y="41148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7" name="AutoShape 147">
              <a:extLst>
                <a:ext uri="{FF2B5EF4-FFF2-40B4-BE49-F238E27FC236}">
                  <a16:creationId xmlns:a16="http://schemas.microsoft.com/office/drawing/2014/main" id="{E84D1D9F-CACA-4792-8256-CB5C9C5998BD}"/>
                </a:ext>
              </a:extLst>
            </p:cNvPr>
            <p:cNvCxnSpPr>
              <a:cxnSpLocks noChangeShapeType="1"/>
              <a:stCxn id="213" idx="4"/>
              <a:endCxn id="215" idx="0"/>
            </p:cNvCxnSpPr>
            <p:nvPr/>
          </p:nvCxnSpPr>
          <p:spPr bwMode="auto">
            <a:xfrm>
              <a:off x="8534400" y="41148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8" name="AutoShape 148">
              <a:extLst>
                <a:ext uri="{FF2B5EF4-FFF2-40B4-BE49-F238E27FC236}">
                  <a16:creationId xmlns:a16="http://schemas.microsoft.com/office/drawing/2014/main" id="{54E36460-C6E9-44AC-8138-EAAAA8124E14}"/>
                </a:ext>
              </a:extLst>
            </p:cNvPr>
            <p:cNvCxnSpPr>
              <a:cxnSpLocks noChangeShapeType="1"/>
              <a:stCxn id="213" idx="3"/>
              <a:endCxn id="214" idx="7"/>
            </p:cNvCxnSpPr>
            <p:nvPr/>
          </p:nvCxnSpPr>
          <p:spPr bwMode="auto">
            <a:xfrm flipH="1">
              <a:off x="7956550" y="40703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9" name="Oval 150">
              <a:extLst>
                <a:ext uri="{FF2B5EF4-FFF2-40B4-BE49-F238E27FC236}">
                  <a16:creationId xmlns:a16="http://schemas.microsoft.com/office/drawing/2014/main" id="{A8B8D20E-D1D2-491F-869F-D8CE4AD1A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3810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20" name="Oval 151">
              <a:extLst>
                <a:ext uri="{FF2B5EF4-FFF2-40B4-BE49-F238E27FC236}">
                  <a16:creationId xmlns:a16="http://schemas.microsoft.com/office/drawing/2014/main" id="{5A6601BF-414B-41EE-AEE5-5696B3D53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3810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21" name="Oval 152">
              <a:extLst>
                <a:ext uri="{FF2B5EF4-FFF2-40B4-BE49-F238E27FC236}">
                  <a16:creationId xmlns:a16="http://schemas.microsoft.com/office/drawing/2014/main" id="{9E7AA1AE-6BBC-4279-931F-E6E939B90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4572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22" name="Oval 153">
              <a:extLst>
                <a:ext uri="{FF2B5EF4-FFF2-40B4-BE49-F238E27FC236}">
                  <a16:creationId xmlns:a16="http://schemas.microsoft.com/office/drawing/2014/main" id="{876D3EAF-BC55-4461-A87E-F8CF375C8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4572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223" name="AutoShape 154">
              <a:extLst>
                <a:ext uri="{FF2B5EF4-FFF2-40B4-BE49-F238E27FC236}">
                  <a16:creationId xmlns:a16="http://schemas.microsoft.com/office/drawing/2014/main" id="{3F296D12-E900-48FF-8050-C7457881A702}"/>
                </a:ext>
              </a:extLst>
            </p:cNvPr>
            <p:cNvCxnSpPr>
              <a:cxnSpLocks noChangeShapeType="1"/>
              <a:stCxn id="219" idx="6"/>
              <a:endCxn id="220" idx="2"/>
            </p:cNvCxnSpPr>
            <p:nvPr/>
          </p:nvCxnSpPr>
          <p:spPr bwMode="auto">
            <a:xfrm>
              <a:off x="6248400" y="39624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4" name="AutoShape 156">
              <a:extLst>
                <a:ext uri="{FF2B5EF4-FFF2-40B4-BE49-F238E27FC236}">
                  <a16:creationId xmlns:a16="http://schemas.microsoft.com/office/drawing/2014/main" id="{953B9409-B425-4054-84D3-C9AA52AA3D3C}"/>
                </a:ext>
              </a:extLst>
            </p:cNvPr>
            <p:cNvCxnSpPr>
              <a:cxnSpLocks noChangeShapeType="1"/>
              <a:stCxn id="221" idx="6"/>
              <a:endCxn id="222" idx="2"/>
            </p:cNvCxnSpPr>
            <p:nvPr/>
          </p:nvCxnSpPr>
          <p:spPr bwMode="auto">
            <a:xfrm>
              <a:off x="6248400" y="47244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" name="AutoShape 158">
              <a:extLst>
                <a:ext uri="{FF2B5EF4-FFF2-40B4-BE49-F238E27FC236}">
                  <a16:creationId xmlns:a16="http://schemas.microsoft.com/office/drawing/2014/main" id="{E4F66CF4-4DB4-4510-9593-D091A13C5353}"/>
                </a:ext>
              </a:extLst>
            </p:cNvPr>
            <p:cNvCxnSpPr>
              <a:cxnSpLocks noChangeShapeType="1"/>
              <a:stCxn id="220" idx="3"/>
              <a:endCxn id="221" idx="7"/>
            </p:cNvCxnSpPr>
            <p:nvPr/>
          </p:nvCxnSpPr>
          <p:spPr bwMode="auto">
            <a:xfrm flipH="1">
              <a:off x="6203950" y="40703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6" name="Oval 160">
              <a:extLst>
                <a:ext uri="{FF2B5EF4-FFF2-40B4-BE49-F238E27FC236}">
                  <a16:creationId xmlns:a16="http://schemas.microsoft.com/office/drawing/2014/main" id="{DB844960-6024-454E-81EA-E65F329DA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54102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27" name="Oval 161">
              <a:extLst>
                <a:ext uri="{FF2B5EF4-FFF2-40B4-BE49-F238E27FC236}">
                  <a16:creationId xmlns:a16="http://schemas.microsoft.com/office/drawing/2014/main" id="{234F0E30-DF73-4992-B90B-DC2C51551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54102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28" name="Oval 162">
              <a:extLst>
                <a:ext uri="{FF2B5EF4-FFF2-40B4-BE49-F238E27FC236}">
                  <a16:creationId xmlns:a16="http://schemas.microsoft.com/office/drawing/2014/main" id="{D2A631F2-BFD0-438C-AC12-B7A1999EC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61722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29" name="Oval 163">
              <a:extLst>
                <a:ext uri="{FF2B5EF4-FFF2-40B4-BE49-F238E27FC236}">
                  <a16:creationId xmlns:a16="http://schemas.microsoft.com/office/drawing/2014/main" id="{F7C0EFBB-8D94-4246-8382-8E77C433B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61722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230" name="AutoShape 164">
              <a:extLst>
                <a:ext uri="{FF2B5EF4-FFF2-40B4-BE49-F238E27FC236}">
                  <a16:creationId xmlns:a16="http://schemas.microsoft.com/office/drawing/2014/main" id="{AAA3BB8D-081A-4849-AE83-5E61465FD3E6}"/>
                </a:ext>
              </a:extLst>
            </p:cNvPr>
            <p:cNvCxnSpPr>
              <a:cxnSpLocks noChangeShapeType="1"/>
              <a:stCxn id="226" idx="6"/>
              <a:endCxn id="227" idx="2"/>
            </p:cNvCxnSpPr>
            <p:nvPr/>
          </p:nvCxnSpPr>
          <p:spPr bwMode="auto">
            <a:xfrm>
              <a:off x="4419600" y="55626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1" name="AutoShape 165">
              <a:extLst>
                <a:ext uri="{FF2B5EF4-FFF2-40B4-BE49-F238E27FC236}">
                  <a16:creationId xmlns:a16="http://schemas.microsoft.com/office/drawing/2014/main" id="{5F52A59E-CD0B-4480-938A-1A317CF5ECCD}"/>
                </a:ext>
              </a:extLst>
            </p:cNvPr>
            <p:cNvCxnSpPr>
              <a:cxnSpLocks noChangeShapeType="1"/>
              <a:stCxn id="226" idx="4"/>
              <a:endCxn id="228" idx="0"/>
            </p:cNvCxnSpPr>
            <p:nvPr/>
          </p:nvCxnSpPr>
          <p:spPr bwMode="auto">
            <a:xfrm>
              <a:off x="4267200" y="57150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2" name="AutoShape 169">
              <a:extLst>
                <a:ext uri="{FF2B5EF4-FFF2-40B4-BE49-F238E27FC236}">
                  <a16:creationId xmlns:a16="http://schemas.microsoft.com/office/drawing/2014/main" id="{8BA75F8F-BEE0-4DC6-809A-781490FA2A6B}"/>
                </a:ext>
              </a:extLst>
            </p:cNvPr>
            <p:cNvCxnSpPr>
              <a:cxnSpLocks noChangeShapeType="1"/>
              <a:stCxn id="226" idx="5"/>
              <a:endCxn id="229" idx="1"/>
            </p:cNvCxnSpPr>
            <p:nvPr/>
          </p:nvCxnSpPr>
          <p:spPr bwMode="auto">
            <a:xfrm>
              <a:off x="4375150" y="56705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3" name="Oval 170">
              <a:extLst>
                <a:ext uri="{FF2B5EF4-FFF2-40B4-BE49-F238E27FC236}">
                  <a16:creationId xmlns:a16="http://schemas.microsoft.com/office/drawing/2014/main" id="{84647958-9E90-499A-B1CE-FE5242BC4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8800" y="54102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34" name="Oval 171">
              <a:extLst>
                <a:ext uri="{FF2B5EF4-FFF2-40B4-BE49-F238E27FC236}">
                  <a16:creationId xmlns:a16="http://schemas.microsoft.com/office/drawing/2014/main" id="{27C8EDCB-7EAF-4F56-8703-9267D6B720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54102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35" name="Oval 172">
              <a:extLst>
                <a:ext uri="{FF2B5EF4-FFF2-40B4-BE49-F238E27FC236}">
                  <a16:creationId xmlns:a16="http://schemas.microsoft.com/office/drawing/2014/main" id="{A5E89039-5F16-4B6F-BCF1-44E0DF8FF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8800" y="61722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36" name="Oval 173">
              <a:extLst>
                <a:ext uri="{FF2B5EF4-FFF2-40B4-BE49-F238E27FC236}">
                  <a16:creationId xmlns:a16="http://schemas.microsoft.com/office/drawing/2014/main" id="{4E102903-90B6-410F-8FFA-F061DCE59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4600" y="61722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237" name="AutoShape 174">
              <a:extLst>
                <a:ext uri="{FF2B5EF4-FFF2-40B4-BE49-F238E27FC236}">
                  <a16:creationId xmlns:a16="http://schemas.microsoft.com/office/drawing/2014/main" id="{3475826D-8513-482F-885F-7832897C6B06}"/>
                </a:ext>
              </a:extLst>
            </p:cNvPr>
            <p:cNvCxnSpPr>
              <a:cxnSpLocks noChangeShapeType="1"/>
              <a:stCxn id="233" idx="6"/>
              <a:endCxn id="234" idx="2"/>
            </p:cNvCxnSpPr>
            <p:nvPr/>
          </p:nvCxnSpPr>
          <p:spPr bwMode="auto">
            <a:xfrm>
              <a:off x="9753600" y="55626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8" name="AutoShape 177">
              <a:extLst>
                <a:ext uri="{FF2B5EF4-FFF2-40B4-BE49-F238E27FC236}">
                  <a16:creationId xmlns:a16="http://schemas.microsoft.com/office/drawing/2014/main" id="{C46316F1-0B54-40A9-A0C8-67C801D1CA37}"/>
                </a:ext>
              </a:extLst>
            </p:cNvPr>
            <p:cNvCxnSpPr>
              <a:cxnSpLocks noChangeShapeType="1"/>
              <a:stCxn id="234" idx="4"/>
              <a:endCxn id="236" idx="0"/>
            </p:cNvCxnSpPr>
            <p:nvPr/>
          </p:nvCxnSpPr>
          <p:spPr bwMode="auto">
            <a:xfrm>
              <a:off x="10287000" y="57150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9" name="AutoShape 178">
              <a:extLst>
                <a:ext uri="{FF2B5EF4-FFF2-40B4-BE49-F238E27FC236}">
                  <a16:creationId xmlns:a16="http://schemas.microsoft.com/office/drawing/2014/main" id="{3C1B2860-33B4-4760-9B30-8DCCD738DC0A}"/>
                </a:ext>
              </a:extLst>
            </p:cNvPr>
            <p:cNvCxnSpPr>
              <a:cxnSpLocks noChangeShapeType="1"/>
              <a:stCxn id="234" idx="3"/>
              <a:endCxn id="235" idx="7"/>
            </p:cNvCxnSpPr>
            <p:nvPr/>
          </p:nvCxnSpPr>
          <p:spPr bwMode="auto">
            <a:xfrm flipH="1">
              <a:off x="9709150" y="56705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0" name="Oval 180">
              <a:extLst>
                <a:ext uri="{FF2B5EF4-FFF2-40B4-BE49-F238E27FC236}">
                  <a16:creationId xmlns:a16="http://schemas.microsoft.com/office/drawing/2014/main" id="{097B2B8E-96AB-41B3-9E3D-CC220E353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54102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41" name="Oval 181">
              <a:extLst>
                <a:ext uri="{FF2B5EF4-FFF2-40B4-BE49-F238E27FC236}">
                  <a16:creationId xmlns:a16="http://schemas.microsoft.com/office/drawing/2014/main" id="{D709BFB6-B55B-4B41-B8E9-C51321982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54102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42" name="Oval 182">
              <a:extLst>
                <a:ext uri="{FF2B5EF4-FFF2-40B4-BE49-F238E27FC236}">
                  <a16:creationId xmlns:a16="http://schemas.microsoft.com/office/drawing/2014/main" id="{B86A8B68-0565-4773-AEAD-55B752B3C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61722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43" name="Oval 183">
              <a:extLst>
                <a:ext uri="{FF2B5EF4-FFF2-40B4-BE49-F238E27FC236}">
                  <a16:creationId xmlns:a16="http://schemas.microsoft.com/office/drawing/2014/main" id="{42CDDBE2-1D31-49E0-B42F-8DB22B851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6172200"/>
              <a:ext cx="304800" cy="304800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244" name="AutoShape 186">
              <a:extLst>
                <a:ext uri="{FF2B5EF4-FFF2-40B4-BE49-F238E27FC236}">
                  <a16:creationId xmlns:a16="http://schemas.microsoft.com/office/drawing/2014/main" id="{3DA91CC3-69FA-4CE8-B1B2-79226503D945}"/>
                </a:ext>
              </a:extLst>
            </p:cNvPr>
            <p:cNvCxnSpPr>
              <a:cxnSpLocks noChangeShapeType="1"/>
              <a:stCxn id="242" idx="6"/>
              <a:endCxn id="243" idx="2"/>
            </p:cNvCxnSpPr>
            <p:nvPr/>
          </p:nvCxnSpPr>
          <p:spPr bwMode="auto">
            <a:xfrm>
              <a:off x="8001000" y="63246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" name="AutoShape 187">
              <a:extLst>
                <a:ext uri="{FF2B5EF4-FFF2-40B4-BE49-F238E27FC236}">
                  <a16:creationId xmlns:a16="http://schemas.microsoft.com/office/drawing/2014/main" id="{A08CA842-B15D-433D-B549-ACDA403B7B37}"/>
                </a:ext>
              </a:extLst>
            </p:cNvPr>
            <p:cNvCxnSpPr>
              <a:cxnSpLocks noChangeShapeType="1"/>
              <a:stCxn id="241" idx="4"/>
              <a:endCxn id="243" idx="0"/>
            </p:cNvCxnSpPr>
            <p:nvPr/>
          </p:nvCxnSpPr>
          <p:spPr bwMode="auto">
            <a:xfrm>
              <a:off x="8534400" y="57150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6" name="AutoShape 189">
              <a:extLst>
                <a:ext uri="{FF2B5EF4-FFF2-40B4-BE49-F238E27FC236}">
                  <a16:creationId xmlns:a16="http://schemas.microsoft.com/office/drawing/2014/main" id="{94462EE6-FD1E-49E1-BE75-CC1DEC73314C}"/>
                </a:ext>
              </a:extLst>
            </p:cNvPr>
            <p:cNvCxnSpPr>
              <a:cxnSpLocks noChangeShapeType="1"/>
              <a:stCxn id="240" idx="5"/>
              <a:endCxn id="243" idx="1"/>
            </p:cNvCxnSpPr>
            <p:nvPr/>
          </p:nvCxnSpPr>
          <p:spPr bwMode="auto">
            <a:xfrm>
              <a:off x="7956550" y="56705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7" name="Oval 190">
              <a:extLst>
                <a:ext uri="{FF2B5EF4-FFF2-40B4-BE49-F238E27FC236}">
                  <a16:creationId xmlns:a16="http://schemas.microsoft.com/office/drawing/2014/main" id="{7841660D-A1D9-4293-B773-079683932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54102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48" name="Oval 191">
              <a:extLst>
                <a:ext uri="{FF2B5EF4-FFF2-40B4-BE49-F238E27FC236}">
                  <a16:creationId xmlns:a16="http://schemas.microsoft.com/office/drawing/2014/main" id="{2841BB63-044B-4816-AE34-14CB16DD9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54102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49" name="Oval 192">
              <a:extLst>
                <a:ext uri="{FF2B5EF4-FFF2-40B4-BE49-F238E27FC236}">
                  <a16:creationId xmlns:a16="http://schemas.microsoft.com/office/drawing/2014/main" id="{89D8CF39-E66A-45F7-B239-BF577013F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61722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sp>
          <p:nvSpPr>
            <p:cNvPr id="250" name="Oval 193">
              <a:extLst>
                <a:ext uri="{FF2B5EF4-FFF2-40B4-BE49-F238E27FC236}">
                  <a16:creationId xmlns:a16="http://schemas.microsoft.com/office/drawing/2014/main" id="{806685D0-B974-4021-907F-B08982657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6172200"/>
              <a:ext cx="304800" cy="3048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l-GR" altLang="el-GR" sz="2400"/>
            </a:p>
          </p:txBody>
        </p:sp>
        <p:cxnSp>
          <p:nvCxnSpPr>
            <p:cNvPr id="251" name="AutoShape 195">
              <a:extLst>
                <a:ext uri="{FF2B5EF4-FFF2-40B4-BE49-F238E27FC236}">
                  <a16:creationId xmlns:a16="http://schemas.microsoft.com/office/drawing/2014/main" id="{C785B5FF-D183-4477-8B8B-36598CA73F63}"/>
                </a:ext>
              </a:extLst>
            </p:cNvPr>
            <p:cNvCxnSpPr>
              <a:cxnSpLocks noChangeShapeType="1"/>
              <a:stCxn id="247" idx="4"/>
              <a:endCxn id="249" idx="0"/>
            </p:cNvCxnSpPr>
            <p:nvPr/>
          </p:nvCxnSpPr>
          <p:spPr bwMode="auto">
            <a:xfrm>
              <a:off x="6096000" y="57150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2" name="AutoShape 196">
              <a:extLst>
                <a:ext uri="{FF2B5EF4-FFF2-40B4-BE49-F238E27FC236}">
                  <a16:creationId xmlns:a16="http://schemas.microsoft.com/office/drawing/2014/main" id="{B3EAB44F-98A7-486B-B1A0-CC8979EE07FA}"/>
                </a:ext>
              </a:extLst>
            </p:cNvPr>
            <p:cNvCxnSpPr>
              <a:cxnSpLocks noChangeShapeType="1"/>
              <a:stCxn id="249" idx="6"/>
              <a:endCxn id="250" idx="2"/>
            </p:cNvCxnSpPr>
            <p:nvPr/>
          </p:nvCxnSpPr>
          <p:spPr bwMode="auto">
            <a:xfrm>
              <a:off x="6248400" y="63246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3" name="AutoShape 198">
              <a:extLst>
                <a:ext uri="{FF2B5EF4-FFF2-40B4-BE49-F238E27FC236}">
                  <a16:creationId xmlns:a16="http://schemas.microsoft.com/office/drawing/2014/main" id="{6E57A14A-43E6-4EF7-A5FB-B706A2B6ECD8}"/>
                </a:ext>
              </a:extLst>
            </p:cNvPr>
            <p:cNvCxnSpPr>
              <a:cxnSpLocks noChangeShapeType="1"/>
              <a:stCxn id="248" idx="3"/>
              <a:endCxn id="249" idx="7"/>
            </p:cNvCxnSpPr>
            <p:nvPr/>
          </p:nvCxnSpPr>
          <p:spPr bwMode="auto">
            <a:xfrm flipH="1">
              <a:off x="6203950" y="5670550"/>
              <a:ext cx="469900" cy="546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54" name="Rectangle 200">
            <a:extLst>
              <a:ext uri="{FF2B5EF4-FFF2-40B4-BE49-F238E27FC236}">
                <a16:creationId xmlns:a16="http://schemas.microsoft.com/office/drawing/2014/main" id="{78F856EF-C443-4947-9C14-DEFCB6BB9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1360" y="1239520"/>
            <a:ext cx="45719" cy="531368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/>
          </a:p>
        </p:txBody>
      </p:sp>
    </p:spTree>
    <p:extLst>
      <p:ext uri="{BB962C8B-B14F-4D97-AF65-F5344CB8AC3E}">
        <p14:creationId xmlns:p14="http://schemas.microsoft.com/office/powerpoint/2010/main" val="55342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Minimum Spanning Trees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FE61AAE4-C676-421D-8B59-43C2F91FB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90" y="1254998"/>
            <a:ext cx="8504904" cy="1125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l-GR" sz="2400" dirty="0">
                <a:latin typeface="+mn-lt"/>
              </a:rPr>
              <a:t>The Minimum Spanning Tree for a given graph is the Spanning Tree of minimum cost for that graph.</a:t>
            </a:r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A4B22FEA-2A28-40BA-96D7-3B37831A9B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9800" y="324104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262FB1A6-5D0B-4A32-AA4E-090254040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324104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B4876A60-CE93-474C-98A1-3068463F6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453644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DD402D5F-2F95-4CE2-BA8C-804EC93ED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453644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cxnSp>
        <p:nvCxnSpPr>
          <p:cNvPr id="8" name="AutoShape 9">
            <a:extLst>
              <a:ext uri="{FF2B5EF4-FFF2-40B4-BE49-F238E27FC236}">
                <a16:creationId xmlns:a16="http://schemas.microsoft.com/office/drawing/2014/main" id="{0E2E6A1C-5DC3-49ED-B5CB-EE541869A4C2}"/>
              </a:ext>
            </a:extLst>
          </p:cNvPr>
          <p:cNvCxnSpPr>
            <a:cxnSpLocks noChangeShapeType="1"/>
            <a:stCxn id="4" idx="6"/>
            <a:endCxn id="5" idx="2"/>
          </p:cNvCxnSpPr>
          <p:nvPr/>
        </p:nvCxnSpPr>
        <p:spPr bwMode="auto">
          <a:xfrm>
            <a:off x="1397000" y="3469640"/>
            <a:ext cx="1143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AutoShape 10">
            <a:extLst>
              <a:ext uri="{FF2B5EF4-FFF2-40B4-BE49-F238E27FC236}">
                <a16:creationId xmlns:a16="http://schemas.microsoft.com/office/drawing/2014/main" id="{E0F0A497-AB9C-492B-9EC3-510929B6DCAE}"/>
              </a:ext>
            </a:extLst>
          </p:cNvPr>
          <p:cNvCxnSpPr>
            <a:cxnSpLocks noChangeShapeType="1"/>
            <a:stCxn id="4" idx="4"/>
            <a:endCxn id="6" idx="0"/>
          </p:cNvCxnSpPr>
          <p:nvPr/>
        </p:nvCxnSpPr>
        <p:spPr bwMode="auto">
          <a:xfrm>
            <a:off x="1168400" y="3698240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11">
            <a:extLst>
              <a:ext uri="{FF2B5EF4-FFF2-40B4-BE49-F238E27FC236}">
                <a16:creationId xmlns:a16="http://schemas.microsoft.com/office/drawing/2014/main" id="{DEA5F29A-CD50-4814-9D10-A4747447BECB}"/>
              </a:ext>
            </a:extLst>
          </p:cNvPr>
          <p:cNvCxnSpPr>
            <a:cxnSpLocks noChangeShapeType="1"/>
            <a:stCxn id="6" idx="6"/>
            <a:endCxn id="7" idx="2"/>
          </p:cNvCxnSpPr>
          <p:nvPr/>
        </p:nvCxnSpPr>
        <p:spPr bwMode="auto">
          <a:xfrm>
            <a:off x="1397000" y="4765040"/>
            <a:ext cx="1143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12">
            <a:extLst>
              <a:ext uri="{FF2B5EF4-FFF2-40B4-BE49-F238E27FC236}">
                <a16:creationId xmlns:a16="http://schemas.microsoft.com/office/drawing/2014/main" id="{2113B933-D1FF-4F87-8EAC-4FBDEACDF054}"/>
              </a:ext>
            </a:extLst>
          </p:cNvPr>
          <p:cNvCxnSpPr>
            <a:cxnSpLocks noChangeShapeType="1"/>
            <a:stCxn id="5" idx="4"/>
            <a:endCxn id="7" idx="0"/>
          </p:cNvCxnSpPr>
          <p:nvPr/>
        </p:nvCxnSpPr>
        <p:spPr bwMode="auto">
          <a:xfrm>
            <a:off x="2768600" y="3698240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AutoShape 13">
            <a:extLst>
              <a:ext uri="{FF2B5EF4-FFF2-40B4-BE49-F238E27FC236}">
                <a16:creationId xmlns:a16="http://schemas.microsoft.com/office/drawing/2014/main" id="{5F368987-8E0B-4572-884A-B772B7FE5CDE}"/>
              </a:ext>
            </a:extLst>
          </p:cNvPr>
          <p:cNvCxnSpPr>
            <a:cxnSpLocks noChangeShapeType="1"/>
            <a:stCxn id="5" idx="3"/>
            <a:endCxn id="6" idx="7"/>
          </p:cNvCxnSpPr>
          <p:nvPr/>
        </p:nvCxnSpPr>
        <p:spPr bwMode="auto">
          <a:xfrm flipH="1">
            <a:off x="1330325" y="3631565"/>
            <a:ext cx="1276350" cy="971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F8930E73-945F-4CAC-ADF9-5324451DDD21}"/>
              </a:ext>
            </a:extLst>
          </p:cNvPr>
          <p:cNvCxnSpPr>
            <a:cxnSpLocks noChangeShapeType="1"/>
            <a:stCxn id="4" idx="5"/>
            <a:endCxn id="7" idx="1"/>
          </p:cNvCxnSpPr>
          <p:nvPr/>
        </p:nvCxnSpPr>
        <p:spPr bwMode="auto">
          <a:xfrm>
            <a:off x="1330325" y="3631565"/>
            <a:ext cx="1276350" cy="971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 Box 15">
            <a:extLst>
              <a:ext uri="{FF2B5EF4-FFF2-40B4-BE49-F238E27FC236}">
                <a16:creationId xmlns:a16="http://schemas.microsoft.com/office/drawing/2014/main" id="{8E95D6FF-F77A-4A52-87F1-2742E28C3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0" y="3926840"/>
            <a:ext cx="3529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5</a:t>
            </a: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B3FE4A8F-C6A8-47E2-BBAD-56D56C167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4200" y="3241040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7</a:t>
            </a: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762F9A94-0D6C-4DCA-BEBF-81520277F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400" y="3622040"/>
            <a:ext cx="3433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2</a:t>
            </a: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49DDA31B-65DD-4ABE-A9BD-527A2C0B7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4200" y="4688840"/>
            <a:ext cx="2872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1</a:t>
            </a:r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C88E318F-57E1-4727-9147-B0C9BFCA9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600" y="3926840"/>
            <a:ext cx="3481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3</a:t>
            </a: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0B1CFDEF-7987-4160-A969-889572BCE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5600" y="4307840"/>
            <a:ext cx="359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4</a:t>
            </a:r>
          </a:p>
        </p:txBody>
      </p:sp>
      <p:sp>
        <p:nvSpPr>
          <p:cNvPr id="20" name="Oval 21">
            <a:extLst>
              <a:ext uri="{FF2B5EF4-FFF2-40B4-BE49-F238E27FC236}">
                <a16:creationId xmlns:a16="http://schemas.microsoft.com/office/drawing/2014/main" id="{CC4D0D40-F749-4B39-8ED9-B0CC86F3EB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64200" y="324104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21" name="Oval 22">
            <a:extLst>
              <a:ext uri="{FF2B5EF4-FFF2-40B4-BE49-F238E27FC236}">
                <a16:creationId xmlns:a16="http://schemas.microsoft.com/office/drawing/2014/main" id="{CC87367B-C0B4-4E66-BA40-5626B341F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400" y="324104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22" name="Oval 23">
            <a:extLst>
              <a:ext uri="{FF2B5EF4-FFF2-40B4-BE49-F238E27FC236}">
                <a16:creationId xmlns:a16="http://schemas.microsoft.com/office/drawing/2014/main" id="{7FFBBECC-7D49-4273-997C-CF169FA34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453644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23" name="Oval 24">
            <a:extLst>
              <a:ext uri="{FF2B5EF4-FFF2-40B4-BE49-F238E27FC236}">
                <a16:creationId xmlns:a16="http://schemas.microsoft.com/office/drawing/2014/main" id="{A587C8B7-3498-4198-B163-F7E8DCF6B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400" y="453644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cxnSp>
        <p:nvCxnSpPr>
          <p:cNvPr id="24" name="AutoShape 27">
            <a:extLst>
              <a:ext uri="{FF2B5EF4-FFF2-40B4-BE49-F238E27FC236}">
                <a16:creationId xmlns:a16="http://schemas.microsoft.com/office/drawing/2014/main" id="{E910FE4B-293A-4D22-89D9-D44B1DC72B51}"/>
              </a:ext>
            </a:extLst>
          </p:cNvPr>
          <p:cNvCxnSpPr>
            <a:cxnSpLocks noChangeShapeType="1"/>
            <a:stCxn id="22" idx="6"/>
            <a:endCxn id="23" idx="2"/>
          </p:cNvCxnSpPr>
          <p:nvPr/>
        </p:nvCxnSpPr>
        <p:spPr bwMode="auto">
          <a:xfrm>
            <a:off x="6121400" y="4765040"/>
            <a:ext cx="1143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28">
            <a:extLst>
              <a:ext uri="{FF2B5EF4-FFF2-40B4-BE49-F238E27FC236}">
                <a16:creationId xmlns:a16="http://schemas.microsoft.com/office/drawing/2014/main" id="{D3BC4765-A959-479F-8A9B-B674A8A20BAC}"/>
              </a:ext>
            </a:extLst>
          </p:cNvPr>
          <p:cNvCxnSpPr>
            <a:cxnSpLocks noChangeShapeType="1"/>
            <a:stCxn id="21" idx="4"/>
            <a:endCxn id="23" idx="0"/>
          </p:cNvCxnSpPr>
          <p:nvPr/>
        </p:nvCxnSpPr>
        <p:spPr bwMode="auto">
          <a:xfrm>
            <a:off x="7493000" y="3698240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AutoShape 30">
            <a:extLst>
              <a:ext uri="{FF2B5EF4-FFF2-40B4-BE49-F238E27FC236}">
                <a16:creationId xmlns:a16="http://schemas.microsoft.com/office/drawing/2014/main" id="{167A04BA-CB81-40C4-9170-F273DB086679}"/>
              </a:ext>
            </a:extLst>
          </p:cNvPr>
          <p:cNvCxnSpPr>
            <a:cxnSpLocks noChangeShapeType="1"/>
            <a:stCxn id="20" idx="5"/>
            <a:endCxn id="23" idx="1"/>
          </p:cNvCxnSpPr>
          <p:nvPr/>
        </p:nvCxnSpPr>
        <p:spPr bwMode="auto">
          <a:xfrm>
            <a:off x="6054725" y="3631565"/>
            <a:ext cx="1276350" cy="971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 Box 33">
            <a:extLst>
              <a:ext uri="{FF2B5EF4-FFF2-40B4-BE49-F238E27FC236}">
                <a16:creationId xmlns:a16="http://schemas.microsoft.com/office/drawing/2014/main" id="{A3284625-24D6-4694-9443-E2D857207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3800" y="3622040"/>
            <a:ext cx="3433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2</a:t>
            </a:r>
          </a:p>
        </p:txBody>
      </p:sp>
      <p:sp>
        <p:nvSpPr>
          <p:cNvPr id="28" name="Text Box 34">
            <a:extLst>
              <a:ext uri="{FF2B5EF4-FFF2-40B4-BE49-F238E27FC236}">
                <a16:creationId xmlns:a16="http://schemas.microsoft.com/office/drawing/2014/main" id="{1373ACF7-AEE2-43D0-9878-4001E87A7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8600" y="4688840"/>
            <a:ext cx="2872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1</a:t>
            </a:r>
          </a:p>
        </p:txBody>
      </p:sp>
      <p:sp>
        <p:nvSpPr>
          <p:cNvPr id="29" name="Text Box 35">
            <a:extLst>
              <a:ext uri="{FF2B5EF4-FFF2-40B4-BE49-F238E27FC236}">
                <a16:creationId xmlns:a16="http://schemas.microsoft.com/office/drawing/2014/main" id="{CF80D370-37ED-4BE3-B971-3080BB8DE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0" y="3926840"/>
            <a:ext cx="3481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3</a:t>
            </a:r>
          </a:p>
        </p:txBody>
      </p:sp>
      <p:sp>
        <p:nvSpPr>
          <p:cNvPr id="30" name="AutoShape 37">
            <a:extLst>
              <a:ext uri="{FF2B5EF4-FFF2-40B4-BE49-F238E27FC236}">
                <a16:creationId xmlns:a16="http://schemas.microsoft.com/office/drawing/2014/main" id="{A323B965-F78F-4055-A740-956E2A38D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7801" y="3926841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l-GR" altLang="el-GR" sz="2400">
              <a:latin typeface="+mn-lt"/>
            </a:endParaRPr>
          </a:p>
        </p:txBody>
      </p:sp>
      <p:sp>
        <p:nvSpPr>
          <p:cNvPr id="31" name="Text Box 38">
            <a:extLst>
              <a:ext uri="{FF2B5EF4-FFF2-40B4-BE49-F238E27FC236}">
                <a16:creationId xmlns:a16="http://schemas.microsoft.com/office/drawing/2014/main" id="{44E62F89-EEEE-4CBD-836D-749EAF627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2555240"/>
            <a:ext cx="24096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Complete Graph</a:t>
            </a:r>
          </a:p>
        </p:txBody>
      </p:sp>
      <p:sp>
        <p:nvSpPr>
          <p:cNvPr id="32" name="Text Box 39">
            <a:extLst>
              <a:ext uri="{FF2B5EF4-FFF2-40B4-BE49-F238E27FC236}">
                <a16:creationId xmlns:a16="http://schemas.microsoft.com/office/drawing/2014/main" id="{B11B9A7B-A5C1-4C02-83FB-606BA74ED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801" y="2555240"/>
            <a:ext cx="35012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l-GR" sz="2400">
                <a:latin typeface="+mn-lt"/>
              </a:rPr>
              <a:t>Minimum Spanning Tree</a:t>
            </a:r>
          </a:p>
        </p:txBody>
      </p:sp>
    </p:spTree>
    <p:extLst>
      <p:ext uri="{BB962C8B-B14F-4D97-AF65-F5344CB8AC3E}">
        <p14:creationId xmlns:p14="http://schemas.microsoft.com/office/powerpoint/2010/main" val="2096291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dirty="0"/>
              <a:t>Spanning Trees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7B23979-9C0F-44BE-8163-C8F91A0A6787}"/>
              </a:ext>
            </a:extLst>
          </p:cNvPr>
          <p:cNvGrpSpPr>
            <a:grpSpLocks/>
          </p:cNvGrpSpPr>
          <p:nvPr/>
        </p:nvGrpSpPr>
        <p:grpSpPr bwMode="auto">
          <a:xfrm>
            <a:off x="853440" y="3810000"/>
            <a:ext cx="533400" cy="533400"/>
            <a:chOff x="576" y="2400"/>
            <a:chExt cx="336" cy="336"/>
          </a:xfrm>
        </p:grpSpPr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EA099F08-7BB6-48B7-AC9F-1370EA327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C143C7C9-024B-44B7-AF19-7AC289C45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B4C81138-587E-422C-8010-2504AD42D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6E1AC284-4E3E-48EF-AA18-837AC98D2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CEAF8AC-A66F-44E1-BBA3-AF00225E4CAE}"/>
              </a:ext>
            </a:extLst>
          </p:cNvPr>
          <p:cNvGrpSpPr>
            <a:grpSpLocks/>
          </p:cNvGrpSpPr>
          <p:nvPr/>
        </p:nvGrpSpPr>
        <p:grpSpPr bwMode="auto">
          <a:xfrm>
            <a:off x="4739640" y="4572000"/>
            <a:ext cx="533400" cy="533400"/>
            <a:chOff x="576" y="2400"/>
            <a:chExt cx="336" cy="336"/>
          </a:xfrm>
        </p:grpSpPr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F29CFEB5-C866-41DB-994A-5F49DC3FA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ABE7DD80-2C63-4D41-B228-231121ADB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ED8C7543-FCBA-4AAE-A1DD-5EB9041F9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893DAC01-3D7E-406B-9D9D-3F6118CCB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B4191C4-1ABC-47BD-8E6A-191DB34FC71D}"/>
              </a:ext>
            </a:extLst>
          </p:cNvPr>
          <p:cNvGrpSpPr>
            <a:grpSpLocks/>
          </p:cNvGrpSpPr>
          <p:nvPr/>
        </p:nvGrpSpPr>
        <p:grpSpPr bwMode="auto">
          <a:xfrm>
            <a:off x="3291840" y="2133600"/>
            <a:ext cx="533400" cy="533400"/>
            <a:chOff x="576" y="2400"/>
            <a:chExt cx="336" cy="336"/>
          </a:xfrm>
        </p:grpSpPr>
        <p:sp>
          <p:nvSpPr>
            <p:cNvPr id="14" name="AutoShape 14">
              <a:extLst>
                <a:ext uri="{FF2B5EF4-FFF2-40B4-BE49-F238E27FC236}">
                  <a16:creationId xmlns:a16="http://schemas.microsoft.com/office/drawing/2014/main" id="{85995C3A-0FA4-4230-B060-1A3F8DEE0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9C946675-3D57-493D-95E4-41A2943AA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0FB7BFDB-32AC-4F4B-A24D-9ECC272B1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45EA94FA-CB28-481F-BD8B-D8D6260BF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4017785E-6B74-4622-9E60-CA9427F4CF3B}"/>
              </a:ext>
            </a:extLst>
          </p:cNvPr>
          <p:cNvGrpSpPr>
            <a:grpSpLocks/>
          </p:cNvGrpSpPr>
          <p:nvPr/>
        </p:nvGrpSpPr>
        <p:grpSpPr bwMode="auto">
          <a:xfrm>
            <a:off x="5958840" y="1905000"/>
            <a:ext cx="533400" cy="533400"/>
            <a:chOff x="576" y="2400"/>
            <a:chExt cx="336" cy="336"/>
          </a:xfrm>
        </p:grpSpPr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8160770F-B8D2-457A-9763-9C9CB1CD3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77DE3C3A-AD68-4DB6-9A53-984677537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36DC2C72-287E-4AB9-B880-C19A9C2D1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287B942F-CEB5-4B5C-A0D8-F468AA19C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3B5300A0-2EA8-4F95-8E1B-B5DE170EBA3B}"/>
              </a:ext>
            </a:extLst>
          </p:cNvPr>
          <p:cNvGrpSpPr>
            <a:grpSpLocks/>
          </p:cNvGrpSpPr>
          <p:nvPr/>
        </p:nvGrpSpPr>
        <p:grpSpPr bwMode="auto">
          <a:xfrm>
            <a:off x="2301240" y="2971800"/>
            <a:ext cx="533400" cy="533400"/>
            <a:chOff x="576" y="2400"/>
            <a:chExt cx="336" cy="336"/>
          </a:xfrm>
        </p:grpSpPr>
        <p:sp>
          <p:nvSpPr>
            <p:cNvPr id="24" name="AutoShape 24">
              <a:extLst>
                <a:ext uri="{FF2B5EF4-FFF2-40B4-BE49-F238E27FC236}">
                  <a16:creationId xmlns:a16="http://schemas.microsoft.com/office/drawing/2014/main" id="{A6A818CB-DCE0-4A2E-95D1-6F0821787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E37C3E43-7CC0-4B09-82D2-903510CA7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469F111D-00D6-47BF-838B-060C3A444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48C9A34D-5202-4940-8CFB-CB3363533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05D92AEE-48D9-4851-B837-BA09A84DCD90}"/>
              </a:ext>
            </a:extLst>
          </p:cNvPr>
          <p:cNvGrpSpPr>
            <a:grpSpLocks/>
          </p:cNvGrpSpPr>
          <p:nvPr/>
        </p:nvGrpSpPr>
        <p:grpSpPr bwMode="auto">
          <a:xfrm>
            <a:off x="1082040" y="2209800"/>
            <a:ext cx="533400" cy="533400"/>
            <a:chOff x="576" y="2400"/>
            <a:chExt cx="336" cy="336"/>
          </a:xfrm>
        </p:grpSpPr>
        <p:sp>
          <p:nvSpPr>
            <p:cNvPr id="29" name="AutoShape 29">
              <a:extLst>
                <a:ext uri="{FF2B5EF4-FFF2-40B4-BE49-F238E27FC236}">
                  <a16:creationId xmlns:a16="http://schemas.microsoft.com/office/drawing/2014/main" id="{C7989253-F6C3-4250-B27C-90499E3F2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5DE330B3-46C4-460F-A48A-8116E3F40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" name="Rectangle 31">
              <a:extLst>
                <a:ext uri="{FF2B5EF4-FFF2-40B4-BE49-F238E27FC236}">
                  <a16:creationId xmlns:a16="http://schemas.microsoft.com/office/drawing/2014/main" id="{9F931886-D032-4C82-A6F6-DC82FA753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" name="Rectangle 32">
              <a:extLst>
                <a:ext uri="{FF2B5EF4-FFF2-40B4-BE49-F238E27FC236}">
                  <a16:creationId xmlns:a16="http://schemas.microsoft.com/office/drawing/2014/main" id="{21D0358F-29AE-4A96-89F9-3D9D5268C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362C9256-6523-4985-9B90-D38A71B23832}"/>
              </a:ext>
            </a:extLst>
          </p:cNvPr>
          <p:cNvGrpSpPr>
            <a:grpSpLocks/>
          </p:cNvGrpSpPr>
          <p:nvPr/>
        </p:nvGrpSpPr>
        <p:grpSpPr bwMode="auto">
          <a:xfrm>
            <a:off x="1767840" y="1524000"/>
            <a:ext cx="533400" cy="533400"/>
            <a:chOff x="576" y="2400"/>
            <a:chExt cx="336" cy="336"/>
          </a:xfrm>
        </p:grpSpPr>
        <p:sp>
          <p:nvSpPr>
            <p:cNvPr id="34" name="AutoShape 34">
              <a:extLst>
                <a:ext uri="{FF2B5EF4-FFF2-40B4-BE49-F238E27FC236}">
                  <a16:creationId xmlns:a16="http://schemas.microsoft.com/office/drawing/2014/main" id="{F6745C46-F8E5-4646-AED2-9DF2EB87F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4337D262-C227-41FF-AB16-BC716A131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2666737B-0DCA-4FE7-A1E6-8864184DC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" name="Rectangle 37">
              <a:extLst>
                <a:ext uri="{FF2B5EF4-FFF2-40B4-BE49-F238E27FC236}">
                  <a16:creationId xmlns:a16="http://schemas.microsoft.com/office/drawing/2014/main" id="{A81BD916-C12C-495B-B1CC-F452E3926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D8B55DE9-CA86-4649-99CA-E62E4EDDCA0B}"/>
              </a:ext>
            </a:extLst>
          </p:cNvPr>
          <p:cNvGrpSpPr>
            <a:grpSpLocks/>
          </p:cNvGrpSpPr>
          <p:nvPr/>
        </p:nvGrpSpPr>
        <p:grpSpPr bwMode="auto">
          <a:xfrm>
            <a:off x="1920240" y="3962400"/>
            <a:ext cx="533400" cy="533400"/>
            <a:chOff x="576" y="2400"/>
            <a:chExt cx="336" cy="336"/>
          </a:xfrm>
        </p:grpSpPr>
        <p:sp>
          <p:nvSpPr>
            <p:cNvPr id="39" name="AutoShape 39">
              <a:extLst>
                <a:ext uri="{FF2B5EF4-FFF2-40B4-BE49-F238E27FC236}">
                  <a16:creationId xmlns:a16="http://schemas.microsoft.com/office/drawing/2014/main" id="{E47EADC9-1778-4D05-8746-9D55455B8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76A02A12-7104-40CB-BFDE-BD2BEA0FB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1388BF02-DD2D-4CEA-B9AA-DBEFF4CE9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EF72207B-4A6A-43A1-9EB6-E45FBD0B3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3" name="Group 43">
            <a:extLst>
              <a:ext uri="{FF2B5EF4-FFF2-40B4-BE49-F238E27FC236}">
                <a16:creationId xmlns:a16="http://schemas.microsoft.com/office/drawing/2014/main" id="{BC3C941B-87EF-442A-8728-FE6E31EADADF}"/>
              </a:ext>
            </a:extLst>
          </p:cNvPr>
          <p:cNvGrpSpPr>
            <a:grpSpLocks/>
          </p:cNvGrpSpPr>
          <p:nvPr/>
        </p:nvGrpSpPr>
        <p:grpSpPr bwMode="auto">
          <a:xfrm>
            <a:off x="4206240" y="3048000"/>
            <a:ext cx="1371600" cy="762000"/>
            <a:chOff x="2688" y="2064"/>
            <a:chExt cx="864" cy="480"/>
          </a:xfrm>
        </p:grpSpPr>
        <p:sp>
          <p:nvSpPr>
            <p:cNvPr id="44" name="Rectangle 44">
              <a:extLst>
                <a:ext uri="{FF2B5EF4-FFF2-40B4-BE49-F238E27FC236}">
                  <a16:creationId xmlns:a16="http://schemas.microsoft.com/office/drawing/2014/main" id="{6049B675-78BB-4E7E-B586-6C3E5AC7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5" name="Rectangle 45">
              <a:extLst>
                <a:ext uri="{FF2B5EF4-FFF2-40B4-BE49-F238E27FC236}">
                  <a16:creationId xmlns:a16="http://schemas.microsoft.com/office/drawing/2014/main" id="{5CF168C6-E0F4-41F6-BA29-C6564FFA1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077072C6-F42F-49EC-B9E6-C5D595B44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47" name="Rectangle 47">
              <a:extLst>
                <a:ext uri="{FF2B5EF4-FFF2-40B4-BE49-F238E27FC236}">
                  <a16:creationId xmlns:a16="http://schemas.microsoft.com/office/drawing/2014/main" id="{C66A8068-FAA8-4814-8967-75BFC5BD3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48" name="Rectangle 48">
              <a:extLst>
                <a:ext uri="{FF2B5EF4-FFF2-40B4-BE49-F238E27FC236}">
                  <a16:creationId xmlns:a16="http://schemas.microsoft.com/office/drawing/2014/main" id="{8B854D5D-53DB-4A8D-B0E9-8A9A8F84E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49" name="Rectangle 49">
              <a:extLst>
                <a:ext uri="{FF2B5EF4-FFF2-40B4-BE49-F238E27FC236}">
                  <a16:creationId xmlns:a16="http://schemas.microsoft.com/office/drawing/2014/main" id="{851E2247-714F-4C5B-991E-EC87399B3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50" name="Rectangle 50">
              <a:extLst>
                <a:ext uri="{FF2B5EF4-FFF2-40B4-BE49-F238E27FC236}">
                  <a16:creationId xmlns:a16="http://schemas.microsoft.com/office/drawing/2014/main" id="{C3D3193D-3BD9-4C30-AD7D-999903ECE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51" name="Rectangle 51">
              <a:extLst>
                <a:ext uri="{FF2B5EF4-FFF2-40B4-BE49-F238E27FC236}">
                  <a16:creationId xmlns:a16="http://schemas.microsoft.com/office/drawing/2014/main" id="{19C8575A-963E-42AF-8E45-44D5A9BFC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52" name="Rectangle 52">
              <a:extLst>
                <a:ext uri="{FF2B5EF4-FFF2-40B4-BE49-F238E27FC236}">
                  <a16:creationId xmlns:a16="http://schemas.microsoft.com/office/drawing/2014/main" id="{E7AA81C3-07F8-4C19-A97B-3DD9DC971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53" name="Rectangle 53">
              <a:extLst>
                <a:ext uri="{FF2B5EF4-FFF2-40B4-BE49-F238E27FC236}">
                  <a16:creationId xmlns:a16="http://schemas.microsoft.com/office/drawing/2014/main" id="{22813D1C-8576-4B1E-B2A0-CED5E0F75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54" name="Rectangle 54">
              <a:extLst>
                <a:ext uri="{FF2B5EF4-FFF2-40B4-BE49-F238E27FC236}">
                  <a16:creationId xmlns:a16="http://schemas.microsoft.com/office/drawing/2014/main" id="{DCC920AB-0B1A-4645-8581-51F15981B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55" name="Text Box 55">
            <a:extLst>
              <a:ext uri="{FF2B5EF4-FFF2-40B4-BE49-F238E27FC236}">
                <a16:creationId xmlns:a16="http://schemas.microsoft.com/office/drawing/2014/main" id="{06324DAD-D159-425C-A9CF-1FED4D056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0040" y="3810001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Arial" panose="020B0604020202020204" pitchFamily="34" charset="0"/>
              </a:rPr>
              <a:t>Central office</a:t>
            </a:r>
          </a:p>
        </p:txBody>
      </p:sp>
      <p:grpSp>
        <p:nvGrpSpPr>
          <p:cNvPr id="56" name="Group 56">
            <a:extLst>
              <a:ext uri="{FF2B5EF4-FFF2-40B4-BE49-F238E27FC236}">
                <a16:creationId xmlns:a16="http://schemas.microsoft.com/office/drawing/2014/main" id="{79428650-2F63-4DFC-BD76-94801163DE1B}"/>
              </a:ext>
            </a:extLst>
          </p:cNvPr>
          <p:cNvGrpSpPr>
            <a:grpSpLocks/>
          </p:cNvGrpSpPr>
          <p:nvPr/>
        </p:nvGrpSpPr>
        <p:grpSpPr bwMode="auto">
          <a:xfrm>
            <a:off x="6873240" y="4495800"/>
            <a:ext cx="533400" cy="533400"/>
            <a:chOff x="576" y="2400"/>
            <a:chExt cx="336" cy="336"/>
          </a:xfrm>
        </p:grpSpPr>
        <p:sp>
          <p:nvSpPr>
            <p:cNvPr id="57" name="AutoShape 57">
              <a:extLst>
                <a:ext uri="{FF2B5EF4-FFF2-40B4-BE49-F238E27FC236}">
                  <a16:creationId xmlns:a16="http://schemas.microsoft.com/office/drawing/2014/main" id="{FFC56478-F976-4871-8ECB-431DE7641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8" name="Rectangle 58">
              <a:extLst>
                <a:ext uri="{FF2B5EF4-FFF2-40B4-BE49-F238E27FC236}">
                  <a16:creationId xmlns:a16="http://schemas.microsoft.com/office/drawing/2014/main" id="{0971C50B-1964-4439-A306-D770FF65A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9" name="Rectangle 59">
              <a:extLst>
                <a:ext uri="{FF2B5EF4-FFF2-40B4-BE49-F238E27FC236}">
                  <a16:creationId xmlns:a16="http://schemas.microsoft.com/office/drawing/2014/main" id="{2FA2DD20-0E68-4F1C-B412-1977B5A86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0AC65C79-BFAF-427C-95FC-A53B4FE070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61" name="Group 61">
            <a:extLst>
              <a:ext uri="{FF2B5EF4-FFF2-40B4-BE49-F238E27FC236}">
                <a16:creationId xmlns:a16="http://schemas.microsoft.com/office/drawing/2014/main" id="{D9701F21-AFF3-45CA-9A61-2EFB2E572D4A}"/>
              </a:ext>
            </a:extLst>
          </p:cNvPr>
          <p:cNvGrpSpPr>
            <a:grpSpLocks/>
          </p:cNvGrpSpPr>
          <p:nvPr/>
        </p:nvGrpSpPr>
        <p:grpSpPr bwMode="auto">
          <a:xfrm>
            <a:off x="6111240" y="4495800"/>
            <a:ext cx="533400" cy="533400"/>
            <a:chOff x="576" y="2400"/>
            <a:chExt cx="336" cy="336"/>
          </a:xfrm>
        </p:grpSpPr>
        <p:sp>
          <p:nvSpPr>
            <p:cNvPr id="62" name="AutoShape 62">
              <a:extLst>
                <a:ext uri="{FF2B5EF4-FFF2-40B4-BE49-F238E27FC236}">
                  <a16:creationId xmlns:a16="http://schemas.microsoft.com/office/drawing/2014/main" id="{6CA8BE4E-94F9-4E35-A9B6-794FDBCCD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3" name="Rectangle 63">
              <a:extLst>
                <a:ext uri="{FF2B5EF4-FFF2-40B4-BE49-F238E27FC236}">
                  <a16:creationId xmlns:a16="http://schemas.microsoft.com/office/drawing/2014/main" id="{687DA6BC-99E5-4E65-AEB7-A18F7D45F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4" name="Rectangle 64">
              <a:extLst>
                <a:ext uri="{FF2B5EF4-FFF2-40B4-BE49-F238E27FC236}">
                  <a16:creationId xmlns:a16="http://schemas.microsoft.com/office/drawing/2014/main" id="{EC09FB6A-2AF5-4F97-8FBE-CC4460460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5" name="Rectangle 65">
              <a:extLst>
                <a:ext uri="{FF2B5EF4-FFF2-40B4-BE49-F238E27FC236}">
                  <a16:creationId xmlns:a16="http://schemas.microsoft.com/office/drawing/2014/main" id="{FDA00DC0-C32E-40D8-BD9F-9BDF6D23D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35164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Spanning Trees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5A4A96C-BE9F-41FF-8039-D958D29D9790}"/>
              </a:ext>
            </a:extLst>
          </p:cNvPr>
          <p:cNvGrpSpPr>
            <a:grpSpLocks/>
          </p:cNvGrpSpPr>
          <p:nvPr/>
        </p:nvGrpSpPr>
        <p:grpSpPr bwMode="auto">
          <a:xfrm>
            <a:off x="812800" y="3810000"/>
            <a:ext cx="533400" cy="533400"/>
            <a:chOff x="576" y="2400"/>
            <a:chExt cx="336" cy="336"/>
          </a:xfrm>
        </p:grpSpPr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32B7917D-3729-4DB2-ABAF-22D37D71C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B84F359D-94DA-4983-85B5-B4B974DAA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21BFDB06-097E-48EC-808B-84C202BF5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726642E2-A4E0-4CB5-97B8-CD44E912E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723FDAA-8260-40F3-BFE0-5D529D5228FF}"/>
              </a:ext>
            </a:extLst>
          </p:cNvPr>
          <p:cNvGrpSpPr>
            <a:grpSpLocks/>
          </p:cNvGrpSpPr>
          <p:nvPr/>
        </p:nvGrpSpPr>
        <p:grpSpPr bwMode="auto">
          <a:xfrm>
            <a:off x="4699000" y="4572000"/>
            <a:ext cx="533400" cy="533400"/>
            <a:chOff x="576" y="2400"/>
            <a:chExt cx="336" cy="336"/>
          </a:xfrm>
        </p:grpSpPr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87DD9972-3F4F-4C21-99F4-C54647300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048F4892-9446-4012-B8FE-F6ED655BC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AA8D6605-204B-4DE8-8FB3-385F997E7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68385811-BF20-4053-B61A-66AE47AA1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FA00A02-0B72-44A5-8E70-1E66C4C40E57}"/>
              </a:ext>
            </a:extLst>
          </p:cNvPr>
          <p:cNvGrpSpPr>
            <a:grpSpLocks/>
          </p:cNvGrpSpPr>
          <p:nvPr/>
        </p:nvGrpSpPr>
        <p:grpSpPr bwMode="auto">
          <a:xfrm>
            <a:off x="3251200" y="2133600"/>
            <a:ext cx="533400" cy="533400"/>
            <a:chOff x="576" y="2400"/>
            <a:chExt cx="336" cy="336"/>
          </a:xfrm>
        </p:grpSpPr>
        <p:sp>
          <p:nvSpPr>
            <p:cNvPr id="14" name="AutoShape 14">
              <a:extLst>
                <a:ext uri="{FF2B5EF4-FFF2-40B4-BE49-F238E27FC236}">
                  <a16:creationId xmlns:a16="http://schemas.microsoft.com/office/drawing/2014/main" id="{9FA10C00-2A0D-4089-BF43-4CC5F8F46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9685943A-C075-4BA3-9364-19065EEDE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ADC68683-3C7A-4A04-AA65-0505C1172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50E929BC-D1CF-4ABB-AAD0-232D95FB6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F29D7D17-489C-4AD7-ABCF-659553546B08}"/>
              </a:ext>
            </a:extLst>
          </p:cNvPr>
          <p:cNvGrpSpPr>
            <a:grpSpLocks/>
          </p:cNvGrpSpPr>
          <p:nvPr/>
        </p:nvGrpSpPr>
        <p:grpSpPr bwMode="auto">
          <a:xfrm>
            <a:off x="5918200" y="1905000"/>
            <a:ext cx="533400" cy="533400"/>
            <a:chOff x="576" y="2400"/>
            <a:chExt cx="336" cy="336"/>
          </a:xfrm>
        </p:grpSpPr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E3E38701-B323-4E3E-8AF5-22D2B657F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4D1A6AA6-701A-463F-9129-3E533C33D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E6A132E0-410E-4F65-9A23-FC0FDC056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F595F3DE-7D3F-4F89-A04B-319670651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83812A10-D307-469E-9E52-F556D90A2EF5}"/>
              </a:ext>
            </a:extLst>
          </p:cNvPr>
          <p:cNvGrpSpPr>
            <a:grpSpLocks/>
          </p:cNvGrpSpPr>
          <p:nvPr/>
        </p:nvGrpSpPr>
        <p:grpSpPr bwMode="auto">
          <a:xfrm>
            <a:off x="2260600" y="2971800"/>
            <a:ext cx="533400" cy="533400"/>
            <a:chOff x="576" y="2400"/>
            <a:chExt cx="336" cy="336"/>
          </a:xfrm>
        </p:grpSpPr>
        <p:sp>
          <p:nvSpPr>
            <p:cNvPr id="24" name="AutoShape 24">
              <a:extLst>
                <a:ext uri="{FF2B5EF4-FFF2-40B4-BE49-F238E27FC236}">
                  <a16:creationId xmlns:a16="http://schemas.microsoft.com/office/drawing/2014/main" id="{4355A76D-CA8C-4A0D-8317-0E8A8C8FF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B1CB6300-4363-4C9E-BBC4-0DE512E91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72F62A7B-A07B-47C0-8234-3D0B7F8E4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A749E6FF-5F98-4937-B1BE-7E07AA7FA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0BB70860-067A-4709-8897-05E13E26E914}"/>
              </a:ext>
            </a:extLst>
          </p:cNvPr>
          <p:cNvGrpSpPr>
            <a:grpSpLocks/>
          </p:cNvGrpSpPr>
          <p:nvPr/>
        </p:nvGrpSpPr>
        <p:grpSpPr bwMode="auto">
          <a:xfrm>
            <a:off x="1041400" y="2209800"/>
            <a:ext cx="533400" cy="533400"/>
            <a:chOff x="576" y="2400"/>
            <a:chExt cx="336" cy="336"/>
          </a:xfrm>
        </p:grpSpPr>
        <p:sp>
          <p:nvSpPr>
            <p:cNvPr id="29" name="AutoShape 29">
              <a:extLst>
                <a:ext uri="{FF2B5EF4-FFF2-40B4-BE49-F238E27FC236}">
                  <a16:creationId xmlns:a16="http://schemas.microsoft.com/office/drawing/2014/main" id="{0D057062-ABFF-4C75-B7E1-B661D91BD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AB73EEEA-E7EF-4789-AC05-BEA7FE3F8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" name="Rectangle 31">
              <a:extLst>
                <a:ext uri="{FF2B5EF4-FFF2-40B4-BE49-F238E27FC236}">
                  <a16:creationId xmlns:a16="http://schemas.microsoft.com/office/drawing/2014/main" id="{45DE888B-F9F2-4A50-984A-5F00F20EB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" name="Rectangle 32">
              <a:extLst>
                <a:ext uri="{FF2B5EF4-FFF2-40B4-BE49-F238E27FC236}">
                  <a16:creationId xmlns:a16="http://schemas.microsoft.com/office/drawing/2014/main" id="{0A9FBC97-9B12-47F5-9454-AF75080FB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5D8C303C-9E43-4201-8CAB-8343CAC49901}"/>
              </a:ext>
            </a:extLst>
          </p:cNvPr>
          <p:cNvGrpSpPr>
            <a:grpSpLocks/>
          </p:cNvGrpSpPr>
          <p:nvPr/>
        </p:nvGrpSpPr>
        <p:grpSpPr bwMode="auto">
          <a:xfrm>
            <a:off x="1727200" y="1524000"/>
            <a:ext cx="533400" cy="533400"/>
            <a:chOff x="576" y="2400"/>
            <a:chExt cx="336" cy="336"/>
          </a:xfrm>
        </p:grpSpPr>
        <p:sp>
          <p:nvSpPr>
            <p:cNvPr id="34" name="AutoShape 34">
              <a:extLst>
                <a:ext uri="{FF2B5EF4-FFF2-40B4-BE49-F238E27FC236}">
                  <a16:creationId xmlns:a16="http://schemas.microsoft.com/office/drawing/2014/main" id="{8076952E-F985-4F3E-8778-176ED3E81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1AE920CE-6C82-44E8-82B9-19BAF9B49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EC601A87-7095-4A49-ADD6-C09A2FDDB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" name="Rectangle 37">
              <a:extLst>
                <a:ext uri="{FF2B5EF4-FFF2-40B4-BE49-F238E27FC236}">
                  <a16:creationId xmlns:a16="http://schemas.microsoft.com/office/drawing/2014/main" id="{D287775D-8F6D-45B6-A27C-176D23B0C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65490129-2656-43EF-9C83-E827D71CBC12}"/>
              </a:ext>
            </a:extLst>
          </p:cNvPr>
          <p:cNvGrpSpPr>
            <a:grpSpLocks/>
          </p:cNvGrpSpPr>
          <p:nvPr/>
        </p:nvGrpSpPr>
        <p:grpSpPr bwMode="auto">
          <a:xfrm>
            <a:off x="1879600" y="3962400"/>
            <a:ext cx="533400" cy="533400"/>
            <a:chOff x="576" y="2400"/>
            <a:chExt cx="336" cy="336"/>
          </a:xfrm>
        </p:grpSpPr>
        <p:sp>
          <p:nvSpPr>
            <p:cNvPr id="39" name="AutoShape 39">
              <a:extLst>
                <a:ext uri="{FF2B5EF4-FFF2-40B4-BE49-F238E27FC236}">
                  <a16:creationId xmlns:a16="http://schemas.microsoft.com/office/drawing/2014/main" id="{2ABD9F4E-AFA8-4822-8B29-60E4C2C83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99C72A47-BBAC-411C-94B2-6CC5BE70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FF6D7D0B-ADB7-4571-AC02-384A4F8AC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D4BBA764-132F-4D28-98A5-37520EA70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3" name="Text Box 43">
            <a:extLst>
              <a:ext uri="{FF2B5EF4-FFF2-40B4-BE49-F238E27FC236}">
                <a16:creationId xmlns:a16="http://schemas.microsoft.com/office/drawing/2014/main" id="{EA17C039-9E64-4110-B927-03B2368F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9400" y="3810001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Arial" panose="020B0604020202020204" pitchFamily="34" charset="0"/>
              </a:rPr>
              <a:t>Central office</a:t>
            </a:r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50192466-AE5C-4DD2-A6EC-4380B48162F9}"/>
              </a:ext>
            </a:extLst>
          </p:cNvPr>
          <p:cNvGrpSpPr>
            <a:grpSpLocks/>
          </p:cNvGrpSpPr>
          <p:nvPr/>
        </p:nvGrpSpPr>
        <p:grpSpPr bwMode="auto">
          <a:xfrm>
            <a:off x="6832600" y="4495800"/>
            <a:ext cx="533400" cy="533400"/>
            <a:chOff x="576" y="2400"/>
            <a:chExt cx="336" cy="336"/>
          </a:xfrm>
        </p:grpSpPr>
        <p:sp>
          <p:nvSpPr>
            <p:cNvPr id="45" name="AutoShape 45">
              <a:extLst>
                <a:ext uri="{FF2B5EF4-FFF2-40B4-BE49-F238E27FC236}">
                  <a16:creationId xmlns:a16="http://schemas.microsoft.com/office/drawing/2014/main" id="{444C4087-3381-4DF1-9F30-0AF7091E3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E7B8E03C-9CF4-427F-BC61-3D823242D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7" name="Rectangle 47">
              <a:extLst>
                <a:ext uri="{FF2B5EF4-FFF2-40B4-BE49-F238E27FC236}">
                  <a16:creationId xmlns:a16="http://schemas.microsoft.com/office/drawing/2014/main" id="{0EFDF1A5-26B1-428D-AFC7-D33DA57D3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8" name="Rectangle 48">
              <a:extLst>
                <a:ext uri="{FF2B5EF4-FFF2-40B4-BE49-F238E27FC236}">
                  <a16:creationId xmlns:a16="http://schemas.microsoft.com/office/drawing/2014/main" id="{A12AFB5B-2307-4182-B7F4-22B6C79D8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9" name="Group 49">
            <a:extLst>
              <a:ext uri="{FF2B5EF4-FFF2-40B4-BE49-F238E27FC236}">
                <a16:creationId xmlns:a16="http://schemas.microsoft.com/office/drawing/2014/main" id="{FBDF27E1-0B32-4AB7-A596-9A3A5623D80B}"/>
              </a:ext>
            </a:extLst>
          </p:cNvPr>
          <p:cNvGrpSpPr>
            <a:grpSpLocks/>
          </p:cNvGrpSpPr>
          <p:nvPr/>
        </p:nvGrpSpPr>
        <p:grpSpPr bwMode="auto">
          <a:xfrm>
            <a:off x="6070600" y="4495800"/>
            <a:ext cx="533400" cy="533400"/>
            <a:chOff x="576" y="2400"/>
            <a:chExt cx="336" cy="336"/>
          </a:xfrm>
        </p:grpSpPr>
        <p:sp>
          <p:nvSpPr>
            <p:cNvPr id="50" name="AutoShape 50">
              <a:extLst>
                <a:ext uri="{FF2B5EF4-FFF2-40B4-BE49-F238E27FC236}">
                  <a16:creationId xmlns:a16="http://schemas.microsoft.com/office/drawing/2014/main" id="{D4A6CC9D-C03E-45A5-872F-6E44A19FA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" name="Rectangle 51">
              <a:extLst>
                <a:ext uri="{FF2B5EF4-FFF2-40B4-BE49-F238E27FC236}">
                  <a16:creationId xmlns:a16="http://schemas.microsoft.com/office/drawing/2014/main" id="{B44F9650-3968-4348-AD5F-CF2E4562C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" name="Rectangle 52">
              <a:extLst>
                <a:ext uri="{FF2B5EF4-FFF2-40B4-BE49-F238E27FC236}">
                  <a16:creationId xmlns:a16="http://schemas.microsoft.com/office/drawing/2014/main" id="{30A25067-B32D-4DE3-819B-9B3C960AE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" name="Rectangle 53">
              <a:extLst>
                <a:ext uri="{FF2B5EF4-FFF2-40B4-BE49-F238E27FC236}">
                  <a16:creationId xmlns:a16="http://schemas.microsoft.com/office/drawing/2014/main" id="{9A1671CE-21F0-4487-A6B4-71B64CFD4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54" name="AutoShape 54">
            <a:extLst>
              <a:ext uri="{FF2B5EF4-FFF2-40B4-BE49-F238E27FC236}">
                <a16:creationId xmlns:a16="http://schemas.microsoft.com/office/drawing/2014/main" id="{135B5893-56CF-4EFA-93CB-C00356DC2B2E}"/>
              </a:ext>
            </a:extLst>
          </p:cNvPr>
          <p:cNvCxnSpPr>
            <a:cxnSpLocks noChangeShapeType="1"/>
            <a:stCxn id="72" idx="0"/>
            <a:endCxn id="15" idx="2"/>
          </p:cNvCxnSpPr>
          <p:nvPr/>
        </p:nvCxnSpPr>
        <p:spPr bwMode="auto">
          <a:xfrm flipH="1" flipV="1">
            <a:off x="3517900" y="2667000"/>
            <a:ext cx="133350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AutoShape 55">
            <a:extLst>
              <a:ext uri="{FF2B5EF4-FFF2-40B4-BE49-F238E27FC236}">
                <a16:creationId xmlns:a16="http://schemas.microsoft.com/office/drawing/2014/main" id="{F33F4895-9E19-4C41-81DB-C518F4C3409C}"/>
              </a:ext>
            </a:extLst>
          </p:cNvPr>
          <p:cNvCxnSpPr>
            <a:cxnSpLocks noChangeShapeType="1"/>
            <a:stCxn id="72" idx="0"/>
            <a:endCxn id="25" idx="3"/>
          </p:cNvCxnSpPr>
          <p:nvPr/>
        </p:nvCxnSpPr>
        <p:spPr bwMode="auto">
          <a:xfrm flipH="1" flipV="1">
            <a:off x="2720976" y="3390900"/>
            <a:ext cx="2130425" cy="114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AutoShape 56">
            <a:extLst>
              <a:ext uri="{FF2B5EF4-FFF2-40B4-BE49-F238E27FC236}">
                <a16:creationId xmlns:a16="http://schemas.microsoft.com/office/drawing/2014/main" id="{8B3EBD35-A040-4C00-830F-96CEC7FEEC7A}"/>
              </a:ext>
            </a:extLst>
          </p:cNvPr>
          <p:cNvCxnSpPr>
            <a:cxnSpLocks noChangeShapeType="1"/>
            <a:stCxn id="72" idx="0"/>
            <a:endCxn id="40" idx="3"/>
          </p:cNvCxnSpPr>
          <p:nvPr/>
        </p:nvCxnSpPr>
        <p:spPr bwMode="auto">
          <a:xfrm flipH="1">
            <a:off x="2339976" y="3505200"/>
            <a:ext cx="251142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AutoShape 57">
            <a:extLst>
              <a:ext uri="{FF2B5EF4-FFF2-40B4-BE49-F238E27FC236}">
                <a16:creationId xmlns:a16="http://schemas.microsoft.com/office/drawing/2014/main" id="{59D55E9F-8EC7-4AD3-94D0-408A82C7C06D}"/>
              </a:ext>
            </a:extLst>
          </p:cNvPr>
          <p:cNvCxnSpPr>
            <a:cxnSpLocks noChangeShapeType="1"/>
            <a:stCxn id="72" idx="0"/>
            <a:endCxn id="4" idx="5"/>
          </p:cNvCxnSpPr>
          <p:nvPr/>
        </p:nvCxnSpPr>
        <p:spPr bwMode="auto">
          <a:xfrm flipH="1">
            <a:off x="1212850" y="3505200"/>
            <a:ext cx="36385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AutoShape 58">
            <a:extLst>
              <a:ext uri="{FF2B5EF4-FFF2-40B4-BE49-F238E27FC236}">
                <a16:creationId xmlns:a16="http://schemas.microsoft.com/office/drawing/2014/main" id="{2D3D7684-9A13-4160-BBD0-C51AE8AEC22A}"/>
              </a:ext>
            </a:extLst>
          </p:cNvPr>
          <p:cNvCxnSpPr>
            <a:cxnSpLocks noChangeShapeType="1"/>
            <a:stCxn id="30" idx="3"/>
            <a:endCxn id="72" idx="0"/>
          </p:cNvCxnSpPr>
          <p:nvPr/>
        </p:nvCxnSpPr>
        <p:spPr bwMode="auto">
          <a:xfrm>
            <a:off x="1501776" y="2628900"/>
            <a:ext cx="334962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AutoShape 59">
            <a:extLst>
              <a:ext uri="{FF2B5EF4-FFF2-40B4-BE49-F238E27FC236}">
                <a16:creationId xmlns:a16="http://schemas.microsoft.com/office/drawing/2014/main" id="{F0F04908-5793-4025-95B9-AF8D574BC7A5}"/>
              </a:ext>
            </a:extLst>
          </p:cNvPr>
          <p:cNvCxnSpPr>
            <a:cxnSpLocks noChangeShapeType="1"/>
            <a:stCxn id="72" idx="0"/>
            <a:endCxn id="35" idx="2"/>
          </p:cNvCxnSpPr>
          <p:nvPr/>
        </p:nvCxnSpPr>
        <p:spPr bwMode="auto">
          <a:xfrm flipH="1" flipV="1">
            <a:off x="1993900" y="2057400"/>
            <a:ext cx="2857500" cy="1447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AutoShape 60">
            <a:extLst>
              <a:ext uri="{FF2B5EF4-FFF2-40B4-BE49-F238E27FC236}">
                <a16:creationId xmlns:a16="http://schemas.microsoft.com/office/drawing/2014/main" id="{36EFD963-674F-4226-8CEE-E9864FC00737}"/>
              </a:ext>
            </a:extLst>
          </p:cNvPr>
          <p:cNvCxnSpPr>
            <a:cxnSpLocks noChangeShapeType="1"/>
            <a:stCxn id="72" idx="0"/>
            <a:endCxn id="9" idx="0"/>
          </p:cNvCxnSpPr>
          <p:nvPr/>
        </p:nvCxnSpPr>
        <p:spPr bwMode="auto">
          <a:xfrm>
            <a:off x="4851400" y="3505200"/>
            <a:ext cx="1143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AutoShape 61">
            <a:extLst>
              <a:ext uri="{FF2B5EF4-FFF2-40B4-BE49-F238E27FC236}">
                <a16:creationId xmlns:a16="http://schemas.microsoft.com/office/drawing/2014/main" id="{64F99BCA-510A-4AC4-93FA-8474454ED0A0}"/>
              </a:ext>
            </a:extLst>
          </p:cNvPr>
          <p:cNvCxnSpPr>
            <a:cxnSpLocks noChangeShapeType="1"/>
            <a:stCxn id="72" idx="0"/>
            <a:endCxn id="50" idx="1"/>
          </p:cNvCxnSpPr>
          <p:nvPr/>
        </p:nvCxnSpPr>
        <p:spPr bwMode="auto">
          <a:xfrm>
            <a:off x="4851400" y="3505200"/>
            <a:ext cx="1352550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AutoShape 62">
            <a:extLst>
              <a:ext uri="{FF2B5EF4-FFF2-40B4-BE49-F238E27FC236}">
                <a16:creationId xmlns:a16="http://schemas.microsoft.com/office/drawing/2014/main" id="{68CF1200-DA1D-4C3B-9A8B-71ED8B83D249}"/>
              </a:ext>
            </a:extLst>
          </p:cNvPr>
          <p:cNvCxnSpPr>
            <a:cxnSpLocks noChangeShapeType="1"/>
            <a:stCxn id="72" idx="0"/>
            <a:endCxn id="45" idx="1"/>
          </p:cNvCxnSpPr>
          <p:nvPr/>
        </p:nvCxnSpPr>
        <p:spPr bwMode="auto">
          <a:xfrm>
            <a:off x="4851400" y="3505200"/>
            <a:ext cx="2114550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AutoShape 63">
            <a:extLst>
              <a:ext uri="{FF2B5EF4-FFF2-40B4-BE49-F238E27FC236}">
                <a16:creationId xmlns:a16="http://schemas.microsoft.com/office/drawing/2014/main" id="{77C101B8-BE2B-4C2B-B6CC-0EE00B2B682B}"/>
              </a:ext>
            </a:extLst>
          </p:cNvPr>
          <p:cNvCxnSpPr>
            <a:cxnSpLocks noChangeShapeType="1"/>
            <a:stCxn id="72" idx="0"/>
            <a:endCxn id="20" idx="1"/>
          </p:cNvCxnSpPr>
          <p:nvPr/>
        </p:nvCxnSpPr>
        <p:spPr bwMode="auto">
          <a:xfrm flipV="1">
            <a:off x="4851401" y="2324100"/>
            <a:ext cx="1139825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4" name="Group 64">
            <a:extLst>
              <a:ext uri="{FF2B5EF4-FFF2-40B4-BE49-F238E27FC236}">
                <a16:creationId xmlns:a16="http://schemas.microsoft.com/office/drawing/2014/main" id="{A306FE2D-EF4B-4831-9005-001544FE0F4C}"/>
              </a:ext>
            </a:extLst>
          </p:cNvPr>
          <p:cNvGrpSpPr>
            <a:grpSpLocks/>
          </p:cNvGrpSpPr>
          <p:nvPr/>
        </p:nvGrpSpPr>
        <p:grpSpPr bwMode="auto">
          <a:xfrm>
            <a:off x="4165600" y="3048000"/>
            <a:ext cx="1371600" cy="762000"/>
            <a:chOff x="2688" y="2064"/>
            <a:chExt cx="864" cy="480"/>
          </a:xfrm>
        </p:grpSpPr>
        <p:sp>
          <p:nvSpPr>
            <p:cNvPr id="65" name="Rectangle 65">
              <a:extLst>
                <a:ext uri="{FF2B5EF4-FFF2-40B4-BE49-F238E27FC236}">
                  <a16:creationId xmlns:a16="http://schemas.microsoft.com/office/drawing/2014/main" id="{1FE708A0-E7E3-4C6C-B72B-C6FCBFAD5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6" name="Rectangle 66">
              <a:extLst>
                <a:ext uri="{FF2B5EF4-FFF2-40B4-BE49-F238E27FC236}">
                  <a16:creationId xmlns:a16="http://schemas.microsoft.com/office/drawing/2014/main" id="{A34EE269-C3B3-4B8D-89F9-2E284AC27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67" name="Rectangle 67">
              <a:extLst>
                <a:ext uri="{FF2B5EF4-FFF2-40B4-BE49-F238E27FC236}">
                  <a16:creationId xmlns:a16="http://schemas.microsoft.com/office/drawing/2014/main" id="{32034ABC-E24E-40DE-9E80-8EC8496BF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68" name="Rectangle 68">
              <a:extLst>
                <a:ext uri="{FF2B5EF4-FFF2-40B4-BE49-F238E27FC236}">
                  <a16:creationId xmlns:a16="http://schemas.microsoft.com/office/drawing/2014/main" id="{EAE77A40-1B6D-4692-9469-BDA1E8807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69" name="Rectangle 69">
              <a:extLst>
                <a:ext uri="{FF2B5EF4-FFF2-40B4-BE49-F238E27FC236}">
                  <a16:creationId xmlns:a16="http://schemas.microsoft.com/office/drawing/2014/main" id="{B5E841EF-EE36-479C-9577-E5932AF71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0" name="Rectangle 70">
              <a:extLst>
                <a:ext uri="{FF2B5EF4-FFF2-40B4-BE49-F238E27FC236}">
                  <a16:creationId xmlns:a16="http://schemas.microsoft.com/office/drawing/2014/main" id="{8B898B13-C543-48C0-A284-0D355D0DE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03AAE3BD-4FF9-4226-8C3C-73111F984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EB40F044-E9C3-4D01-89E0-423F07902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F9B30D88-D30F-4A8B-9799-8A3FDAEEA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68B87168-8A95-4EE8-9A95-AF73D1854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251912A5-62AB-4F50-B668-56EF9B9BB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76" name="Text Box 76">
            <a:extLst>
              <a:ext uri="{FF2B5EF4-FFF2-40B4-BE49-F238E27FC236}">
                <a16:creationId xmlns:a16="http://schemas.microsoft.com/office/drawing/2014/main" id="{1C745F66-EAE1-4CA0-9D79-1133E2D6F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75" y="54102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7013" indent="-227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1038" indent="-2238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latin typeface="Arial" panose="020B0604020202020204" pitchFamily="34" charset="0"/>
              </a:rPr>
              <a:t>Expensive!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27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Spanning Trees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53C0C7B-D4A0-49BF-BFD3-BF837A7B3C09}"/>
              </a:ext>
            </a:extLst>
          </p:cNvPr>
          <p:cNvGrpSpPr>
            <a:grpSpLocks/>
          </p:cNvGrpSpPr>
          <p:nvPr/>
        </p:nvGrpSpPr>
        <p:grpSpPr bwMode="auto">
          <a:xfrm>
            <a:off x="995680" y="3810000"/>
            <a:ext cx="533400" cy="533400"/>
            <a:chOff x="576" y="2400"/>
            <a:chExt cx="336" cy="336"/>
          </a:xfrm>
        </p:grpSpPr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C6FC81FA-8622-4258-9DEB-32571659E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B8737F1E-32AD-4A48-B64E-24BAEDD6E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557B02F4-D9EB-4C16-B7A1-8CA215A12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41A0898A-E290-4A90-906D-394966D20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4EAF6-5892-4261-A405-1DF101252B92}"/>
              </a:ext>
            </a:extLst>
          </p:cNvPr>
          <p:cNvGrpSpPr>
            <a:grpSpLocks/>
          </p:cNvGrpSpPr>
          <p:nvPr/>
        </p:nvGrpSpPr>
        <p:grpSpPr bwMode="auto">
          <a:xfrm>
            <a:off x="4881880" y="4572000"/>
            <a:ext cx="533400" cy="533400"/>
            <a:chOff x="576" y="2400"/>
            <a:chExt cx="336" cy="336"/>
          </a:xfrm>
        </p:grpSpPr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18460F16-2051-49FA-9ED7-B4FE7505D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ADB16F24-16C4-4862-86CE-B7D8483DC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A9713503-796C-418B-A384-5D53ED996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049CE72A-E772-49DA-9AF4-111A97912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0E2A13E-04C5-4B66-AFFB-A22267A01392}"/>
              </a:ext>
            </a:extLst>
          </p:cNvPr>
          <p:cNvGrpSpPr>
            <a:grpSpLocks/>
          </p:cNvGrpSpPr>
          <p:nvPr/>
        </p:nvGrpSpPr>
        <p:grpSpPr bwMode="auto">
          <a:xfrm>
            <a:off x="3434080" y="2133600"/>
            <a:ext cx="533400" cy="533400"/>
            <a:chOff x="576" y="2400"/>
            <a:chExt cx="336" cy="336"/>
          </a:xfrm>
        </p:grpSpPr>
        <p:sp>
          <p:nvSpPr>
            <p:cNvPr id="14" name="AutoShape 14">
              <a:extLst>
                <a:ext uri="{FF2B5EF4-FFF2-40B4-BE49-F238E27FC236}">
                  <a16:creationId xmlns:a16="http://schemas.microsoft.com/office/drawing/2014/main" id="{F8ABC476-1B5D-45E2-B86B-5F11D395F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5166227F-ADBE-49A8-81FB-4F7899E0F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9C6868E9-E433-4EE6-BE94-43A7E71BB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133C971D-F446-49F7-B72E-7EF07906F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C90541FC-C6C9-44F2-B5BA-86C3951ABCB8}"/>
              </a:ext>
            </a:extLst>
          </p:cNvPr>
          <p:cNvGrpSpPr>
            <a:grpSpLocks/>
          </p:cNvGrpSpPr>
          <p:nvPr/>
        </p:nvGrpSpPr>
        <p:grpSpPr bwMode="auto">
          <a:xfrm>
            <a:off x="6101080" y="1905000"/>
            <a:ext cx="533400" cy="533400"/>
            <a:chOff x="576" y="2400"/>
            <a:chExt cx="336" cy="336"/>
          </a:xfrm>
        </p:grpSpPr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F1C0F90D-9A41-4A73-B237-1B29ABCE3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5FC1E7E5-C637-402A-A2CD-B09239480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215EAF49-C2D9-4CAC-A668-620BC076E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CA26BBAE-3ABC-488C-BDCF-F9AA195DC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A58D61EF-2527-4D89-95F1-8810E56F6E44}"/>
              </a:ext>
            </a:extLst>
          </p:cNvPr>
          <p:cNvGrpSpPr>
            <a:grpSpLocks/>
          </p:cNvGrpSpPr>
          <p:nvPr/>
        </p:nvGrpSpPr>
        <p:grpSpPr bwMode="auto">
          <a:xfrm>
            <a:off x="2443480" y="2971800"/>
            <a:ext cx="533400" cy="533400"/>
            <a:chOff x="576" y="2400"/>
            <a:chExt cx="336" cy="336"/>
          </a:xfrm>
        </p:grpSpPr>
        <p:sp>
          <p:nvSpPr>
            <p:cNvPr id="24" name="AutoShape 24">
              <a:extLst>
                <a:ext uri="{FF2B5EF4-FFF2-40B4-BE49-F238E27FC236}">
                  <a16:creationId xmlns:a16="http://schemas.microsoft.com/office/drawing/2014/main" id="{855BAD8D-56EC-49AF-98C4-A8D101819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A3A3CDF9-E311-494B-8577-F87F6B77D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59448C03-8ED9-4C5F-877D-3324908AF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7B0995C8-581F-41E0-B7C8-704CFB083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C63D8F9-2233-496B-9B1D-2FA53ED7B177}"/>
              </a:ext>
            </a:extLst>
          </p:cNvPr>
          <p:cNvGrpSpPr>
            <a:grpSpLocks/>
          </p:cNvGrpSpPr>
          <p:nvPr/>
        </p:nvGrpSpPr>
        <p:grpSpPr bwMode="auto">
          <a:xfrm>
            <a:off x="1224280" y="2209800"/>
            <a:ext cx="533400" cy="533400"/>
            <a:chOff x="576" y="2400"/>
            <a:chExt cx="336" cy="336"/>
          </a:xfrm>
        </p:grpSpPr>
        <p:sp>
          <p:nvSpPr>
            <p:cNvPr id="29" name="AutoShape 29">
              <a:extLst>
                <a:ext uri="{FF2B5EF4-FFF2-40B4-BE49-F238E27FC236}">
                  <a16:creationId xmlns:a16="http://schemas.microsoft.com/office/drawing/2014/main" id="{F9CDE6FC-5DF1-4A77-B8A1-2C511787C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6486591E-8F1D-490B-B97B-3FC4F0DA7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" name="Rectangle 31">
              <a:extLst>
                <a:ext uri="{FF2B5EF4-FFF2-40B4-BE49-F238E27FC236}">
                  <a16:creationId xmlns:a16="http://schemas.microsoft.com/office/drawing/2014/main" id="{134AEAEB-C29A-44CC-B82C-A67EAC434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" name="Rectangle 32">
              <a:extLst>
                <a:ext uri="{FF2B5EF4-FFF2-40B4-BE49-F238E27FC236}">
                  <a16:creationId xmlns:a16="http://schemas.microsoft.com/office/drawing/2014/main" id="{BF25A1A8-3546-407A-882D-577457F43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54147560-7A8D-479C-843C-C8C3F846C3C3}"/>
              </a:ext>
            </a:extLst>
          </p:cNvPr>
          <p:cNvGrpSpPr>
            <a:grpSpLocks/>
          </p:cNvGrpSpPr>
          <p:nvPr/>
        </p:nvGrpSpPr>
        <p:grpSpPr bwMode="auto">
          <a:xfrm>
            <a:off x="1910080" y="1524000"/>
            <a:ext cx="533400" cy="533400"/>
            <a:chOff x="576" y="2400"/>
            <a:chExt cx="336" cy="336"/>
          </a:xfrm>
        </p:grpSpPr>
        <p:sp>
          <p:nvSpPr>
            <p:cNvPr id="34" name="AutoShape 34">
              <a:extLst>
                <a:ext uri="{FF2B5EF4-FFF2-40B4-BE49-F238E27FC236}">
                  <a16:creationId xmlns:a16="http://schemas.microsoft.com/office/drawing/2014/main" id="{47B394C6-79D8-4261-B703-7B5FD43B1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B33D24EA-495A-4523-BD2E-E88D8D96A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67878C79-A876-4DC5-B75D-0CE79FF77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" name="Rectangle 37">
              <a:extLst>
                <a:ext uri="{FF2B5EF4-FFF2-40B4-BE49-F238E27FC236}">
                  <a16:creationId xmlns:a16="http://schemas.microsoft.com/office/drawing/2014/main" id="{DBE39C5A-C486-4E4B-864F-CD79A2C0D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AFB472C3-EFA9-4A4F-BAB8-940F6915E213}"/>
              </a:ext>
            </a:extLst>
          </p:cNvPr>
          <p:cNvGrpSpPr>
            <a:grpSpLocks/>
          </p:cNvGrpSpPr>
          <p:nvPr/>
        </p:nvGrpSpPr>
        <p:grpSpPr bwMode="auto">
          <a:xfrm>
            <a:off x="2062480" y="3962400"/>
            <a:ext cx="533400" cy="533400"/>
            <a:chOff x="576" y="2400"/>
            <a:chExt cx="336" cy="336"/>
          </a:xfrm>
        </p:grpSpPr>
        <p:sp>
          <p:nvSpPr>
            <p:cNvPr id="39" name="AutoShape 39">
              <a:extLst>
                <a:ext uri="{FF2B5EF4-FFF2-40B4-BE49-F238E27FC236}">
                  <a16:creationId xmlns:a16="http://schemas.microsoft.com/office/drawing/2014/main" id="{A407882A-EA2A-433F-8B10-CE581E67B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12FB1D60-E1FE-4470-9C96-276994D75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80772D23-0305-4553-A07B-9BBD80955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7098F56E-3461-4B07-BAE7-BA0E2A3F1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3" name="Text Box 43">
            <a:extLst>
              <a:ext uri="{FF2B5EF4-FFF2-40B4-BE49-F238E27FC236}">
                <a16:creationId xmlns:a16="http://schemas.microsoft.com/office/drawing/2014/main" id="{FC2C00AD-6D05-4EF2-8FF9-C2373FC49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280" y="3810001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Arial" panose="020B0604020202020204" pitchFamily="34" charset="0"/>
              </a:rPr>
              <a:t>Central office</a:t>
            </a:r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3543FF62-2895-4143-9FA7-1069CAF554E6}"/>
              </a:ext>
            </a:extLst>
          </p:cNvPr>
          <p:cNvGrpSpPr>
            <a:grpSpLocks/>
          </p:cNvGrpSpPr>
          <p:nvPr/>
        </p:nvGrpSpPr>
        <p:grpSpPr bwMode="auto">
          <a:xfrm>
            <a:off x="7015480" y="4495800"/>
            <a:ext cx="533400" cy="533400"/>
            <a:chOff x="576" y="2400"/>
            <a:chExt cx="336" cy="336"/>
          </a:xfrm>
        </p:grpSpPr>
        <p:sp>
          <p:nvSpPr>
            <p:cNvPr id="45" name="AutoShape 45">
              <a:extLst>
                <a:ext uri="{FF2B5EF4-FFF2-40B4-BE49-F238E27FC236}">
                  <a16:creationId xmlns:a16="http://schemas.microsoft.com/office/drawing/2014/main" id="{54915102-F90B-419D-802A-7EBF7E0AA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1CB82D62-1D51-46E4-A8A6-2A2CA4B23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7" name="Rectangle 47">
              <a:extLst>
                <a:ext uri="{FF2B5EF4-FFF2-40B4-BE49-F238E27FC236}">
                  <a16:creationId xmlns:a16="http://schemas.microsoft.com/office/drawing/2014/main" id="{1DF7DAD3-3F7A-4939-9BA1-37899697B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8" name="Rectangle 48">
              <a:extLst>
                <a:ext uri="{FF2B5EF4-FFF2-40B4-BE49-F238E27FC236}">
                  <a16:creationId xmlns:a16="http://schemas.microsoft.com/office/drawing/2014/main" id="{C1B5DE2E-E4A9-4BF8-A1D7-7D0112E89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49" name="Group 49">
            <a:extLst>
              <a:ext uri="{FF2B5EF4-FFF2-40B4-BE49-F238E27FC236}">
                <a16:creationId xmlns:a16="http://schemas.microsoft.com/office/drawing/2014/main" id="{78C19D56-5042-4AE6-855E-3F6B622921D7}"/>
              </a:ext>
            </a:extLst>
          </p:cNvPr>
          <p:cNvGrpSpPr>
            <a:grpSpLocks/>
          </p:cNvGrpSpPr>
          <p:nvPr/>
        </p:nvGrpSpPr>
        <p:grpSpPr bwMode="auto">
          <a:xfrm>
            <a:off x="6253480" y="4495800"/>
            <a:ext cx="533400" cy="533400"/>
            <a:chOff x="576" y="2400"/>
            <a:chExt cx="336" cy="336"/>
          </a:xfrm>
        </p:grpSpPr>
        <p:sp>
          <p:nvSpPr>
            <p:cNvPr id="50" name="AutoShape 50">
              <a:extLst>
                <a:ext uri="{FF2B5EF4-FFF2-40B4-BE49-F238E27FC236}">
                  <a16:creationId xmlns:a16="http://schemas.microsoft.com/office/drawing/2014/main" id="{3513BE92-6A1E-49CC-A8B9-0414CCEE5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" name="Rectangle 51">
              <a:extLst>
                <a:ext uri="{FF2B5EF4-FFF2-40B4-BE49-F238E27FC236}">
                  <a16:creationId xmlns:a16="http://schemas.microsoft.com/office/drawing/2014/main" id="{382F80A8-92F0-44D4-B42A-9180BA0A0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" name="Rectangle 52">
              <a:extLst>
                <a:ext uri="{FF2B5EF4-FFF2-40B4-BE49-F238E27FC236}">
                  <a16:creationId xmlns:a16="http://schemas.microsoft.com/office/drawing/2014/main" id="{14E5CEE4-E3BF-4454-B080-F7FE1E729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" name="Rectangle 53">
              <a:extLst>
                <a:ext uri="{FF2B5EF4-FFF2-40B4-BE49-F238E27FC236}">
                  <a16:creationId xmlns:a16="http://schemas.microsoft.com/office/drawing/2014/main" id="{42778DF3-3C66-4650-9FC0-87650E000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54" name="AutoShape 54">
            <a:extLst>
              <a:ext uri="{FF2B5EF4-FFF2-40B4-BE49-F238E27FC236}">
                <a16:creationId xmlns:a16="http://schemas.microsoft.com/office/drawing/2014/main" id="{20368F4C-3E91-4B5F-8457-66A49921350E}"/>
              </a:ext>
            </a:extLst>
          </p:cNvPr>
          <p:cNvCxnSpPr>
            <a:cxnSpLocks noChangeShapeType="1"/>
            <a:stCxn id="72" idx="0"/>
            <a:endCxn id="20" idx="1"/>
          </p:cNvCxnSpPr>
          <p:nvPr/>
        </p:nvCxnSpPr>
        <p:spPr bwMode="auto">
          <a:xfrm flipV="1">
            <a:off x="5034281" y="2324100"/>
            <a:ext cx="1139825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AutoShape 55">
            <a:extLst>
              <a:ext uri="{FF2B5EF4-FFF2-40B4-BE49-F238E27FC236}">
                <a16:creationId xmlns:a16="http://schemas.microsoft.com/office/drawing/2014/main" id="{372C54E7-2769-4332-95C0-5B43DB6C9F63}"/>
              </a:ext>
            </a:extLst>
          </p:cNvPr>
          <p:cNvCxnSpPr>
            <a:cxnSpLocks noChangeShapeType="1"/>
            <a:stCxn id="72" idx="0"/>
            <a:endCxn id="9" idx="0"/>
          </p:cNvCxnSpPr>
          <p:nvPr/>
        </p:nvCxnSpPr>
        <p:spPr bwMode="auto">
          <a:xfrm>
            <a:off x="5034280" y="3505200"/>
            <a:ext cx="1143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AutoShape 56">
            <a:extLst>
              <a:ext uri="{FF2B5EF4-FFF2-40B4-BE49-F238E27FC236}">
                <a16:creationId xmlns:a16="http://schemas.microsoft.com/office/drawing/2014/main" id="{600C2456-64A9-4A3F-9A4E-35F9CAFC0676}"/>
              </a:ext>
            </a:extLst>
          </p:cNvPr>
          <p:cNvCxnSpPr>
            <a:cxnSpLocks noChangeShapeType="1"/>
            <a:stCxn id="72" idx="0"/>
            <a:endCxn id="15" idx="2"/>
          </p:cNvCxnSpPr>
          <p:nvPr/>
        </p:nvCxnSpPr>
        <p:spPr bwMode="auto">
          <a:xfrm flipH="1" flipV="1">
            <a:off x="3700780" y="2667000"/>
            <a:ext cx="133350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AutoShape 57">
            <a:extLst>
              <a:ext uri="{FF2B5EF4-FFF2-40B4-BE49-F238E27FC236}">
                <a16:creationId xmlns:a16="http://schemas.microsoft.com/office/drawing/2014/main" id="{1391AE37-B1BE-45B8-83C7-F2A9C737CD0C}"/>
              </a:ext>
            </a:extLst>
          </p:cNvPr>
          <p:cNvCxnSpPr>
            <a:cxnSpLocks noChangeShapeType="1"/>
            <a:stCxn id="15" idx="2"/>
            <a:endCxn id="24" idx="5"/>
          </p:cNvCxnSpPr>
          <p:nvPr/>
        </p:nvCxnSpPr>
        <p:spPr bwMode="auto">
          <a:xfrm flipH="1">
            <a:off x="2843530" y="2667000"/>
            <a:ext cx="8572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AutoShape 58">
            <a:extLst>
              <a:ext uri="{FF2B5EF4-FFF2-40B4-BE49-F238E27FC236}">
                <a16:creationId xmlns:a16="http://schemas.microsoft.com/office/drawing/2014/main" id="{1F84A31F-F439-4A01-ADE0-7D9CFA0D78CC}"/>
              </a:ext>
            </a:extLst>
          </p:cNvPr>
          <p:cNvCxnSpPr>
            <a:cxnSpLocks noChangeShapeType="1"/>
            <a:stCxn id="24" idx="1"/>
            <a:endCxn id="30" idx="3"/>
          </p:cNvCxnSpPr>
          <p:nvPr/>
        </p:nvCxnSpPr>
        <p:spPr bwMode="auto">
          <a:xfrm flipH="1" flipV="1">
            <a:off x="1684656" y="2628900"/>
            <a:ext cx="892175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AutoShape 59">
            <a:extLst>
              <a:ext uri="{FF2B5EF4-FFF2-40B4-BE49-F238E27FC236}">
                <a16:creationId xmlns:a16="http://schemas.microsoft.com/office/drawing/2014/main" id="{2A1B49A0-8C2F-48E9-B3F1-E6370F9BEC6D}"/>
              </a:ext>
            </a:extLst>
          </p:cNvPr>
          <p:cNvCxnSpPr>
            <a:cxnSpLocks noChangeShapeType="1"/>
            <a:stCxn id="30" idx="3"/>
            <a:endCxn id="35" idx="2"/>
          </p:cNvCxnSpPr>
          <p:nvPr/>
        </p:nvCxnSpPr>
        <p:spPr bwMode="auto">
          <a:xfrm flipV="1">
            <a:off x="1684656" y="2057400"/>
            <a:ext cx="492125" cy="571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AutoShape 60">
            <a:extLst>
              <a:ext uri="{FF2B5EF4-FFF2-40B4-BE49-F238E27FC236}">
                <a16:creationId xmlns:a16="http://schemas.microsoft.com/office/drawing/2014/main" id="{3FB9806D-E3F4-4C12-B1CC-822AACD48C25}"/>
              </a:ext>
            </a:extLst>
          </p:cNvPr>
          <p:cNvCxnSpPr>
            <a:cxnSpLocks noChangeShapeType="1"/>
            <a:stCxn id="25" idx="2"/>
            <a:endCxn id="39" idx="5"/>
          </p:cNvCxnSpPr>
          <p:nvPr/>
        </p:nvCxnSpPr>
        <p:spPr bwMode="auto">
          <a:xfrm flipH="1">
            <a:off x="2462530" y="3505200"/>
            <a:ext cx="24765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AutoShape 61">
            <a:extLst>
              <a:ext uri="{FF2B5EF4-FFF2-40B4-BE49-F238E27FC236}">
                <a16:creationId xmlns:a16="http://schemas.microsoft.com/office/drawing/2014/main" id="{BA940E32-953B-4595-A580-D92347A3DA53}"/>
              </a:ext>
            </a:extLst>
          </p:cNvPr>
          <p:cNvCxnSpPr>
            <a:cxnSpLocks noChangeShapeType="1"/>
            <a:stCxn id="40" idx="1"/>
            <a:endCxn id="5" idx="3"/>
          </p:cNvCxnSpPr>
          <p:nvPr/>
        </p:nvCxnSpPr>
        <p:spPr bwMode="auto">
          <a:xfrm flipH="1" flipV="1">
            <a:off x="1456055" y="4229100"/>
            <a:ext cx="67945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AutoShape 62">
            <a:extLst>
              <a:ext uri="{FF2B5EF4-FFF2-40B4-BE49-F238E27FC236}">
                <a16:creationId xmlns:a16="http://schemas.microsoft.com/office/drawing/2014/main" id="{2D5A9F7E-F99F-474E-86DD-F67E25EDF374}"/>
              </a:ext>
            </a:extLst>
          </p:cNvPr>
          <p:cNvCxnSpPr>
            <a:cxnSpLocks noChangeShapeType="1"/>
            <a:stCxn id="10" idx="3"/>
            <a:endCxn id="51" idx="1"/>
          </p:cNvCxnSpPr>
          <p:nvPr/>
        </p:nvCxnSpPr>
        <p:spPr bwMode="auto">
          <a:xfrm flipV="1">
            <a:off x="5342255" y="4914900"/>
            <a:ext cx="984250" cy="76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AutoShape 63">
            <a:extLst>
              <a:ext uri="{FF2B5EF4-FFF2-40B4-BE49-F238E27FC236}">
                <a16:creationId xmlns:a16="http://schemas.microsoft.com/office/drawing/2014/main" id="{B284B681-A1E0-4D35-9BF7-BB0D30976FCB}"/>
              </a:ext>
            </a:extLst>
          </p:cNvPr>
          <p:cNvCxnSpPr>
            <a:cxnSpLocks noChangeShapeType="1"/>
            <a:stCxn id="51" idx="3"/>
            <a:endCxn id="46" idx="1"/>
          </p:cNvCxnSpPr>
          <p:nvPr/>
        </p:nvCxnSpPr>
        <p:spPr bwMode="auto">
          <a:xfrm>
            <a:off x="6713855" y="4914900"/>
            <a:ext cx="3746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4" name="Group 64">
            <a:extLst>
              <a:ext uri="{FF2B5EF4-FFF2-40B4-BE49-F238E27FC236}">
                <a16:creationId xmlns:a16="http://schemas.microsoft.com/office/drawing/2014/main" id="{B5F8DD25-180E-415C-BB8C-9C15F7DC7A4C}"/>
              </a:ext>
            </a:extLst>
          </p:cNvPr>
          <p:cNvGrpSpPr>
            <a:grpSpLocks/>
          </p:cNvGrpSpPr>
          <p:nvPr/>
        </p:nvGrpSpPr>
        <p:grpSpPr bwMode="auto">
          <a:xfrm>
            <a:off x="4348480" y="3048000"/>
            <a:ext cx="1371600" cy="762000"/>
            <a:chOff x="2688" y="2064"/>
            <a:chExt cx="864" cy="480"/>
          </a:xfrm>
        </p:grpSpPr>
        <p:sp>
          <p:nvSpPr>
            <p:cNvPr id="65" name="Rectangle 65">
              <a:extLst>
                <a:ext uri="{FF2B5EF4-FFF2-40B4-BE49-F238E27FC236}">
                  <a16:creationId xmlns:a16="http://schemas.microsoft.com/office/drawing/2014/main" id="{A9DFE4BB-A2A6-4177-B8F1-8EB127E8E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6" name="Rectangle 66">
              <a:extLst>
                <a:ext uri="{FF2B5EF4-FFF2-40B4-BE49-F238E27FC236}">
                  <a16:creationId xmlns:a16="http://schemas.microsoft.com/office/drawing/2014/main" id="{1FCF3D31-6792-462D-ACB4-D6D702278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67" name="Rectangle 67">
              <a:extLst>
                <a:ext uri="{FF2B5EF4-FFF2-40B4-BE49-F238E27FC236}">
                  <a16:creationId xmlns:a16="http://schemas.microsoft.com/office/drawing/2014/main" id="{E0F6A114-F852-4DA6-A0A2-6157070C1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68" name="Rectangle 68">
              <a:extLst>
                <a:ext uri="{FF2B5EF4-FFF2-40B4-BE49-F238E27FC236}">
                  <a16:creationId xmlns:a16="http://schemas.microsoft.com/office/drawing/2014/main" id="{EB612300-754A-458B-B9DE-CC6BEF7E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69" name="Rectangle 69">
              <a:extLst>
                <a:ext uri="{FF2B5EF4-FFF2-40B4-BE49-F238E27FC236}">
                  <a16:creationId xmlns:a16="http://schemas.microsoft.com/office/drawing/2014/main" id="{878051D6-FE5C-4911-AF2C-8B43C3FED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0" name="Rectangle 70">
              <a:extLst>
                <a:ext uri="{FF2B5EF4-FFF2-40B4-BE49-F238E27FC236}">
                  <a16:creationId xmlns:a16="http://schemas.microsoft.com/office/drawing/2014/main" id="{4705EF3A-4EE8-4974-AFC6-6989E6257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788C942C-DB1E-4F7A-A54C-E031B9362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B2212B2A-2A60-476A-AB15-587D8568A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3AC712D5-747B-4D33-8697-632A262C4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57F4488E-6A79-415F-A40D-4E8DE6CA1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A5E871A6-9BF3-4968-808C-8C8BEF30B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76" name="Text Box 76">
            <a:extLst>
              <a:ext uri="{FF2B5EF4-FFF2-40B4-BE49-F238E27FC236}">
                <a16:creationId xmlns:a16="http://schemas.microsoft.com/office/drawing/2014/main" id="{E4CB4FBC-B19C-4DF6-95F5-1D44369BE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81" y="5410200"/>
            <a:ext cx="8048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1038" indent="-2238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Minimize the total length of wire connecting the customers</a:t>
            </a:r>
          </a:p>
        </p:txBody>
      </p:sp>
    </p:spTree>
    <p:extLst>
      <p:ext uri="{BB962C8B-B14F-4D97-AF65-F5344CB8AC3E}">
        <p14:creationId xmlns:p14="http://schemas.microsoft.com/office/powerpoint/2010/main" val="1933381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Algorithms for Obtaining </a:t>
            </a:r>
            <a:br>
              <a:rPr lang="en-US" altLang="en-US" dirty="0"/>
            </a:br>
            <a:r>
              <a:rPr lang="en-US" altLang="en-US" dirty="0"/>
              <a:t>the Minimum Spanning 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F3CCE-1AF1-40BE-9AD2-91BA0CA8C88B}"/>
              </a:ext>
            </a:extLst>
          </p:cNvPr>
          <p:cNvSpPr txBox="1"/>
          <p:nvPr/>
        </p:nvSpPr>
        <p:spPr>
          <a:xfrm>
            <a:off x="828040" y="1555898"/>
            <a:ext cx="4622800" cy="19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l-GR" sz="2800" dirty="0"/>
              <a:t>Kruskal's Algorithm</a:t>
            </a:r>
          </a:p>
          <a:p>
            <a:pPr>
              <a:lnSpc>
                <a:spcPct val="150000"/>
              </a:lnSpc>
            </a:pPr>
            <a:r>
              <a:rPr lang="en-US" altLang="el-GR" sz="2800" dirty="0"/>
              <a:t>Prim's Algorithm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el-GR" sz="2800" dirty="0"/>
          </a:p>
        </p:txBody>
      </p:sp>
    </p:spTree>
    <p:extLst>
      <p:ext uri="{BB962C8B-B14F-4D97-AF65-F5344CB8AC3E}">
        <p14:creationId xmlns:p14="http://schemas.microsoft.com/office/powerpoint/2010/main" val="2577863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Spanning Trees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6A4C7E6-6E57-4F90-B28D-E7ED450D2B01}"/>
              </a:ext>
            </a:extLst>
          </p:cNvPr>
          <p:cNvSpPr txBox="1">
            <a:spLocks noChangeArrowheads="1"/>
          </p:cNvSpPr>
          <p:nvPr/>
        </p:nvSpPr>
        <p:spPr>
          <a:xfrm>
            <a:off x="482600" y="1371601"/>
            <a:ext cx="8382000" cy="4760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sz="2600" dirty="0"/>
              <a:t>There are two basic algorithms for finding minimum-cost spanning trees, and both are greedy algorithms</a:t>
            </a:r>
          </a:p>
          <a:p>
            <a:pPr algn="just"/>
            <a:r>
              <a:rPr lang="en-US" altLang="en-US" sz="2600" b="1" dirty="0"/>
              <a:t>Kruskal’s algorithm: </a:t>
            </a:r>
            <a:r>
              <a:rPr lang="en-US" altLang="en-US" sz="2600" dirty="0"/>
              <a:t>Start with </a:t>
            </a:r>
            <a:r>
              <a:rPr lang="en-US" altLang="en-US" sz="2600" dirty="0">
                <a:solidFill>
                  <a:srgbClr val="FF0000"/>
                </a:solidFill>
              </a:rPr>
              <a:t>no </a:t>
            </a:r>
            <a:r>
              <a:rPr lang="en-US" altLang="en-US" sz="2600" dirty="0"/>
              <a:t>nodes or edges in the spanning tree, and repeatedly add the cheapest edge that does not create a cycle</a:t>
            </a:r>
          </a:p>
          <a:p>
            <a:pPr lvl="1" algn="just"/>
            <a:r>
              <a:rPr lang="en-US" altLang="en-US" dirty="0"/>
              <a:t>Here, we consider the spanning tree to consist of edges only</a:t>
            </a:r>
          </a:p>
        </p:txBody>
      </p:sp>
    </p:spTree>
    <p:extLst>
      <p:ext uri="{BB962C8B-B14F-4D97-AF65-F5344CB8AC3E}">
        <p14:creationId xmlns:p14="http://schemas.microsoft.com/office/powerpoint/2010/main" val="3595657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Spanning Trees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6A4C7E6-6E57-4F90-B28D-E7ED450D2B01}"/>
              </a:ext>
            </a:extLst>
          </p:cNvPr>
          <p:cNvSpPr txBox="1">
            <a:spLocks noChangeArrowheads="1"/>
          </p:cNvSpPr>
          <p:nvPr/>
        </p:nvSpPr>
        <p:spPr>
          <a:xfrm>
            <a:off x="482600" y="1371601"/>
            <a:ext cx="8382000" cy="4760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sz="2600" b="1" dirty="0"/>
              <a:t>Prim’s algorithm: </a:t>
            </a:r>
            <a:r>
              <a:rPr lang="en-US" altLang="en-US" sz="2600" dirty="0"/>
              <a:t>Start with any </a:t>
            </a:r>
            <a:r>
              <a:rPr lang="en-US" altLang="en-US" sz="2600" dirty="0">
                <a:solidFill>
                  <a:srgbClr val="FF0000"/>
                </a:solidFill>
              </a:rPr>
              <a:t>one node </a:t>
            </a:r>
            <a:r>
              <a:rPr lang="en-US" altLang="en-US" sz="2600" dirty="0"/>
              <a:t>in the spanning tree, and repeatedly add the cheapest edge, and the node it leads to, for which the node is not already in the spanning tree.</a:t>
            </a:r>
          </a:p>
          <a:p>
            <a:pPr lvl="1"/>
            <a:r>
              <a:rPr lang="en-US" altLang="en-US" dirty="0"/>
              <a:t>Here, we consider the spanning tree to consist of both nodes and edges</a:t>
            </a:r>
          </a:p>
        </p:txBody>
      </p:sp>
    </p:spTree>
    <p:extLst>
      <p:ext uri="{BB962C8B-B14F-4D97-AF65-F5344CB8AC3E}">
        <p14:creationId xmlns:p14="http://schemas.microsoft.com/office/powerpoint/2010/main" val="3413464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3" name="Content Placeholder 44">
            <a:extLst>
              <a:ext uri="{FF2B5EF4-FFF2-40B4-BE49-F238E27FC236}">
                <a16:creationId xmlns:a16="http://schemas.microsoft.com/office/drawing/2014/main" id="{F3640690-EC1D-48A0-8188-59CA84D23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50276"/>
            <a:ext cx="8659837" cy="6357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Find the minimum spanning tree using </a:t>
            </a:r>
            <a:r>
              <a:rPr lang="en-US" sz="2400" dirty="0" err="1"/>
              <a:t>Kruskal’s</a:t>
            </a:r>
            <a:r>
              <a:rPr lang="en-US" sz="2400" dirty="0"/>
              <a:t> Algorithm.</a:t>
            </a:r>
          </a:p>
        </p:txBody>
      </p:sp>
      <p:sp>
        <p:nvSpPr>
          <p:cNvPr id="43" name="Text Box 46">
            <a:extLst>
              <a:ext uri="{FF2B5EF4-FFF2-40B4-BE49-F238E27FC236}">
                <a16:creationId xmlns:a16="http://schemas.microsoft.com/office/drawing/2014/main" id="{4DD03E07-5CB6-4BBC-A396-58E07C0F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90" y="5205029"/>
            <a:ext cx="875071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List the edges in increasing order: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20,  25,  30,  32,  35,  38,  40,  45,  50,  52,  55,  60,  70,  70,  88,  90,  100,  110,  115,  120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181E7F0-C2CD-4EF5-BB3D-242BB8FA1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38" y="1971870"/>
            <a:ext cx="8034862" cy="347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41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Spanning Trees</a:t>
            </a:r>
          </a:p>
        </p:txBody>
      </p:sp>
      <p:sp>
        <p:nvSpPr>
          <p:cNvPr id="43" name="Text Box 46">
            <a:extLst>
              <a:ext uri="{FF2B5EF4-FFF2-40B4-BE49-F238E27FC236}">
                <a16:creationId xmlns:a16="http://schemas.microsoft.com/office/drawing/2014/main" id="{4DD03E07-5CB6-4BBC-A396-58E07C0F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57" y="5186740"/>
            <a:ext cx="8991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Starting from the left, add the edge to the tree if it does not close up a circuit with the edges chosen up to that point: </a:t>
            </a:r>
            <a:r>
              <a:rPr lang="en-US" sz="2400" dirty="0">
                <a:solidFill>
                  <a:schemeClr val="accent2"/>
                </a:solidFill>
              </a:rPr>
              <a:t>20</a:t>
            </a:r>
            <a:r>
              <a:rPr lang="en-US" sz="2400" dirty="0"/>
              <a:t>,  25,  30,  32,  35,  38,  40,  45,  50,  52,  55,  60,  70,  70,  88,  90,  100,  110,  115,  120</a:t>
            </a:r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D80106A5-3690-4F6C-8845-DB45224EA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12" y="1498036"/>
            <a:ext cx="8320845" cy="327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68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43" name="Text Box 46">
            <a:extLst>
              <a:ext uri="{FF2B5EF4-FFF2-40B4-BE49-F238E27FC236}">
                <a16:creationId xmlns:a16="http://schemas.microsoft.com/office/drawing/2014/main" id="{4DD03E07-5CB6-4BBC-A396-58E07C0F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072949"/>
            <a:ext cx="8991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Add the next edge in the list to the tree if it does not close up a circuit with the edges chosen up to that point: </a:t>
            </a:r>
            <a:r>
              <a:rPr lang="en-US" sz="2400" dirty="0">
                <a:solidFill>
                  <a:schemeClr val="accent2"/>
                </a:solidFill>
              </a:rPr>
              <a:t>20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25</a:t>
            </a:r>
            <a:r>
              <a:rPr lang="en-US" sz="2400" dirty="0"/>
              <a:t>,  30,  32,  35,  38,  40,  45,  50,  52,  55,  60,  70,  70,  88,  90,  100,  110,  115,  120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43B6E4-F83C-462D-929C-D65D31F7B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53" y="1517340"/>
            <a:ext cx="7933130" cy="311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838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43" name="Text Box 46">
            <a:extLst>
              <a:ext uri="{FF2B5EF4-FFF2-40B4-BE49-F238E27FC236}">
                <a16:creationId xmlns:a16="http://schemas.microsoft.com/office/drawing/2014/main" id="{4DD03E07-5CB6-4BBC-A396-58E07C0F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215189"/>
            <a:ext cx="8991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Add the next edge in the list to the tree if it does not close up a circuit with the edges chosen up to that point: </a:t>
            </a:r>
            <a:r>
              <a:rPr lang="en-US" sz="2400" dirty="0">
                <a:solidFill>
                  <a:schemeClr val="accent2"/>
                </a:solidFill>
              </a:rPr>
              <a:t>20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25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30</a:t>
            </a:r>
            <a:r>
              <a:rPr lang="en-US" sz="2400" dirty="0"/>
              <a:t>,  32,  35,  38,  40,  45,  50,  52,  55,  60,  70,  70,  88,  90,  100,  110,  115,  120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6598E6-69BC-498A-8D99-5FBD6F02F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26" y="1559144"/>
            <a:ext cx="7569467" cy="297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15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43" name="Text Box 46">
            <a:extLst>
              <a:ext uri="{FF2B5EF4-FFF2-40B4-BE49-F238E27FC236}">
                <a16:creationId xmlns:a16="http://schemas.microsoft.com/office/drawing/2014/main" id="{4DD03E07-5CB6-4BBC-A396-58E07C0F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032309"/>
            <a:ext cx="8991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Add the next edge in the list to the tree if it does not close up a circuit with the edges chosen up to that point: </a:t>
            </a:r>
            <a:r>
              <a:rPr lang="en-US" sz="2400" dirty="0">
                <a:solidFill>
                  <a:schemeClr val="accent2"/>
                </a:solidFill>
              </a:rPr>
              <a:t>20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25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32</a:t>
            </a:r>
            <a:r>
              <a:rPr lang="en-US" sz="2400" dirty="0"/>
              <a:t>,  35,  38,  40,  45,  50,  52,  55,  60,  70,  70,  88,  90,  100,  110,  115,  120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A03311-126F-4E13-9BAE-3F46F165B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85" y="1584934"/>
            <a:ext cx="7500630" cy="294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412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43" name="Text Box 46">
            <a:extLst>
              <a:ext uri="{FF2B5EF4-FFF2-40B4-BE49-F238E27FC236}">
                <a16:creationId xmlns:a16="http://schemas.microsoft.com/office/drawing/2014/main" id="{4DD03E07-5CB6-4BBC-A396-58E07C0F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184709"/>
            <a:ext cx="8991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Add the next edge in the list to the tree if it does not close up a circuit with the edges chosen up to that point: </a:t>
            </a:r>
            <a:r>
              <a:rPr lang="en-US" sz="2400" dirty="0">
                <a:solidFill>
                  <a:schemeClr val="accent2"/>
                </a:solidFill>
              </a:rPr>
              <a:t>20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25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32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35</a:t>
            </a:r>
            <a:r>
              <a:rPr lang="en-US" sz="2400" dirty="0"/>
              <a:t>,  38,  40,  45,  50,  52,  55,  60,  70,  70,  88,  90,  100,  110,  115,  120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7EAEBD-0191-434A-A653-4EBDF50DC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56" y="1578758"/>
            <a:ext cx="7526529" cy="295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430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43" name="Text Box 46">
            <a:extLst>
              <a:ext uri="{FF2B5EF4-FFF2-40B4-BE49-F238E27FC236}">
                <a16:creationId xmlns:a16="http://schemas.microsoft.com/office/drawing/2014/main" id="{4DD03E07-5CB6-4BBC-A396-58E07C0F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133909"/>
            <a:ext cx="8991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Add the next edge in the list to the tree if it does not close up a circuit with the edges chosen up to that point: </a:t>
            </a:r>
            <a:r>
              <a:rPr lang="en-US" sz="2400" dirty="0">
                <a:solidFill>
                  <a:schemeClr val="accent2"/>
                </a:solidFill>
              </a:rPr>
              <a:t>20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25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32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38</a:t>
            </a:r>
            <a:r>
              <a:rPr lang="en-US" sz="2400" dirty="0"/>
              <a:t>,  40,  45,  50,  52,  55,  60,  70,  70,  88,  90,  100,  110,  115,  120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AE74C6-F9C0-4D9D-8E23-1E83FBA22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38" y="1507638"/>
            <a:ext cx="7681923" cy="301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13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43" name="Text Box 46">
            <a:extLst>
              <a:ext uri="{FF2B5EF4-FFF2-40B4-BE49-F238E27FC236}">
                <a16:creationId xmlns:a16="http://schemas.microsoft.com/office/drawing/2014/main" id="{4DD03E07-5CB6-4BBC-A396-58E07C0F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093269"/>
            <a:ext cx="8991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Add the next edge in the list to the tree if it does not close up a circuit with the edges chosen up to that point: </a:t>
            </a:r>
            <a:r>
              <a:rPr lang="en-US" sz="2400" dirty="0">
                <a:solidFill>
                  <a:schemeClr val="accent2"/>
                </a:solidFill>
              </a:rPr>
              <a:t>20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25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32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38</a:t>
            </a:r>
            <a:r>
              <a:rPr lang="en-US" sz="2400" dirty="0"/>
              <a:t>,  40,  45,  50,  52,  55,  60,  70,  70,  88,  90,  100,  110,  115,  120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6CC3AA-0EBA-4392-AF1E-5EC351318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881" y="1569694"/>
            <a:ext cx="7733721" cy="303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902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43" name="Text Box 46">
            <a:extLst>
              <a:ext uri="{FF2B5EF4-FFF2-40B4-BE49-F238E27FC236}">
                <a16:creationId xmlns:a16="http://schemas.microsoft.com/office/drawing/2014/main" id="{4DD03E07-5CB6-4BBC-A396-58E07C0F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194869"/>
            <a:ext cx="8991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Add the next edge in the list to the tree if it does not close up a circuit with the edges chosen up to that point: </a:t>
            </a:r>
            <a:r>
              <a:rPr lang="en-US" sz="2400" dirty="0">
                <a:solidFill>
                  <a:schemeClr val="accent2"/>
                </a:solidFill>
              </a:rPr>
              <a:t>20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25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32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38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40</a:t>
            </a:r>
            <a:r>
              <a:rPr lang="en-US" sz="2400" dirty="0"/>
              <a:t>,  45,  50,  52,  55,  60,  70,  70,  88,  90,  100,  110,  115,  120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677E0A-1E91-4BCD-A5C8-776058F2F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156" y="2076598"/>
            <a:ext cx="7630125" cy="299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949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43" name="Text Box 46">
            <a:extLst>
              <a:ext uri="{FF2B5EF4-FFF2-40B4-BE49-F238E27FC236}">
                <a16:creationId xmlns:a16="http://schemas.microsoft.com/office/drawing/2014/main" id="{4DD03E07-5CB6-4BBC-A396-58E07C0F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493829"/>
            <a:ext cx="8991600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Add the next edge in the list to the tree if it does not close up a circuit with the edges chosen up to that point. Notice that the edge of weight </a:t>
            </a:r>
            <a:r>
              <a:rPr lang="en-US" sz="2400" dirty="0">
                <a:solidFill>
                  <a:srgbClr val="FF3300"/>
                </a:solidFill>
              </a:rPr>
              <a:t>45</a:t>
            </a:r>
            <a:r>
              <a:rPr lang="en-US" sz="2400" dirty="0"/>
              <a:t> would close a circuit, so we skip it.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accent2"/>
                </a:solidFill>
              </a:rPr>
              <a:t>20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25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32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38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40</a:t>
            </a:r>
            <a:r>
              <a:rPr lang="en-US" sz="2400" dirty="0"/>
              <a:t>,  </a:t>
            </a:r>
            <a:r>
              <a:rPr lang="en-US" sz="2400" dirty="0">
                <a:solidFill>
                  <a:srgbClr val="FF3300"/>
                </a:solidFill>
              </a:rPr>
              <a:t>45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50</a:t>
            </a:r>
            <a:r>
              <a:rPr lang="en-US" sz="2400" dirty="0"/>
              <a:t>,  52,  55,  60,  70,  70,  88,  90,  100,  110,  115,  120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52500A-4CFB-471F-B711-B5A7A8AF9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156" y="1375558"/>
            <a:ext cx="7319337" cy="287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89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43" name="Text Box 46">
            <a:extLst>
              <a:ext uri="{FF2B5EF4-FFF2-40B4-BE49-F238E27FC236}">
                <a16:creationId xmlns:a16="http://schemas.microsoft.com/office/drawing/2014/main" id="{4DD03E07-5CB6-4BBC-A396-58E07C0F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893161"/>
            <a:ext cx="89916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Add the next edge in the list to the tree if it does not close up a circuit with the edges chosen up to that point: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accent2"/>
                </a:solidFill>
              </a:rPr>
              <a:t>20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25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32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38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40</a:t>
            </a:r>
            <a:r>
              <a:rPr lang="en-US" sz="2400" dirty="0"/>
              <a:t>,  </a:t>
            </a:r>
            <a:r>
              <a:rPr lang="en-US" sz="2400" dirty="0">
                <a:solidFill>
                  <a:srgbClr val="FF3300"/>
                </a:solidFill>
              </a:rPr>
              <a:t>45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50</a:t>
            </a:r>
            <a:r>
              <a:rPr lang="en-US" sz="2400" dirty="0"/>
              <a:t>,  </a:t>
            </a:r>
            <a:r>
              <a:rPr lang="en-US" sz="2400" dirty="0">
                <a:solidFill>
                  <a:srgbClr val="FF3300"/>
                </a:solidFill>
              </a:rPr>
              <a:t>52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55</a:t>
            </a:r>
            <a:r>
              <a:rPr lang="en-US" sz="2400" dirty="0"/>
              <a:t>,  60,  70,  70,  88,  90,  100,  110,  115,  120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067264-BE6D-4778-AD17-156926F7E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90" y="1490527"/>
            <a:ext cx="8536592" cy="334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36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43" name="Text Box 46">
            <a:extLst>
              <a:ext uri="{FF2B5EF4-FFF2-40B4-BE49-F238E27FC236}">
                <a16:creationId xmlns:a16="http://schemas.microsoft.com/office/drawing/2014/main" id="{4DD03E07-5CB6-4BBC-A396-58E07C0F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686920"/>
            <a:ext cx="89916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Add the next edge in the list to the tree if it does not close up a circuit with the edges chosen up to that point: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accent2"/>
                </a:solidFill>
              </a:rPr>
              <a:t>20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25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32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38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40</a:t>
            </a:r>
            <a:r>
              <a:rPr lang="en-US" sz="2400" dirty="0"/>
              <a:t>,  </a:t>
            </a:r>
            <a:r>
              <a:rPr lang="en-US" sz="2400" dirty="0">
                <a:solidFill>
                  <a:srgbClr val="FF3300"/>
                </a:solidFill>
              </a:rPr>
              <a:t>45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50</a:t>
            </a:r>
            <a:r>
              <a:rPr lang="en-US" sz="2400" dirty="0"/>
              <a:t>,  </a:t>
            </a:r>
            <a:r>
              <a:rPr lang="en-US" sz="2400" dirty="0">
                <a:solidFill>
                  <a:srgbClr val="FF3300"/>
                </a:solidFill>
              </a:rPr>
              <a:t>52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55</a:t>
            </a:r>
            <a:r>
              <a:rPr lang="en-US" sz="2400" dirty="0"/>
              <a:t>,  </a:t>
            </a:r>
            <a:r>
              <a:rPr lang="en-US" sz="2400" dirty="0">
                <a:solidFill>
                  <a:srgbClr val="FF3300"/>
                </a:solidFill>
              </a:rPr>
              <a:t>60</a:t>
            </a:r>
            <a:r>
              <a:rPr lang="en-US" sz="2400" dirty="0"/>
              <a:t>,  </a:t>
            </a:r>
            <a:r>
              <a:rPr lang="en-US" sz="2400" dirty="0">
                <a:solidFill>
                  <a:srgbClr val="FF3300"/>
                </a:solidFill>
              </a:rPr>
              <a:t>70</a:t>
            </a:r>
            <a:r>
              <a:rPr lang="en-US" sz="2400" dirty="0"/>
              <a:t>,  </a:t>
            </a:r>
            <a:r>
              <a:rPr lang="en-US" sz="2400" dirty="0">
                <a:solidFill>
                  <a:schemeClr val="accent2"/>
                </a:solidFill>
              </a:rPr>
              <a:t>70</a:t>
            </a:r>
            <a:r>
              <a:rPr lang="en-US" sz="2400" dirty="0"/>
              <a:t>,  88,  90,  100,  110,  115,  120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4BD8B2-7812-41E8-9826-9C692DB28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96" y="1249680"/>
            <a:ext cx="8329399" cy="326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23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43" name="Text Box 46">
            <a:extLst>
              <a:ext uri="{FF2B5EF4-FFF2-40B4-BE49-F238E27FC236}">
                <a16:creationId xmlns:a16="http://schemas.microsoft.com/office/drawing/2014/main" id="{4DD03E07-5CB6-4BBC-A396-58E07C0F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337109"/>
            <a:ext cx="8991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The tree contains every vertex, so it is a spanning tree. The total weight is 395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E7AFE3-4F74-4043-A15E-1CEFA5A89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1216"/>
            <a:ext cx="8597668" cy="426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36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2FB7B842-3581-43C0-81FB-EAA5E29C7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5522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DA298334-6038-4A38-9D1C-7DCD89EA0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5522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753FB3B9-A44E-4C5A-876D-0B3D98EE0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5522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cxnSp>
        <p:nvCxnSpPr>
          <p:cNvPr id="6" name="AutoShape 6">
            <a:extLst>
              <a:ext uri="{FF2B5EF4-FFF2-40B4-BE49-F238E27FC236}">
                <a16:creationId xmlns:a16="http://schemas.microsoft.com/office/drawing/2014/main" id="{6D25647B-EDF6-4695-B346-6005FEE89463}"/>
              </a:ext>
            </a:extLst>
          </p:cNvPr>
          <p:cNvCxnSpPr>
            <a:cxnSpLocks noChangeShapeType="1"/>
            <a:stCxn id="3" idx="6"/>
            <a:endCxn id="4" idx="2"/>
          </p:cNvCxnSpPr>
          <p:nvPr/>
        </p:nvCxnSpPr>
        <p:spPr bwMode="auto">
          <a:xfrm>
            <a:off x="623889" y="278080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70D518E9-C27C-4D61-9541-8239220A484B}"/>
              </a:ext>
            </a:extLst>
          </p:cNvPr>
          <p:cNvCxnSpPr>
            <a:cxnSpLocks noChangeShapeType="1"/>
            <a:stCxn id="4" idx="6"/>
            <a:endCxn id="5" idx="2"/>
          </p:cNvCxnSpPr>
          <p:nvPr/>
        </p:nvCxnSpPr>
        <p:spPr bwMode="auto">
          <a:xfrm>
            <a:off x="2147889" y="278080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8" name="Text Box 8">
            <a:extLst>
              <a:ext uri="{FF2B5EF4-FFF2-40B4-BE49-F238E27FC236}">
                <a16:creationId xmlns:a16="http://schemas.microsoft.com/office/drawing/2014/main" id="{414DA66E-7ACE-4737-86A4-D6F19B26E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3236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D90449B6-1F73-4735-8D3F-512271160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3236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90BC34FE-BB2A-46F6-AC10-FC465F536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9238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04912BCA-C527-47E1-A7F6-54B5D7C9F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9238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B6D89FEB-61E6-420A-BAA9-59A15764C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9238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cxnSp>
        <p:nvCxnSpPr>
          <p:cNvPr id="13" name="AutoShape 13">
            <a:extLst>
              <a:ext uri="{FF2B5EF4-FFF2-40B4-BE49-F238E27FC236}">
                <a16:creationId xmlns:a16="http://schemas.microsoft.com/office/drawing/2014/main" id="{A35677A4-F940-4FEE-B87F-34F22D08ED07}"/>
              </a:ext>
            </a:extLst>
          </p:cNvPr>
          <p:cNvCxnSpPr>
            <a:cxnSpLocks noChangeShapeType="1"/>
            <a:stCxn id="10" idx="6"/>
            <a:endCxn id="11" idx="2"/>
          </p:cNvCxnSpPr>
          <p:nvPr/>
        </p:nvCxnSpPr>
        <p:spPr bwMode="auto">
          <a:xfrm>
            <a:off x="623889" y="415240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" name="AutoShape 14">
            <a:extLst>
              <a:ext uri="{FF2B5EF4-FFF2-40B4-BE49-F238E27FC236}">
                <a16:creationId xmlns:a16="http://schemas.microsoft.com/office/drawing/2014/main" id="{9B1779E7-5175-4779-A491-C695375F2D82}"/>
              </a:ext>
            </a:extLst>
          </p:cNvPr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147889" y="415240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" name="Text Box 15">
            <a:extLst>
              <a:ext uri="{FF2B5EF4-FFF2-40B4-BE49-F238E27FC236}">
                <a16:creationId xmlns:a16="http://schemas.microsoft.com/office/drawing/2014/main" id="{6D632059-F3FC-46D9-8669-DC89AFECF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7094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2E6C108E-F21B-46F8-A465-1366E6FCE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7094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8</a:t>
            </a:r>
          </a:p>
        </p:txBody>
      </p:sp>
      <p:cxnSp>
        <p:nvCxnSpPr>
          <p:cNvPr id="17" name="AutoShape 17">
            <a:extLst>
              <a:ext uri="{FF2B5EF4-FFF2-40B4-BE49-F238E27FC236}">
                <a16:creationId xmlns:a16="http://schemas.microsoft.com/office/drawing/2014/main" id="{11B0B867-F384-45CB-BD14-8309E3A72FE5}"/>
              </a:ext>
            </a:extLst>
          </p:cNvPr>
          <p:cNvCxnSpPr>
            <a:cxnSpLocks noChangeShapeType="1"/>
            <a:stCxn id="3" idx="4"/>
            <a:endCxn id="10" idx="0"/>
          </p:cNvCxnSpPr>
          <p:nvPr/>
        </p:nvCxnSpPr>
        <p:spPr bwMode="auto">
          <a:xfrm>
            <a:off x="381000" y="30236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8" name="AutoShape 18">
            <a:extLst>
              <a:ext uri="{FF2B5EF4-FFF2-40B4-BE49-F238E27FC236}">
                <a16:creationId xmlns:a16="http://schemas.microsoft.com/office/drawing/2014/main" id="{2B5E6BF8-98DD-4A70-BBC4-2E470980EB8D}"/>
              </a:ext>
            </a:extLst>
          </p:cNvPr>
          <p:cNvCxnSpPr>
            <a:cxnSpLocks noChangeShapeType="1"/>
            <a:stCxn id="10" idx="7"/>
            <a:endCxn id="4" idx="3"/>
          </p:cNvCxnSpPr>
          <p:nvPr/>
        </p:nvCxnSpPr>
        <p:spPr bwMode="auto">
          <a:xfrm flipV="1">
            <a:off x="542925" y="295701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" name="AutoShape 19">
            <a:extLst>
              <a:ext uri="{FF2B5EF4-FFF2-40B4-BE49-F238E27FC236}">
                <a16:creationId xmlns:a16="http://schemas.microsoft.com/office/drawing/2014/main" id="{1A3F2642-1FFA-4CDE-96BD-421C874F3307}"/>
              </a:ext>
            </a:extLst>
          </p:cNvPr>
          <p:cNvCxnSpPr>
            <a:cxnSpLocks noChangeShapeType="1"/>
            <a:stCxn id="4" idx="4"/>
            <a:endCxn id="11" idx="0"/>
          </p:cNvCxnSpPr>
          <p:nvPr/>
        </p:nvCxnSpPr>
        <p:spPr bwMode="auto">
          <a:xfrm>
            <a:off x="1905000" y="30236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0" name="AutoShape 20">
            <a:extLst>
              <a:ext uri="{FF2B5EF4-FFF2-40B4-BE49-F238E27FC236}">
                <a16:creationId xmlns:a16="http://schemas.microsoft.com/office/drawing/2014/main" id="{65D0F0FD-5F5A-4807-AB45-4976CC11D41C}"/>
              </a:ext>
            </a:extLst>
          </p:cNvPr>
          <p:cNvCxnSpPr>
            <a:cxnSpLocks noChangeShapeType="1"/>
            <a:stCxn id="11" idx="7"/>
            <a:endCxn id="5" idx="3"/>
          </p:cNvCxnSpPr>
          <p:nvPr/>
        </p:nvCxnSpPr>
        <p:spPr bwMode="auto">
          <a:xfrm flipV="1">
            <a:off x="2066925" y="295701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" name="AutoShape 21">
            <a:extLst>
              <a:ext uri="{FF2B5EF4-FFF2-40B4-BE49-F238E27FC236}">
                <a16:creationId xmlns:a16="http://schemas.microsoft.com/office/drawing/2014/main" id="{95439AB0-CAFB-4B15-A1FC-6460B417A6EF}"/>
              </a:ext>
            </a:extLst>
          </p:cNvPr>
          <p:cNvCxnSpPr>
            <a:cxnSpLocks noChangeShapeType="1"/>
            <a:stCxn id="5" idx="4"/>
            <a:endCxn id="12" idx="0"/>
          </p:cNvCxnSpPr>
          <p:nvPr/>
        </p:nvCxnSpPr>
        <p:spPr bwMode="auto">
          <a:xfrm>
            <a:off x="3429000" y="30236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" name="Oval 22">
            <a:extLst>
              <a:ext uri="{FF2B5EF4-FFF2-40B4-BE49-F238E27FC236}">
                <a16:creationId xmlns:a16="http://schemas.microsoft.com/office/drawing/2014/main" id="{3F5262D9-457F-432B-8706-4BBE358E6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3716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7</a:t>
            </a:r>
          </a:p>
        </p:txBody>
      </p:sp>
      <p:cxnSp>
        <p:nvCxnSpPr>
          <p:cNvPr id="23" name="AutoShape 23">
            <a:extLst>
              <a:ext uri="{FF2B5EF4-FFF2-40B4-BE49-F238E27FC236}">
                <a16:creationId xmlns:a16="http://schemas.microsoft.com/office/drawing/2014/main" id="{EEFD0CEE-A9F1-41AA-BB3D-0DDC0C0A47F4}"/>
              </a:ext>
            </a:extLst>
          </p:cNvPr>
          <p:cNvCxnSpPr>
            <a:cxnSpLocks noChangeShapeType="1"/>
            <a:stCxn id="10" idx="5"/>
            <a:endCxn id="22" idx="1"/>
          </p:cNvCxnSpPr>
          <p:nvPr/>
        </p:nvCxnSpPr>
        <p:spPr bwMode="auto">
          <a:xfrm>
            <a:off x="542925" y="4328614"/>
            <a:ext cx="1200150" cy="1095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4" name="AutoShape 24">
            <a:extLst>
              <a:ext uri="{FF2B5EF4-FFF2-40B4-BE49-F238E27FC236}">
                <a16:creationId xmlns:a16="http://schemas.microsoft.com/office/drawing/2014/main" id="{4343E8BD-0123-46EB-8903-45461C24F371}"/>
              </a:ext>
            </a:extLst>
          </p:cNvPr>
          <p:cNvCxnSpPr>
            <a:cxnSpLocks noChangeShapeType="1"/>
            <a:stCxn id="11" idx="4"/>
            <a:endCxn id="22" idx="0"/>
          </p:cNvCxnSpPr>
          <p:nvPr/>
        </p:nvCxnSpPr>
        <p:spPr bwMode="auto">
          <a:xfrm>
            <a:off x="1905000" y="4395289"/>
            <a:ext cx="0" cy="962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" name="AutoShape 25">
            <a:extLst>
              <a:ext uri="{FF2B5EF4-FFF2-40B4-BE49-F238E27FC236}">
                <a16:creationId xmlns:a16="http://schemas.microsoft.com/office/drawing/2014/main" id="{4AB9A6D7-B503-4B2A-A785-157C57EDC9FE}"/>
              </a:ext>
            </a:extLst>
          </p:cNvPr>
          <p:cNvCxnSpPr>
            <a:cxnSpLocks noChangeShapeType="1"/>
            <a:stCxn id="12" idx="3"/>
            <a:endCxn id="22" idx="7"/>
          </p:cNvCxnSpPr>
          <p:nvPr/>
        </p:nvCxnSpPr>
        <p:spPr bwMode="auto">
          <a:xfrm flipH="1">
            <a:off x="2066925" y="4328614"/>
            <a:ext cx="1200150" cy="1095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6" name="Text Box 26">
            <a:extLst>
              <a:ext uri="{FF2B5EF4-FFF2-40B4-BE49-F238E27FC236}">
                <a16:creationId xmlns:a16="http://schemas.microsoft.com/office/drawing/2014/main" id="{0F4DB90A-EEF7-44DD-865D-EDCE5D414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522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50309B7C-4685-451A-BDB6-B80340EFA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0856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BE2CD686-221C-4362-86FD-D9A3C3152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2380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0A408D1D-E331-4AFD-B58E-03BCB131B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07131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31619DB0-2478-4709-AD90-A024C36BA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22371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B02BE61C-11DF-44E5-9202-A6C584F22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6238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7</a:t>
            </a:r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008853AB-BED9-4C55-B18B-559ECED03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7762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A99BC6D1-B783-48E8-BDB2-9A604B626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7620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34" name="Text Box 42">
            <a:extLst>
              <a:ext uri="{FF2B5EF4-FFF2-40B4-BE49-F238E27FC236}">
                <a16:creationId xmlns:a16="http://schemas.microsoft.com/office/drawing/2014/main" id="{2A7CF281-CC4C-42BD-8A68-2D2E14CAD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4760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 dirty="0">
                <a:ea typeface="Arial" pitchFamily="-107" charset="0"/>
                <a:cs typeface="Arial" pitchFamily="-107" charset="0"/>
              </a:rPr>
              <a:t>{1}{2}{3}{4}{5}{6}{7} </a:t>
            </a:r>
          </a:p>
        </p:txBody>
      </p:sp>
      <p:sp>
        <p:nvSpPr>
          <p:cNvPr id="35" name="Rectangle 46">
            <a:extLst>
              <a:ext uri="{FF2B5EF4-FFF2-40B4-BE49-F238E27FC236}">
                <a16:creationId xmlns:a16="http://schemas.microsoft.com/office/drawing/2014/main" id="{F000A483-7FB5-4BD2-B5E1-5FA379742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1751807"/>
            <a:ext cx="4495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400" dirty="0">
                <a:ea typeface="Arial" charset="0"/>
                <a:cs typeface="Arial" charset="0"/>
              </a:rPr>
              <a:t>Make a disjoint set for each vertex</a:t>
            </a:r>
          </a:p>
        </p:txBody>
      </p:sp>
    </p:spTree>
    <p:extLst>
      <p:ext uri="{BB962C8B-B14F-4D97-AF65-F5344CB8AC3E}">
        <p14:creationId xmlns:p14="http://schemas.microsoft.com/office/powerpoint/2010/main" val="1606064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75201C1-FF20-4482-B70E-53B102DC7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320" y="1790700"/>
            <a:ext cx="4495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400" dirty="0">
                <a:ea typeface="Arial" charset="0"/>
                <a:cs typeface="Arial" charset="0"/>
              </a:rPr>
              <a:t>Sort edges by weight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C0C6C95-1DC8-409A-B999-7B1B4DBE117C}"/>
              </a:ext>
            </a:extLst>
          </p:cNvPr>
          <p:cNvGrpSpPr>
            <a:grpSpLocks/>
          </p:cNvGrpSpPr>
          <p:nvPr/>
        </p:nvGrpSpPr>
        <p:grpSpPr bwMode="auto">
          <a:xfrm>
            <a:off x="172720" y="2362200"/>
            <a:ext cx="3886200" cy="3505200"/>
            <a:chOff x="192" y="1488"/>
            <a:chExt cx="2448" cy="2208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893F8433-407D-4409-BBF0-61BB20A6E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632"/>
              <a:ext cx="288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hangingPunct="0"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1</a:t>
              </a: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785EF5D2-F186-41E7-82ED-CCE8277B2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632"/>
              <a:ext cx="288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hangingPunct="0"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2</a:t>
              </a: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90BBA7E4-9DC8-4641-A31E-745A2B401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632"/>
              <a:ext cx="288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hangingPunct="0"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3</a:t>
              </a:r>
            </a:p>
          </p:txBody>
        </p:sp>
        <p:cxnSp>
          <p:nvCxnSpPr>
            <p:cNvPr id="8" name="AutoShape 8">
              <a:extLst>
                <a:ext uri="{FF2B5EF4-FFF2-40B4-BE49-F238E27FC236}">
                  <a16:creationId xmlns:a16="http://schemas.microsoft.com/office/drawing/2014/main" id="{41827A57-1A15-4EB2-A6DE-E0E16F4B3521}"/>
                </a:ext>
              </a:extLst>
            </p:cNvPr>
            <p:cNvCxnSpPr>
              <a:cxnSpLocks noChangeShapeType="1"/>
              <a:endCxn id="6" idx="2"/>
            </p:cNvCxnSpPr>
            <p:nvPr/>
          </p:nvCxnSpPr>
          <p:spPr bwMode="auto">
            <a:xfrm>
              <a:off x="585" y="1776"/>
              <a:ext cx="65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" name="AutoShape 9">
              <a:extLst>
                <a:ext uri="{FF2B5EF4-FFF2-40B4-BE49-F238E27FC236}">
                  <a16:creationId xmlns:a16="http://schemas.microsoft.com/office/drawing/2014/main" id="{45E4FD42-AD01-4AD2-BD8A-B322F0D94AE7}"/>
                </a:ext>
              </a:extLst>
            </p:cNvPr>
            <p:cNvCxnSpPr>
              <a:cxnSpLocks noChangeShapeType="1"/>
              <a:stCxn id="6" idx="6"/>
              <a:endCxn id="7" idx="2"/>
            </p:cNvCxnSpPr>
            <p:nvPr/>
          </p:nvCxnSpPr>
          <p:spPr bwMode="auto">
            <a:xfrm>
              <a:off x="1545" y="1776"/>
              <a:ext cx="65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A0ACCD52-A3AF-4042-8636-58776BC9F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488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1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A73402B7-85B7-41B9-9A91-5776595F81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488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2</a:t>
              </a:r>
            </a:p>
          </p:txBody>
        </p:sp>
        <p:sp>
          <p:nvSpPr>
            <p:cNvPr id="12" name="Oval 12">
              <a:extLst>
                <a:ext uri="{FF2B5EF4-FFF2-40B4-BE49-F238E27FC236}">
                  <a16:creationId xmlns:a16="http://schemas.microsoft.com/office/drawing/2014/main" id="{4615EF54-B3F0-4C57-9E84-1A1C051C7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496"/>
              <a:ext cx="288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hangingPunct="0"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4</a:t>
              </a:r>
            </a:p>
          </p:txBody>
        </p:sp>
        <p:sp>
          <p:nvSpPr>
            <p:cNvPr id="13" name="Oval 13">
              <a:extLst>
                <a:ext uri="{FF2B5EF4-FFF2-40B4-BE49-F238E27FC236}">
                  <a16:creationId xmlns:a16="http://schemas.microsoft.com/office/drawing/2014/main" id="{ECD4A615-AD7C-4068-BF08-1F7635FCA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496"/>
              <a:ext cx="288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hangingPunct="0"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5</a:t>
              </a:r>
            </a:p>
          </p:txBody>
        </p:sp>
        <p:sp>
          <p:nvSpPr>
            <p:cNvPr id="14" name="Oval 14">
              <a:extLst>
                <a:ext uri="{FF2B5EF4-FFF2-40B4-BE49-F238E27FC236}">
                  <a16:creationId xmlns:a16="http://schemas.microsoft.com/office/drawing/2014/main" id="{87C5B5BC-0CC6-45EC-A743-918458D15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496"/>
              <a:ext cx="288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hangingPunct="0"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6</a:t>
              </a:r>
            </a:p>
          </p:txBody>
        </p:sp>
        <p:cxnSp>
          <p:nvCxnSpPr>
            <p:cNvPr id="15" name="AutoShape 15">
              <a:extLst>
                <a:ext uri="{FF2B5EF4-FFF2-40B4-BE49-F238E27FC236}">
                  <a16:creationId xmlns:a16="http://schemas.microsoft.com/office/drawing/2014/main" id="{DD81993C-9047-4CD7-8B32-977188484752}"/>
                </a:ext>
              </a:extLst>
            </p:cNvPr>
            <p:cNvCxnSpPr>
              <a:cxnSpLocks noChangeShapeType="1"/>
              <a:stCxn id="12" idx="6"/>
              <a:endCxn id="13" idx="2"/>
            </p:cNvCxnSpPr>
            <p:nvPr/>
          </p:nvCxnSpPr>
          <p:spPr bwMode="auto">
            <a:xfrm>
              <a:off x="585" y="2640"/>
              <a:ext cx="65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6" name="AutoShape 16">
              <a:extLst>
                <a:ext uri="{FF2B5EF4-FFF2-40B4-BE49-F238E27FC236}">
                  <a16:creationId xmlns:a16="http://schemas.microsoft.com/office/drawing/2014/main" id="{53FE65E6-08AD-4A33-A752-66337A4D1674}"/>
                </a:ext>
              </a:extLst>
            </p:cNvPr>
            <p:cNvCxnSpPr>
              <a:cxnSpLocks noChangeShapeType="1"/>
              <a:stCxn id="13" idx="6"/>
              <a:endCxn id="14" idx="2"/>
            </p:cNvCxnSpPr>
            <p:nvPr/>
          </p:nvCxnSpPr>
          <p:spPr bwMode="auto">
            <a:xfrm>
              <a:off x="1545" y="2640"/>
              <a:ext cx="65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6AD41B38-F0FB-4F10-9895-36244AB9C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361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3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12E6F322-4A72-4C5D-A0D7-945693C31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361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8</a:t>
              </a:r>
            </a:p>
          </p:txBody>
        </p:sp>
        <p:cxnSp>
          <p:nvCxnSpPr>
            <p:cNvPr id="19" name="AutoShape 19">
              <a:extLst>
                <a:ext uri="{FF2B5EF4-FFF2-40B4-BE49-F238E27FC236}">
                  <a16:creationId xmlns:a16="http://schemas.microsoft.com/office/drawing/2014/main" id="{18DEAF43-628F-438D-88BC-0D1AD08D5D0C}"/>
                </a:ext>
              </a:extLst>
            </p:cNvPr>
            <p:cNvCxnSpPr>
              <a:cxnSpLocks noChangeShapeType="1"/>
              <a:endCxn id="12" idx="0"/>
            </p:cNvCxnSpPr>
            <p:nvPr/>
          </p:nvCxnSpPr>
          <p:spPr bwMode="auto">
            <a:xfrm>
              <a:off x="432" y="1929"/>
              <a:ext cx="0" cy="5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" name="AutoShape 20">
              <a:extLst>
                <a:ext uri="{FF2B5EF4-FFF2-40B4-BE49-F238E27FC236}">
                  <a16:creationId xmlns:a16="http://schemas.microsoft.com/office/drawing/2014/main" id="{60502069-D32A-421B-A831-1840AD4B21A7}"/>
                </a:ext>
              </a:extLst>
            </p:cNvPr>
            <p:cNvCxnSpPr>
              <a:cxnSpLocks noChangeShapeType="1"/>
              <a:stCxn id="12" idx="7"/>
              <a:endCxn id="6" idx="3"/>
            </p:cNvCxnSpPr>
            <p:nvPr/>
          </p:nvCxnSpPr>
          <p:spPr bwMode="auto">
            <a:xfrm flipV="1">
              <a:off x="534" y="1887"/>
              <a:ext cx="756" cy="64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" name="AutoShape 21">
              <a:extLst>
                <a:ext uri="{FF2B5EF4-FFF2-40B4-BE49-F238E27FC236}">
                  <a16:creationId xmlns:a16="http://schemas.microsoft.com/office/drawing/2014/main" id="{E4410ED6-5CE6-496E-8B92-47A584125640}"/>
                </a:ext>
              </a:extLst>
            </p:cNvPr>
            <p:cNvCxnSpPr>
              <a:cxnSpLocks noChangeShapeType="1"/>
              <a:stCxn id="6" idx="4"/>
              <a:endCxn id="13" idx="0"/>
            </p:cNvCxnSpPr>
            <p:nvPr/>
          </p:nvCxnSpPr>
          <p:spPr bwMode="auto">
            <a:xfrm>
              <a:off x="1392" y="1929"/>
              <a:ext cx="0" cy="5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" name="AutoShape 22">
              <a:extLst>
                <a:ext uri="{FF2B5EF4-FFF2-40B4-BE49-F238E27FC236}">
                  <a16:creationId xmlns:a16="http://schemas.microsoft.com/office/drawing/2014/main" id="{CDF6F0A1-8867-4D21-878A-965FFED44710}"/>
                </a:ext>
              </a:extLst>
            </p:cNvPr>
            <p:cNvCxnSpPr>
              <a:cxnSpLocks noChangeShapeType="1"/>
              <a:stCxn id="13" idx="7"/>
              <a:endCxn id="7" idx="3"/>
            </p:cNvCxnSpPr>
            <p:nvPr/>
          </p:nvCxnSpPr>
          <p:spPr bwMode="auto">
            <a:xfrm flipV="1">
              <a:off x="1494" y="1887"/>
              <a:ext cx="756" cy="64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" name="AutoShape 23">
              <a:extLst>
                <a:ext uri="{FF2B5EF4-FFF2-40B4-BE49-F238E27FC236}">
                  <a16:creationId xmlns:a16="http://schemas.microsoft.com/office/drawing/2014/main" id="{C6338E62-F0DF-4011-B1FA-18157D0B5BA3}"/>
                </a:ext>
              </a:extLst>
            </p:cNvPr>
            <p:cNvCxnSpPr>
              <a:cxnSpLocks noChangeShapeType="1"/>
              <a:stCxn id="7" idx="4"/>
              <a:endCxn id="14" idx="0"/>
            </p:cNvCxnSpPr>
            <p:nvPr/>
          </p:nvCxnSpPr>
          <p:spPr bwMode="auto">
            <a:xfrm>
              <a:off x="2352" y="1929"/>
              <a:ext cx="0" cy="5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24" name="Oval 24">
              <a:extLst>
                <a:ext uri="{FF2B5EF4-FFF2-40B4-BE49-F238E27FC236}">
                  <a16:creationId xmlns:a16="http://schemas.microsoft.com/office/drawing/2014/main" id="{A953C85A-91DE-4A83-94CA-F724FE91E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408"/>
              <a:ext cx="288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hangingPunct="0"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7</a:t>
              </a:r>
            </a:p>
          </p:txBody>
        </p:sp>
        <p:cxnSp>
          <p:nvCxnSpPr>
            <p:cNvPr id="25" name="AutoShape 25">
              <a:extLst>
                <a:ext uri="{FF2B5EF4-FFF2-40B4-BE49-F238E27FC236}">
                  <a16:creationId xmlns:a16="http://schemas.microsoft.com/office/drawing/2014/main" id="{3E06E68D-FFD0-4721-8BF0-D8C8C5F412E5}"/>
                </a:ext>
              </a:extLst>
            </p:cNvPr>
            <p:cNvCxnSpPr>
              <a:cxnSpLocks noChangeShapeType="1"/>
              <a:stCxn id="12" idx="5"/>
            </p:cNvCxnSpPr>
            <p:nvPr/>
          </p:nvCxnSpPr>
          <p:spPr bwMode="auto">
            <a:xfrm>
              <a:off x="534" y="2751"/>
              <a:ext cx="756" cy="69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6" name="AutoShape 26">
              <a:extLst>
                <a:ext uri="{FF2B5EF4-FFF2-40B4-BE49-F238E27FC236}">
                  <a16:creationId xmlns:a16="http://schemas.microsoft.com/office/drawing/2014/main" id="{2129A688-6A4C-4574-8C24-542A8825EE7E}"/>
                </a:ext>
              </a:extLst>
            </p:cNvPr>
            <p:cNvCxnSpPr>
              <a:cxnSpLocks noChangeShapeType="1"/>
              <a:stCxn id="13" idx="4"/>
            </p:cNvCxnSpPr>
            <p:nvPr/>
          </p:nvCxnSpPr>
          <p:spPr bwMode="auto">
            <a:xfrm>
              <a:off x="1392" y="2793"/>
              <a:ext cx="0" cy="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7" name="AutoShape 27">
              <a:extLst>
                <a:ext uri="{FF2B5EF4-FFF2-40B4-BE49-F238E27FC236}">
                  <a16:creationId xmlns:a16="http://schemas.microsoft.com/office/drawing/2014/main" id="{AE99D826-F11E-4CDC-8AEF-5E7003F83D20}"/>
                </a:ext>
              </a:extLst>
            </p:cNvPr>
            <p:cNvCxnSpPr>
              <a:cxnSpLocks noChangeShapeType="1"/>
              <a:stCxn id="14" idx="3"/>
            </p:cNvCxnSpPr>
            <p:nvPr/>
          </p:nvCxnSpPr>
          <p:spPr bwMode="auto">
            <a:xfrm flipH="1">
              <a:off x="1494" y="2751"/>
              <a:ext cx="756" cy="69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28" name="Text Box 28">
              <a:extLst>
                <a:ext uri="{FF2B5EF4-FFF2-40B4-BE49-F238E27FC236}">
                  <a16:creationId xmlns:a16="http://schemas.microsoft.com/office/drawing/2014/main" id="{7963A238-0963-4215-8D5D-301D7DD21C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073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4</a:t>
              </a:r>
            </a:p>
          </p:txBody>
        </p:sp>
        <p:sp>
          <p:nvSpPr>
            <p:cNvPr id="29" name="Text Box 29">
              <a:extLst>
                <a:ext uri="{FF2B5EF4-FFF2-40B4-BE49-F238E27FC236}">
                  <a16:creationId xmlns:a16="http://schemas.microsoft.com/office/drawing/2014/main" id="{A5078799-D039-42D4-BEEF-ED4550678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968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6</a:t>
              </a:r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B9E3E908-8CA6-408D-A459-35DE94F77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064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4</a:t>
              </a:r>
            </a:p>
          </p:txBody>
        </p:sp>
        <p:sp>
          <p:nvSpPr>
            <p:cNvPr id="31" name="Text Box 31">
              <a:extLst>
                <a:ext uri="{FF2B5EF4-FFF2-40B4-BE49-F238E27FC236}">
                  <a16:creationId xmlns:a16="http://schemas.microsoft.com/office/drawing/2014/main" id="{CD22CDB2-66DD-4F76-85F8-D64700D11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959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5</a:t>
              </a:r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71E05396-006C-489C-A8F4-FF9E6E3E82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055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6</a:t>
              </a:r>
            </a:p>
          </p:txBody>
        </p: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D78C6BBB-A786-4C94-A4AC-4227D1B13A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937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7</a:t>
              </a:r>
            </a:p>
          </p:txBody>
        </p:sp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328662A7-8666-4DC0-A245-AA76CF5156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033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3</a:t>
              </a:r>
            </a:p>
          </p:txBody>
        </p:sp>
        <p:sp>
          <p:nvSpPr>
            <p:cNvPr id="35" name="Text Box 35">
              <a:extLst>
                <a:ext uri="{FF2B5EF4-FFF2-40B4-BE49-F238E27FC236}">
                  <a16:creationId xmlns:a16="http://schemas.microsoft.com/office/drawing/2014/main" id="{7DA5F2D5-B6CF-4145-945C-180552C609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024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>
                  <a:ea typeface="Arial" pitchFamily="-107" charset="0"/>
                  <a:cs typeface="Arial" pitchFamily="-107" charset="0"/>
                </a:rPr>
                <a:t>4</a:t>
              </a:r>
            </a:p>
          </p:txBody>
        </p:sp>
      </p:grpSp>
      <p:sp>
        <p:nvSpPr>
          <p:cNvPr id="36" name="Text Box 36">
            <a:extLst>
              <a:ext uri="{FF2B5EF4-FFF2-40B4-BE49-F238E27FC236}">
                <a16:creationId xmlns:a16="http://schemas.microsoft.com/office/drawing/2014/main" id="{9D04EEAE-17D9-4975-93A9-D63F4E2D2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320" y="25146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1: {1,2}</a:t>
            </a:r>
          </a:p>
        </p:txBody>
      </p:sp>
      <p:sp>
        <p:nvSpPr>
          <p:cNvPr id="37" name="Text Box 37">
            <a:extLst>
              <a:ext uri="{FF2B5EF4-FFF2-40B4-BE49-F238E27FC236}">
                <a16:creationId xmlns:a16="http://schemas.microsoft.com/office/drawing/2014/main" id="{D4A2033D-9784-4C5D-8E3E-7E549F829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320" y="28956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2: {2,3}</a:t>
            </a:r>
          </a:p>
        </p:txBody>
      </p:sp>
      <p:sp>
        <p:nvSpPr>
          <p:cNvPr id="38" name="Text Box 38">
            <a:extLst>
              <a:ext uri="{FF2B5EF4-FFF2-40B4-BE49-F238E27FC236}">
                <a16:creationId xmlns:a16="http://schemas.microsoft.com/office/drawing/2014/main" id="{6BFDFEA9-6A17-41F4-9746-C831878CD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320" y="3290888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{4,5}</a:t>
            </a:r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2CA84B4F-E854-4EA0-B678-A1CDA914A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320" y="3671888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{6,7}</a:t>
            </a:r>
          </a:p>
        </p:txBody>
      </p:sp>
      <p:sp>
        <p:nvSpPr>
          <p:cNvPr id="40" name="Text Box 40">
            <a:extLst>
              <a:ext uri="{FF2B5EF4-FFF2-40B4-BE49-F238E27FC236}">
                <a16:creationId xmlns:a16="http://schemas.microsoft.com/office/drawing/2014/main" id="{44A4D8D1-779E-48ED-A8AC-0EA2A97DF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320" y="40386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{1,4}</a:t>
            </a:r>
          </a:p>
        </p:txBody>
      </p:sp>
      <p:sp>
        <p:nvSpPr>
          <p:cNvPr id="41" name="Text Box 41">
            <a:extLst>
              <a:ext uri="{FF2B5EF4-FFF2-40B4-BE49-F238E27FC236}">
                <a16:creationId xmlns:a16="http://schemas.microsoft.com/office/drawing/2014/main" id="{72049CD4-1A11-422D-9C3E-41C99F46C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320" y="443388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{2,5}</a:t>
            </a:r>
          </a:p>
        </p:txBody>
      </p:sp>
      <p:sp>
        <p:nvSpPr>
          <p:cNvPr id="42" name="Text Box 42">
            <a:extLst>
              <a:ext uri="{FF2B5EF4-FFF2-40B4-BE49-F238E27FC236}">
                <a16:creationId xmlns:a16="http://schemas.microsoft.com/office/drawing/2014/main" id="{1247A39D-ADC8-4391-90BB-1700B1091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320" y="481488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{4,7}</a:t>
            </a:r>
          </a:p>
        </p:txBody>
      </p:sp>
      <p:sp>
        <p:nvSpPr>
          <p:cNvPr id="43" name="Text Box 43">
            <a:extLst>
              <a:ext uri="{FF2B5EF4-FFF2-40B4-BE49-F238E27FC236}">
                <a16:creationId xmlns:a16="http://schemas.microsoft.com/office/drawing/2014/main" id="{AAC0229F-0D3E-47AA-9604-5F2F40A45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320" y="5195888"/>
            <a:ext cx="182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5: {3,5}</a:t>
            </a:r>
          </a:p>
        </p:txBody>
      </p:sp>
      <p:sp>
        <p:nvSpPr>
          <p:cNvPr id="44" name="Oval 44">
            <a:extLst>
              <a:ext uri="{FF2B5EF4-FFF2-40B4-BE49-F238E27FC236}">
                <a16:creationId xmlns:a16="http://schemas.microsoft.com/office/drawing/2014/main" id="{F861E240-7889-4369-8ECE-934E1CDA7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4720" y="58674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5" name="Oval 45">
            <a:extLst>
              <a:ext uri="{FF2B5EF4-FFF2-40B4-BE49-F238E27FC236}">
                <a16:creationId xmlns:a16="http://schemas.microsoft.com/office/drawing/2014/main" id="{14FC07F2-1FC8-45DB-B84E-C7D961CA0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4720" y="5715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6" name="Oval 46">
            <a:extLst>
              <a:ext uri="{FF2B5EF4-FFF2-40B4-BE49-F238E27FC236}">
                <a16:creationId xmlns:a16="http://schemas.microsoft.com/office/drawing/2014/main" id="{D5AAD66B-A868-4F83-B3B6-7E12A2B91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4720" y="6019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7" name="Text Box 42">
            <a:extLst>
              <a:ext uri="{FF2B5EF4-FFF2-40B4-BE49-F238E27FC236}">
                <a16:creationId xmlns:a16="http://schemas.microsoft.com/office/drawing/2014/main" id="{6AC58A3C-01CB-4F35-AFC8-3B1DE0050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4320" y="25146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 dirty="0">
                <a:ea typeface="Arial" pitchFamily="-107" charset="0"/>
                <a:cs typeface="Arial" pitchFamily="-107" charset="0"/>
              </a:rPr>
              <a:t>{1}{2}{3}{4}{5}{6}{7} </a:t>
            </a:r>
          </a:p>
        </p:txBody>
      </p:sp>
    </p:spTree>
    <p:extLst>
      <p:ext uri="{BB962C8B-B14F-4D97-AF65-F5344CB8AC3E}">
        <p14:creationId xmlns:p14="http://schemas.microsoft.com/office/powerpoint/2010/main" val="877816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BB4F4299-AE1E-442D-9095-0F7482970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480" y="25908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9B391116-BCA9-4A47-B15D-AB21FBB5B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480" y="25908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67B02A81-FDAE-4900-A362-8961EBF79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480" y="25908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cxnSp>
        <p:nvCxnSpPr>
          <p:cNvPr id="6" name="AutoShape 6">
            <a:extLst>
              <a:ext uri="{FF2B5EF4-FFF2-40B4-BE49-F238E27FC236}">
                <a16:creationId xmlns:a16="http://schemas.microsoft.com/office/drawing/2014/main" id="{4DEF3808-A04A-40E1-8FE9-D061520D0192}"/>
              </a:ext>
            </a:extLst>
          </p:cNvPr>
          <p:cNvCxnSpPr>
            <a:cxnSpLocks noChangeShapeType="1"/>
            <a:stCxn id="3" idx="6"/>
            <a:endCxn id="4" idx="2"/>
          </p:cNvCxnSpPr>
          <p:nvPr/>
        </p:nvCxnSpPr>
        <p:spPr bwMode="auto">
          <a:xfrm>
            <a:off x="755969" y="281940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BCB9EA1F-665D-4345-A6A2-F35B97BC0923}"/>
              </a:ext>
            </a:extLst>
          </p:cNvPr>
          <p:cNvCxnSpPr>
            <a:cxnSpLocks noChangeShapeType="1"/>
            <a:stCxn id="4" idx="6"/>
            <a:endCxn id="5" idx="2"/>
          </p:cNvCxnSpPr>
          <p:nvPr/>
        </p:nvCxnSpPr>
        <p:spPr bwMode="auto">
          <a:xfrm>
            <a:off x="2279969" y="281940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8" name="Text Box 8">
            <a:extLst>
              <a:ext uri="{FF2B5EF4-FFF2-40B4-BE49-F238E27FC236}">
                <a16:creationId xmlns:a16="http://schemas.microsoft.com/office/drawing/2014/main" id="{ED21AFFD-0D58-4A35-A28C-507D5C29E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480" y="23622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81397BFC-F092-4C06-9BC8-C46AFDF61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480" y="23622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67E76827-0F3B-40D5-950E-7AF5EF4BB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480" y="39624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E8DB6B8D-70C2-4E3C-8363-80384396A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480" y="39624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6506779D-A8FE-4002-AEFC-AB247EC9E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480" y="39624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cxnSp>
        <p:nvCxnSpPr>
          <p:cNvPr id="13" name="AutoShape 13">
            <a:extLst>
              <a:ext uri="{FF2B5EF4-FFF2-40B4-BE49-F238E27FC236}">
                <a16:creationId xmlns:a16="http://schemas.microsoft.com/office/drawing/2014/main" id="{EDCF5931-AB35-4244-9D2A-AD31377F8F73}"/>
              </a:ext>
            </a:extLst>
          </p:cNvPr>
          <p:cNvCxnSpPr>
            <a:cxnSpLocks noChangeShapeType="1"/>
            <a:stCxn id="10" idx="6"/>
            <a:endCxn id="11" idx="2"/>
          </p:cNvCxnSpPr>
          <p:nvPr/>
        </p:nvCxnSpPr>
        <p:spPr bwMode="auto">
          <a:xfrm>
            <a:off x="755969" y="419100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" name="AutoShape 14">
            <a:extLst>
              <a:ext uri="{FF2B5EF4-FFF2-40B4-BE49-F238E27FC236}">
                <a16:creationId xmlns:a16="http://schemas.microsoft.com/office/drawing/2014/main" id="{E79F2A2D-BF9F-4631-A41C-9572D5F8FDA2}"/>
              </a:ext>
            </a:extLst>
          </p:cNvPr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279969" y="419100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" name="Text Box 15">
            <a:extLst>
              <a:ext uri="{FF2B5EF4-FFF2-40B4-BE49-F238E27FC236}">
                <a16:creationId xmlns:a16="http://schemas.microsoft.com/office/drawing/2014/main" id="{ABCE82DC-F356-47EC-93A7-E340D31FF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480" y="37480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D1848F2D-FFE1-413F-A3A7-452143663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480" y="37480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8</a:t>
            </a:r>
          </a:p>
        </p:txBody>
      </p:sp>
      <p:cxnSp>
        <p:nvCxnSpPr>
          <p:cNvPr id="17" name="AutoShape 17">
            <a:extLst>
              <a:ext uri="{FF2B5EF4-FFF2-40B4-BE49-F238E27FC236}">
                <a16:creationId xmlns:a16="http://schemas.microsoft.com/office/drawing/2014/main" id="{A29B156C-25E8-4145-9413-4159ED8B13C3}"/>
              </a:ext>
            </a:extLst>
          </p:cNvPr>
          <p:cNvCxnSpPr>
            <a:cxnSpLocks noChangeShapeType="1"/>
            <a:stCxn id="3" idx="4"/>
            <a:endCxn id="10" idx="0"/>
          </p:cNvCxnSpPr>
          <p:nvPr/>
        </p:nvCxnSpPr>
        <p:spPr bwMode="auto">
          <a:xfrm>
            <a:off x="513080" y="30622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8" name="AutoShape 18">
            <a:extLst>
              <a:ext uri="{FF2B5EF4-FFF2-40B4-BE49-F238E27FC236}">
                <a16:creationId xmlns:a16="http://schemas.microsoft.com/office/drawing/2014/main" id="{4F16068D-DC8C-4229-864D-963655036821}"/>
              </a:ext>
            </a:extLst>
          </p:cNvPr>
          <p:cNvCxnSpPr>
            <a:cxnSpLocks noChangeShapeType="1"/>
            <a:stCxn id="10" idx="7"/>
            <a:endCxn id="4" idx="3"/>
          </p:cNvCxnSpPr>
          <p:nvPr/>
        </p:nvCxnSpPr>
        <p:spPr bwMode="auto">
          <a:xfrm flipV="1">
            <a:off x="675005" y="299561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" name="AutoShape 19">
            <a:extLst>
              <a:ext uri="{FF2B5EF4-FFF2-40B4-BE49-F238E27FC236}">
                <a16:creationId xmlns:a16="http://schemas.microsoft.com/office/drawing/2014/main" id="{F9D33359-9153-410B-9548-81E15F684190}"/>
              </a:ext>
            </a:extLst>
          </p:cNvPr>
          <p:cNvCxnSpPr>
            <a:cxnSpLocks noChangeShapeType="1"/>
            <a:stCxn id="4" idx="4"/>
            <a:endCxn id="11" idx="0"/>
          </p:cNvCxnSpPr>
          <p:nvPr/>
        </p:nvCxnSpPr>
        <p:spPr bwMode="auto">
          <a:xfrm>
            <a:off x="2037080" y="30622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0" name="AutoShape 20">
            <a:extLst>
              <a:ext uri="{FF2B5EF4-FFF2-40B4-BE49-F238E27FC236}">
                <a16:creationId xmlns:a16="http://schemas.microsoft.com/office/drawing/2014/main" id="{DAE66EF1-31BC-44B2-9A6C-FADB9779E340}"/>
              </a:ext>
            </a:extLst>
          </p:cNvPr>
          <p:cNvCxnSpPr>
            <a:cxnSpLocks noChangeShapeType="1"/>
            <a:stCxn id="11" idx="7"/>
            <a:endCxn id="5" idx="3"/>
          </p:cNvCxnSpPr>
          <p:nvPr/>
        </p:nvCxnSpPr>
        <p:spPr bwMode="auto">
          <a:xfrm flipV="1">
            <a:off x="2199005" y="299561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" name="AutoShape 21">
            <a:extLst>
              <a:ext uri="{FF2B5EF4-FFF2-40B4-BE49-F238E27FC236}">
                <a16:creationId xmlns:a16="http://schemas.microsoft.com/office/drawing/2014/main" id="{AEE19C72-B5ED-4641-A1ED-038F8111CD2E}"/>
              </a:ext>
            </a:extLst>
          </p:cNvPr>
          <p:cNvCxnSpPr>
            <a:cxnSpLocks noChangeShapeType="1"/>
            <a:stCxn id="5" idx="4"/>
            <a:endCxn id="12" idx="0"/>
          </p:cNvCxnSpPr>
          <p:nvPr/>
        </p:nvCxnSpPr>
        <p:spPr bwMode="auto">
          <a:xfrm>
            <a:off x="3561080" y="30622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" name="Oval 22">
            <a:extLst>
              <a:ext uri="{FF2B5EF4-FFF2-40B4-BE49-F238E27FC236}">
                <a16:creationId xmlns:a16="http://schemas.microsoft.com/office/drawing/2014/main" id="{41E204F0-9C4C-4BFC-BC4E-1B5F22868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480" y="54102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7</a:t>
            </a:r>
          </a:p>
        </p:txBody>
      </p:sp>
      <p:cxnSp>
        <p:nvCxnSpPr>
          <p:cNvPr id="23" name="AutoShape 23">
            <a:extLst>
              <a:ext uri="{FF2B5EF4-FFF2-40B4-BE49-F238E27FC236}">
                <a16:creationId xmlns:a16="http://schemas.microsoft.com/office/drawing/2014/main" id="{A2445695-AF6D-4390-A383-4D1E4B0419B4}"/>
              </a:ext>
            </a:extLst>
          </p:cNvPr>
          <p:cNvCxnSpPr>
            <a:cxnSpLocks noChangeShapeType="1"/>
            <a:stCxn id="10" idx="5"/>
            <a:endCxn id="22" idx="1"/>
          </p:cNvCxnSpPr>
          <p:nvPr/>
        </p:nvCxnSpPr>
        <p:spPr bwMode="auto">
          <a:xfrm>
            <a:off x="675005" y="4367214"/>
            <a:ext cx="1200150" cy="1095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4" name="AutoShape 24">
            <a:extLst>
              <a:ext uri="{FF2B5EF4-FFF2-40B4-BE49-F238E27FC236}">
                <a16:creationId xmlns:a16="http://schemas.microsoft.com/office/drawing/2014/main" id="{ACA33909-7DFE-4D4D-9F67-D0641AA48B81}"/>
              </a:ext>
            </a:extLst>
          </p:cNvPr>
          <p:cNvCxnSpPr>
            <a:cxnSpLocks noChangeShapeType="1"/>
            <a:stCxn id="11" idx="4"/>
            <a:endCxn id="22" idx="0"/>
          </p:cNvCxnSpPr>
          <p:nvPr/>
        </p:nvCxnSpPr>
        <p:spPr bwMode="auto">
          <a:xfrm>
            <a:off x="2037080" y="4433889"/>
            <a:ext cx="0" cy="962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" name="AutoShape 25">
            <a:extLst>
              <a:ext uri="{FF2B5EF4-FFF2-40B4-BE49-F238E27FC236}">
                <a16:creationId xmlns:a16="http://schemas.microsoft.com/office/drawing/2014/main" id="{2DFBD2A8-F467-42F7-818D-D9682C359A28}"/>
              </a:ext>
            </a:extLst>
          </p:cNvPr>
          <p:cNvCxnSpPr>
            <a:cxnSpLocks noChangeShapeType="1"/>
            <a:stCxn id="12" idx="3"/>
            <a:endCxn id="22" idx="7"/>
          </p:cNvCxnSpPr>
          <p:nvPr/>
        </p:nvCxnSpPr>
        <p:spPr bwMode="auto">
          <a:xfrm flipH="1">
            <a:off x="2199005" y="4367214"/>
            <a:ext cx="1200150" cy="1095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6" name="Text Box 26">
            <a:extLst>
              <a:ext uri="{FF2B5EF4-FFF2-40B4-BE49-F238E27FC236}">
                <a16:creationId xmlns:a16="http://schemas.microsoft.com/office/drawing/2014/main" id="{E241C591-0A69-4AC0-964C-2C257FB7C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" y="32908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9A6121BF-AC97-431D-A9D9-E458A121C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280" y="31242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16699E22-314B-4F2D-8187-0148DD8B1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080" y="32766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64CA0B2C-2293-4BF8-897F-D101E7A5C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4280" y="310991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F5701058-6929-4449-8BB5-84FBED1A7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1080" y="326231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D45C6859-5064-44ED-AD98-B6A5FFF45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080" y="46624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7</a:t>
            </a:r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B673A60D-889F-4B25-94B0-47F43AD8D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480" y="48148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41DA0BB8-42F0-45A0-8E4B-B064765FC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280" y="48006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34" name="Text Box 34">
            <a:extLst>
              <a:ext uri="{FF2B5EF4-FFF2-40B4-BE49-F238E27FC236}">
                <a16:creationId xmlns:a16="http://schemas.microsoft.com/office/drawing/2014/main" id="{B51C850A-2BD6-46FC-8923-4806D7F89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680" y="25146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1: {1,2}</a:t>
            </a:r>
          </a:p>
        </p:txBody>
      </p:sp>
      <p:sp>
        <p:nvSpPr>
          <p:cNvPr id="35" name="Text Box 35">
            <a:extLst>
              <a:ext uri="{FF2B5EF4-FFF2-40B4-BE49-F238E27FC236}">
                <a16:creationId xmlns:a16="http://schemas.microsoft.com/office/drawing/2014/main" id="{8860A865-1569-440B-8543-9AE76C247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680" y="28956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2: {2,3}</a:t>
            </a:r>
          </a:p>
        </p:txBody>
      </p:sp>
      <p:sp>
        <p:nvSpPr>
          <p:cNvPr id="36" name="Text Box 36">
            <a:extLst>
              <a:ext uri="{FF2B5EF4-FFF2-40B4-BE49-F238E27FC236}">
                <a16:creationId xmlns:a16="http://schemas.microsoft.com/office/drawing/2014/main" id="{71BF59A1-CBEC-498F-8205-851132211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680" y="3290888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{4,5}</a:t>
            </a:r>
          </a:p>
        </p:txBody>
      </p:sp>
      <p:sp>
        <p:nvSpPr>
          <p:cNvPr id="37" name="Text Box 37">
            <a:extLst>
              <a:ext uri="{FF2B5EF4-FFF2-40B4-BE49-F238E27FC236}">
                <a16:creationId xmlns:a16="http://schemas.microsoft.com/office/drawing/2014/main" id="{C96A4EE6-546C-4657-A322-FB09B8D82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680" y="3671888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{6,7}</a:t>
            </a:r>
          </a:p>
        </p:txBody>
      </p:sp>
      <p:sp>
        <p:nvSpPr>
          <p:cNvPr id="38" name="Text Box 38">
            <a:extLst>
              <a:ext uri="{FF2B5EF4-FFF2-40B4-BE49-F238E27FC236}">
                <a16:creationId xmlns:a16="http://schemas.microsoft.com/office/drawing/2014/main" id="{458A42F3-253D-453C-8FA7-7B588808B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680" y="40386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{1,4}</a:t>
            </a:r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16DD4375-681F-47CA-9FAA-3ECCE9AB1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680" y="443388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{2,5}</a:t>
            </a:r>
          </a:p>
        </p:txBody>
      </p:sp>
      <p:sp>
        <p:nvSpPr>
          <p:cNvPr id="40" name="Text Box 40">
            <a:extLst>
              <a:ext uri="{FF2B5EF4-FFF2-40B4-BE49-F238E27FC236}">
                <a16:creationId xmlns:a16="http://schemas.microsoft.com/office/drawing/2014/main" id="{28B582D1-C594-4BDC-9D83-94907D611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680" y="481488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{4,7}</a:t>
            </a:r>
          </a:p>
        </p:txBody>
      </p:sp>
      <p:sp>
        <p:nvSpPr>
          <p:cNvPr id="41" name="Text Box 41">
            <a:extLst>
              <a:ext uri="{FF2B5EF4-FFF2-40B4-BE49-F238E27FC236}">
                <a16:creationId xmlns:a16="http://schemas.microsoft.com/office/drawing/2014/main" id="{ED0876D6-863A-430F-8DDE-8621D07BE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680" y="5195888"/>
            <a:ext cx="182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5: {3,5}</a:t>
            </a:r>
          </a:p>
        </p:txBody>
      </p:sp>
      <p:sp>
        <p:nvSpPr>
          <p:cNvPr id="42" name="Text Box 42">
            <a:extLst>
              <a:ext uri="{FF2B5EF4-FFF2-40B4-BE49-F238E27FC236}">
                <a16:creationId xmlns:a16="http://schemas.microsoft.com/office/drawing/2014/main" id="{F748DF4F-27FA-40EF-9217-38BF97416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3680" y="25146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{1}{2}{3}{4}{5}{6}{7} </a:t>
            </a:r>
          </a:p>
        </p:txBody>
      </p:sp>
      <p:sp>
        <p:nvSpPr>
          <p:cNvPr id="43" name="Oval 43">
            <a:extLst>
              <a:ext uri="{FF2B5EF4-FFF2-40B4-BE49-F238E27FC236}">
                <a16:creationId xmlns:a16="http://schemas.microsoft.com/office/drawing/2014/main" id="{4C6EC41D-8CC3-49FC-AA7E-A5483F622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4080" y="58674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4" name="Oval 44">
            <a:extLst>
              <a:ext uri="{FF2B5EF4-FFF2-40B4-BE49-F238E27FC236}">
                <a16:creationId xmlns:a16="http://schemas.microsoft.com/office/drawing/2014/main" id="{D06AABF7-7EF4-4A43-8957-4DA140D3F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4080" y="5715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5" name="Oval 45">
            <a:extLst>
              <a:ext uri="{FF2B5EF4-FFF2-40B4-BE49-F238E27FC236}">
                <a16:creationId xmlns:a16="http://schemas.microsoft.com/office/drawing/2014/main" id="{44724D44-4047-42CB-A509-ABC4DC3F8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4080" y="6019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AEA25D1F-941E-4DEF-86E3-5D69AE84D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1080" y="1637757"/>
            <a:ext cx="5181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400" dirty="0">
                <a:ea typeface="Arial" charset="0"/>
                <a:cs typeface="Arial" charset="0"/>
              </a:rPr>
              <a:t>Add first edge to </a:t>
            </a:r>
            <a:r>
              <a:rPr lang="en-US" sz="2400" i="1" dirty="0">
                <a:ea typeface="Arial" charset="0"/>
                <a:cs typeface="Arial" charset="0"/>
              </a:rPr>
              <a:t>X</a:t>
            </a:r>
            <a:r>
              <a:rPr lang="en-US" sz="2400" dirty="0">
                <a:ea typeface="Arial" charset="0"/>
                <a:cs typeface="Arial" charset="0"/>
              </a:rPr>
              <a:t> if no cycle created</a:t>
            </a:r>
            <a:r>
              <a:rPr lang="en-US" sz="2400" i="1" dirty="0">
                <a:ea typeface="Arial" charset="0"/>
                <a:cs typeface="Arial" charset="0"/>
              </a:rPr>
              <a:t> </a:t>
            </a:r>
            <a:r>
              <a:rPr lang="en-US" sz="2400" dirty="0">
                <a:ea typeface="Arial" charset="0"/>
                <a:cs typeface="Arial" charset="0"/>
              </a:rPr>
              <a:t> </a:t>
            </a:r>
            <a:endParaRPr lang="en-US" sz="2400" i="1" dirty="0"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0472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ED6B1C07-DC0D-42F5-A79C-34F1841A9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560" y="25908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4DE5A493-9220-44CC-8304-8DEC6AB7E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0560" y="25908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925258CE-95B8-4866-AC6E-DABCD1F9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4560" y="25908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cxnSp>
        <p:nvCxnSpPr>
          <p:cNvPr id="6" name="AutoShape 6">
            <a:extLst>
              <a:ext uri="{FF2B5EF4-FFF2-40B4-BE49-F238E27FC236}">
                <a16:creationId xmlns:a16="http://schemas.microsoft.com/office/drawing/2014/main" id="{5A5CAC56-78D4-44D8-9F07-7FE1D32505D5}"/>
              </a:ext>
            </a:extLst>
          </p:cNvPr>
          <p:cNvCxnSpPr>
            <a:cxnSpLocks noChangeShapeType="1"/>
            <a:stCxn id="3" idx="6"/>
            <a:endCxn id="4" idx="2"/>
          </p:cNvCxnSpPr>
          <p:nvPr/>
        </p:nvCxnSpPr>
        <p:spPr bwMode="auto">
          <a:xfrm>
            <a:off x="888049" y="281940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BCDB2E80-77A7-41C5-AECF-2B49123322B0}"/>
              </a:ext>
            </a:extLst>
          </p:cNvPr>
          <p:cNvCxnSpPr>
            <a:cxnSpLocks noChangeShapeType="1"/>
            <a:stCxn id="4" idx="6"/>
            <a:endCxn id="5" idx="2"/>
          </p:cNvCxnSpPr>
          <p:nvPr/>
        </p:nvCxnSpPr>
        <p:spPr bwMode="auto">
          <a:xfrm>
            <a:off x="2412049" y="281940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8" name="Text Box 8">
            <a:extLst>
              <a:ext uri="{FF2B5EF4-FFF2-40B4-BE49-F238E27FC236}">
                <a16:creationId xmlns:a16="http://schemas.microsoft.com/office/drawing/2014/main" id="{C6A936E5-B1B4-4469-BFAA-372B3D0A9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8560" y="23622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C4E602AC-9689-428D-9783-9F9E9E94D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2560" y="23622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8FF43C58-98AD-4101-9F5D-2F39C5BCB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560" y="39624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86784365-8A6F-49C5-BB04-8E0DEEA92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0560" y="39624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345F4CF6-0278-4B03-BE9D-96EEF701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4560" y="39624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cxnSp>
        <p:nvCxnSpPr>
          <p:cNvPr id="13" name="AutoShape 13">
            <a:extLst>
              <a:ext uri="{FF2B5EF4-FFF2-40B4-BE49-F238E27FC236}">
                <a16:creationId xmlns:a16="http://schemas.microsoft.com/office/drawing/2014/main" id="{F04EC599-D52C-48AA-A94B-F2CCCE38A5D1}"/>
              </a:ext>
            </a:extLst>
          </p:cNvPr>
          <p:cNvCxnSpPr>
            <a:cxnSpLocks noChangeShapeType="1"/>
            <a:stCxn id="10" idx="6"/>
            <a:endCxn id="11" idx="2"/>
          </p:cNvCxnSpPr>
          <p:nvPr/>
        </p:nvCxnSpPr>
        <p:spPr bwMode="auto">
          <a:xfrm>
            <a:off x="888049" y="419100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" name="AutoShape 14">
            <a:extLst>
              <a:ext uri="{FF2B5EF4-FFF2-40B4-BE49-F238E27FC236}">
                <a16:creationId xmlns:a16="http://schemas.microsoft.com/office/drawing/2014/main" id="{F895ED4A-D75D-43B0-907E-385030BE0E1F}"/>
              </a:ext>
            </a:extLst>
          </p:cNvPr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412049" y="419100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" name="Text Box 15">
            <a:extLst>
              <a:ext uri="{FF2B5EF4-FFF2-40B4-BE49-F238E27FC236}">
                <a16:creationId xmlns:a16="http://schemas.microsoft.com/office/drawing/2014/main" id="{DF94EDD1-155A-4042-9B57-E4FBA2845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8560" y="37480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439A386D-B8EE-443D-AF7C-A0526097A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2560" y="37480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8</a:t>
            </a:r>
          </a:p>
        </p:txBody>
      </p:sp>
      <p:cxnSp>
        <p:nvCxnSpPr>
          <p:cNvPr id="17" name="AutoShape 17">
            <a:extLst>
              <a:ext uri="{FF2B5EF4-FFF2-40B4-BE49-F238E27FC236}">
                <a16:creationId xmlns:a16="http://schemas.microsoft.com/office/drawing/2014/main" id="{D8E43BA7-0081-4AF7-98B0-C5F4850447ED}"/>
              </a:ext>
            </a:extLst>
          </p:cNvPr>
          <p:cNvCxnSpPr>
            <a:cxnSpLocks noChangeShapeType="1"/>
            <a:stCxn id="3" idx="4"/>
            <a:endCxn id="10" idx="0"/>
          </p:cNvCxnSpPr>
          <p:nvPr/>
        </p:nvCxnSpPr>
        <p:spPr bwMode="auto">
          <a:xfrm>
            <a:off x="645160" y="30622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8" name="AutoShape 18">
            <a:extLst>
              <a:ext uri="{FF2B5EF4-FFF2-40B4-BE49-F238E27FC236}">
                <a16:creationId xmlns:a16="http://schemas.microsoft.com/office/drawing/2014/main" id="{16766661-7D74-4A52-A00F-E31476DD6B70}"/>
              </a:ext>
            </a:extLst>
          </p:cNvPr>
          <p:cNvCxnSpPr>
            <a:cxnSpLocks noChangeShapeType="1"/>
            <a:stCxn id="10" idx="7"/>
            <a:endCxn id="4" idx="3"/>
          </p:cNvCxnSpPr>
          <p:nvPr/>
        </p:nvCxnSpPr>
        <p:spPr bwMode="auto">
          <a:xfrm flipV="1">
            <a:off x="807085" y="299561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" name="AutoShape 19">
            <a:extLst>
              <a:ext uri="{FF2B5EF4-FFF2-40B4-BE49-F238E27FC236}">
                <a16:creationId xmlns:a16="http://schemas.microsoft.com/office/drawing/2014/main" id="{AC742839-5158-4F6F-9CC5-5C893EE98A34}"/>
              </a:ext>
            </a:extLst>
          </p:cNvPr>
          <p:cNvCxnSpPr>
            <a:cxnSpLocks noChangeShapeType="1"/>
            <a:stCxn id="4" idx="4"/>
            <a:endCxn id="11" idx="0"/>
          </p:cNvCxnSpPr>
          <p:nvPr/>
        </p:nvCxnSpPr>
        <p:spPr bwMode="auto">
          <a:xfrm>
            <a:off x="2169160" y="30622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0" name="AutoShape 20">
            <a:extLst>
              <a:ext uri="{FF2B5EF4-FFF2-40B4-BE49-F238E27FC236}">
                <a16:creationId xmlns:a16="http://schemas.microsoft.com/office/drawing/2014/main" id="{2A9507EB-E18F-4B45-B66D-F7E410F447AC}"/>
              </a:ext>
            </a:extLst>
          </p:cNvPr>
          <p:cNvCxnSpPr>
            <a:cxnSpLocks noChangeShapeType="1"/>
            <a:stCxn id="11" idx="7"/>
            <a:endCxn id="5" idx="3"/>
          </p:cNvCxnSpPr>
          <p:nvPr/>
        </p:nvCxnSpPr>
        <p:spPr bwMode="auto">
          <a:xfrm flipV="1">
            <a:off x="2331085" y="299561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" name="AutoShape 21">
            <a:extLst>
              <a:ext uri="{FF2B5EF4-FFF2-40B4-BE49-F238E27FC236}">
                <a16:creationId xmlns:a16="http://schemas.microsoft.com/office/drawing/2014/main" id="{C24C8F60-7015-4491-8D4D-13D8EB4AE523}"/>
              </a:ext>
            </a:extLst>
          </p:cNvPr>
          <p:cNvCxnSpPr>
            <a:cxnSpLocks noChangeShapeType="1"/>
            <a:stCxn id="5" idx="4"/>
            <a:endCxn id="12" idx="0"/>
          </p:cNvCxnSpPr>
          <p:nvPr/>
        </p:nvCxnSpPr>
        <p:spPr bwMode="auto">
          <a:xfrm>
            <a:off x="3693160" y="30622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" name="Oval 22">
            <a:extLst>
              <a:ext uri="{FF2B5EF4-FFF2-40B4-BE49-F238E27FC236}">
                <a16:creationId xmlns:a16="http://schemas.microsoft.com/office/drawing/2014/main" id="{8D70B0B5-D04D-4AB5-B7A1-516A0AEDE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0560" y="54102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7</a:t>
            </a:r>
          </a:p>
        </p:txBody>
      </p:sp>
      <p:cxnSp>
        <p:nvCxnSpPr>
          <p:cNvPr id="23" name="AutoShape 23">
            <a:extLst>
              <a:ext uri="{FF2B5EF4-FFF2-40B4-BE49-F238E27FC236}">
                <a16:creationId xmlns:a16="http://schemas.microsoft.com/office/drawing/2014/main" id="{7DA8677D-1175-45D1-AAE5-5C10F998BA26}"/>
              </a:ext>
            </a:extLst>
          </p:cNvPr>
          <p:cNvCxnSpPr>
            <a:cxnSpLocks noChangeShapeType="1"/>
            <a:stCxn id="10" idx="5"/>
            <a:endCxn id="22" idx="1"/>
          </p:cNvCxnSpPr>
          <p:nvPr/>
        </p:nvCxnSpPr>
        <p:spPr bwMode="auto">
          <a:xfrm>
            <a:off x="807085" y="4367214"/>
            <a:ext cx="1200150" cy="1095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4" name="AutoShape 24">
            <a:extLst>
              <a:ext uri="{FF2B5EF4-FFF2-40B4-BE49-F238E27FC236}">
                <a16:creationId xmlns:a16="http://schemas.microsoft.com/office/drawing/2014/main" id="{767548B3-8546-496B-B81D-5860E6E72573}"/>
              </a:ext>
            </a:extLst>
          </p:cNvPr>
          <p:cNvCxnSpPr>
            <a:cxnSpLocks noChangeShapeType="1"/>
            <a:stCxn id="11" idx="4"/>
            <a:endCxn id="22" idx="0"/>
          </p:cNvCxnSpPr>
          <p:nvPr/>
        </p:nvCxnSpPr>
        <p:spPr bwMode="auto">
          <a:xfrm>
            <a:off x="2169160" y="4433889"/>
            <a:ext cx="0" cy="962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" name="AutoShape 25">
            <a:extLst>
              <a:ext uri="{FF2B5EF4-FFF2-40B4-BE49-F238E27FC236}">
                <a16:creationId xmlns:a16="http://schemas.microsoft.com/office/drawing/2014/main" id="{78D42087-270F-4A9B-82EA-FB20BE838151}"/>
              </a:ext>
            </a:extLst>
          </p:cNvPr>
          <p:cNvCxnSpPr>
            <a:cxnSpLocks noChangeShapeType="1"/>
            <a:stCxn id="12" idx="3"/>
            <a:endCxn id="22" idx="7"/>
          </p:cNvCxnSpPr>
          <p:nvPr/>
        </p:nvCxnSpPr>
        <p:spPr bwMode="auto">
          <a:xfrm flipH="1">
            <a:off x="2331085" y="4367214"/>
            <a:ext cx="1200150" cy="1095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6" name="Text Box 26">
            <a:extLst>
              <a:ext uri="{FF2B5EF4-FFF2-40B4-BE49-F238E27FC236}">
                <a16:creationId xmlns:a16="http://schemas.microsoft.com/office/drawing/2014/main" id="{319E3C66-C014-4F09-A6EA-AB1B40BF7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160" y="32908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CB35AD31-6D63-4156-BD88-9B8E33111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360" y="31242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31253B76-CA1D-40BD-93F7-11DD5590C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8160" y="32766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00A4D9D0-1D75-4005-B19A-374B4FBD8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360" y="310991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D5959276-93D1-43C0-8B7C-4C4C397E6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3160" y="326231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538FD4E3-2438-4921-923B-4D6D47C40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8160" y="46624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7</a:t>
            </a:r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067EF492-07E3-4FD8-9122-7BABEA1AE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3560" y="48148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3BEED6A4-892F-42A9-A55E-A2BAC5A0F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360" y="48006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34" name="Text Box 34">
            <a:extLst>
              <a:ext uri="{FF2B5EF4-FFF2-40B4-BE49-F238E27FC236}">
                <a16:creationId xmlns:a16="http://schemas.microsoft.com/office/drawing/2014/main" id="{26D532F7-F40F-48EB-AD1F-D0FC5E421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760" y="25146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1: {1,2}</a:t>
            </a:r>
          </a:p>
        </p:txBody>
      </p:sp>
      <p:sp>
        <p:nvSpPr>
          <p:cNvPr id="35" name="Text Box 35">
            <a:extLst>
              <a:ext uri="{FF2B5EF4-FFF2-40B4-BE49-F238E27FC236}">
                <a16:creationId xmlns:a16="http://schemas.microsoft.com/office/drawing/2014/main" id="{18814E45-1CF4-4186-9A4E-3A3661FD3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760" y="28956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2: {2,3}</a:t>
            </a:r>
          </a:p>
        </p:txBody>
      </p:sp>
      <p:sp>
        <p:nvSpPr>
          <p:cNvPr id="36" name="Text Box 36">
            <a:extLst>
              <a:ext uri="{FF2B5EF4-FFF2-40B4-BE49-F238E27FC236}">
                <a16:creationId xmlns:a16="http://schemas.microsoft.com/office/drawing/2014/main" id="{77A33668-1BA5-4B10-89F3-6502FCEED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760" y="3290888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{4,5}</a:t>
            </a:r>
          </a:p>
        </p:txBody>
      </p:sp>
      <p:sp>
        <p:nvSpPr>
          <p:cNvPr id="37" name="Text Box 37">
            <a:extLst>
              <a:ext uri="{FF2B5EF4-FFF2-40B4-BE49-F238E27FC236}">
                <a16:creationId xmlns:a16="http://schemas.microsoft.com/office/drawing/2014/main" id="{77DA6014-6A40-4D19-AC5A-F60F8220D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760" y="3671888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{6,7}</a:t>
            </a:r>
          </a:p>
        </p:txBody>
      </p:sp>
      <p:sp>
        <p:nvSpPr>
          <p:cNvPr id="38" name="Text Box 38">
            <a:extLst>
              <a:ext uri="{FF2B5EF4-FFF2-40B4-BE49-F238E27FC236}">
                <a16:creationId xmlns:a16="http://schemas.microsoft.com/office/drawing/2014/main" id="{93DEFC31-C845-4A35-8298-14274C6D8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760" y="40386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{1,4}</a:t>
            </a:r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92F64344-C793-4F9E-A4E3-319CCA2F6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760" y="443388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{2,5}</a:t>
            </a:r>
          </a:p>
        </p:txBody>
      </p:sp>
      <p:sp>
        <p:nvSpPr>
          <p:cNvPr id="40" name="Text Box 40">
            <a:extLst>
              <a:ext uri="{FF2B5EF4-FFF2-40B4-BE49-F238E27FC236}">
                <a16:creationId xmlns:a16="http://schemas.microsoft.com/office/drawing/2014/main" id="{91E40ADE-E120-46C2-B0F9-06AE235E9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760" y="481488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{4,7}</a:t>
            </a:r>
          </a:p>
        </p:txBody>
      </p:sp>
      <p:sp>
        <p:nvSpPr>
          <p:cNvPr id="41" name="Text Box 41">
            <a:extLst>
              <a:ext uri="{FF2B5EF4-FFF2-40B4-BE49-F238E27FC236}">
                <a16:creationId xmlns:a16="http://schemas.microsoft.com/office/drawing/2014/main" id="{CCECB8D1-F17D-4304-AEEA-0A8561815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760" y="5195888"/>
            <a:ext cx="182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5: {3,5}</a:t>
            </a:r>
          </a:p>
        </p:txBody>
      </p:sp>
      <p:sp>
        <p:nvSpPr>
          <p:cNvPr id="42" name="Text Box 42">
            <a:extLst>
              <a:ext uri="{FF2B5EF4-FFF2-40B4-BE49-F238E27FC236}">
                <a16:creationId xmlns:a16="http://schemas.microsoft.com/office/drawing/2014/main" id="{F1473538-7143-44DC-900D-A1A3C3C06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760" y="25146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{1,2}{3}{4}{5}{6}{7} </a:t>
            </a:r>
          </a:p>
        </p:txBody>
      </p:sp>
      <p:sp>
        <p:nvSpPr>
          <p:cNvPr id="43" name="Oval 43">
            <a:extLst>
              <a:ext uri="{FF2B5EF4-FFF2-40B4-BE49-F238E27FC236}">
                <a16:creationId xmlns:a16="http://schemas.microsoft.com/office/drawing/2014/main" id="{5146A854-E96B-4914-BA39-15EEBE92E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160" y="58674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4" name="Oval 44">
            <a:extLst>
              <a:ext uri="{FF2B5EF4-FFF2-40B4-BE49-F238E27FC236}">
                <a16:creationId xmlns:a16="http://schemas.microsoft.com/office/drawing/2014/main" id="{F0618562-291D-413A-8310-8CE7925DB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160" y="5715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5" name="Oval 45">
            <a:extLst>
              <a:ext uri="{FF2B5EF4-FFF2-40B4-BE49-F238E27FC236}">
                <a16:creationId xmlns:a16="http://schemas.microsoft.com/office/drawing/2014/main" id="{7B715E53-FA1C-4A04-A4A2-5174C9207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160" y="6019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93D6B355-5E35-47C1-85BC-DE494AE91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760" y="1721100"/>
            <a:ext cx="4495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 sz="2400" dirty="0">
                <a:ea typeface="Arial" pitchFamily="-107" charset="0"/>
                <a:cs typeface="Arial" pitchFamily="-107" charset="0"/>
              </a:rPr>
              <a:t>Merge vertices in added edges </a:t>
            </a:r>
            <a:endParaRPr lang="en-US" sz="2400" i="1" dirty="0">
              <a:ea typeface="Arial" pitchFamily="-107" charset="0"/>
              <a:cs typeface="Arial" pitchFamily="-107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328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47" name="Oval 3">
            <a:extLst>
              <a:ext uri="{FF2B5EF4-FFF2-40B4-BE49-F238E27FC236}">
                <a16:creationId xmlns:a16="http://schemas.microsoft.com/office/drawing/2014/main" id="{5D394AD0-FE4A-48CE-B7E9-C5663802A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25908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48" name="Oval 4">
            <a:extLst>
              <a:ext uri="{FF2B5EF4-FFF2-40B4-BE49-F238E27FC236}">
                <a16:creationId xmlns:a16="http://schemas.microsoft.com/office/drawing/2014/main" id="{B3E6FD21-BBCA-4187-ABC7-BC00E4B7E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800" y="25908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49" name="Oval 5">
            <a:extLst>
              <a:ext uri="{FF2B5EF4-FFF2-40B4-BE49-F238E27FC236}">
                <a16:creationId xmlns:a16="http://schemas.microsoft.com/office/drawing/2014/main" id="{DF5F1D69-A1CC-42A2-A978-0AF4817C7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800" y="25908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3</a:t>
            </a:r>
          </a:p>
        </p:txBody>
      </p:sp>
      <p:cxnSp>
        <p:nvCxnSpPr>
          <p:cNvPr id="50" name="AutoShape 6">
            <a:extLst>
              <a:ext uri="{FF2B5EF4-FFF2-40B4-BE49-F238E27FC236}">
                <a16:creationId xmlns:a16="http://schemas.microsoft.com/office/drawing/2014/main" id="{E10138C4-8135-42B0-A82F-E2B8A707340E}"/>
              </a:ext>
            </a:extLst>
          </p:cNvPr>
          <p:cNvCxnSpPr>
            <a:cxnSpLocks noChangeShapeType="1"/>
            <a:stCxn id="47" idx="6"/>
            <a:endCxn id="48" idx="2"/>
          </p:cNvCxnSpPr>
          <p:nvPr/>
        </p:nvCxnSpPr>
        <p:spPr bwMode="auto">
          <a:xfrm>
            <a:off x="1030289" y="281940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51" name="AutoShape 7">
            <a:extLst>
              <a:ext uri="{FF2B5EF4-FFF2-40B4-BE49-F238E27FC236}">
                <a16:creationId xmlns:a16="http://schemas.microsoft.com/office/drawing/2014/main" id="{343E9C29-3D3D-48A6-B711-66297D5704B4}"/>
              </a:ext>
            </a:extLst>
          </p:cNvPr>
          <p:cNvCxnSpPr>
            <a:cxnSpLocks noChangeShapeType="1"/>
            <a:stCxn id="48" idx="6"/>
            <a:endCxn id="49" idx="2"/>
          </p:cNvCxnSpPr>
          <p:nvPr/>
        </p:nvCxnSpPr>
        <p:spPr bwMode="auto">
          <a:xfrm>
            <a:off x="2554289" y="281940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sp>
        <p:nvSpPr>
          <p:cNvPr id="52" name="Text Box 8">
            <a:extLst>
              <a:ext uri="{FF2B5EF4-FFF2-40B4-BE49-F238E27FC236}">
                <a16:creationId xmlns:a16="http://schemas.microsoft.com/office/drawing/2014/main" id="{23B9440E-380F-4316-B6FB-BE07572E5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23622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53" name="Text Box 9">
            <a:extLst>
              <a:ext uri="{FF2B5EF4-FFF2-40B4-BE49-F238E27FC236}">
                <a16:creationId xmlns:a16="http://schemas.microsoft.com/office/drawing/2014/main" id="{CE95B75F-31B5-49E1-A13C-847D9EF3D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23622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54" name="Oval 10">
            <a:extLst>
              <a:ext uri="{FF2B5EF4-FFF2-40B4-BE49-F238E27FC236}">
                <a16:creationId xmlns:a16="http://schemas.microsoft.com/office/drawing/2014/main" id="{2C194C2A-1F3B-46C4-9B64-649226E19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39624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55" name="Oval 11">
            <a:extLst>
              <a:ext uri="{FF2B5EF4-FFF2-40B4-BE49-F238E27FC236}">
                <a16:creationId xmlns:a16="http://schemas.microsoft.com/office/drawing/2014/main" id="{BA453E58-D694-4E45-BCAE-445F754AA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800" y="39624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56" name="Oval 12">
            <a:extLst>
              <a:ext uri="{FF2B5EF4-FFF2-40B4-BE49-F238E27FC236}">
                <a16:creationId xmlns:a16="http://schemas.microsoft.com/office/drawing/2014/main" id="{ECC618D5-6229-499A-A293-66AB2A94B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800" y="39624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cxnSp>
        <p:nvCxnSpPr>
          <p:cNvPr id="57" name="AutoShape 13">
            <a:extLst>
              <a:ext uri="{FF2B5EF4-FFF2-40B4-BE49-F238E27FC236}">
                <a16:creationId xmlns:a16="http://schemas.microsoft.com/office/drawing/2014/main" id="{B71F547B-FE63-4EED-9666-EEB6B0C23820}"/>
              </a:ext>
            </a:extLst>
          </p:cNvPr>
          <p:cNvCxnSpPr>
            <a:cxnSpLocks noChangeShapeType="1"/>
            <a:stCxn id="54" idx="6"/>
            <a:endCxn id="55" idx="2"/>
          </p:cNvCxnSpPr>
          <p:nvPr/>
        </p:nvCxnSpPr>
        <p:spPr bwMode="auto">
          <a:xfrm>
            <a:off x="1030289" y="419100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8" name="AutoShape 14">
            <a:extLst>
              <a:ext uri="{FF2B5EF4-FFF2-40B4-BE49-F238E27FC236}">
                <a16:creationId xmlns:a16="http://schemas.microsoft.com/office/drawing/2014/main" id="{AAC78802-D936-46B9-8E92-6C591DA696D5}"/>
              </a:ext>
            </a:extLst>
          </p:cNvPr>
          <p:cNvCxnSpPr>
            <a:cxnSpLocks noChangeShapeType="1"/>
            <a:stCxn id="55" idx="6"/>
            <a:endCxn id="56" idx="2"/>
          </p:cNvCxnSpPr>
          <p:nvPr/>
        </p:nvCxnSpPr>
        <p:spPr bwMode="auto">
          <a:xfrm>
            <a:off x="2554289" y="419100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59" name="Text Box 15">
            <a:extLst>
              <a:ext uri="{FF2B5EF4-FFF2-40B4-BE49-F238E27FC236}">
                <a16:creationId xmlns:a16="http://schemas.microsoft.com/office/drawing/2014/main" id="{CAD05440-B7F7-4718-8ACE-1DB933431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37480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60" name="Text Box 16">
            <a:extLst>
              <a:ext uri="{FF2B5EF4-FFF2-40B4-BE49-F238E27FC236}">
                <a16:creationId xmlns:a16="http://schemas.microsoft.com/office/drawing/2014/main" id="{2D553401-2C9B-4F7B-A935-5355B7DF7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37480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8</a:t>
            </a:r>
          </a:p>
        </p:txBody>
      </p:sp>
      <p:cxnSp>
        <p:nvCxnSpPr>
          <p:cNvPr id="61" name="AutoShape 17">
            <a:extLst>
              <a:ext uri="{FF2B5EF4-FFF2-40B4-BE49-F238E27FC236}">
                <a16:creationId xmlns:a16="http://schemas.microsoft.com/office/drawing/2014/main" id="{2ED1089D-0AE3-4B9A-9FEE-CBB3423F95AC}"/>
              </a:ext>
            </a:extLst>
          </p:cNvPr>
          <p:cNvCxnSpPr>
            <a:cxnSpLocks noChangeShapeType="1"/>
            <a:stCxn id="47" idx="4"/>
            <a:endCxn id="54" idx="0"/>
          </p:cNvCxnSpPr>
          <p:nvPr/>
        </p:nvCxnSpPr>
        <p:spPr bwMode="auto">
          <a:xfrm>
            <a:off x="787400" y="30622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2" name="AutoShape 18">
            <a:extLst>
              <a:ext uri="{FF2B5EF4-FFF2-40B4-BE49-F238E27FC236}">
                <a16:creationId xmlns:a16="http://schemas.microsoft.com/office/drawing/2014/main" id="{B8F7EE7E-71CE-4DCF-B064-F0C8FB7B8400}"/>
              </a:ext>
            </a:extLst>
          </p:cNvPr>
          <p:cNvCxnSpPr>
            <a:cxnSpLocks noChangeShapeType="1"/>
            <a:stCxn id="54" idx="7"/>
            <a:endCxn id="48" idx="3"/>
          </p:cNvCxnSpPr>
          <p:nvPr/>
        </p:nvCxnSpPr>
        <p:spPr bwMode="auto">
          <a:xfrm flipV="1">
            <a:off x="949325" y="299561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3" name="AutoShape 19">
            <a:extLst>
              <a:ext uri="{FF2B5EF4-FFF2-40B4-BE49-F238E27FC236}">
                <a16:creationId xmlns:a16="http://schemas.microsoft.com/office/drawing/2014/main" id="{23DFA130-3661-45E7-BB3A-CEA00121832E}"/>
              </a:ext>
            </a:extLst>
          </p:cNvPr>
          <p:cNvCxnSpPr>
            <a:cxnSpLocks noChangeShapeType="1"/>
            <a:stCxn id="48" idx="4"/>
            <a:endCxn id="55" idx="0"/>
          </p:cNvCxnSpPr>
          <p:nvPr/>
        </p:nvCxnSpPr>
        <p:spPr bwMode="auto">
          <a:xfrm>
            <a:off x="2311400" y="30622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4" name="AutoShape 20">
            <a:extLst>
              <a:ext uri="{FF2B5EF4-FFF2-40B4-BE49-F238E27FC236}">
                <a16:creationId xmlns:a16="http://schemas.microsoft.com/office/drawing/2014/main" id="{6DB0EF63-3A41-4B1B-9303-1BDC1A5FA9A6}"/>
              </a:ext>
            </a:extLst>
          </p:cNvPr>
          <p:cNvCxnSpPr>
            <a:cxnSpLocks noChangeShapeType="1"/>
            <a:stCxn id="55" idx="7"/>
            <a:endCxn id="49" idx="3"/>
          </p:cNvCxnSpPr>
          <p:nvPr/>
        </p:nvCxnSpPr>
        <p:spPr bwMode="auto">
          <a:xfrm flipV="1">
            <a:off x="2473325" y="299561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5" name="AutoShape 21">
            <a:extLst>
              <a:ext uri="{FF2B5EF4-FFF2-40B4-BE49-F238E27FC236}">
                <a16:creationId xmlns:a16="http://schemas.microsoft.com/office/drawing/2014/main" id="{F6D49FB5-1375-40DB-B1EB-9F47D6CCC832}"/>
              </a:ext>
            </a:extLst>
          </p:cNvPr>
          <p:cNvCxnSpPr>
            <a:cxnSpLocks noChangeShapeType="1"/>
            <a:stCxn id="49" idx="4"/>
            <a:endCxn id="56" idx="0"/>
          </p:cNvCxnSpPr>
          <p:nvPr/>
        </p:nvCxnSpPr>
        <p:spPr bwMode="auto">
          <a:xfrm>
            <a:off x="3835400" y="30622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66" name="Oval 22">
            <a:extLst>
              <a:ext uri="{FF2B5EF4-FFF2-40B4-BE49-F238E27FC236}">
                <a16:creationId xmlns:a16="http://schemas.microsoft.com/office/drawing/2014/main" id="{ECF99B57-6390-4D1F-ACEE-14AAB312E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800" y="541020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7</a:t>
            </a:r>
          </a:p>
        </p:txBody>
      </p:sp>
      <p:cxnSp>
        <p:nvCxnSpPr>
          <p:cNvPr id="67" name="AutoShape 23">
            <a:extLst>
              <a:ext uri="{FF2B5EF4-FFF2-40B4-BE49-F238E27FC236}">
                <a16:creationId xmlns:a16="http://schemas.microsoft.com/office/drawing/2014/main" id="{EE7A0B6B-9A22-4B67-83B0-DD92317DA3B2}"/>
              </a:ext>
            </a:extLst>
          </p:cNvPr>
          <p:cNvCxnSpPr>
            <a:cxnSpLocks noChangeShapeType="1"/>
            <a:stCxn id="54" idx="5"/>
            <a:endCxn id="66" idx="1"/>
          </p:cNvCxnSpPr>
          <p:nvPr/>
        </p:nvCxnSpPr>
        <p:spPr bwMode="auto">
          <a:xfrm>
            <a:off x="949325" y="4367214"/>
            <a:ext cx="1200150" cy="1095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8" name="AutoShape 24">
            <a:extLst>
              <a:ext uri="{FF2B5EF4-FFF2-40B4-BE49-F238E27FC236}">
                <a16:creationId xmlns:a16="http://schemas.microsoft.com/office/drawing/2014/main" id="{90FABAB0-7697-417E-ADAF-8B576F829CB0}"/>
              </a:ext>
            </a:extLst>
          </p:cNvPr>
          <p:cNvCxnSpPr>
            <a:cxnSpLocks noChangeShapeType="1"/>
            <a:stCxn id="55" idx="4"/>
            <a:endCxn id="66" idx="0"/>
          </p:cNvCxnSpPr>
          <p:nvPr/>
        </p:nvCxnSpPr>
        <p:spPr bwMode="auto">
          <a:xfrm>
            <a:off x="2311400" y="4433889"/>
            <a:ext cx="0" cy="962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9" name="AutoShape 25">
            <a:extLst>
              <a:ext uri="{FF2B5EF4-FFF2-40B4-BE49-F238E27FC236}">
                <a16:creationId xmlns:a16="http://schemas.microsoft.com/office/drawing/2014/main" id="{7A7903A6-1F76-43EE-8FAF-D09AB7507108}"/>
              </a:ext>
            </a:extLst>
          </p:cNvPr>
          <p:cNvCxnSpPr>
            <a:cxnSpLocks noChangeShapeType="1"/>
            <a:stCxn id="56" idx="3"/>
            <a:endCxn id="66" idx="7"/>
          </p:cNvCxnSpPr>
          <p:nvPr/>
        </p:nvCxnSpPr>
        <p:spPr bwMode="auto">
          <a:xfrm flipH="1">
            <a:off x="2473325" y="4367214"/>
            <a:ext cx="1200150" cy="1095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0" name="Text Box 26">
            <a:extLst>
              <a:ext uri="{FF2B5EF4-FFF2-40B4-BE49-F238E27FC236}">
                <a16:creationId xmlns:a16="http://schemas.microsoft.com/office/drawing/2014/main" id="{8D2D92DE-CBB2-409B-9BEB-9DA641A27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32908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71" name="Text Box 27">
            <a:extLst>
              <a:ext uri="{FF2B5EF4-FFF2-40B4-BE49-F238E27FC236}">
                <a16:creationId xmlns:a16="http://schemas.microsoft.com/office/drawing/2014/main" id="{344A90DE-E33D-46C0-9EE8-031A06451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4600" y="31242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72" name="Text Box 28">
            <a:extLst>
              <a:ext uri="{FF2B5EF4-FFF2-40B4-BE49-F238E27FC236}">
                <a16:creationId xmlns:a16="http://schemas.microsoft.com/office/drawing/2014/main" id="{28128474-78A4-4F9F-98B9-F9FC64E29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0400" y="32766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73" name="Text Box 29">
            <a:extLst>
              <a:ext uri="{FF2B5EF4-FFF2-40B4-BE49-F238E27FC236}">
                <a16:creationId xmlns:a16="http://schemas.microsoft.com/office/drawing/2014/main" id="{48F59FF2-70A0-41F0-9545-7CD65E7DB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600" y="310991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74" name="Text Box 30">
            <a:extLst>
              <a:ext uri="{FF2B5EF4-FFF2-40B4-BE49-F238E27FC236}">
                <a16:creationId xmlns:a16="http://schemas.microsoft.com/office/drawing/2014/main" id="{D34F2391-9317-449A-A9A0-DA81DFB09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00" y="326231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75" name="Text Box 31">
            <a:extLst>
              <a:ext uri="{FF2B5EF4-FFF2-40B4-BE49-F238E27FC236}">
                <a16:creationId xmlns:a16="http://schemas.microsoft.com/office/drawing/2014/main" id="{53BF99C0-E797-4AFA-AAEA-9A3EE20C7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0400" y="46624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7</a:t>
            </a:r>
          </a:p>
        </p:txBody>
      </p:sp>
      <p:sp>
        <p:nvSpPr>
          <p:cNvPr id="76" name="Text Box 32">
            <a:extLst>
              <a:ext uri="{FF2B5EF4-FFF2-40B4-BE49-F238E27FC236}">
                <a16:creationId xmlns:a16="http://schemas.microsoft.com/office/drawing/2014/main" id="{5A4AADB9-595D-4F37-9591-4E50E7CC3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5800" y="48148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77" name="Text Box 33">
            <a:extLst>
              <a:ext uri="{FF2B5EF4-FFF2-40B4-BE49-F238E27FC236}">
                <a16:creationId xmlns:a16="http://schemas.microsoft.com/office/drawing/2014/main" id="{6C38EA70-F901-4298-A454-DC18E5BA2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4600" y="48006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78" name="Text Box 34">
            <a:extLst>
              <a:ext uri="{FF2B5EF4-FFF2-40B4-BE49-F238E27FC236}">
                <a16:creationId xmlns:a16="http://schemas.microsoft.com/office/drawing/2014/main" id="{30CB5DD7-98A6-49CC-B44B-4E60A2B98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0" y="25146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1: {1,2}</a:t>
            </a:r>
          </a:p>
        </p:txBody>
      </p:sp>
      <p:sp>
        <p:nvSpPr>
          <p:cNvPr id="79" name="Text Box 35">
            <a:extLst>
              <a:ext uri="{FF2B5EF4-FFF2-40B4-BE49-F238E27FC236}">
                <a16:creationId xmlns:a16="http://schemas.microsoft.com/office/drawing/2014/main" id="{FD35BE9A-CBD0-419C-8C63-152BEC10F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0" y="28956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2: {2,3}</a:t>
            </a:r>
          </a:p>
        </p:txBody>
      </p:sp>
      <p:sp>
        <p:nvSpPr>
          <p:cNvPr id="80" name="Text Box 36">
            <a:extLst>
              <a:ext uri="{FF2B5EF4-FFF2-40B4-BE49-F238E27FC236}">
                <a16:creationId xmlns:a16="http://schemas.microsoft.com/office/drawing/2014/main" id="{3D6FBD54-77AD-40C0-A728-75DA676C8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0" y="3290888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{4,5}</a:t>
            </a:r>
          </a:p>
        </p:txBody>
      </p:sp>
      <p:sp>
        <p:nvSpPr>
          <p:cNvPr id="81" name="Text Box 37">
            <a:extLst>
              <a:ext uri="{FF2B5EF4-FFF2-40B4-BE49-F238E27FC236}">
                <a16:creationId xmlns:a16="http://schemas.microsoft.com/office/drawing/2014/main" id="{2C7AE6A8-0022-4E66-9DA7-F4FD831FF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0" y="3671888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{6,7}</a:t>
            </a:r>
          </a:p>
        </p:txBody>
      </p:sp>
      <p:sp>
        <p:nvSpPr>
          <p:cNvPr id="82" name="Text Box 38">
            <a:extLst>
              <a:ext uri="{FF2B5EF4-FFF2-40B4-BE49-F238E27FC236}">
                <a16:creationId xmlns:a16="http://schemas.microsoft.com/office/drawing/2014/main" id="{1931A309-1535-442D-8A01-454124A9B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0" y="40386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{1,4}</a:t>
            </a:r>
          </a:p>
        </p:txBody>
      </p:sp>
      <p:sp>
        <p:nvSpPr>
          <p:cNvPr id="83" name="Text Box 39">
            <a:extLst>
              <a:ext uri="{FF2B5EF4-FFF2-40B4-BE49-F238E27FC236}">
                <a16:creationId xmlns:a16="http://schemas.microsoft.com/office/drawing/2014/main" id="{B7E95164-8FA3-4FB1-99D4-452E9201B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0" y="443388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{2,5}</a:t>
            </a:r>
          </a:p>
        </p:txBody>
      </p:sp>
      <p:sp>
        <p:nvSpPr>
          <p:cNvPr id="84" name="Text Box 40">
            <a:extLst>
              <a:ext uri="{FF2B5EF4-FFF2-40B4-BE49-F238E27FC236}">
                <a16:creationId xmlns:a16="http://schemas.microsoft.com/office/drawing/2014/main" id="{6DED1F34-C667-474F-8E7A-EE939D5CF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0" y="481488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{4,7}</a:t>
            </a:r>
          </a:p>
        </p:txBody>
      </p:sp>
      <p:sp>
        <p:nvSpPr>
          <p:cNvPr id="85" name="Text Box 41">
            <a:extLst>
              <a:ext uri="{FF2B5EF4-FFF2-40B4-BE49-F238E27FC236}">
                <a16:creationId xmlns:a16="http://schemas.microsoft.com/office/drawing/2014/main" id="{6C8E45D1-414E-4339-960F-CADE99676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0" y="5195888"/>
            <a:ext cx="182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5: {3,5}</a:t>
            </a:r>
          </a:p>
        </p:txBody>
      </p:sp>
      <p:sp>
        <p:nvSpPr>
          <p:cNvPr id="86" name="Text Box 42">
            <a:extLst>
              <a:ext uri="{FF2B5EF4-FFF2-40B4-BE49-F238E27FC236}">
                <a16:creationId xmlns:a16="http://schemas.microsoft.com/office/drawing/2014/main" id="{C22AD22E-4C7B-4DB5-982E-A064B8624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0" y="25146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{1,2}{3}{4}{5}{6}{7} </a:t>
            </a:r>
          </a:p>
        </p:txBody>
      </p:sp>
      <p:sp>
        <p:nvSpPr>
          <p:cNvPr id="87" name="Oval 43">
            <a:extLst>
              <a:ext uri="{FF2B5EF4-FFF2-40B4-BE49-F238E27FC236}">
                <a16:creationId xmlns:a16="http://schemas.microsoft.com/office/drawing/2014/main" id="{474E8A72-E364-4232-BAB1-A6CD6AEF5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8400" y="58674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88" name="Oval 44">
            <a:extLst>
              <a:ext uri="{FF2B5EF4-FFF2-40B4-BE49-F238E27FC236}">
                <a16:creationId xmlns:a16="http://schemas.microsoft.com/office/drawing/2014/main" id="{54ADBB8A-892A-4842-A626-F57DE4039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8400" y="5715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89" name="Oval 45">
            <a:extLst>
              <a:ext uri="{FF2B5EF4-FFF2-40B4-BE49-F238E27FC236}">
                <a16:creationId xmlns:a16="http://schemas.microsoft.com/office/drawing/2014/main" id="{7135FCB7-3F2A-43F5-93BE-4E8F0844C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8400" y="6019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90" name="Rectangle 46">
            <a:extLst>
              <a:ext uri="{FF2B5EF4-FFF2-40B4-BE49-F238E27FC236}">
                <a16:creationId xmlns:a16="http://schemas.microsoft.com/office/drawing/2014/main" id="{A9F56F04-B256-4E14-9A51-8E02950D8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394" y="1814512"/>
            <a:ext cx="4495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 sz="2400" dirty="0">
                <a:ea typeface="Arial" pitchFamily="-107" charset="0"/>
                <a:cs typeface="Arial" pitchFamily="-107" charset="0"/>
              </a:rPr>
              <a:t> Process each edge in order</a:t>
            </a:r>
            <a:endParaRPr lang="en-US" sz="2400" i="1" dirty="0">
              <a:ea typeface="Arial" pitchFamily="-107" charset="0"/>
              <a:cs typeface="Arial" pitchFamily="-107" charset="0"/>
            </a:endParaRPr>
          </a:p>
        </p:txBody>
      </p:sp>
      <p:sp>
        <p:nvSpPr>
          <p:cNvPr id="91" name="Text Box 47">
            <a:extLst>
              <a:ext uri="{FF2B5EF4-FFF2-40B4-BE49-F238E27FC236}">
                <a16:creationId xmlns:a16="http://schemas.microsoft.com/office/drawing/2014/main" id="{08E8B251-1D91-4E84-9CE7-47C176070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0" y="28956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{1,2,3}{4}{5}{6}{7} </a:t>
            </a:r>
          </a:p>
        </p:txBody>
      </p:sp>
    </p:spTree>
    <p:extLst>
      <p:ext uri="{BB962C8B-B14F-4D97-AF65-F5344CB8AC3E}">
        <p14:creationId xmlns:p14="http://schemas.microsoft.com/office/powerpoint/2010/main" val="1737640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92" name="Oval 3">
            <a:extLst>
              <a:ext uri="{FF2B5EF4-FFF2-40B4-BE49-F238E27FC236}">
                <a16:creationId xmlns:a16="http://schemas.microsoft.com/office/drawing/2014/main" id="{2C550162-0A82-4275-82AF-08E417270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" y="206248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93" name="Oval 4">
            <a:extLst>
              <a:ext uri="{FF2B5EF4-FFF2-40B4-BE49-F238E27FC236}">
                <a16:creationId xmlns:a16="http://schemas.microsoft.com/office/drawing/2014/main" id="{ECC697A7-D239-4F16-ABC6-F9F3A0481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640" y="206248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94" name="Oval 5">
            <a:extLst>
              <a:ext uri="{FF2B5EF4-FFF2-40B4-BE49-F238E27FC236}">
                <a16:creationId xmlns:a16="http://schemas.microsoft.com/office/drawing/2014/main" id="{2078BC0A-69DA-4B69-A287-61DDBF7F4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2640" y="206248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3</a:t>
            </a:r>
          </a:p>
        </p:txBody>
      </p:sp>
      <p:cxnSp>
        <p:nvCxnSpPr>
          <p:cNvPr id="95" name="AutoShape 6">
            <a:extLst>
              <a:ext uri="{FF2B5EF4-FFF2-40B4-BE49-F238E27FC236}">
                <a16:creationId xmlns:a16="http://schemas.microsoft.com/office/drawing/2014/main" id="{B102B7AE-1D26-45FC-A1EA-52E21B9A4BF1}"/>
              </a:ext>
            </a:extLst>
          </p:cNvPr>
          <p:cNvCxnSpPr>
            <a:cxnSpLocks noChangeShapeType="1"/>
            <a:stCxn id="92" idx="6"/>
            <a:endCxn id="93" idx="2"/>
          </p:cNvCxnSpPr>
          <p:nvPr/>
        </p:nvCxnSpPr>
        <p:spPr bwMode="auto">
          <a:xfrm>
            <a:off x="766129" y="229108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96" name="AutoShape 7">
            <a:extLst>
              <a:ext uri="{FF2B5EF4-FFF2-40B4-BE49-F238E27FC236}">
                <a16:creationId xmlns:a16="http://schemas.microsoft.com/office/drawing/2014/main" id="{52B1C08C-DBFF-4FF7-8225-B34022430702}"/>
              </a:ext>
            </a:extLst>
          </p:cNvPr>
          <p:cNvCxnSpPr>
            <a:cxnSpLocks noChangeShapeType="1"/>
            <a:stCxn id="93" idx="6"/>
            <a:endCxn id="94" idx="2"/>
          </p:cNvCxnSpPr>
          <p:nvPr/>
        </p:nvCxnSpPr>
        <p:spPr bwMode="auto">
          <a:xfrm>
            <a:off x="2290129" y="229108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sp>
        <p:nvSpPr>
          <p:cNvPr id="97" name="Text Box 8">
            <a:extLst>
              <a:ext uri="{FF2B5EF4-FFF2-40B4-BE49-F238E27FC236}">
                <a16:creationId xmlns:a16="http://schemas.microsoft.com/office/drawing/2014/main" id="{D85B89FC-B0CE-4979-9CC7-63B4FCEA2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640" y="183388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98" name="Text Box 9">
            <a:extLst>
              <a:ext uri="{FF2B5EF4-FFF2-40B4-BE49-F238E27FC236}">
                <a16:creationId xmlns:a16="http://schemas.microsoft.com/office/drawing/2014/main" id="{D26A1511-B5C0-4768-8E14-35A0E3F3D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0640" y="183388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99" name="Oval 10">
            <a:extLst>
              <a:ext uri="{FF2B5EF4-FFF2-40B4-BE49-F238E27FC236}">
                <a16:creationId xmlns:a16="http://schemas.microsoft.com/office/drawing/2014/main" id="{063C1B41-F74A-417B-84A8-FC8BF60C5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" y="3434080"/>
            <a:ext cx="457200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chemeClr val="accent2"/>
                </a:solidFill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100" name="Oval 11">
            <a:extLst>
              <a:ext uri="{FF2B5EF4-FFF2-40B4-BE49-F238E27FC236}">
                <a16:creationId xmlns:a16="http://schemas.microsoft.com/office/drawing/2014/main" id="{2D43D6B7-6BD7-4662-8CC1-9A9E5DFF0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640" y="3434080"/>
            <a:ext cx="457200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chemeClr val="accent2"/>
                </a:solidFill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101" name="Oval 12">
            <a:extLst>
              <a:ext uri="{FF2B5EF4-FFF2-40B4-BE49-F238E27FC236}">
                <a16:creationId xmlns:a16="http://schemas.microsoft.com/office/drawing/2014/main" id="{1222EC74-0298-4B9A-B4BC-8DA1F624C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2640" y="343408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cxnSp>
        <p:nvCxnSpPr>
          <p:cNvPr id="102" name="AutoShape 13">
            <a:extLst>
              <a:ext uri="{FF2B5EF4-FFF2-40B4-BE49-F238E27FC236}">
                <a16:creationId xmlns:a16="http://schemas.microsoft.com/office/drawing/2014/main" id="{C3563BBA-048C-4716-B83D-93328D5E02B5}"/>
              </a:ext>
            </a:extLst>
          </p:cNvPr>
          <p:cNvCxnSpPr>
            <a:cxnSpLocks noChangeShapeType="1"/>
            <a:stCxn id="99" idx="6"/>
            <a:endCxn id="100" idx="2"/>
          </p:cNvCxnSpPr>
          <p:nvPr/>
        </p:nvCxnSpPr>
        <p:spPr bwMode="auto">
          <a:xfrm>
            <a:off x="766129" y="3662680"/>
            <a:ext cx="1038225" cy="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</p:cxnSp>
      <p:cxnSp>
        <p:nvCxnSpPr>
          <p:cNvPr id="103" name="AutoShape 14">
            <a:extLst>
              <a:ext uri="{FF2B5EF4-FFF2-40B4-BE49-F238E27FC236}">
                <a16:creationId xmlns:a16="http://schemas.microsoft.com/office/drawing/2014/main" id="{1F862225-1297-4C39-8736-0D86884BCB3E}"/>
              </a:ext>
            </a:extLst>
          </p:cNvPr>
          <p:cNvCxnSpPr>
            <a:cxnSpLocks noChangeShapeType="1"/>
            <a:stCxn id="100" idx="6"/>
            <a:endCxn id="101" idx="2"/>
          </p:cNvCxnSpPr>
          <p:nvPr/>
        </p:nvCxnSpPr>
        <p:spPr bwMode="auto">
          <a:xfrm>
            <a:off x="2290129" y="366268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04" name="Text Box 15">
            <a:extLst>
              <a:ext uri="{FF2B5EF4-FFF2-40B4-BE49-F238E27FC236}">
                <a16:creationId xmlns:a16="http://schemas.microsoft.com/office/drawing/2014/main" id="{4D1CD49F-2BB1-4ED4-9993-68BF3C47B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640" y="321976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105" name="Text Box 16">
            <a:extLst>
              <a:ext uri="{FF2B5EF4-FFF2-40B4-BE49-F238E27FC236}">
                <a16:creationId xmlns:a16="http://schemas.microsoft.com/office/drawing/2014/main" id="{2576ACE2-E4BA-4BE2-8C73-F0946A882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0640" y="321976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8</a:t>
            </a:r>
          </a:p>
        </p:txBody>
      </p:sp>
      <p:cxnSp>
        <p:nvCxnSpPr>
          <p:cNvPr id="106" name="AutoShape 17">
            <a:extLst>
              <a:ext uri="{FF2B5EF4-FFF2-40B4-BE49-F238E27FC236}">
                <a16:creationId xmlns:a16="http://schemas.microsoft.com/office/drawing/2014/main" id="{A0B8FCC4-1C9B-40DD-AA10-E748AAFB16FB}"/>
              </a:ext>
            </a:extLst>
          </p:cNvPr>
          <p:cNvCxnSpPr>
            <a:cxnSpLocks noChangeShapeType="1"/>
            <a:stCxn id="92" idx="4"/>
            <a:endCxn id="99" idx="0"/>
          </p:cNvCxnSpPr>
          <p:nvPr/>
        </p:nvCxnSpPr>
        <p:spPr bwMode="auto">
          <a:xfrm>
            <a:off x="523240" y="253396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7" name="AutoShape 18">
            <a:extLst>
              <a:ext uri="{FF2B5EF4-FFF2-40B4-BE49-F238E27FC236}">
                <a16:creationId xmlns:a16="http://schemas.microsoft.com/office/drawing/2014/main" id="{EBF29FB2-9C14-4F1B-95DF-7D279378CC29}"/>
              </a:ext>
            </a:extLst>
          </p:cNvPr>
          <p:cNvCxnSpPr>
            <a:cxnSpLocks noChangeShapeType="1"/>
            <a:stCxn id="99" idx="7"/>
            <a:endCxn id="93" idx="3"/>
          </p:cNvCxnSpPr>
          <p:nvPr/>
        </p:nvCxnSpPr>
        <p:spPr bwMode="auto">
          <a:xfrm flipV="1">
            <a:off x="685165" y="246729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8" name="AutoShape 19">
            <a:extLst>
              <a:ext uri="{FF2B5EF4-FFF2-40B4-BE49-F238E27FC236}">
                <a16:creationId xmlns:a16="http://schemas.microsoft.com/office/drawing/2014/main" id="{300BFDD5-4F05-4786-8F33-72C16C55276A}"/>
              </a:ext>
            </a:extLst>
          </p:cNvPr>
          <p:cNvCxnSpPr>
            <a:cxnSpLocks noChangeShapeType="1"/>
            <a:stCxn id="93" idx="4"/>
            <a:endCxn id="100" idx="0"/>
          </p:cNvCxnSpPr>
          <p:nvPr/>
        </p:nvCxnSpPr>
        <p:spPr bwMode="auto">
          <a:xfrm>
            <a:off x="2047240" y="253396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9" name="AutoShape 20">
            <a:extLst>
              <a:ext uri="{FF2B5EF4-FFF2-40B4-BE49-F238E27FC236}">
                <a16:creationId xmlns:a16="http://schemas.microsoft.com/office/drawing/2014/main" id="{F6A5DBCD-09DC-48EA-B9DC-522A6002E09B}"/>
              </a:ext>
            </a:extLst>
          </p:cNvPr>
          <p:cNvCxnSpPr>
            <a:cxnSpLocks noChangeShapeType="1"/>
            <a:stCxn id="100" idx="7"/>
            <a:endCxn id="94" idx="3"/>
          </p:cNvCxnSpPr>
          <p:nvPr/>
        </p:nvCxnSpPr>
        <p:spPr bwMode="auto">
          <a:xfrm flipV="1">
            <a:off x="2209165" y="246729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0" name="AutoShape 21">
            <a:extLst>
              <a:ext uri="{FF2B5EF4-FFF2-40B4-BE49-F238E27FC236}">
                <a16:creationId xmlns:a16="http://schemas.microsoft.com/office/drawing/2014/main" id="{9387A514-FB5E-46F9-9C67-B467025ECF87}"/>
              </a:ext>
            </a:extLst>
          </p:cNvPr>
          <p:cNvCxnSpPr>
            <a:cxnSpLocks noChangeShapeType="1"/>
            <a:stCxn id="94" idx="4"/>
            <a:endCxn id="101" idx="0"/>
          </p:cNvCxnSpPr>
          <p:nvPr/>
        </p:nvCxnSpPr>
        <p:spPr bwMode="auto">
          <a:xfrm>
            <a:off x="3571240" y="253396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11" name="Oval 22">
            <a:extLst>
              <a:ext uri="{FF2B5EF4-FFF2-40B4-BE49-F238E27FC236}">
                <a16:creationId xmlns:a16="http://schemas.microsoft.com/office/drawing/2014/main" id="{29D48E0A-115A-4D15-9274-4ADEDE62C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640" y="4881880"/>
            <a:ext cx="4572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7</a:t>
            </a:r>
          </a:p>
        </p:txBody>
      </p:sp>
      <p:cxnSp>
        <p:nvCxnSpPr>
          <p:cNvPr id="112" name="AutoShape 23">
            <a:extLst>
              <a:ext uri="{FF2B5EF4-FFF2-40B4-BE49-F238E27FC236}">
                <a16:creationId xmlns:a16="http://schemas.microsoft.com/office/drawing/2014/main" id="{7A82C2AB-79CC-4FD0-B2CB-75EABE37367E}"/>
              </a:ext>
            </a:extLst>
          </p:cNvPr>
          <p:cNvCxnSpPr>
            <a:cxnSpLocks noChangeShapeType="1"/>
            <a:stCxn id="99" idx="5"/>
            <a:endCxn id="111" idx="1"/>
          </p:cNvCxnSpPr>
          <p:nvPr/>
        </p:nvCxnSpPr>
        <p:spPr bwMode="auto">
          <a:xfrm>
            <a:off x="685165" y="3838894"/>
            <a:ext cx="1200150" cy="1095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3" name="AutoShape 24">
            <a:extLst>
              <a:ext uri="{FF2B5EF4-FFF2-40B4-BE49-F238E27FC236}">
                <a16:creationId xmlns:a16="http://schemas.microsoft.com/office/drawing/2014/main" id="{80601F4E-2627-4632-B6AD-0B805852BC5F}"/>
              </a:ext>
            </a:extLst>
          </p:cNvPr>
          <p:cNvCxnSpPr>
            <a:cxnSpLocks noChangeShapeType="1"/>
            <a:stCxn id="100" idx="4"/>
            <a:endCxn id="111" idx="0"/>
          </p:cNvCxnSpPr>
          <p:nvPr/>
        </p:nvCxnSpPr>
        <p:spPr bwMode="auto">
          <a:xfrm>
            <a:off x="2047240" y="3905569"/>
            <a:ext cx="0" cy="962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4" name="AutoShape 25">
            <a:extLst>
              <a:ext uri="{FF2B5EF4-FFF2-40B4-BE49-F238E27FC236}">
                <a16:creationId xmlns:a16="http://schemas.microsoft.com/office/drawing/2014/main" id="{9243FCEE-C824-4250-85AF-2EEB21E0AA68}"/>
              </a:ext>
            </a:extLst>
          </p:cNvPr>
          <p:cNvCxnSpPr>
            <a:cxnSpLocks noChangeShapeType="1"/>
            <a:stCxn id="101" idx="3"/>
            <a:endCxn id="111" idx="7"/>
          </p:cNvCxnSpPr>
          <p:nvPr/>
        </p:nvCxnSpPr>
        <p:spPr bwMode="auto">
          <a:xfrm flipH="1">
            <a:off x="2209165" y="3838894"/>
            <a:ext cx="1200150" cy="1095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15" name="Text Box 26">
            <a:extLst>
              <a:ext uri="{FF2B5EF4-FFF2-40B4-BE49-F238E27FC236}">
                <a16:creationId xmlns:a16="http://schemas.microsoft.com/office/drawing/2014/main" id="{A122E541-14FE-4DAC-A5BD-55C18E326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40" y="276256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116" name="Text Box 27">
            <a:extLst>
              <a:ext uri="{FF2B5EF4-FFF2-40B4-BE49-F238E27FC236}">
                <a16:creationId xmlns:a16="http://schemas.microsoft.com/office/drawing/2014/main" id="{8CC26D42-B102-4579-A668-73591CEE0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440" y="259588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117" name="Text Box 28">
            <a:extLst>
              <a:ext uri="{FF2B5EF4-FFF2-40B4-BE49-F238E27FC236}">
                <a16:creationId xmlns:a16="http://schemas.microsoft.com/office/drawing/2014/main" id="{A7C0BBD0-7589-402E-9E29-FFEBA62F8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240" y="274828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118" name="Text Box 29">
            <a:extLst>
              <a:ext uri="{FF2B5EF4-FFF2-40B4-BE49-F238E27FC236}">
                <a16:creationId xmlns:a16="http://schemas.microsoft.com/office/drawing/2014/main" id="{BA5A668B-47FA-4F61-AC49-C471E5016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4440" y="258159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119" name="Text Box 30">
            <a:extLst>
              <a:ext uri="{FF2B5EF4-FFF2-40B4-BE49-F238E27FC236}">
                <a16:creationId xmlns:a16="http://schemas.microsoft.com/office/drawing/2014/main" id="{97EA65ED-3FBF-4007-B87F-E7D8C097E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240" y="273399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120" name="Text Box 31">
            <a:extLst>
              <a:ext uri="{FF2B5EF4-FFF2-40B4-BE49-F238E27FC236}">
                <a16:creationId xmlns:a16="http://schemas.microsoft.com/office/drawing/2014/main" id="{87B16B17-5461-43C6-B4F1-501AA44BA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240" y="413416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7</a:t>
            </a:r>
          </a:p>
        </p:txBody>
      </p:sp>
      <p:sp>
        <p:nvSpPr>
          <p:cNvPr id="121" name="Text Box 32">
            <a:extLst>
              <a:ext uri="{FF2B5EF4-FFF2-40B4-BE49-F238E27FC236}">
                <a16:creationId xmlns:a16="http://schemas.microsoft.com/office/drawing/2014/main" id="{C5FD92B7-FC56-4500-BDC4-42820D0ED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1640" y="428656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122" name="Text Box 33">
            <a:extLst>
              <a:ext uri="{FF2B5EF4-FFF2-40B4-BE49-F238E27FC236}">
                <a16:creationId xmlns:a16="http://schemas.microsoft.com/office/drawing/2014/main" id="{5A317516-97E2-41DB-9761-6958CD8F9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440" y="427228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123" name="Text Box 34">
            <a:extLst>
              <a:ext uri="{FF2B5EF4-FFF2-40B4-BE49-F238E27FC236}">
                <a16:creationId xmlns:a16="http://schemas.microsoft.com/office/drawing/2014/main" id="{D81D6EA4-209A-4A33-8821-7F11BCBAC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198628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1: {1,2}</a:t>
            </a:r>
          </a:p>
        </p:txBody>
      </p:sp>
      <p:sp>
        <p:nvSpPr>
          <p:cNvPr id="124" name="Text Box 35">
            <a:extLst>
              <a:ext uri="{FF2B5EF4-FFF2-40B4-BE49-F238E27FC236}">
                <a16:creationId xmlns:a16="http://schemas.microsoft.com/office/drawing/2014/main" id="{296E46A2-81A1-4D71-BDD4-B3A19C6DA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236728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2: {2,3}</a:t>
            </a:r>
          </a:p>
        </p:txBody>
      </p:sp>
      <p:sp>
        <p:nvSpPr>
          <p:cNvPr id="125" name="Text Box 36">
            <a:extLst>
              <a:ext uri="{FF2B5EF4-FFF2-40B4-BE49-F238E27FC236}">
                <a16:creationId xmlns:a16="http://schemas.microsoft.com/office/drawing/2014/main" id="{509DCEE8-9B48-42EC-8771-29F110254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2762568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{4,5}</a:t>
            </a:r>
          </a:p>
        </p:txBody>
      </p:sp>
      <p:sp>
        <p:nvSpPr>
          <p:cNvPr id="126" name="Text Box 37">
            <a:extLst>
              <a:ext uri="{FF2B5EF4-FFF2-40B4-BE49-F238E27FC236}">
                <a16:creationId xmlns:a16="http://schemas.microsoft.com/office/drawing/2014/main" id="{9E1F1516-C80C-42C6-843E-755A032F1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3143568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{6,7}</a:t>
            </a:r>
          </a:p>
        </p:txBody>
      </p:sp>
      <p:sp>
        <p:nvSpPr>
          <p:cNvPr id="127" name="Text Box 38">
            <a:extLst>
              <a:ext uri="{FF2B5EF4-FFF2-40B4-BE49-F238E27FC236}">
                <a16:creationId xmlns:a16="http://schemas.microsoft.com/office/drawing/2014/main" id="{6D8C7B07-9AF7-4E43-A61D-FB00E1F8F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351028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{1,4}</a:t>
            </a:r>
          </a:p>
        </p:txBody>
      </p:sp>
      <p:sp>
        <p:nvSpPr>
          <p:cNvPr id="128" name="Text Box 39">
            <a:extLst>
              <a:ext uri="{FF2B5EF4-FFF2-40B4-BE49-F238E27FC236}">
                <a16:creationId xmlns:a16="http://schemas.microsoft.com/office/drawing/2014/main" id="{51E04D85-54F1-42F8-ABD3-24BFE14D9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390556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{2,5}</a:t>
            </a:r>
          </a:p>
        </p:txBody>
      </p:sp>
      <p:sp>
        <p:nvSpPr>
          <p:cNvPr id="129" name="Text Box 40">
            <a:extLst>
              <a:ext uri="{FF2B5EF4-FFF2-40B4-BE49-F238E27FC236}">
                <a16:creationId xmlns:a16="http://schemas.microsoft.com/office/drawing/2014/main" id="{9C1DA7AB-D417-4E07-83C0-8F13232C4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428656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{4,7}</a:t>
            </a:r>
          </a:p>
        </p:txBody>
      </p:sp>
      <p:sp>
        <p:nvSpPr>
          <p:cNvPr id="130" name="Text Box 41">
            <a:extLst>
              <a:ext uri="{FF2B5EF4-FFF2-40B4-BE49-F238E27FC236}">
                <a16:creationId xmlns:a16="http://schemas.microsoft.com/office/drawing/2014/main" id="{5B716668-A0D9-47C9-BE5A-656DAAAE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4667568"/>
            <a:ext cx="182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5: {3,5}</a:t>
            </a:r>
          </a:p>
        </p:txBody>
      </p:sp>
      <p:sp>
        <p:nvSpPr>
          <p:cNvPr id="131" name="Text Box 42">
            <a:extLst>
              <a:ext uri="{FF2B5EF4-FFF2-40B4-BE49-F238E27FC236}">
                <a16:creationId xmlns:a16="http://schemas.microsoft.com/office/drawing/2014/main" id="{08595584-01FC-440D-8961-98BB823F7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840" y="198628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{1,2}{3}{4}{5}{6}{7} </a:t>
            </a:r>
          </a:p>
        </p:txBody>
      </p:sp>
      <p:sp>
        <p:nvSpPr>
          <p:cNvPr id="132" name="Oval 43">
            <a:extLst>
              <a:ext uri="{FF2B5EF4-FFF2-40B4-BE49-F238E27FC236}">
                <a16:creationId xmlns:a16="http://schemas.microsoft.com/office/drawing/2014/main" id="{23885D0D-05C8-4BA3-BC56-A477D0FA6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240" y="533908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3" name="Oval 44">
            <a:extLst>
              <a:ext uri="{FF2B5EF4-FFF2-40B4-BE49-F238E27FC236}">
                <a16:creationId xmlns:a16="http://schemas.microsoft.com/office/drawing/2014/main" id="{C27C4555-0F94-414F-923A-B9B829B16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240" y="518668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4" name="Oval 45">
            <a:extLst>
              <a:ext uri="{FF2B5EF4-FFF2-40B4-BE49-F238E27FC236}">
                <a16:creationId xmlns:a16="http://schemas.microsoft.com/office/drawing/2014/main" id="{E48B34C4-D48D-4964-853C-A2A0576A1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240" y="549148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5" name="Text Box 46">
            <a:extLst>
              <a:ext uri="{FF2B5EF4-FFF2-40B4-BE49-F238E27FC236}">
                <a16:creationId xmlns:a16="http://schemas.microsoft.com/office/drawing/2014/main" id="{9C05B28A-A637-4962-9EE2-0156AA41C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840" y="236728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{1,2,3}{4}{5}{6}{7} </a:t>
            </a:r>
          </a:p>
        </p:txBody>
      </p:sp>
      <p:sp>
        <p:nvSpPr>
          <p:cNvPr id="136" name="Text Box 47">
            <a:extLst>
              <a:ext uri="{FF2B5EF4-FFF2-40B4-BE49-F238E27FC236}">
                <a16:creationId xmlns:a16="http://schemas.microsoft.com/office/drawing/2014/main" id="{25BDAC0C-A0AC-4027-9CD2-7BB5B7644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840" y="274828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{1,2,3}{4,5}{6}{7} </a:t>
            </a:r>
          </a:p>
        </p:txBody>
      </p:sp>
      <p:sp>
        <p:nvSpPr>
          <p:cNvPr id="137" name="TextBox 48">
            <a:extLst>
              <a:ext uri="{FF2B5EF4-FFF2-40B4-BE49-F238E27FC236}">
                <a16:creationId xmlns:a16="http://schemas.microsoft.com/office/drawing/2014/main" id="{F219756A-C714-4162-912C-5C3BD412D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40" y="5691505"/>
            <a:ext cx="53419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/>
              <a:t>Note that each set is a connected component of </a:t>
            </a:r>
            <a:r>
              <a:rPr lang="en-US" sz="2000" i="1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7829846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49" name="Oval 3">
            <a:extLst>
              <a:ext uri="{FF2B5EF4-FFF2-40B4-BE49-F238E27FC236}">
                <a16:creationId xmlns:a16="http://schemas.microsoft.com/office/drawing/2014/main" id="{9F3A5E97-4C26-4DD4-8BCD-6A930727D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" y="20828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50" name="Oval 4">
            <a:extLst>
              <a:ext uri="{FF2B5EF4-FFF2-40B4-BE49-F238E27FC236}">
                <a16:creationId xmlns:a16="http://schemas.microsoft.com/office/drawing/2014/main" id="{D5295B53-A692-4E8A-B223-BA0B28B70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640" y="20828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51" name="Oval 5">
            <a:extLst>
              <a:ext uri="{FF2B5EF4-FFF2-40B4-BE49-F238E27FC236}">
                <a16:creationId xmlns:a16="http://schemas.microsoft.com/office/drawing/2014/main" id="{8969A6E0-8836-4411-B289-F23B7AC92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2640" y="20828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3</a:t>
            </a:r>
          </a:p>
        </p:txBody>
      </p:sp>
      <p:cxnSp>
        <p:nvCxnSpPr>
          <p:cNvPr id="52" name="AutoShape 6">
            <a:extLst>
              <a:ext uri="{FF2B5EF4-FFF2-40B4-BE49-F238E27FC236}">
                <a16:creationId xmlns:a16="http://schemas.microsoft.com/office/drawing/2014/main" id="{B862C9C7-9EE0-46C6-A2A6-E8FF7B3A18AF}"/>
              </a:ext>
            </a:extLst>
          </p:cNvPr>
          <p:cNvCxnSpPr>
            <a:cxnSpLocks noChangeShapeType="1"/>
            <a:stCxn id="49" idx="6"/>
            <a:endCxn id="50" idx="2"/>
          </p:cNvCxnSpPr>
          <p:nvPr/>
        </p:nvCxnSpPr>
        <p:spPr bwMode="auto">
          <a:xfrm>
            <a:off x="766129" y="231140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53" name="AutoShape 7">
            <a:extLst>
              <a:ext uri="{FF2B5EF4-FFF2-40B4-BE49-F238E27FC236}">
                <a16:creationId xmlns:a16="http://schemas.microsoft.com/office/drawing/2014/main" id="{6B7A3E2D-4E95-4A83-BD4C-E19F4AA57A0A}"/>
              </a:ext>
            </a:extLst>
          </p:cNvPr>
          <p:cNvCxnSpPr>
            <a:cxnSpLocks noChangeShapeType="1"/>
            <a:stCxn id="50" idx="6"/>
            <a:endCxn id="51" idx="2"/>
          </p:cNvCxnSpPr>
          <p:nvPr/>
        </p:nvCxnSpPr>
        <p:spPr bwMode="auto">
          <a:xfrm>
            <a:off x="2290129" y="231140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sp>
        <p:nvSpPr>
          <p:cNvPr id="54" name="Text Box 8">
            <a:extLst>
              <a:ext uri="{FF2B5EF4-FFF2-40B4-BE49-F238E27FC236}">
                <a16:creationId xmlns:a16="http://schemas.microsoft.com/office/drawing/2014/main" id="{574E5828-6FB9-488E-A373-EF5799AB0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640" y="18542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55" name="Text Box 9">
            <a:extLst>
              <a:ext uri="{FF2B5EF4-FFF2-40B4-BE49-F238E27FC236}">
                <a16:creationId xmlns:a16="http://schemas.microsoft.com/office/drawing/2014/main" id="{7BFC6863-A80F-4964-86A2-431B7F1E4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0640" y="18542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56" name="Oval 10">
            <a:extLst>
              <a:ext uri="{FF2B5EF4-FFF2-40B4-BE49-F238E27FC236}">
                <a16:creationId xmlns:a16="http://schemas.microsoft.com/office/drawing/2014/main" id="{3405DEA4-2BF4-4BAB-B50E-69FA7EA0E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" y="3454400"/>
            <a:ext cx="457200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chemeClr val="accent2"/>
                </a:solidFill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57" name="Oval 11">
            <a:extLst>
              <a:ext uri="{FF2B5EF4-FFF2-40B4-BE49-F238E27FC236}">
                <a16:creationId xmlns:a16="http://schemas.microsoft.com/office/drawing/2014/main" id="{DE86CA2B-1451-4B3C-89C9-DBCA2EF0E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640" y="3454400"/>
            <a:ext cx="457200" cy="45720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chemeClr val="accent2"/>
                </a:solidFill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58" name="Oval 12">
            <a:extLst>
              <a:ext uri="{FF2B5EF4-FFF2-40B4-BE49-F238E27FC236}">
                <a16:creationId xmlns:a16="http://schemas.microsoft.com/office/drawing/2014/main" id="{8369E625-0C2B-441D-B122-611D9D403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2640" y="3454400"/>
            <a:ext cx="457200" cy="457200"/>
          </a:xfrm>
          <a:prstGeom prst="ellips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FF00"/>
                </a:solidFill>
                <a:ea typeface="Arial" pitchFamily="-107" charset="0"/>
                <a:cs typeface="Arial" pitchFamily="-107" charset="0"/>
              </a:rPr>
              <a:t>6</a:t>
            </a:r>
          </a:p>
        </p:txBody>
      </p:sp>
      <p:cxnSp>
        <p:nvCxnSpPr>
          <p:cNvPr id="59" name="AutoShape 13">
            <a:extLst>
              <a:ext uri="{FF2B5EF4-FFF2-40B4-BE49-F238E27FC236}">
                <a16:creationId xmlns:a16="http://schemas.microsoft.com/office/drawing/2014/main" id="{5A1C442F-EAC6-45B5-8F0A-F796C24E07A2}"/>
              </a:ext>
            </a:extLst>
          </p:cNvPr>
          <p:cNvCxnSpPr>
            <a:cxnSpLocks noChangeShapeType="1"/>
            <a:stCxn id="56" idx="6"/>
            <a:endCxn id="57" idx="2"/>
          </p:cNvCxnSpPr>
          <p:nvPr/>
        </p:nvCxnSpPr>
        <p:spPr bwMode="auto">
          <a:xfrm>
            <a:off x="766129" y="3683000"/>
            <a:ext cx="1038225" cy="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</p:cxnSp>
      <p:cxnSp>
        <p:nvCxnSpPr>
          <p:cNvPr id="60" name="AutoShape 14">
            <a:extLst>
              <a:ext uri="{FF2B5EF4-FFF2-40B4-BE49-F238E27FC236}">
                <a16:creationId xmlns:a16="http://schemas.microsoft.com/office/drawing/2014/main" id="{FD62BF16-835F-4D9B-89D0-5794D5F0D88B}"/>
              </a:ext>
            </a:extLst>
          </p:cNvPr>
          <p:cNvCxnSpPr>
            <a:cxnSpLocks noChangeShapeType="1"/>
            <a:stCxn id="57" idx="6"/>
            <a:endCxn id="58" idx="2"/>
          </p:cNvCxnSpPr>
          <p:nvPr/>
        </p:nvCxnSpPr>
        <p:spPr bwMode="auto">
          <a:xfrm>
            <a:off x="2290129" y="368300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61" name="Text Box 15">
            <a:extLst>
              <a:ext uri="{FF2B5EF4-FFF2-40B4-BE49-F238E27FC236}">
                <a16:creationId xmlns:a16="http://schemas.microsoft.com/office/drawing/2014/main" id="{2A566497-FF22-4C2C-9797-EA3C0C21A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640" y="32400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62" name="Text Box 16">
            <a:extLst>
              <a:ext uri="{FF2B5EF4-FFF2-40B4-BE49-F238E27FC236}">
                <a16:creationId xmlns:a16="http://schemas.microsoft.com/office/drawing/2014/main" id="{007FAA2C-C9B1-4366-B49B-9CBC59E42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0640" y="32400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8</a:t>
            </a:r>
          </a:p>
        </p:txBody>
      </p:sp>
      <p:cxnSp>
        <p:nvCxnSpPr>
          <p:cNvPr id="63" name="AutoShape 17">
            <a:extLst>
              <a:ext uri="{FF2B5EF4-FFF2-40B4-BE49-F238E27FC236}">
                <a16:creationId xmlns:a16="http://schemas.microsoft.com/office/drawing/2014/main" id="{E2D729E7-3C11-4039-9AAF-2C18F4D858CE}"/>
              </a:ext>
            </a:extLst>
          </p:cNvPr>
          <p:cNvCxnSpPr>
            <a:cxnSpLocks noChangeShapeType="1"/>
            <a:stCxn id="49" idx="4"/>
            <a:endCxn id="56" idx="0"/>
          </p:cNvCxnSpPr>
          <p:nvPr/>
        </p:nvCxnSpPr>
        <p:spPr bwMode="auto">
          <a:xfrm>
            <a:off x="523240" y="25542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4" name="AutoShape 18">
            <a:extLst>
              <a:ext uri="{FF2B5EF4-FFF2-40B4-BE49-F238E27FC236}">
                <a16:creationId xmlns:a16="http://schemas.microsoft.com/office/drawing/2014/main" id="{481E96D0-01B7-4DD3-ACCE-B6145D61F2E2}"/>
              </a:ext>
            </a:extLst>
          </p:cNvPr>
          <p:cNvCxnSpPr>
            <a:cxnSpLocks noChangeShapeType="1"/>
            <a:stCxn id="56" idx="7"/>
            <a:endCxn id="50" idx="3"/>
          </p:cNvCxnSpPr>
          <p:nvPr/>
        </p:nvCxnSpPr>
        <p:spPr bwMode="auto">
          <a:xfrm flipV="1">
            <a:off x="685165" y="248761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5" name="AutoShape 19">
            <a:extLst>
              <a:ext uri="{FF2B5EF4-FFF2-40B4-BE49-F238E27FC236}">
                <a16:creationId xmlns:a16="http://schemas.microsoft.com/office/drawing/2014/main" id="{8B92CA5B-1167-4476-ADCA-E1BC22DB4203}"/>
              </a:ext>
            </a:extLst>
          </p:cNvPr>
          <p:cNvCxnSpPr>
            <a:cxnSpLocks noChangeShapeType="1"/>
            <a:stCxn id="50" idx="4"/>
            <a:endCxn id="57" idx="0"/>
          </p:cNvCxnSpPr>
          <p:nvPr/>
        </p:nvCxnSpPr>
        <p:spPr bwMode="auto">
          <a:xfrm>
            <a:off x="2047240" y="25542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" name="AutoShape 20">
            <a:extLst>
              <a:ext uri="{FF2B5EF4-FFF2-40B4-BE49-F238E27FC236}">
                <a16:creationId xmlns:a16="http://schemas.microsoft.com/office/drawing/2014/main" id="{80E8251D-6B1B-4960-B19C-F117BB478810}"/>
              </a:ext>
            </a:extLst>
          </p:cNvPr>
          <p:cNvCxnSpPr>
            <a:cxnSpLocks noChangeShapeType="1"/>
            <a:stCxn id="57" idx="7"/>
            <a:endCxn id="51" idx="3"/>
          </p:cNvCxnSpPr>
          <p:nvPr/>
        </p:nvCxnSpPr>
        <p:spPr bwMode="auto">
          <a:xfrm flipV="1">
            <a:off x="2209165" y="248761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7" name="AutoShape 21">
            <a:extLst>
              <a:ext uri="{FF2B5EF4-FFF2-40B4-BE49-F238E27FC236}">
                <a16:creationId xmlns:a16="http://schemas.microsoft.com/office/drawing/2014/main" id="{E472BDD3-1E55-40D1-AB8C-403715D50057}"/>
              </a:ext>
            </a:extLst>
          </p:cNvPr>
          <p:cNvCxnSpPr>
            <a:cxnSpLocks noChangeShapeType="1"/>
            <a:stCxn id="51" idx="4"/>
            <a:endCxn id="58" idx="0"/>
          </p:cNvCxnSpPr>
          <p:nvPr/>
        </p:nvCxnSpPr>
        <p:spPr bwMode="auto">
          <a:xfrm>
            <a:off x="3571240" y="25542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68" name="Oval 22">
            <a:extLst>
              <a:ext uri="{FF2B5EF4-FFF2-40B4-BE49-F238E27FC236}">
                <a16:creationId xmlns:a16="http://schemas.microsoft.com/office/drawing/2014/main" id="{3EE28BFF-2261-4956-893E-852957775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640" y="4902200"/>
            <a:ext cx="457200" cy="457200"/>
          </a:xfrm>
          <a:prstGeom prst="ellips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FF00"/>
                </a:solidFill>
                <a:ea typeface="Arial" pitchFamily="-107" charset="0"/>
                <a:cs typeface="Arial" pitchFamily="-107" charset="0"/>
              </a:rPr>
              <a:t>7</a:t>
            </a:r>
          </a:p>
        </p:txBody>
      </p:sp>
      <p:cxnSp>
        <p:nvCxnSpPr>
          <p:cNvPr id="69" name="AutoShape 23">
            <a:extLst>
              <a:ext uri="{FF2B5EF4-FFF2-40B4-BE49-F238E27FC236}">
                <a16:creationId xmlns:a16="http://schemas.microsoft.com/office/drawing/2014/main" id="{1F17EAD3-75B6-458E-A1C0-1236C11F1BAA}"/>
              </a:ext>
            </a:extLst>
          </p:cNvPr>
          <p:cNvCxnSpPr>
            <a:cxnSpLocks noChangeShapeType="1"/>
            <a:stCxn id="56" idx="5"/>
            <a:endCxn id="68" idx="1"/>
          </p:cNvCxnSpPr>
          <p:nvPr/>
        </p:nvCxnSpPr>
        <p:spPr bwMode="auto">
          <a:xfrm>
            <a:off x="685165" y="3859214"/>
            <a:ext cx="1200150" cy="1095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0" name="AutoShape 24">
            <a:extLst>
              <a:ext uri="{FF2B5EF4-FFF2-40B4-BE49-F238E27FC236}">
                <a16:creationId xmlns:a16="http://schemas.microsoft.com/office/drawing/2014/main" id="{38B8EAE5-CF51-4030-A422-045BBE1833E9}"/>
              </a:ext>
            </a:extLst>
          </p:cNvPr>
          <p:cNvCxnSpPr>
            <a:cxnSpLocks noChangeShapeType="1"/>
            <a:stCxn id="57" idx="4"/>
            <a:endCxn id="68" idx="0"/>
          </p:cNvCxnSpPr>
          <p:nvPr/>
        </p:nvCxnSpPr>
        <p:spPr bwMode="auto">
          <a:xfrm>
            <a:off x="2047240" y="3925889"/>
            <a:ext cx="0" cy="962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" name="AutoShape 25">
            <a:extLst>
              <a:ext uri="{FF2B5EF4-FFF2-40B4-BE49-F238E27FC236}">
                <a16:creationId xmlns:a16="http://schemas.microsoft.com/office/drawing/2014/main" id="{057DC053-35F2-455E-8337-CBE7BE3B6DBC}"/>
              </a:ext>
            </a:extLst>
          </p:cNvPr>
          <p:cNvCxnSpPr>
            <a:cxnSpLocks noChangeShapeType="1"/>
            <a:stCxn id="58" idx="3"/>
            <a:endCxn id="68" idx="7"/>
          </p:cNvCxnSpPr>
          <p:nvPr/>
        </p:nvCxnSpPr>
        <p:spPr bwMode="auto">
          <a:xfrm flipH="1">
            <a:off x="2209165" y="3859214"/>
            <a:ext cx="1200150" cy="1095375"/>
          </a:xfrm>
          <a:prstGeom prst="straightConnector1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</p:spPr>
      </p:cxnSp>
      <p:sp>
        <p:nvSpPr>
          <p:cNvPr id="72" name="Text Box 26">
            <a:extLst>
              <a:ext uri="{FF2B5EF4-FFF2-40B4-BE49-F238E27FC236}">
                <a16:creationId xmlns:a16="http://schemas.microsoft.com/office/drawing/2014/main" id="{19433464-4F40-4DBE-84F2-8F928C8E3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40" y="27828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73" name="Text Box 27">
            <a:extLst>
              <a:ext uri="{FF2B5EF4-FFF2-40B4-BE49-F238E27FC236}">
                <a16:creationId xmlns:a16="http://schemas.microsoft.com/office/drawing/2014/main" id="{A2C036D5-88D7-4149-A082-DE600229E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440" y="26162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74" name="Text Box 28">
            <a:extLst>
              <a:ext uri="{FF2B5EF4-FFF2-40B4-BE49-F238E27FC236}">
                <a16:creationId xmlns:a16="http://schemas.microsoft.com/office/drawing/2014/main" id="{4837CBC6-510C-4AE2-8105-4C2148136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240" y="27686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75" name="Text Box 29">
            <a:extLst>
              <a:ext uri="{FF2B5EF4-FFF2-40B4-BE49-F238E27FC236}">
                <a16:creationId xmlns:a16="http://schemas.microsoft.com/office/drawing/2014/main" id="{D579F266-A676-4D9D-AA04-78D15F175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4440" y="260191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76" name="Text Box 30">
            <a:extLst>
              <a:ext uri="{FF2B5EF4-FFF2-40B4-BE49-F238E27FC236}">
                <a16:creationId xmlns:a16="http://schemas.microsoft.com/office/drawing/2014/main" id="{EEEA765B-01EF-445A-82EF-A82A2BC15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240" y="275431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77" name="Text Box 31">
            <a:extLst>
              <a:ext uri="{FF2B5EF4-FFF2-40B4-BE49-F238E27FC236}">
                <a16:creationId xmlns:a16="http://schemas.microsoft.com/office/drawing/2014/main" id="{08951BF2-2769-4C20-8CCB-D10980F45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240" y="41544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7</a:t>
            </a:r>
          </a:p>
        </p:txBody>
      </p:sp>
      <p:sp>
        <p:nvSpPr>
          <p:cNvPr id="78" name="Text Box 32">
            <a:extLst>
              <a:ext uri="{FF2B5EF4-FFF2-40B4-BE49-F238E27FC236}">
                <a16:creationId xmlns:a16="http://schemas.microsoft.com/office/drawing/2014/main" id="{5955C760-8767-461C-8ECA-AA537BA8B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1640" y="43068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79" name="Text Box 33">
            <a:extLst>
              <a:ext uri="{FF2B5EF4-FFF2-40B4-BE49-F238E27FC236}">
                <a16:creationId xmlns:a16="http://schemas.microsoft.com/office/drawing/2014/main" id="{26D45BAC-E26E-4E29-8867-4A6676873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440" y="42926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80" name="Text Box 34">
            <a:extLst>
              <a:ext uri="{FF2B5EF4-FFF2-40B4-BE49-F238E27FC236}">
                <a16:creationId xmlns:a16="http://schemas.microsoft.com/office/drawing/2014/main" id="{D0103160-74C7-4CFD-868F-6A938ABAA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20066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1: {1,2}</a:t>
            </a:r>
          </a:p>
        </p:txBody>
      </p:sp>
      <p:sp>
        <p:nvSpPr>
          <p:cNvPr id="81" name="Text Box 35">
            <a:extLst>
              <a:ext uri="{FF2B5EF4-FFF2-40B4-BE49-F238E27FC236}">
                <a16:creationId xmlns:a16="http://schemas.microsoft.com/office/drawing/2014/main" id="{19FF6B1A-8F7D-4C09-AF33-9341D9938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23876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2: {2,3}</a:t>
            </a:r>
          </a:p>
        </p:txBody>
      </p:sp>
      <p:sp>
        <p:nvSpPr>
          <p:cNvPr id="82" name="Text Box 36">
            <a:extLst>
              <a:ext uri="{FF2B5EF4-FFF2-40B4-BE49-F238E27FC236}">
                <a16:creationId xmlns:a16="http://schemas.microsoft.com/office/drawing/2014/main" id="{B59D72C9-58C7-4BE5-809C-C46D54C61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2782888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{4,5}</a:t>
            </a:r>
          </a:p>
        </p:txBody>
      </p:sp>
      <p:sp>
        <p:nvSpPr>
          <p:cNvPr id="83" name="Text Box 37">
            <a:extLst>
              <a:ext uri="{FF2B5EF4-FFF2-40B4-BE49-F238E27FC236}">
                <a16:creationId xmlns:a16="http://schemas.microsoft.com/office/drawing/2014/main" id="{711B44CF-A85E-4B7E-9EE8-18062B7DB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3163888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{6,7}</a:t>
            </a:r>
          </a:p>
        </p:txBody>
      </p:sp>
      <p:sp>
        <p:nvSpPr>
          <p:cNvPr id="84" name="Text Box 38">
            <a:extLst>
              <a:ext uri="{FF2B5EF4-FFF2-40B4-BE49-F238E27FC236}">
                <a16:creationId xmlns:a16="http://schemas.microsoft.com/office/drawing/2014/main" id="{F19DFCF1-BC94-433D-8CA8-801E83A3D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35306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{1,4}</a:t>
            </a:r>
          </a:p>
        </p:txBody>
      </p:sp>
      <p:sp>
        <p:nvSpPr>
          <p:cNvPr id="85" name="Text Box 39">
            <a:extLst>
              <a:ext uri="{FF2B5EF4-FFF2-40B4-BE49-F238E27FC236}">
                <a16:creationId xmlns:a16="http://schemas.microsoft.com/office/drawing/2014/main" id="{2ED52288-6FC0-45FB-8490-EE3853ED3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392588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{2,5}</a:t>
            </a:r>
          </a:p>
        </p:txBody>
      </p:sp>
      <p:sp>
        <p:nvSpPr>
          <p:cNvPr id="86" name="Text Box 40">
            <a:extLst>
              <a:ext uri="{FF2B5EF4-FFF2-40B4-BE49-F238E27FC236}">
                <a16:creationId xmlns:a16="http://schemas.microsoft.com/office/drawing/2014/main" id="{929E36A0-7ADF-4D1D-81EA-C6A6E405E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430688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{4,7}</a:t>
            </a:r>
          </a:p>
        </p:txBody>
      </p:sp>
      <p:sp>
        <p:nvSpPr>
          <p:cNvPr id="87" name="Text Box 41">
            <a:extLst>
              <a:ext uri="{FF2B5EF4-FFF2-40B4-BE49-F238E27FC236}">
                <a16:creationId xmlns:a16="http://schemas.microsoft.com/office/drawing/2014/main" id="{4AEF8F01-DFA3-45B5-B639-62A4FC0CC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4687888"/>
            <a:ext cx="182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5: {3,5}</a:t>
            </a:r>
          </a:p>
        </p:txBody>
      </p:sp>
      <p:sp>
        <p:nvSpPr>
          <p:cNvPr id="88" name="Text Box 42">
            <a:extLst>
              <a:ext uri="{FF2B5EF4-FFF2-40B4-BE49-F238E27FC236}">
                <a16:creationId xmlns:a16="http://schemas.microsoft.com/office/drawing/2014/main" id="{9C2ACA75-BA32-48AB-B47F-6081EA68C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840" y="20066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{1,2}{3}{4}{5}{6}{7} </a:t>
            </a:r>
          </a:p>
        </p:txBody>
      </p:sp>
      <p:sp>
        <p:nvSpPr>
          <p:cNvPr id="89" name="Oval 43">
            <a:extLst>
              <a:ext uri="{FF2B5EF4-FFF2-40B4-BE49-F238E27FC236}">
                <a16:creationId xmlns:a16="http://schemas.microsoft.com/office/drawing/2014/main" id="{232A0F74-CEF6-418C-9098-15FC21CA0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240" y="53594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90" name="Oval 44">
            <a:extLst>
              <a:ext uri="{FF2B5EF4-FFF2-40B4-BE49-F238E27FC236}">
                <a16:creationId xmlns:a16="http://schemas.microsoft.com/office/drawing/2014/main" id="{ECFDEB78-1322-4221-8514-E3E59B91C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240" y="5207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91" name="Oval 45">
            <a:extLst>
              <a:ext uri="{FF2B5EF4-FFF2-40B4-BE49-F238E27FC236}">
                <a16:creationId xmlns:a16="http://schemas.microsoft.com/office/drawing/2014/main" id="{766C2F8B-E5A0-4AA7-A348-9E52CF8A2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240" y="5511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8" name="Text Box 46">
            <a:extLst>
              <a:ext uri="{FF2B5EF4-FFF2-40B4-BE49-F238E27FC236}">
                <a16:creationId xmlns:a16="http://schemas.microsoft.com/office/drawing/2014/main" id="{F3938C0C-353A-4C34-875A-7EDCB2BCD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840" y="23876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{1,2,3}{4}{5}{6}{7} </a:t>
            </a:r>
          </a:p>
        </p:txBody>
      </p:sp>
      <p:sp>
        <p:nvSpPr>
          <p:cNvPr id="139" name="Text Box 47">
            <a:extLst>
              <a:ext uri="{FF2B5EF4-FFF2-40B4-BE49-F238E27FC236}">
                <a16:creationId xmlns:a16="http://schemas.microsoft.com/office/drawing/2014/main" id="{0F66ABE2-0BCF-42C5-84F3-553C9E8AB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840" y="27686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{1,2,3}{4,5}{6}{7} </a:t>
            </a:r>
          </a:p>
        </p:txBody>
      </p:sp>
      <p:sp>
        <p:nvSpPr>
          <p:cNvPr id="140" name="Text Box 48">
            <a:extLst>
              <a:ext uri="{FF2B5EF4-FFF2-40B4-BE49-F238E27FC236}">
                <a16:creationId xmlns:a16="http://schemas.microsoft.com/office/drawing/2014/main" id="{DC2C9EC1-831D-4FE6-A223-C99B9B56B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840" y="31496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{1,2,3}{4,5}{6,7} </a:t>
            </a:r>
          </a:p>
        </p:txBody>
      </p:sp>
    </p:spTree>
    <p:extLst>
      <p:ext uri="{BB962C8B-B14F-4D97-AF65-F5344CB8AC3E}">
        <p14:creationId xmlns:p14="http://schemas.microsoft.com/office/powerpoint/2010/main" val="11567150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D47613D0-B230-4DF2-B810-128BB5222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19304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16E47393-F62B-46C9-A6CA-54ED70EFA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0400" y="19304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2A596B03-C159-4B2D-8DB0-4FB4938FC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400" y="19304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3</a:t>
            </a:r>
          </a:p>
        </p:txBody>
      </p:sp>
      <p:cxnSp>
        <p:nvCxnSpPr>
          <p:cNvPr id="6" name="AutoShape 6">
            <a:extLst>
              <a:ext uri="{FF2B5EF4-FFF2-40B4-BE49-F238E27FC236}">
                <a16:creationId xmlns:a16="http://schemas.microsoft.com/office/drawing/2014/main" id="{48F9B1F6-8CA7-440D-AD49-785B2FAB3136}"/>
              </a:ext>
            </a:extLst>
          </p:cNvPr>
          <p:cNvCxnSpPr>
            <a:cxnSpLocks noChangeShapeType="1"/>
            <a:stCxn id="3" idx="6"/>
            <a:endCxn id="4" idx="2"/>
          </p:cNvCxnSpPr>
          <p:nvPr/>
        </p:nvCxnSpPr>
        <p:spPr bwMode="auto">
          <a:xfrm>
            <a:off x="877889" y="215900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B1FC6BEE-FC4C-4A1B-A0C3-65737B26DF0B}"/>
              </a:ext>
            </a:extLst>
          </p:cNvPr>
          <p:cNvCxnSpPr>
            <a:cxnSpLocks noChangeShapeType="1"/>
            <a:stCxn id="4" idx="6"/>
            <a:endCxn id="5" idx="2"/>
          </p:cNvCxnSpPr>
          <p:nvPr/>
        </p:nvCxnSpPr>
        <p:spPr bwMode="auto">
          <a:xfrm>
            <a:off x="2401889" y="215900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sp>
        <p:nvSpPr>
          <p:cNvPr id="8" name="Text Box 8">
            <a:extLst>
              <a:ext uri="{FF2B5EF4-FFF2-40B4-BE49-F238E27FC236}">
                <a16:creationId xmlns:a16="http://schemas.microsoft.com/office/drawing/2014/main" id="{FD4BCAD3-0369-4873-9686-6EB4EDD21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17018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EE5A631B-3DF7-4996-A325-69E63D7DE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2400" y="17018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66A03A5F-FB2F-4D3E-B8E9-C5309A51E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33020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E60A3001-59F3-48AA-96F0-A1D26D7ED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0400" y="33020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A341AD97-BB56-45BD-A560-CD8F4B4B7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400" y="3302000"/>
            <a:ext cx="457200" cy="457200"/>
          </a:xfrm>
          <a:prstGeom prst="ellips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FF00"/>
                </a:solidFill>
                <a:ea typeface="Arial" pitchFamily="-107" charset="0"/>
                <a:cs typeface="Arial" pitchFamily="-107" charset="0"/>
              </a:rPr>
              <a:t>6</a:t>
            </a:r>
          </a:p>
        </p:txBody>
      </p:sp>
      <p:cxnSp>
        <p:nvCxnSpPr>
          <p:cNvPr id="13" name="AutoShape 13">
            <a:extLst>
              <a:ext uri="{FF2B5EF4-FFF2-40B4-BE49-F238E27FC236}">
                <a16:creationId xmlns:a16="http://schemas.microsoft.com/office/drawing/2014/main" id="{9093B65D-A021-4EFB-845C-F30865B5F6B2}"/>
              </a:ext>
            </a:extLst>
          </p:cNvPr>
          <p:cNvCxnSpPr>
            <a:cxnSpLocks noChangeShapeType="1"/>
            <a:stCxn id="10" idx="6"/>
            <a:endCxn id="11" idx="2"/>
          </p:cNvCxnSpPr>
          <p:nvPr/>
        </p:nvCxnSpPr>
        <p:spPr bwMode="auto">
          <a:xfrm>
            <a:off x="877889" y="353060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4" name="AutoShape 14">
            <a:extLst>
              <a:ext uri="{FF2B5EF4-FFF2-40B4-BE49-F238E27FC236}">
                <a16:creationId xmlns:a16="http://schemas.microsoft.com/office/drawing/2014/main" id="{39973AAE-6270-46A0-B2B3-DC07C79DCC36}"/>
              </a:ext>
            </a:extLst>
          </p:cNvPr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401889" y="353060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" name="Text Box 15">
            <a:extLst>
              <a:ext uri="{FF2B5EF4-FFF2-40B4-BE49-F238E27FC236}">
                <a16:creationId xmlns:a16="http://schemas.microsoft.com/office/drawing/2014/main" id="{B0277459-F76B-4033-AEF7-ACAD78257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30876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77D5CB67-0CA7-47AA-A558-77C634FDF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2400" y="30876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8</a:t>
            </a:r>
          </a:p>
        </p:txBody>
      </p:sp>
      <p:cxnSp>
        <p:nvCxnSpPr>
          <p:cNvPr id="17" name="AutoShape 17">
            <a:extLst>
              <a:ext uri="{FF2B5EF4-FFF2-40B4-BE49-F238E27FC236}">
                <a16:creationId xmlns:a16="http://schemas.microsoft.com/office/drawing/2014/main" id="{1A777E30-2DCE-4DC3-9345-C0F6F6970503}"/>
              </a:ext>
            </a:extLst>
          </p:cNvPr>
          <p:cNvCxnSpPr>
            <a:cxnSpLocks noChangeShapeType="1"/>
            <a:stCxn id="3" idx="4"/>
            <a:endCxn id="10" idx="0"/>
          </p:cNvCxnSpPr>
          <p:nvPr/>
        </p:nvCxnSpPr>
        <p:spPr bwMode="auto">
          <a:xfrm>
            <a:off x="635000" y="2401889"/>
            <a:ext cx="0" cy="88582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8" name="AutoShape 18">
            <a:extLst>
              <a:ext uri="{FF2B5EF4-FFF2-40B4-BE49-F238E27FC236}">
                <a16:creationId xmlns:a16="http://schemas.microsoft.com/office/drawing/2014/main" id="{6B546A15-C208-49D3-B8F0-5913209EDD50}"/>
              </a:ext>
            </a:extLst>
          </p:cNvPr>
          <p:cNvCxnSpPr>
            <a:cxnSpLocks noChangeShapeType="1"/>
            <a:stCxn id="10" idx="7"/>
            <a:endCxn id="4" idx="3"/>
          </p:cNvCxnSpPr>
          <p:nvPr/>
        </p:nvCxnSpPr>
        <p:spPr bwMode="auto">
          <a:xfrm flipV="1">
            <a:off x="796925" y="233521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" name="AutoShape 19">
            <a:extLst>
              <a:ext uri="{FF2B5EF4-FFF2-40B4-BE49-F238E27FC236}">
                <a16:creationId xmlns:a16="http://schemas.microsoft.com/office/drawing/2014/main" id="{2E3025A1-60A4-4C22-8773-A398695900CF}"/>
              </a:ext>
            </a:extLst>
          </p:cNvPr>
          <p:cNvCxnSpPr>
            <a:cxnSpLocks noChangeShapeType="1"/>
            <a:stCxn id="4" idx="4"/>
            <a:endCxn id="11" idx="0"/>
          </p:cNvCxnSpPr>
          <p:nvPr/>
        </p:nvCxnSpPr>
        <p:spPr bwMode="auto">
          <a:xfrm>
            <a:off x="2159000" y="24018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0" name="AutoShape 20">
            <a:extLst>
              <a:ext uri="{FF2B5EF4-FFF2-40B4-BE49-F238E27FC236}">
                <a16:creationId xmlns:a16="http://schemas.microsoft.com/office/drawing/2014/main" id="{D912613F-A9C0-4CAC-AECA-5FF9757A791E}"/>
              </a:ext>
            </a:extLst>
          </p:cNvPr>
          <p:cNvCxnSpPr>
            <a:cxnSpLocks noChangeShapeType="1"/>
            <a:stCxn id="11" idx="7"/>
            <a:endCxn id="5" idx="3"/>
          </p:cNvCxnSpPr>
          <p:nvPr/>
        </p:nvCxnSpPr>
        <p:spPr bwMode="auto">
          <a:xfrm flipV="1">
            <a:off x="2320925" y="233521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" name="AutoShape 21">
            <a:extLst>
              <a:ext uri="{FF2B5EF4-FFF2-40B4-BE49-F238E27FC236}">
                <a16:creationId xmlns:a16="http://schemas.microsoft.com/office/drawing/2014/main" id="{4F5C611B-40D0-4BC2-8E9B-36A763804DFF}"/>
              </a:ext>
            </a:extLst>
          </p:cNvPr>
          <p:cNvCxnSpPr>
            <a:cxnSpLocks noChangeShapeType="1"/>
            <a:stCxn id="5" idx="4"/>
            <a:endCxn id="12" idx="0"/>
          </p:cNvCxnSpPr>
          <p:nvPr/>
        </p:nvCxnSpPr>
        <p:spPr bwMode="auto">
          <a:xfrm>
            <a:off x="3683000" y="24018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" name="Oval 22">
            <a:extLst>
              <a:ext uri="{FF2B5EF4-FFF2-40B4-BE49-F238E27FC236}">
                <a16:creationId xmlns:a16="http://schemas.microsoft.com/office/drawing/2014/main" id="{A54207EC-F31D-481A-9D85-25272450A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0400" y="4749800"/>
            <a:ext cx="457200" cy="457200"/>
          </a:xfrm>
          <a:prstGeom prst="ellips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FF00"/>
                </a:solidFill>
                <a:ea typeface="Arial" pitchFamily="-107" charset="0"/>
                <a:cs typeface="Arial" pitchFamily="-107" charset="0"/>
              </a:rPr>
              <a:t>7</a:t>
            </a:r>
          </a:p>
        </p:txBody>
      </p:sp>
      <p:cxnSp>
        <p:nvCxnSpPr>
          <p:cNvPr id="23" name="AutoShape 23">
            <a:extLst>
              <a:ext uri="{FF2B5EF4-FFF2-40B4-BE49-F238E27FC236}">
                <a16:creationId xmlns:a16="http://schemas.microsoft.com/office/drawing/2014/main" id="{24E2D73A-4DE3-41DE-BB31-0AD0FBCAC8E7}"/>
              </a:ext>
            </a:extLst>
          </p:cNvPr>
          <p:cNvCxnSpPr>
            <a:cxnSpLocks noChangeShapeType="1"/>
            <a:stCxn id="10" idx="5"/>
            <a:endCxn id="22" idx="1"/>
          </p:cNvCxnSpPr>
          <p:nvPr/>
        </p:nvCxnSpPr>
        <p:spPr bwMode="auto">
          <a:xfrm>
            <a:off x="796925" y="3706814"/>
            <a:ext cx="1200150" cy="1095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4" name="AutoShape 24">
            <a:extLst>
              <a:ext uri="{FF2B5EF4-FFF2-40B4-BE49-F238E27FC236}">
                <a16:creationId xmlns:a16="http://schemas.microsoft.com/office/drawing/2014/main" id="{0E9A0308-7EDC-44BE-BDF1-74953AF153FA}"/>
              </a:ext>
            </a:extLst>
          </p:cNvPr>
          <p:cNvCxnSpPr>
            <a:cxnSpLocks noChangeShapeType="1"/>
            <a:stCxn id="11" idx="4"/>
            <a:endCxn id="22" idx="0"/>
          </p:cNvCxnSpPr>
          <p:nvPr/>
        </p:nvCxnSpPr>
        <p:spPr bwMode="auto">
          <a:xfrm>
            <a:off x="2159000" y="3773489"/>
            <a:ext cx="0" cy="962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" name="AutoShape 25">
            <a:extLst>
              <a:ext uri="{FF2B5EF4-FFF2-40B4-BE49-F238E27FC236}">
                <a16:creationId xmlns:a16="http://schemas.microsoft.com/office/drawing/2014/main" id="{F6D5C8CB-EFE5-4E19-89FB-9C0BB475279C}"/>
              </a:ext>
            </a:extLst>
          </p:cNvPr>
          <p:cNvCxnSpPr>
            <a:cxnSpLocks noChangeShapeType="1"/>
            <a:stCxn id="12" idx="3"/>
            <a:endCxn id="22" idx="7"/>
          </p:cNvCxnSpPr>
          <p:nvPr/>
        </p:nvCxnSpPr>
        <p:spPr bwMode="auto">
          <a:xfrm flipH="1">
            <a:off x="2320925" y="3706814"/>
            <a:ext cx="1200150" cy="1095375"/>
          </a:xfrm>
          <a:prstGeom prst="straightConnector1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</p:spPr>
      </p:cxnSp>
      <p:sp>
        <p:nvSpPr>
          <p:cNvPr id="26" name="Text Box 26">
            <a:extLst>
              <a:ext uri="{FF2B5EF4-FFF2-40B4-BE49-F238E27FC236}">
                <a16:creationId xmlns:a16="http://schemas.microsoft.com/office/drawing/2014/main" id="{F00894C3-4570-498D-B3F9-7F7722834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26304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8A336328-7512-4F91-A2C7-CF872D388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200" y="24638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09B3561A-D170-4D2A-BF04-1C68CDD16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0" y="26162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7957CEA9-4C84-44C9-96CA-BFAA4F67E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6200" y="244951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E5DB6A83-7060-4ECF-BEF6-D2B4FEF1F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0" y="260191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11EF6225-B9F4-41FB-8189-61F024443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0" y="40020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7</a:t>
            </a:r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DD138183-3C40-4893-AE4E-6ED9A188D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00" y="41544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96570100-5093-409B-8D22-13DC27147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200" y="41402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34" name="Text Box 34">
            <a:extLst>
              <a:ext uri="{FF2B5EF4-FFF2-40B4-BE49-F238E27FC236}">
                <a16:creationId xmlns:a16="http://schemas.microsoft.com/office/drawing/2014/main" id="{87161EC4-AFB1-4C61-AF74-B5EA7045F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2600" y="18542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1: {1,2}</a:t>
            </a:r>
          </a:p>
        </p:txBody>
      </p:sp>
      <p:sp>
        <p:nvSpPr>
          <p:cNvPr id="35" name="Text Box 35">
            <a:extLst>
              <a:ext uri="{FF2B5EF4-FFF2-40B4-BE49-F238E27FC236}">
                <a16:creationId xmlns:a16="http://schemas.microsoft.com/office/drawing/2014/main" id="{E6FBE23C-266B-4954-9C3B-FB4CD463C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2600" y="2235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2: {2,3}</a:t>
            </a:r>
          </a:p>
        </p:txBody>
      </p:sp>
      <p:sp>
        <p:nvSpPr>
          <p:cNvPr id="36" name="Text Box 36">
            <a:extLst>
              <a:ext uri="{FF2B5EF4-FFF2-40B4-BE49-F238E27FC236}">
                <a16:creationId xmlns:a16="http://schemas.microsoft.com/office/drawing/2014/main" id="{4007F818-C549-41FE-A8DB-C3F79C165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2600" y="2630488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{4,5}</a:t>
            </a:r>
          </a:p>
        </p:txBody>
      </p:sp>
      <p:sp>
        <p:nvSpPr>
          <p:cNvPr id="37" name="Text Box 37">
            <a:extLst>
              <a:ext uri="{FF2B5EF4-FFF2-40B4-BE49-F238E27FC236}">
                <a16:creationId xmlns:a16="http://schemas.microsoft.com/office/drawing/2014/main" id="{98A13D5C-1F99-4561-B3C3-5C985B6C4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2600" y="3011488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{6,7}</a:t>
            </a:r>
          </a:p>
        </p:txBody>
      </p:sp>
      <p:sp>
        <p:nvSpPr>
          <p:cNvPr id="38" name="Text Box 38">
            <a:extLst>
              <a:ext uri="{FF2B5EF4-FFF2-40B4-BE49-F238E27FC236}">
                <a16:creationId xmlns:a16="http://schemas.microsoft.com/office/drawing/2014/main" id="{CFA10F66-C790-4533-B8B5-350FE197C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2600" y="33782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{1,4}</a:t>
            </a:r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C9727703-2972-4FF6-89B6-905C356F2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2600" y="377348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{2,5}</a:t>
            </a:r>
          </a:p>
        </p:txBody>
      </p:sp>
      <p:sp>
        <p:nvSpPr>
          <p:cNvPr id="40" name="Text Box 40">
            <a:extLst>
              <a:ext uri="{FF2B5EF4-FFF2-40B4-BE49-F238E27FC236}">
                <a16:creationId xmlns:a16="http://schemas.microsoft.com/office/drawing/2014/main" id="{0E695A4B-12BE-4C67-8B3A-976F2F140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2600" y="415448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{4,7}</a:t>
            </a:r>
          </a:p>
        </p:txBody>
      </p:sp>
      <p:sp>
        <p:nvSpPr>
          <p:cNvPr id="41" name="Text Box 41">
            <a:extLst>
              <a:ext uri="{FF2B5EF4-FFF2-40B4-BE49-F238E27FC236}">
                <a16:creationId xmlns:a16="http://schemas.microsoft.com/office/drawing/2014/main" id="{54FF6FB9-7271-4C66-AEF2-60C665927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2600" y="4535488"/>
            <a:ext cx="182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5: {3,5}</a:t>
            </a:r>
          </a:p>
        </p:txBody>
      </p:sp>
      <p:sp>
        <p:nvSpPr>
          <p:cNvPr id="42" name="Text Box 42">
            <a:extLst>
              <a:ext uri="{FF2B5EF4-FFF2-40B4-BE49-F238E27FC236}">
                <a16:creationId xmlns:a16="http://schemas.microsoft.com/office/drawing/2014/main" id="{43A83664-8711-4EDE-8B7E-93F41FF03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8542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{1,2}{3}{4}{5}{6}{7} </a:t>
            </a:r>
          </a:p>
        </p:txBody>
      </p:sp>
      <p:sp>
        <p:nvSpPr>
          <p:cNvPr id="43" name="Oval 43">
            <a:extLst>
              <a:ext uri="{FF2B5EF4-FFF2-40B4-BE49-F238E27FC236}">
                <a16:creationId xmlns:a16="http://schemas.microsoft.com/office/drawing/2014/main" id="{0433BC0F-A12B-4209-935C-37DDD3F16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0" y="5207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4" name="Oval 44">
            <a:extLst>
              <a:ext uri="{FF2B5EF4-FFF2-40B4-BE49-F238E27FC236}">
                <a16:creationId xmlns:a16="http://schemas.microsoft.com/office/drawing/2014/main" id="{5F3E18DC-3CAF-422C-ADBA-3CBB8AAA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0" y="50546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5" name="Oval 45">
            <a:extLst>
              <a:ext uri="{FF2B5EF4-FFF2-40B4-BE49-F238E27FC236}">
                <a16:creationId xmlns:a16="http://schemas.microsoft.com/office/drawing/2014/main" id="{0201BE31-2EF2-4005-827E-AADEEEBA5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0" y="53594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6" name="Text Box 46">
            <a:extLst>
              <a:ext uri="{FF2B5EF4-FFF2-40B4-BE49-F238E27FC236}">
                <a16:creationId xmlns:a16="http://schemas.microsoft.com/office/drawing/2014/main" id="{BC709316-6361-4BBB-AF75-8C7244D6A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22352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{1,2,3}{4}{5}{6}{7} </a:t>
            </a:r>
          </a:p>
        </p:txBody>
      </p:sp>
      <p:sp>
        <p:nvSpPr>
          <p:cNvPr id="47" name="Text Box 47">
            <a:extLst>
              <a:ext uri="{FF2B5EF4-FFF2-40B4-BE49-F238E27FC236}">
                <a16:creationId xmlns:a16="http://schemas.microsoft.com/office/drawing/2014/main" id="{F46F1D0B-221A-4472-A558-C21AE0710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26162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{1,2,3}{4,5}{6}{7} </a:t>
            </a:r>
          </a:p>
        </p:txBody>
      </p:sp>
      <p:sp>
        <p:nvSpPr>
          <p:cNvPr id="48" name="Text Box 48">
            <a:extLst>
              <a:ext uri="{FF2B5EF4-FFF2-40B4-BE49-F238E27FC236}">
                <a16:creationId xmlns:a16="http://schemas.microsoft.com/office/drawing/2014/main" id="{0E01815A-C50C-4657-B3AA-6A7CBC649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29972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{1,2,3}{4,5}{6,7} </a:t>
            </a:r>
          </a:p>
        </p:txBody>
      </p:sp>
      <p:sp>
        <p:nvSpPr>
          <p:cNvPr id="49" name="Text Box 49">
            <a:extLst>
              <a:ext uri="{FF2B5EF4-FFF2-40B4-BE49-F238E27FC236}">
                <a16:creationId xmlns:a16="http://schemas.microsoft.com/office/drawing/2014/main" id="{9A67A7CF-9A86-4452-91A2-F83AE68F9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33782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{1,2,3,4,5}{6,7} </a:t>
            </a:r>
          </a:p>
        </p:txBody>
      </p:sp>
    </p:spTree>
    <p:extLst>
      <p:ext uri="{BB962C8B-B14F-4D97-AF65-F5344CB8AC3E}">
        <p14:creationId xmlns:p14="http://schemas.microsoft.com/office/powerpoint/2010/main" val="997694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DBE44524-A3A3-4A30-813C-283123CE4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" y="20320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6E85BCC1-ADB1-4383-BF2A-48026A29A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640" y="20320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856CF9C8-6143-4982-B3C0-9F19496C9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2640" y="20320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3</a:t>
            </a:r>
          </a:p>
        </p:txBody>
      </p:sp>
      <p:cxnSp>
        <p:nvCxnSpPr>
          <p:cNvPr id="6" name="AutoShape 6">
            <a:extLst>
              <a:ext uri="{FF2B5EF4-FFF2-40B4-BE49-F238E27FC236}">
                <a16:creationId xmlns:a16="http://schemas.microsoft.com/office/drawing/2014/main" id="{44D41794-9A5C-4EC4-AEFC-8C77664CD18B}"/>
              </a:ext>
            </a:extLst>
          </p:cNvPr>
          <p:cNvCxnSpPr>
            <a:cxnSpLocks noChangeShapeType="1"/>
            <a:stCxn id="3" idx="6"/>
            <a:endCxn id="4" idx="2"/>
          </p:cNvCxnSpPr>
          <p:nvPr/>
        </p:nvCxnSpPr>
        <p:spPr bwMode="auto">
          <a:xfrm>
            <a:off x="766129" y="226060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C792D13B-5C82-40C9-AEB1-06C5871E787F}"/>
              </a:ext>
            </a:extLst>
          </p:cNvPr>
          <p:cNvCxnSpPr>
            <a:cxnSpLocks noChangeShapeType="1"/>
            <a:stCxn id="4" idx="6"/>
            <a:endCxn id="5" idx="2"/>
          </p:cNvCxnSpPr>
          <p:nvPr/>
        </p:nvCxnSpPr>
        <p:spPr bwMode="auto">
          <a:xfrm>
            <a:off x="2290129" y="226060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sp>
        <p:nvSpPr>
          <p:cNvPr id="8" name="Text Box 8">
            <a:extLst>
              <a:ext uri="{FF2B5EF4-FFF2-40B4-BE49-F238E27FC236}">
                <a16:creationId xmlns:a16="http://schemas.microsoft.com/office/drawing/2014/main" id="{8DCEC29E-9727-4545-8E00-5B3B281DD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640" y="18034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48180880-84D0-4178-8CF4-DBE50A1AF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0640" y="18034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F6D75CBB-DFC1-46AE-BF6C-A5EBB6D19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" y="34036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24632082-0A9A-46A7-B225-26B5BE3C7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640" y="340360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B048FEE6-F89F-4D48-AA9B-14B6B9040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2640" y="3403600"/>
            <a:ext cx="457200" cy="457200"/>
          </a:xfrm>
          <a:prstGeom prst="ellips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FF00"/>
                </a:solidFill>
                <a:ea typeface="Arial" pitchFamily="-107" charset="0"/>
                <a:cs typeface="Arial" pitchFamily="-107" charset="0"/>
              </a:rPr>
              <a:t>6</a:t>
            </a:r>
          </a:p>
        </p:txBody>
      </p:sp>
      <p:cxnSp>
        <p:nvCxnSpPr>
          <p:cNvPr id="13" name="AutoShape 13">
            <a:extLst>
              <a:ext uri="{FF2B5EF4-FFF2-40B4-BE49-F238E27FC236}">
                <a16:creationId xmlns:a16="http://schemas.microsoft.com/office/drawing/2014/main" id="{59A754B2-C401-4C71-A13B-73300FEE99B7}"/>
              </a:ext>
            </a:extLst>
          </p:cNvPr>
          <p:cNvCxnSpPr>
            <a:cxnSpLocks noChangeShapeType="1"/>
            <a:stCxn id="10" idx="6"/>
            <a:endCxn id="11" idx="2"/>
          </p:cNvCxnSpPr>
          <p:nvPr/>
        </p:nvCxnSpPr>
        <p:spPr bwMode="auto">
          <a:xfrm>
            <a:off x="766129" y="363220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4" name="AutoShape 14">
            <a:extLst>
              <a:ext uri="{FF2B5EF4-FFF2-40B4-BE49-F238E27FC236}">
                <a16:creationId xmlns:a16="http://schemas.microsoft.com/office/drawing/2014/main" id="{747DD4D6-ADA9-43C1-90FA-FB27F8D468C9}"/>
              </a:ext>
            </a:extLst>
          </p:cNvPr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290129" y="363220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" name="Text Box 15">
            <a:extLst>
              <a:ext uri="{FF2B5EF4-FFF2-40B4-BE49-F238E27FC236}">
                <a16:creationId xmlns:a16="http://schemas.microsoft.com/office/drawing/2014/main" id="{9AB119A4-1C23-4FBF-AE27-AD5ACA2C0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640" y="31892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52804EFF-E035-45E1-B3FA-5CDF4E3EE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0640" y="31892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8</a:t>
            </a:r>
          </a:p>
        </p:txBody>
      </p:sp>
      <p:cxnSp>
        <p:nvCxnSpPr>
          <p:cNvPr id="17" name="AutoShape 17">
            <a:extLst>
              <a:ext uri="{FF2B5EF4-FFF2-40B4-BE49-F238E27FC236}">
                <a16:creationId xmlns:a16="http://schemas.microsoft.com/office/drawing/2014/main" id="{01B234E3-94F5-4CF8-BB87-543959224B62}"/>
              </a:ext>
            </a:extLst>
          </p:cNvPr>
          <p:cNvCxnSpPr>
            <a:cxnSpLocks noChangeShapeType="1"/>
            <a:stCxn id="3" idx="4"/>
            <a:endCxn id="10" idx="0"/>
          </p:cNvCxnSpPr>
          <p:nvPr/>
        </p:nvCxnSpPr>
        <p:spPr bwMode="auto">
          <a:xfrm>
            <a:off x="523240" y="2503489"/>
            <a:ext cx="0" cy="88582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8" name="AutoShape 18">
            <a:extLst>
              <a:ext uri="{FF2B5EF4-FFF2-40B4-BE49-F238E27FC236}">
                <a16:creationId xmlns:a16="http://schemas.microsoft.com/office/drawing/2014/main" id="{71EE00B7-8188-491E-99B0-FC96B74D715B}"/>
              </a:ext>
            </a:extLst>
          </p:cNvPr>
          <p:cNvCxnSpPr>
            <a:cxnSpLocks noChangeShapeType="1"/>
            <a:stCxn id="10" idx="7"/>
            <a:endCxn id="4" idx="3"/>
          </p:cNvCxnSpPr>
          <p:nvPr/>
        </p:nvCxnSpPr>
        <p:spPr bwMode="auto">
          <a:xfrm flipV="1">
            <a:off x="685165" y="243681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" name="AutoShape 19">
            <a:extLst>
              <a:ext uri="{FF2B5EF4-FFF2-40B4-BE49-F238E27FC236}">
                <a16:creationId xmlns:a16="http://schemas.microsoft.com/office/drawing/2014/main" id="{DBAEEC37-6E39-4919-8762-B72606A33D90}"/>
              </a:ext>
            </a:extLst>
          </p:cNvPr>
          <p:cNvCxnSpPr>
            <a:cxnSpLocks noChangeShapeType="1"/>
            <a:stCxn id="4" idx="4"/>
            <a:endCxn id="11" idx="0"/>
          </p:cNvCxnSpPr>
          <p:nvPr/>
        </p:nvCxnSpPr>
        <p:spPr bwMode="auto">
          <a:xfrm>
            <a:off x="2047240" y="2503489"/>
            <a:ext cx="0" cy="88582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</p:cxnSp>
      <p:cxnSp>
        <p:nvCxnSpPr>
          <p:cNvPr id="20" name="AutoShape 20">
            <a:extLst>
              <a:ext uri="{FF2B5EF4-FFF2-40B4-BE49-F238E27FC236}">
                <a16:creationId xmlns:a16="http://schemas.microsoft.com/office/drawing/2014/main" id="{05774773-42F7-4FAF-A423-9886B6C40282}"/>
              </a:ext>
            </a:extLst>
          </p:cNvPr>
          <p:cNvCxnSpPr>
            <a:cxnSpLocks noChangeShapeType="1"/>
            <a:stCxn id="11" idx="7"/>
            <a:endCxn id="5" idx="3"/>
          </p:cNvCxnSpPr>
          <p:nvPr/>
        </p:nvCxnSpPr>
        <p:spPr bwMode="auto">
          <a:xfrm flipV="1">
            <a:off x="2209165" y="243681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" name="AutoShape 21">
            <a:extLst>
              <a:ext uri="{FF2B5EF4-FFF2-40B4-BE49-F238E27FC236}">
                <a16:creationId xmlns:a16="http://schemas.microsoft.com/office/drawing/2014/main" id="{094B3247-70C4-47F8-857D-8D4D72B7E1D7}"/>
              </a:ext>
            </a:extLst>
          </p:cNvPr>
          <p:cNvCxnSpPr>
            <a:cxnSpLocks noChangeShapeType="1"/>
            <a:stCxn id="5" idx="4"/>
            <a:endCxn id="12" idx="0"/>
          </p:cNvCxnSpPr>
          <p:nvPr/>
        </p:nvCxnSpPr>
        <p:spPr bwMode="auto">
          <a:xfrm>
            <a:off x="3571240" y="250348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" name="Oval 22">
            <a:extLst>
              <a:ext uri="{FF2B5EF4-FFF2-40B4-BE49-F238E27FC236}">
                <a16:creationId xmlns:a16="http://schemas.microsoft.com/office/drawing/2014/main" id="{814B77E6-026A-438E-B471-A41A1FBE6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640" y="4851400"/>
            <a:ext cx="457200" cy="457200"/>
          </a:xfrm>
          <a:prstGeom prst="ellips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FF00"/>
                </a:solidFill>
                <a:ea typeface="Arial" pitchFamily="-107" charset="0"/>
                <a:cs typeface="Arial" pitchFamily="-107" charset="0"/>
              </a:rPr>
              <a:t>7</a:t>
            </a:r>
          </a:p>
        </p:txBody>
      </p:sp>
      <p:cxnSp>
        <p:nvCxnSpPr>
          <p:cNvPr id="23" name="AutoShape 23">
            <a:extLst>
              <a:ext uri="{FF2B5EF4-FFF2-40B4-BE49-F238E27FC236}">
                <a16:creationId xmlns:a16="http://schemas.microsoft.com/office/drawing/2014/main" id="{3E6D2F19-72C9-4265-B13D-BE5ED4325B0C}"/>
              </a:ext>
            </a:extLst>
          </p:cNvPr>
          <p:cNvCxnSpPr>
            <a:cxnSpLocks noChangeShapeType="1"/>
            <a:stCxn id="10" idx="5"/>
            <a:endCxn id="22" idx="1"/>
          </p:cNvCxnSpPr>
          <p:nvPr/>
        </p:nvCxnSpPr>
        <p:spPr bwMode="auto">
          <a:xfrm>
            <a:off x="685165" y="3808414"/>
            <a:ext cx="1200150" cy="1095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4" name="AutoShape 24">
            <a:extLst>
              <a:ext uri="{FF2B5EF4-FFF2-40B4-BE49-F238E27FC236}">
                <a16:creationId xmlns:a16="http://schemas.microsoft.com/office/drawing/2014/main" id="{3309F39B-CEE8-4C28-922D-4DC7BEA24459}"/>
              </a:ext>
            </a:extLst>
          </p:cNvPr>
          <p:cNvCxnSpPr>
            <a:cxnSpLocks noChangeShapeType="1"/>
            <a:stCxn id="11" idx="4"/>
            <a:endCxn id="22" idx="0"/>
          </p:cNvCxnSpPr>
          <p:nvPr/>
        </p:nvCxnSpPr>
        <p:spPr bwMode="auto">
          <a:xfrm>
            <a:off x="2047240" y="3875089"/>
            <a:ext cx="0" cy="962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" name="AutoShape 25">
            <a:extLst>
              <a:ext uri="{FF2B5EF4-FFF2-40B4-BE49-F238E27FC236}">
                <a16:creationId xmlns:a16="http://schemas.microsoft.com/office/drawing/2014/main" id="{93BB4814-298B-42FC-90B4-BFE0750C5909}"/>
              </a:ext>
            </a:extLst>
          </p:cNvPr>
          <p:cNvCxnSpPr>
            <a:cxnSpLocks noChangeShapeType="1"/>
            <a:stCxn id="12" idx="3"/>
            <a:endCxn id="22" idx="7"/>
          </p:cNvCxnSpPr>
          <p:nvPr/>
        </p:nvCxnSpPr>
        <p:spPr bwMode="auto">
          <a:xfrm flipH="1">
            <a:off x="2209165" y="3808414"/>
            <a:ext cx="1200150" cy="1095375"/>
          </a:xfrm>
          <a:prstGeom prst="straightConnector1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</p:spPr>
      </p:cxnSp>
      <p:sp>
        <p:nvSpPr>
          <p:cNvPr id="26" name="Text Box 26">
            <a:extLst>
              <a:ext uri="{FF2B5EF4-FFF2-40B4-BE49-F238E27FC236}">
                <a16:creationId xmlns:a16="http://schemas.microsoft.com/office/drawing/2014/main" id="{3E22F562-2211-418E-8A3F-B3B987F87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40" y="27320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EB17DD43-DF93-4F4C-8242-7A1A81FED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440" y="25654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757AED4B-5161-484C-A56A-4AB15419F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240" y="27178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7B2EDB60-612B-4726-AE69-DFCD87B63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4440" y="255111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3B6CF92F-508D-4964-9E25-730773F9B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240" y="270351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01862E9D-C9C6-412F-B07E-9A45E22CE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240" y="41036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7</a:t>
            </a:r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DD0D5312-F946-4706-9865-3B459CC36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1640" y="42560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1CD4872F-3004-47CE-9290-C0C87C7668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440" y="42418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34" name="Text Box 34">
            <a:extLst>
              <a:ext uri="{FF2B5EF4-FFF2-40B4-BE49-F238E27FC236}">
                <a16:creationId xmlns:a16="http://schemas.microsoft.com/office/drawing/2014/main" id="{5A54AB73-C5CA-4BCB-8309-A4603493E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19558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1: {1,2}</a:t>
            </a:r>
          </a:p>
        </p:txBody>
      </p:sp>
      <p:sp>
        <p:nvSpPr>
          <p:cNvPr id="35" name="Text Box 35">
            <a:extLst>
              <a:ext uri="{FF2B5EF4-FFF2-40B4-BE49-F238E27FC236}">
                <a16:creationId xmlns:a16="http://schemas.microsoft.com/office/drawing/2014/main" id="{CAFCEAF2-C378-4346-AEC0-DC6BF858E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23368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2: {2,3}</a:t>
            </a:r>
          </a:p>
        </p:txBody>
      </p:sp>
      <p:sp>
        <p:nvSpPr>
          <p:cNvPr id="36" name="Text Box 36">
            <a:extLst>
              <a:ext uri="{FF2B5EF4-FFF2-40B4-BE49-F238E27FC236}">
                <a16:creationId xmlns:a16="http://schemas.microsoft.com/office/drawing/2014/main" id="{27BE2579-FE0F-439A-957C-DA7B97EC1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2732088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{4,5}</a:t>
            </a:r>
          </a:p>
        </p:txBody>
      </p:sp>
      <p:sp>
        <p:nvSpPr>
          <p:cNvPr id="37" name="Text Box 37">
            <a:extLst>
              <a:ext uri="{FF2B5EF4-FFF2-40B4-BE49-F238E27FC236}">
                <a16:creationId xmlns:a16="http://schemas.microsoft.com/office/drawing/2014/main" id="{B82A6626-8B2C-4FED-8151-F1C476A3D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3113088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{6,7}</a:t>
            </a:r>
          </a:p>
        </p:txBody>
      </p:sp>
      <p:sp>
        <p:nvSpPr>
          <p:cNvPr id="38" name="Text Box 38">
            <a:extLst>
              <a:ext uri="{FF2B5EF4-FFF2-40B4-BE49-F238E27FC236}">
                <a16:creationId xmlns:a16="http://schemas.microsoft.com/office/drawing/2014/main" id="{CFF603F4-B9A6-451F-811F-8F28DB18C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34798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{1,4}</a:t>
            </a:r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4C46587E-3948-4CEF-9A37-E3F0829C9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387508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{2,5}</a:t>
            </a:r>
          </a:p>
        </p:txBody>
      </p:sp>
      <p:sp>
        <p:nvSpPr>
          <p:cNvPr id="40" name="Text Box 40">
            <a:extLst>
              <a:ext uri="{FF2B5EF4-FFF2-40B4-BE49-F238E27FC236}">
                <a16:creationId xmlns:a16="http://schemas.microsoft.com/office/drawing/2014/main" id="{17075ACC-D04E-4E9B-99AA-B001F6BA7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425608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{4,7}</a:t>
            </a:r>
          </a:p>
        </p:txBody>
      </p:sp>
      <p:sp>
        <p:nvSpPr>
          <p:cNvPr id="41" name="Text Box 41">
            <a:extLst>
              <a:ext uri="{FF2B5EF4-FFF2-40B4-BE49-F238E27FC236}">
                <a16:creationId xmlns:a16="http://schemas.microsoft.com/office/drawing/2014/main" id="{8D9AFA8D-C4CE-4B4F-BEFB-119C5E9D1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840" y="4637088"/>
            <a:ext cx="182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5: {3,5}</a:t>
            </a:r>
          </a:p>
        </p:txBody>
      </p:sp>
      <p:sp>
        <p:nvSpPr>
          <p:cNvPr id="42" name="Text Box 42">
            <a:extLst>
              <a:ext uri="{FF2B5EF4-FFF2-40B4-BE49-F238E27FC236}">
                <a16:creationId xmlns:a16="http://schemas.microsoft.com/office/drawing/2014/main" id="{1E4C80FE-586A-45FA-B45A-6C8AF2629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840" y="19558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{1,2}{3}{4}{5}{6}{7} </a:t>
            </a:r>
          </a:p>
        </p:txBody>
      </p:sp>
      <p:sp>
        <p:nvSpPr>
          <p:cNvPr id="43" name="Oval 43">
            <a:extLst>
              <a:ext uri="{FF2B5EF4-FFF2-40B4-BE49-F238E27FC236}">
                <a16:creationId xmlns:a16="http://schemas.microsoft.com/office/drawing/2014/main" id="{138510EF-9B4A-4547-B2EF-F2F648D1C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240" y="53086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4" name="Oval 44">
            <a:extLst>
              <a:ext uri="{FF2B5EF4-FFF2-40B4-BE49-F238E27FC236}">
                <a16:creationId xmlns:a16="http://schemas.microsoft.com/office/drawing/2014/main" id="{CFE9621B-C23A-4CEE-9D5B-7033C6172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240" y="5156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5" name="Oval 45">
            <a:extLst>
              <a:ext uri="{FF2B5EF4-FFF2-40B4-BE49-F238E27FC236}">
                <a16:creationId xmlns:a16="http://schemas.microsoft.com/office/drawing/2014/main" id="{7892B689-9D89-45AE-9039-AE700DBF8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240" y="5461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DD13D8E9-7FDF-492F-B13C-0218A07A7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440" y="1245534"/>
            <a:ext cx="4648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 sz="2400" dirty="0">
                <a:ea typeface="Arial" pitchFamily="-107" charset="0"/>
                <a:cs typeface="Arial" pitchFamily="-107" charset="0"/>
              </a:rPr>
              <a:t> Must join separate components</a:t>
            </a:r>
            <a:endParaRPr lang="en-US" sz="2400" i="1" dirty="0">
              <a:ea typeface="Arial" pitchFamily="-107" charset="0"/>
              <a:cs typeface="Arial" pitchFamily="-107" charset="0"/>
            </a:endParaRPr>
          </a:p>
        </p:txBody>
      </p:sp>
      <p:sp>
        <p:nvSpPr>
          <p:cNvPr id="47" name="Text Box 47">
            <a:extLst>
              <a:ext uri="{FF2B5EF4-FFF2-40B4-BE49-F238E27FC236}">
                <a16:creationId xmlns:a16="http://schemas.microsoft.com/office/drawing/2014/main" id="{3476FEBE-1BD0-44B4-88DB-E73F9B115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840" y="23368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{1,2,3}{4}{5}{6}{7} </a:t>
            </a:r>
          </a:p>
        </p:txBody>
      </p:sp>
      <p:sp>
        <p:nvSpPr>
          <p:cNvPr id="48" name="Text Box 48">
            <a:extLst>
              <a:ext uri="{FF2B5EF4-FFF2-40B4-BE49-F238E27FC236}">
                <a16:creationId xmlns:a16="http://schemas.microsoft.com/office/drawing/2014/main" id="{D505308F-B1F6-4C04-B0DE-371EAD77B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840" y="27178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{1,2,3}{4,5}{6}{7} </a:t>
            </a:r>
          </a:p>
        </p:txBody>
      </p:sp>
      <p:sp>
        <p:nvSpPr>
          <p:cNvPr id="49" name="Text Box 49">
            <a:extLst>
              <a:ext uri="{FF2B5EF4-FFF2-40B4-BE49-F238E27FC236}">
                <a16:creationId xmlns:a16="http://schemas.microsoft.com/office/drawing/2014/main" id="{3ECB2095-0F36-46D6-BD5C-6C4E5741B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840" y="30988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{1,2,3}{4,5}{6,7} </a:t>
            </a:r>
          </a:p>
        </p:txBody>
      </p:sp>
      <p:sp>
        <p:nvSpPr>
          <p:cNvPr id="50" name="Text Box 50">
            <a:extLst>
              <a:ext uri="{FF2B5EF4-FFF2-40B4-BE49-F238E27FC236}">
                <a16:creationId xmlns:a16="http://schemas.microsoft.com/office/drawing/2014/main" id="{59B90E01-1676-433B-A7FA-8B35A4AF2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840" y="34798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{1,2,3,4,5}{6,7} </a:t>
            </a:r>
          </a:p>
        </p:txBody>
      </p:sp>
      <p:sp>
        <p:nvSpPr>
          <p:cNvPr id="51" name="Text Box 51">
            <a:extLst>
              <a:ext uri="{FF2B5EF4-FFF2-40B4-BE49-F238E27FC236}">
                <a16:creationId xmlns:a16="http://schemas.microsoft.com/office/drawing/2014/main" id="{F6E8704A-D422-4FFC-AAC8-127362484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040" y="38608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solidFill>
                  <a:schemeClr val="accent1"/>
                </a:solidFill>
                <a:ea typeface="Arial" pitchFamily="-107" charset="0"/>
                <a:cs typeface="Arial" pitchFamily="-107" charset="0"/>
              </a:rPr>
              <a:t>rejected</a:t>
            </a:r>
            <a:r>
              <a:rPr lang="en-US" sz="2400">
                <a:ea typeface="Arial" pitchFamily="-107" charset="0"/>
                <a:cs typeface="Arial" pitchFamily="-107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58027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ED5-3650-4245-B3C7-BCE40CC7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Kruskal’s Algorithm</a:t>
            </a: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12945165-D7F8-430B-9DAA-84C544354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282448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3409F5F4-DD81-4BBB-8B84-926454A04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760" y="282448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E8EBDC49-6541-48A3-A519-81DFC0C33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760" y="282448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3</a:t>
            </a:r>
          </a:p>
        </p:txBody>
      </p:sp>
      <p:cxnSp>
        <p:nvCxnSpPr>
          <p:cNvPr id="6" name="AutoShape 6">
            <a:extLst>
              <a:ext uri="{FF2B5EF4-FFF2-40B4-BE49-F238E27FC236}">
                <a16:creationId xmlns:a16="http://schemas.microsoft.com/office/drawing/2014/main" id="{D2A8DF0F-3BF0-45AD-B2B3-962F277B94F0}"/>
              </a:ext>
            </a:extLst>
          </p:cNvPr>
          <p:cNvCxnSpPr>
            <a:cxnSpLocks noChangeShapeType="1"/>
            <a:stCxn id="3" idx="6"/>
            <a:endCxn id="4" idx="2"/>
          </p:cNvCxnSpPr>
          <p:nvPr/>
        </p:nvCxnSpPr>
        <p:spPr bwMode="auto">
          <a:xfrm>
            <a:off x="837249" y="305308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C4819522-0446-4D63-AA4F-F4886F96C9B5}"/>
              </a:ext>
            </a:extLst>
          </p:cNvPr>
          <p:cNvCxnSpPr>
            <a:cxnSpLocks noChangeShapeType="1"/>
            <a:stCxn id="4" idx="6"/>
            <a:endCxn id="5" idx="2"/>
          </p:cNvCxnSpPr>
          <p:nvPr/>
        </p:nvCxnSpPr>
        <p:spPr bwMode="auto">
          <a:xfrm>
            <a:off x="2361249" y="305308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sp>
        <p:nvSpPr>
          <p:cNvPr id="8" name="Text Box 8">
            <a:extLst>
              <a:ext uri="{FF2B5EF4-FFF2-40B4-BE49-F238E27FC236}">
                <a16:creationId xmlns:a16="http://schemas.microsoft.com/office/drawing/2014/main" id="{C8EE59AC-C9A0-432E-BCDD-849E92660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760" y="259588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1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3AA21BDF-2570-4F7A-BB6A-A066FB878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760" y="259588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2</a:t>
            </a: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36C9B48D-F241-4F48-B78B-83E5FC83A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419608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FE61E17B-7227-48A1-8E0D-32A18A717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760" y="419608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62427599-1D94-4BE9-AD12-30EAFF8E0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760" y="419608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6</a:t>
            </a:r>
          </a:p>
        </p:txBody>
      </p:sp>
      <p:cxnSp>
        <p:nvCxnSpPr>
          <p:cNvPr id="13" name="AutoShape 13">
            <a:extLst>
              <a:ext uri="{FF2B5EF4-FFF2-40B4-BE49-F238E27FC236}">
                <a16:creationId xmlns:a16="http://schemas.microsoft.com/office/drawing/2014/main" id="{9A73153C-91CA-4450-92F5-FFFABC6C9AE9}"/>
              </a:ext>
            </a:extLst>
          </p:cNvPr>
          <p:cNvCxnSpPr>
            <a:cxnSpLocks noChangeShapeType="1"/>
            <a:stCxn id="10" idx="6"/>
            <a:endCxn id="11" idx="2"/>
          </p:cNvCxnSpPr>
          <p:nvPr/>
        </p:nvCxnSpPr>
        <p:spPr bwMode="auto">
          <a:xfrm>
            <a:off x="837249" y="4424680"/>
            <a:ext cx="1038225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4" name="AutoShape 14">
            <a:extLst>
              <a:ext uri="{FF2B5EF4-FFF2-40B4-BE49-F238E27FC236}">
                <a16:creationId xmlns:a16="http://schemas.microsoft.com/office/drawing/2014/main" id="{1447925B-480F-4241-BC05-C5C9E3349D99}"/>
              </a:ext>
            </a:extLst>
          </p:cNvPr>
          <p:cNvCxnSpPr>
            <a:cxnSpLocks noChangeShapeType="1"/>
            <a:stCxn id="11" idx="6"/>
            <a:endCxn id="12" idx="2"/>
          </p:cNvCxnSpPr>
          <p:nvPr/>
        </p:nvCxnSpPr>
        <p:spPr bwMode="auto">
          <a:xfrm>
            <a:off x="2361249" y="4424680"/>
            <a:ext cx="10382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" name="Text Box 15">
            <a:extLst>
              <a:ext uri="{FF2B5EF4-FFF2-40B4-BE49-F238E27FC236}">
                <a16:creationId xmlns:a16="http://schemas.microsoft.com/office/drawing/2014/main" id="{9C1913FB-D752-4075-BCAE-68D1A99B3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760" y="398176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4AEA0CE6-EE64-4A83-B10D-FAB4161E8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760" y="398176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8</a:t>
            </a:r>
          </a:p>
        </p:txBody>
      </p:sp>
      <p:cxnSp>
        <p:nvCxnSpPr>
          <p:cNvPr id="17" name="AutoShape 17">
            <a:extLst>
              <a:ext uri="{FF2B5EF4-FFF2-40B4-BE49-F238E27FC236}">
                <a16:creationId xmlns:a16="http://schemas.microsoft.com/office/drawing/2014/main" id="{6B274549-6A82-4534-A913-83F58E7F59EB}"/>
              </a:ext>
            </a:extLst>
          </p:cNvPr>
          <p:cNvCxnSpPr>
            <a:cxnSpLocks noChangeShapeType="1"/>
            <a:stCxn id="3" idx="4"/>
            <a:endCxn id="10" idx="0"/>
          </p:cNvCxnSpPr>
          <p:nvPr/>
        </p:nvCxnSpPr>
        <p:spPr bwMode="auto">
          <a:xfrm>
            <a:off x="594360" y="3295969"/>
            <a:ext cx="0" cy="88582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8" name="AutoShape 18">
            <a:extLst>
              <a:ext uri="{FF2B5EF4-FFF2-40B4-BE49-F238E27FC236}">
                <a16:creationId xmlns:a16="http://schemas.microsoft.com/office/drawing/2014/main" id="{FC7820CD-FD97-4D1E-B65C-F43B9D90C502}"/>
              </a:ext>
            </a:extLst>
          </p:cNvPr>
          <p:cNvCxnSpPr>
            <a:cxnSpLocks noChangeShapeType="1"/>
            <a:stCxn id="10" idx="7"/>
            <a:endCxn id="4" idx="3"/>
          </p:cNvCxnSpPr>
          <p:nvPr/>
        </p:nvCxnSpPr>
        <p:spPr bwMode="auto">
          <a:xfrm flipV="1">
            <a:off x="756285" y="322929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" name="AutoShape 19">
            <a:extLst>
              <a:ext uri="{FF2B5EF4-FFF2-40B4-BE49-F238E27FC236}">
                <a16:creationId xmlns:a16="http://schemas.microsoft.com/office/drawing/2014/main" id="{CB13FC79-814D-423E-AAD8-CD4826CE7201}"/>
              </a:ext>
            </a:extLst>
          </p:cNvPr>
          <p:cNvCxnSpPr>
            <a:cxnSpLocks noChangeShapeType="1"/>
            <a:stCxn id="4" idx="4"/>
            <a:endCxn id="11" idx="0"/>
          </p:cNvCxnSpPr>
          <p:nvPr/>
        </p:nvCxnSpPr>
        <p:spPr bwMode="auto">
          <a:xfrm>
            <a:off x="2118360" y="3295969"/>
            <a:ext cx="0" cy="88582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</p:cxnSp>
      <p:cxnSp>
        <p:nvCxnSpPr>
          <p:cNvPr id="20" name="AutoShape 20">
            <a:extLst>
              <a:ext uri="{FF2B5EF4-FFF2-40B4-BE49-F238E27FC236}">
                <a16:creationId xmlns:a16="http://schemas.microsoft.com/office/drawing/2014/main" id="{A43B3E26-23C0-4089-9B42-44CDC0452B2C}"/>
              </a:ext>
            </a:extLst>
          </p:cNvPr>
          <p:cNvCxnSpPr>
            <a:cxnSpLocks noChangeShapeType="1"/>
            <a:stCxn id="11" idx="7"/>
            <a:endCxn id="5" idx="3"/>
          </p:cNvCxnSpPr>
          <p:nvPr/>
        </p:nvCxnSpPr>
        <p:spPr bwMode="auto">
          <a:xfrm flipV="1">
            <a:off x="2280285" y="3229294"/>
            <a:ext cx="1200150" cy="1019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" name="AutoShape 21">
            <a:extLst>
              <a:ext uri="{FF2B5EF4-FFF2-40B4-BE49-F238E27FC236}">
                <a16:creationId xmlns:a16="http://schemas.microsoft.com/office/drawing/2014/main" id="{BCC32AD1-5DD0-46F2-ACF7-2300BB1DE659}"/>
              </a:ext>
            </a:extLst>
          </p:cNvPr>
          <p:cNvCxnSpPr>
            <a:cxnSpLocks noChangeShapeType="1"/>
            <a:stCxn id="5" idx="4"/>
            <a:endCxn id="12" idx="0"/>
          </p:cNvCxnSpPr>
          <p:nvPr/>
        </p:nvCxnSpPr>
        <p:spPr bwMode="auto">
          <a:xfrm>
            <a:off x="3642360" y="3295969"/>
            <a:ext cx="0" cy="885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" name="Oval 22">
            <a:extLst>
              <a:ext uri="{FF2B5EF4-FFF2-40B4-BE49-F238E27FC236}">
                <a16:creationId xmlns:a16="http://schemas.microsoft.com/office/drawing/2014/main" id="{52BB6E0A-300D-4202-A5FA-B3C4940E1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760" y="5643880"/>
            <a:ext cx="457200" cy="4572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7</a:t>
            </a:r>
          </a:p>
        </p:txBody>
      </p:sp>
      <p:cxnSp>
        <p:nvCxnSpPr>
          <p:cNvPr id="23" name="AutoShape 23">
            <a:extLst>
              <a:ext uri="{FF2B5EF4-FFF2-40B4-BE49-F238E27FC236}">
                <a16:creationId xmlns:a16="http://schemas.microsoft.com/office/drawing/2014/main" id="{12BB0F3C-F5B6-46C7-B67D-746A776A75ED}"/>
              </a:ext>
            </a:extLst>
          </p:cNvPr>
          <p:cNvCxnSpPr>
            <a:cxnSpLocks noChangeShapeType="1"/>
            <a:stCxn id="10" idx="5"/>
            <a:endCxn id="22" idx="1"/>
          </p:cNvCxnSpPr>
          <p:nvPr/>
        </p:nvCxnSpPr>
        <p:spPr bwMode="auto">
          <a:xfrm>
            <a:off x="756285" y="4600894"/>
            <a:ext cx="1200150" cy="109537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24" name="AutoShape 24">
            <a:extLst>
              <a:ext uri="{FF2B5EF4-FFF2-40B4-BE49-F238E27FC236}">
                <a16:creationId xmlns:a16="http://schemas.microsoft.com/office/drawing/2014/main" id="{52BCA925-DC9F-4609-995E-76E264757645}"/>
              </a:ext>
            </a:extLst>
          </p:cNvPr>
          <p:cNvCxnSpPr>
            <a:cxnSpLocks noChangeShapeType="1"/>
            <a:stCxn id="11" idx="4"/>
            <a:endCxn id="22" idx="0"/>
          </p:cNvCxnSpPr>
          <p:nvPr/>
        </p:nvCxnSpPr>
        <p:spPr bwMode="auto">
          <a:xfrm>
            <a:off x="2118360" y="4667569"/>
            <a:ext cx="0" cy="962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" name="AutoShape 25">
            <a:extLst>
              <a:ext uri="{FF2B5EF4-FFF2-40B4-BE49-F238E27FC236}">
                <a16:creationId xmlns:a16="http://schemas.microsoft.com/office/drawing/2014/main" id="{4315B46E-5EF4-4D00-8ADF-42668629BAE2}"/>
              </a:ext>
            </a:extLst>
          </p:cNvPr>
          <p:cNvCxnSpPr>
            <a:cxnSpLocks noChangeShapeType="1"/>
            <a:stCxn id="12" idx="3"/>
            <a:endCxn id="22" idx="7"/>
          </p:cNvCxnSpPr>
          <p:nvPr/>
        </p:nvCxnSpPr>
        <p:spPr bwMode="auto">
          <a:xfrm flipH="1">
            <a:off x="2280285" y="4600894"/>
            <a:ext cx="1200150" cy="109537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</p:cxnSp>
      <p:sp>
        <p:nvSpPr>
          <p:cNvPr id="26" name="Text Box 26">
            <a:extLst>
              <a:ext uri="{FF2B5EF4-FFF2-40B4-BE49-F238E27FC236}">
                <a16:creationId xmlns:a16="http://schemas.microsoft.com/office/drawing/2014/main" id="{4AC563DA-1494-4F4A-A9AD-D52DCBC87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" y="352456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414E5BE1-3FBF-4A79-A318-FCED912E2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560" y="335788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2B30C04E-9F77-45D9-A9A7-42168E50A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7360" y="351028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BD3EAEDF-92AE-40BA-962E-0380D2DC8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5560" y="334359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5</a:t>
            </a: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EBC6FA62-75FF-4CFF-950C-FD02DEF9A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2360" y="3495993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6</a:t>
            </a:r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AA45C15A-5409-4B0F-881A-2365C9821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7360" y="489616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7</a:t>
            </a:r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ED237390-1D73-4E54-8214-447D1FB07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760" y="504856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3</a:t>
            </a:r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B3AA4A70-0B5D-4654-AC4E-822FA8CA6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560" y="503428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ea typeface="Arial" pitchFamily="-107" charset="0"/>
                <a:cs typeface="Arial" pitchFamily="-107" charset="0"/>
              </a:rPr>
              <a:t>4</a:t>
            </a:r>
          </a:p>
        </p:txBody>
      </p:sp>
      <p:sp>
        <p:nvSpPr>
          <p:cNvPr id="34" name="Text Box 34">
            <a:extLst>
              <a:ext uri="{FF2B5EF4-FFF2-40B4-BE49-F238E27FC236}">
                <a16:creationId xmlns:a16="http://schemas.microsoft.com/office/drawing/2014/main" id="{76FE9977-30CC-4813-8518-F189030AC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960" y="274828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1: {1,2}</a:t>
            </a:r>
          </a:p>
        </p:txBody>
      </p:sp>
      <p:sp>
        <p:nvSpPr>
          <p:cNvPr id="35" name="Text Box 35">
            <a:extLst>
              <a:ext uri="{FF2B5EF4-FFF2-40B4-BE49-F238E27FC236}">
                <a16:creationId xmlns:a16="http://schemas.microsoft.com/office/drawing/2014/main" id="{B3CAB222-F34C-4A29-9AC2-08B90D43D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960" y="312928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2: {2,3}</a:t>
            </a:r>
          </a:p>
        </p:txBody>
      </p:sp>
      <p:sp>
        <p:nvSpPr>
          <p:cNvPr id="36" name="Text Box 36">
            <a:extLst>
              <a:ext uri="{FF2B5EF4-FFF2-40B4-BE49-F238E27FC236}">
                <a16:creationId xmlns:a16="http://schemas.microsoft.com/office/drawing/2014/main" id="{7B2FF0AF-A380-4EC4-9F82-B35B1D1D4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960" y="3524568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{4,5}</a:t>
            </a:r>
          </a:p>
        </p:txBody>
      </p:sp>
      <p:sp>
        <p:nvSpPr>
          <p:cNvPr id="37" name="Text Box 37">
            <a:extLst>
              <a:ext uri="{FF2B5EF4-FFF2-40B4-BE49-F238E27FC236}">
                <a16:creationId xmlns:a16="http://schemas.microsoft.com/office/drawing/2014/main" id="{CB6BB46C-3001-4497-9527-723F98B47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960" y="3905568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3: {6,7}</a:t>
            </a:r>
          </a:p>
        </p:txBody>
      </p:sp>
      <p:sp>
        <p:nvSpPr>
          <p:cNvPr id="38" name="Text Box 38">
            <a:extLst>
              <a:ext uri="{FF2B5EF4-FFF2-40B4-BE49-F238E27FC236}">
                <a16:creationId xmlns:a16="http://schemas.microsoft.com/office/drawing/2014/main" id="{05FCE809-9ACD-495A-A296-1FF7C561D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960" y="427228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{1,4}</a:t>
            </a:r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82DF894F-37C8-47BB-BFEA-BDCB4F92F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960" y="466756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{2,5}</a:t>
            </a:r>
          </a:p>
        </p:txBody>
      </p:sp>
      <p:sp>
        <p:nvSpPr>
          <p:cNvPr id="40" name="Text Box 40">
            <a:extLst>
              <a:ext uri="{FF2B5EF4-FFF2-40B4-BE49-F238E27FC236}">
                <a16:creationId xmlns:a16="http://schemas.microsoft.com/office/drawing/2014/main" id="{63CD0EDD-7A68-43F0-BB5E-8A971F52B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960" y="504856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4: {4,7}</a:t>
            </a:r>
          </a:p>
        </p:txBody>
      </p:sp>
      <p:sp>
        <p:nvSpPr>
          <p:cNvPr id="41" name="Text Box 41">
            <a:extLst>
              <a:ext uri="{FF2B5EF4-FFF2-40B4-BE49-F238E27FC236}">
                <a16:creationId xmlns:a16="http://schemas.microsoft.com/office/drawing/2014/main" id="{2AC8036D-73BA-45D9-BB96-4B88D1090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960" y="5429568"/>
            <a:ext cx="182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5: {3,5}</a:t>
            </a:r>
          </a:p>
        </p:txBody>
      </p:sp>
      <p:sp>
        <p:nvSpPr>
          <p:cNvPr id="42" name="Text Box 42">
            <a:extLst>
              <a:ext uri="{FF2B5EF4-FFF2-40B4-BE49-F238E27FC236}">
                <a16:creationId xmlns:a16="http://schemas.microsoft.com/office/drawing/2014/main" id="{83027510-A0B4-4B02-83F0-E7E1F52C7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960" y="274828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{1,2}{3}{4}{5}{6}{7} </a:t>
            </a:r>
          </a:p>
        </p:txBody>
      </p:sp>
      <p:sp>
        <p:nvSpPr>
          <p:cNvPr id="43" name="Oval 43">
            <a:extLst>
              <a:ext uri="{FF2B5EF4-FFF2-40B4-BE49-F238E27FC236}">
                <a16:creationId xmlns:a16="http://schemas.microsoft.com/office/drawing/2014/main" id="{3BBE4C5A-F01C-4812-8FD2-347FF2A94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5360" y="610108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4" name="Oval 44">
            <a:extLst>
              <a:ext uri="{FF2B5EF4-FFF2-40B4-BE49-F238E27FC236}">
                <a16:creationId xmlns:a16="http://schemas.microsoft.com/office/drawing/2014/main" id="{5CD8D861-355E-44EA-A301-BC85F0BC0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5360" y="594868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5" name="Oval 45">
            <a:extLst>
              <a:ext uri="{FF2B5EF4-FFF2-40B4-BE49-F238E27FC236}">
                <a16:creationId xmlns:a16="http://schemas.microsoft.com/office/drawing/2014/main" id="{FD0FF11E-6686-4782-97C3-8FEAF0486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5360" y="625348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E38577E0-A560-4FE2-919C-3F1851D12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760" y="1300480"/>
            <a:ext cx="46482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just" eaLnBrk="0" hangingPunct="0"/>
            <a:r>
              <a:rPr lang="en-US" sz="2400" dirty="0">
                <a:ea typeface="Arial" charset="0"/>
                <a:cs typeface="Arial" charset="0"/>
              </a:rPr>
              <a:t>Done when all vertices in one set</a:t>
            </a:r>
          </a:p>
          <a:p>
            <a:pPr algn="just" eaLnBrk="0" hangingPunct="0"/>
            <a:r>
              <a:rPr lang="en-US" sz="2400" dirty="0">
                <a:ea typeface="Arial" charset="0"/>
                <a:cs typeface="Arial" charset="0"/>
              </a:rPr>
              <a:t>Then they are all connected</a:t>
            </a:r>
          </a:p>
          <a:p>
            <a:pPr algn="just" eaLnBrk="0" hangingPunct="0"/>
            <a:r>
              <a:rPr lang="en-US" sz="2400" dirty="0">
                <a:ea typeface="Arial" charset="0"/>
                <a:cs typeface="Arial" charset="0"/>
              </a:rPr>
              <a:t>Exactly |</a:t>
            </a:r>
            <a:r>
              <a:rPr lang="en-US" sz="2400" i="1" dirty="0">
                <a:ea typeface="Arial" charset="0"/>
                <a:cs typeface="Arial" charset="0"/>
              </a:rPr>
              <a:t>V</a:t>
            </a:r>
            <a:r>
              <a:rPr lang="en-US" sz="2400" dirty="0">
                <a:ea typeface="Arial" charset="0"/>
                <a:cs typeface="Arial" charset="0"/>
              </a:rPr>
              <a:t>| - 1 edges</a:t>
            </a:r>
          </a:p>
        </p:txBody>
      </p:sp>
      <p:sp>
        <p:nvSpPr>
          <p:cNvPr id="47" name="Text Box 47">
            <a:extLst>
              <a:ext uri="{FF2B5EF4-FFF2-40B4-BE49-F238E27FC236}">
                <a16:creationId xmlns:a16="http://schemas.microsoft.com/office/drawing/2014/main" id="{81289BEC-CB17-4777-8F43-16BC9D535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960" y="312928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{1,2,3}{4}{5}{6}{7} </a:t>
            </a:r>
          </a:p>
        </p:txBody>
      </p:sp>
      <p:sp>
        <p:nvSpPr>
          <p:cNvPr id="48" name="Text Box 48">
            <a:extLst>
              <a:ext uri="{FF2B5EF4-FFF2-40B4-BE49-F238E27FC236}">
                <a16:creationId xmlns:a16="http://schemas.microsoft.com/office/drawing/2014/main" id="{8F4CB854-94C2-47EA-AD52-83763F236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960" y="351028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{1,2,3}{4,5}{6}{7} </a:t>
            </a:r>
          </a:p>
        </p:txBody>
      </p:sp>
      <p:sp>
        <p:nvSpPr>
          <p:cNvPr id="49" name="Text Box 49">
            <a:extLst>
              <a:ext uri="{FF2B5EF4-FFF2-40B4-BE49-F238E27FC236}">
                <a16:creationId xmlns:a16="http://schemas.microsoft.com/office/drawing/2014/main" id="{D551C318-FFC0-4972-92D4-49571C202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960" y="389128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{1,2,3}{4,5}{6,7} </a:t>
            </a:r>
          </a:p>
        </p:txBody>
      </p:sp>
      <p:sp>
        <p:nvSpPr>
          <p:cNvPr id="50" name="Text Box 50">
            <a:extLst>
              <a:ext uri="{FF2B5EF4-FFF2-40B4-BE49-F238E27FC236}">
                <a16:creationId xmlns:a16="http://schemas.microsoft.com/office/drawing/2014/main" id="{091BDD2F-F8FE-4389-A885-8BB326DBA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960" y="427228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ea typeface="Arial" pitchFamily="-107" charset="0"/>
                <a:cs typeface="Arial" pitchFamily="-107" charset="0"/>
              </a:rPr>
              <a:t>{1,2,3,4,5}{6,7} </a:t>
            </a:r>
          </a:p>
        </p:txBody>
      </p:sp>
      <p:sp>
        <p:nvSpPr>
          <p:cNvPr id="51" name="Text Box 51">
            <a:extLst>
              <a:ext uri="{FF2B5EF4-FFF2-40B4-BE49-F238E27FC236}">
                <a16:creationId xmlns:a16="http://schemas.microsoft.com/office/drawing/2014/main" id="{A31DFA08-7398-45F4-B806-F78A13649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1160" y="465328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>
                <a:solidFill>
                  <a:schemeClr val="accent1"/>
                </a:solidFill>
                <a:ea typeface="Arial" pitchFamily="-107" charset="0"/>
                <a:cs typeface="Arial" pitchFamily="-107" charset="0"/>
              </a:rPr>
              <a:t>rejected</a:t>
            </a:r>
            <a:r>
              <a:rPr lang="en-US" sz="2400">
                <a:ea typeface="Arial" pitchFamily="-107" charset="0"/>
                <a:cs typeface="Arial" pitchFamily="-107" charset="0"/>
              </a:rPr>
              <a:t> </a:t>
            </a:r>
          </a:p>
        </p:txBody>
      </p:sp>
      <p:sp>
        <p:nvSpPr>
          <p:cNvPr id="52" name="Text Box 52">
            <a:extLst>
              <a:ext uri="{FF2B5EF4-FFF2-40B4-BE49-F238E27FC236}">
                <a16:creationId xmlns:a16="http://schemas.microsoft.com/office/drawing/2014/main" id="{E2FA1E93-B824-49A8-832E-FD9331DAF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960" y="5034281"/>
            <a:ext cx="3352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400" dirty="0">
                <a:ea typeface="Arial" pitchFamily="-107" charset="0"/>
                <a:cs typeface="Arial" pitchFamily="-107" charset="0"/>
              </a:rPr>
              <a:t>{1,2,3,4,5,6,7}  </a:t>
            </a:r>
            <a:r>
              <a:rPr lang="en-US" sz="2400" dirty="0">
                <a:solidFill>
                  <a:srgbClr val="FF0000"/>
                </a:solidFill>
                <a:ea typeface="Arial" pitchFamily="-107" charset="0"/>
                <a:cs typeface="Arial" pitchFamily="-107" charset="0"/>
              </a:rPr>
              <a:t>done</a:t>
            </a:r>
            <a:r>
              <a:rPr lang="en-US" sz="2400" dirty="0">
                <a:ea typeface="Arial" pitchFamily="-107" charset="0"/>
                <a:cs typeface="Arial" pitchFamily="-107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71441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563</TotalTime>
  <Words>2025</Words>
  <Application>Microsoft Office PowerPoint</Application>
  <PresentationFormat>On-screen Show (4:3)</PresentationFormat>
  <Paragraphs>391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Arial</vt:lpstr>
      <vt:lpstr>Bahnschrift</vt:lpstr>
      <vt:lpstr>Bahnschrift SemiBold</vt:lpstr>
      <vt:lpstr>Calibri</vt:lpstr>
      <vt:lpstr>Times New Roman</vt:lpstr>
      <vt:lpstr>Office Theme</vt:lpstr>
      <vt:lpstr>EMTH403</vt:lpstr>
      <vt:lpstr>Lecture Outcomes</vt:lpstr>
      <vt:lpstr>Spanning Trees</vt:lpstr>
      <vt:lpstr>Spanning Trees</vt:lpstr>
      <vt:lpstr>Minimum Spanning Trees</vt:lpstr>
      <vt:lpstr>Spanning Trees</vt:lpstr>
      <vt:lpstr>Spanning Trees</vt:lpstr>
      <vt:lpstr>Spanning Trees</vt:lpstr>
      <vt:lpstr>Algorithms for Obtaining  the Minimum Spanning Tree</vt:lpstr>
      <vt:lpstr>Spanning Trees</vt:lpstr>
      <vt:lpstr>Spanning Trees</vt:lpstr>
      <vt:lpstr>Kruskal’s Algorithm</vt:lpstr>
      <vt:lpstr>Spanning Trees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Arpit Thakur</cp:lastModifiedBy>
  <cp:revision>51</cp:revision>
  <dcterms:created xsi:type="dcterms:W3CDTF">2020-12-04T05:20:56Z</dcterms:created>
  <dcterms:modified xsi:type="dcterms:W3CDTF">2021-01-29T04:18:13Z</dcterms:modified>
</cp:coreProperties>
</file>