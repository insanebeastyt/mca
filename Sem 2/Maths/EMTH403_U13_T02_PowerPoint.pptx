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46" r:id="rId11"/>
    <p:sldId id="377" r:id="rId12"/>
    <p:sldId id="378" r:id="rId13"/>
    <p:sldId id="379" r:id="rId14"/>
    <p:sldId id="380" r:id="rId15"/>
    <p:sldId id="381" r:id="rId16"/>
    <p:sldId id="382" r:id="rId17"/>
    <p:sldId id="383" r:id="rId18"/>
    <p:sldId id="384" r:id="rId19"/>
    <p:sldId id="385" r:id="rId20"/>
    <p:sldId id="386" r:id="rId21"/>
    <p:sldId id="387" r:id="rId22"/>
    <p:sldId id="388" r:id="rId23"/>
    <p:sldId id="389" r:id="rId24"/>
    <p:sldId id="390" r:id="rId25"/>
    <p:sldId id="391" r:id="rId26"/>
    <p:sldId id="392" r:id="rId27"/>
    <p:sldId id="393" r:id="rId28"/>
    <p:sldId id="394" r:id="rId29"/>
    <p:sldId id="395" r:id="rId30"/>
    <p:sldId id="396" r:id="rId31"/>
    <p:sldId id="397" r:id="rId32"/>
    <p:sldId id="259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451"/>
    <a:srgbClr val="BA202B"/>
    <a:srgbClr val="00A2B8"/>
    <a:srgbClr val="CA628C"/>
    <a:srgbClr val="71EEFF"/>
    <a:srgbClr val="00B6CC"/>
    <a:srgbClr val="89E2EB"/>
    <a:srgbClr val="79567A"/>
    <a:srgbClr val="D582A3"/>
    <a:srgbClr val="926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30-01-2021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62EEB-06FF-4FC2-BF0A-0A7BC9621807}" type="datetimeFigureOut">
              <a:rPr lang="en-IN" smtClean="0"/>
              <a:t>30-01-2021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FE252C-D6E4-4B63-B029-F29E54543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054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30-01-2021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30-01-2021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30-01-2021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30-01-2021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30-01-2021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30-01-2021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30-01-2021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30-01-2021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30-01-2021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30-01-2021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what </a:t>
            </a:r>
            <a:r>
              <a:rPr lang="en-US" altLang="en-US" dirty="0"/>
              <a:t>Spanning Trees.</a:t>
            </a:r>
            <a:endParaRPr lang="en-US" dirty="0"/>
          </a:p>
          <a:p>
            <a:r>
              <a:rPr lang="en-US" dirty="0"/>
              <a:t>understand what is </a:t>
            </a:r>
            <a:r>
              <a:rPr lang="en-IN" dirty="0"/>
              <a:t>Prim’s Algorithm.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+mn-lt"/>
              </a:rPr>
              <a:t>Spanning Trees</a:t>
            </a:r>
          </a:p>
        </p:txBody>
      </p:sp>
      <p:sp>
        <p:nvSpPr>
          <p:cNvPr id="63" name="Text Box 3">
            <a:extLst>
              <a:ext uri="{FF2B5EF4-FFF2-40B4-BE49-F238E27FC236}">
                <a16:creationId xmlns:a16="http://schemas.microsoft.com/office/drawing/2014/main" id="{A51AEA94-CBC8-4BCC-A5A5-CDDDF149F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1600200"/>
            <a:ext cx="8382000" cy="158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l-GR" sz="2800" dirty="0">
                <a:latin typeface="+mn-lt"/>
              </a:rPr>
              <a:t>A spanning tree of a graph is just a subgraph that contains all the vertices and is a tree.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l-GR" sz="2800" dirty="0">
                <a:latin typeface="+mn-lt"/>
              </a:rPr>
              <a:t>A graph may have many spanning trees.</a:t>
            </a:r>
          </a:p>
        </p:txBody>
      </p:sp>
      <p:sp>
        <p:nvSpPr>
          <p:cNvPr id="64" name="Oval 4">
            <a:extLst>
              <a:ext uri="{FF2B5EF4-FFF2-40B4-BE49-F238E27FC236}">
                <a16:creationId xmlns:a16="http://schemas.microsoft.com/office/drawing/2014/main" id="{7AC17562-96F3-45B5-B1A3-B4FD8CF42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65" name="Oval 5">
            <a:extLst>
              <a:ext uri="{FF2B5EF4-FFF2-40B4-BE49-F238E27FC236}">
                <a16:creationId xmlns:a16="http://schemas.microsoft.com/office/drawing/2014/main" id="{DEED6B8E-BE86-413D-8709-149BCF402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66" name="Oval 6">
            <a:extLst>
              <a:ext uri="{FF2B5EF4-FFF2-40B4-BE49-F238E27FC236}">
                <a16:creationId xmlns:a16="http://schemas.microsoft.com/office/drawing/2014/main" id="{AB41A682-7852-48EA-A525-A2608EE2D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67" name="Oval 7">
            <a:extLst>
              <a:ext uri="{FF2B5EF4-FFF2-40B4-BE49-F238E27FC236}">
                <a16:creationId xmlns:a16="http://schemas.microsoft.com/office/drawing/2014/main" id="{C9E345CB-25A7-444A-A679-5A59AC047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68" name="AutoShape 13">
            <a:extLst>
              <a:ext uri="{FF2B5EF4-FFF2-40B4-BE49-F238E27FC236}">
                <a16:creationId xmlns:a16="http://schemas.microsoft.com/office/drawing/2014/main" id="{AD375A15-1641-4E99-AC1A-DE85974781BB}"/>
              </a:ext>
            </a:extLst>
          </p:cNvPr>
          <p:cNvCxnSpPr>
            <a:cxnSpLocks noChangeShapeType="1"/>
            <a:stCxn id="64" idx="6"/>
            <a:endCxn id="65" idx="2"/>
          </p:cNvCxnSpPr>
          <p:nvPr/>
        </p:nvCxnSpPr>
        <p:spPr bwMode="auto">
          <a:xfrm>
            <a:off x="1117600" y="44958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AutoShape 14">
            <a:extLst>
              <a:ext uri="{FF2B5EF4-FFF2-40B4-BE49-F238E27FC236}">
                <a16:creationId xmlns:a16="http://schemas.microsoft.com/office/drawing/2014/main" id="{860ACAC4-5B5A-4219-BEBD-0F2318591ADE}"/>
              </a:ext>
            </a:extLst>
          </p:cNvPr>
          <p:cNvCxnSpPr>
            <a:cxnSpLocks noChangeShapeType="1"/>
            <a:stCxn id="64" idx="4"/>
            <a:endCxn id="66" idx="0"/>
          </p:cNvCxnSpPr>
          <p:nvPr/>
        </p:nvCxnSpPr>
        <p:spPr bwMode="auto">
          <a:xfrm>
            <a:off x="9652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AutoShape 15">
            <a:extLst>
              <a:ext uri="{FF2B5EF4-FFF2-40B4-BE49-F238E27FC236}">
                <a16:creationId xmlns:a16="http://schemas.microsoft.com/office/drawing/2014/main" id="{40657AEC-8C11-4C66-ABF6-694DD925F07D}"/>
              </a:ext>
            </a:extLst>
          </p:cNvPr>
          <p:cNvCxnSpPr>
            <a:cxnSpLocks noChangeShapeType="1"/>
            <a:stCxn id="66" idx="6"/>
            <a:endCxn id="67" idx="2"/>
          </p:cNvCxnSpPr>
          <p:nvPr/>
        </p:nvCxnSpPr>
        <p:spPr bwMode="auto">
          <a:xfrm>
            <a:off x="1117600" y="52578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AutoShape 16">
            <a:extLst>
              <a:ext uri="{FF2B5EF4-FFF2-40B4-BE49-F238E27FC236}">
                <a16:creationId xmlns:a16="http://schemas.microsoft.com/office/drawing/2014/main" id="{0CBCE6FA-4710-4CDB-A542-B399473E9FE0}"/>
              </a:ext>
            </a:extLst>
          </p:cNvPr>
          <p:cNvCxnSpPr>
            <a:cxnSpLocks noChangeShapeType="1"/>
            <a:stCxn id="65" idx="4"/>
            <a:endCxn id="67" idx="0"/>
          </p:cNvCxnSpPr>
          <p:nvPr/>
        </p:nvCxnSpPr>
        <p:spPr bwMode="auto">
          <a:xfrm>
            <a:off x="16510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AutoShape 17">
            <a:extLst>
              <a:ext uri="{FF2B5EF4-FFF2-40B4-BE49-F238E27FC236}">
                <a16:creationId xmlns:a16="http://schemas.microsoft.com/office/drawing/2014/main" id="{542AEF73-C4F8-49D7-8BB7-3FF582E15F37}"/>
              </a:ext>
            </a:extLst>
          </p:cNvPr>
          <p:cNvCxnSpPr>
            <a:cxnSpLocks noChangeShapeType="1"/>
            <a:stCxn id="65" idx="3"/>
            <a:endCxn id="66" idx="7"/>
          </p:cNvCxnSpPr>
          <p:nvPr/>
        </p:nvCxnSpPr>
        <p:spPr bwMode="auto">
          <a:xfrm flipH="1">
            <a:off x="1073150" y="4603750"/>
            <a:ext cx="469900" cy="546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AutoShape 18">
            <a:extLst>
              <a:ext uri="{FF2B5EF4-FFF2-40B4-BE49-F238E27FC236}">
                <a16:creationId xmlns:a16="http://schemas.microsoft.com/office/drawing/2014/main" id="{FA4B41DE-3411-488C-B678-7E547B1C1F97}"/>
              </a:ext>
            </a:extLst>
          </p:cNvPr>
          <p:cNvCxnSpPr>
            <a:cxnSpLocks noChangeShapeType="1"/>
            <a:stCxn id="64" idx="5"/>
            <a:endCxn id="67" idx="1"/>
          </p:cNvCxnSpPr>
          <p:nvPr/>
        </p:nvCxnSpPr>
        <p:spPr bwMode="auto">
          <a:xfrm>
            <a:off x="1073150" y="4603750"/>
            <a:ext cx="469900" cy="546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Oval 59">
            <a:extLst>
              <a:ext uri="{FF2B5EF4-FFF2-40B4-BE49-F238E27FC236}">
                <a16:creationId xmlns:a16="http://schemas.microsoft.com/office/drawing/2014/main" id="{95F10B91-BC9E-468A-A137-8DD2B2EAB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8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75" name="Oval 60">
            <a:extLst>
              <a:ext uri="{FF2B5EF4-FFF2-40B4-BE49-F238E27FC236}">
                <a16:creationId xmlns:a16="http://schemas.microsoft.com/office/drawing/2014/main" id="{FDAE3E32-9FC9-482F-9460-A04BCFF2B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76" name="Oval 61">
            <a:extLst>
              <a:ext uri="{FF2B5EF4-FFF2-40B4-BE49-F238E27FC236}">
                <a16:creationId xmlns:a16="http://schemas.microsoft.com/office/drawing/2014/main" id="{2968CD65-97B3-43D7-96A3-F860141B5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8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77" name="Oval 62">
            <a:extLst>
              <a:ext uri="{FF2B5EF4-FFF2-40B4-BE49-F238E27FC236}">
                <a16:creationId xmlns:a16="http://schemas.microsoft.com/office/drawing/2014/main" id="{95A20116-558F-477E-B3B3-E7336FF9C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78" name="AutoShape 63">
            <a:extLst>
              <a:ext uri="{FF2B5EF4-FFF2-40B4-BE49-F238E27FC236}">
                <a16:creationId xmlns:a16="http://schemas.microsoft.com/office/drawing/2014/main" id="{C10ED1CB-91F3-44D6-ADD6-A53E917DC07C}"/>
              </a:ext>
            </a:extLst>
          </p:cNvPr>
          <p:cNvCxnSpPr>
            <a:cxnSpLocks noChangeShapeType="1"/>
            <a:stCxn id="74" idx="6"/>
            <a:endCxn id="75" idx="2"/>
          </p:cNvCxnSpPr>
          <p:nvPr/>
        </p:nvCxnSpPr>
        <p:spPr bwMode="auto">
          <a:xfrm>
            <a:off x="4546600" y="44958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AutoShape 64">
            <a:extLst>
              <a:ext uri="{FF2B5EF4-FFF2-40B4-BE49-F238E27FC236}">
                <a16:creationId xmlns:a16="http://schemas.microsoft.com/office/drawing/2014/main" id="{FB02B521-8489-4805-9D0D-2284109DD422}"/>
              </a:ext>
            </a:extLst>
          </p:cNvPr>
          <p:cNvCxnSpPr>
            <a:cxnSpLocks noChangeShapeType="1"/>
            <a:stCxn id="74" idx="4"/>
            <a:endCxn id="76" idx="0"/>
          </p:cNvCxnSpPr>
          <p:nvPr/>
        </p:nvCxnSpPr>
        <p:spPr bwMode="auto">
          <a:xfrm>
            <a:off x="43942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AutoShape 66">
            <a:extLst>
              <a:ext uri="{FF2B5EF4-FFF2-40B4-BE49-F238E27FC236}">
                <a16:creationId xmlns:a16="http://schemas.microsoft.com/office/drawing/2014/main" id="{080F120B-AB3F-4FA5-A29B-0E647EA065B7}"/>
              </a:ext>
            </a:extLst>
          </p:cNvPr>
          <p:cNvCxnSpPr>
            <a:cxnSpLocks noChangeShapeType="1"/>
            <a:stCxn id="75" idx="4"/>
            <a:endCxn id="77" idx="0"/>
          </p:cNvCxnSpPr>
          <p:nvPr/>
        </p:nvCxnSpPr>
        <p:spPr bwMode="auto">
          <a:xfrm>
            <a:off x="50800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Oval 69">
            <a:extLst>
              <a:ext uri="{FF2B5EF4-FFF2-40B4-BE49-F238E27FC236}">
                <a16:creationId xmlns:a16="http://schemas.microsoft.com/office/drawing/2014/main" id="{7721D52C-4123-48B8-A8C2-B360E4C6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82" name="Oval 70">
            <a:extLst>
              <a:ext uri="{FF2B5EF4-FFF2-40B4-BE49-F238E27FC236}">
                <a16:creationId xmlns:a16="http://schemas.microsoft.com/office/drawing/2014/main" id="{F943EFB0-C168-42C1-98C6-8A6966F1C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02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83" name="Oval 71">
            <a:extLst>
              <a:ext uri="{FF2B5EF4-FFF2-40B4-BE49-F238E27FC236}">
                <a16:creationId xmlns:a16="http://schemas.microsoft.com/office/drawing/2014/main" id="{E7E18E8B-04D0-4670-A51E-78DD8F726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84" name="Oval 72">
            <a:extLst>
              <a:ext uri="{FF2B5EF4-FFF2-40B4-BE49-F238E27FC236}">
                <a16:creationId xmlns:a16="http://schemas.microsoft.com/office/drawing/2014/main" id="{9936E26E-35B6-49EF-AA5B-9EE60CD54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02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85" name="AutoShape 74">
            <a:extLst>
              <a:ext uri="{FF2B5EF4-FFF2-40B4-BE49-F238E27FC236}">
                <a16:creationId xmlns:a16="http://schemas.microsoft.com/office/drawing/2014/main" id="{9A538431-C1C4-483C-9A5C-4A8C90ACAD8E}"/>
              </a:ext>
            </a:extLst>
          </p:cNvPr>
          <p:cNvCxnSpPr>
            <a:cxnSpLocks noChangeShapeType="1"/>
            <a:stCxn id="81" idx="4"/>
            <a:endCxn id="83" idx="0"/>
          </p:cNvCxnSpPr>
          <p:nvPr/>
        </p:nvCxnSpPr>
        <p:spPr bwMode="auto">
          <a:xfrm>
            <a:off x="61468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AutoShape 75">
            <a:extLst>
              <a:ext uri="{FF2B5EF4-FFF2-40B4-BE49-F238E27FC236}">
                <a16:creationId xmlns:a16="http://schemas.microsoft.com/office/drawing/2014/main" id="{5F83ABE0-40F0-42F4-B0C2-319A050CD635}"/>
              </a:ext>
            </a:extLst>
          </p:cNvPr>
          <p:cNvCxnSpPr>
            <a:cxnSpLocks noChangeShapeType="1"/>
            <a:stCxn id="83" idx="6"/>
            <a:endCxn id="84" idx="2"/>
          </p:cNvCxnSpPr>
          <p:nvPr/>
        </p:nvCxnSpPr>
        <p:spPr bwMode="auto">
          <a:xfrm>
            <a:off x="6299200" y="52578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AutoShape 76">
            <a:extLst>
              <a:ext uri="{FF2B5EF4-FFF2-40B4-BE49-F238E27FC236}">
                <a16:creationId xmlns:a16="http://schemas.microsoft.com/office/drawing/2014/main" id="{B564DFC3-7471-4960-9992-1FD28FAA438B}"/>
              </a:ext>
            </a:extLst>
          </p:cNvPr>
          <p:cNvCxnSpPr>
            <a:cxnSpLocks noChangeShapeType="1"/>
            <a:stCxn id="82" idx="4"/>
            <a:endCxn id="84" idx="0"/>
          </p:cNvCxnSpPr>
          <p:nvPr/>
        </p:nvCxnSpPr>
        <p:spPr bwMode="auto">
          <a:xfrm>
            <a:off x="68326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8" name="Oval 79">
            <a:extLst>
              <a:ext uri="{FF2B5EF4-FFF2-40B4-BE49-F238E27FC236}">
                <a16:creationId xmlns:a16="http://schemas.microsoft.com/office/drawing/2014/main" id="{BB71DC6E-3BA6-4180-86B3-27AADE6DA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89" name="Oval 80">
            <a:extLst>
              <a:ext uri="{FF2B5EF4-FFF2-40B4-BE49-F238E27FC236}">
                <a16:creationId xmlns:a16="http://schemas.microsoft.com/office/drawing/2014/main" id="{C51B9837-9336-4F34-B697-B37F77A2F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90" name="Oval 81">
            <a:extLst>
              <a:ext uri="{FF2B5EF4-FFF2-40B4-BE49-F238E27FC236}">
                <a16:creationId xmlns:a16="http://schemas.microsoft.com/office/drawing/2014/main" id="{E867F247-B1E7-4B94-A831-9372287A8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91" name="Oval 82">
            <a:extLst>
              <a:ext uri="{FF2B5EF4-FFF2-40B4-BE49-F238E27FC236}">
                <a16:creationId xmlns:a16="http://schemas.microsoft.com/office/drawing/2014/main" id="{E4873C9A-1981-4D79-92E4-518388F30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92" name="AutoShape 86">
            <a:extLst>
              <a:ext uri="{FF2B5EF4-FFF2-40B4-BE49-F238E27FC236}">
                <a16:creationId xmlns:a16="http://schemas.microsoft.com/office/drawing/2014/main" id="{0CA41F16-FF4F-4FD8-BA01-32763CC11F69}"/>
              </a:ext>
            </a:extLst>
          </p:cNvPr>
          <p:cNvCxnSpPr>
            <a:cxnSpLocks noChangeShapeType="1"/>
            <a:stCxn id="89" idx="4"/>
            <a:endCxn id="91" idx="0"/>
          </p:cNvCxnSpPr>
          <p:nvPr/>
        </p:nvCxnSpPr>
        <p:spPr bwMode="auto">
          <a:xfrm>
            <a:off x="86614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3" name="AutoShape 87">
            <a:extLst>
              <a:ext uri="{FF2B5EF4-FFF2-40B4-BE49-F238E27FC236}">
                <a16:creationId xmlns:a16="http://schemas.microsoft.com/office/drawing/2014/main" id="{FDB91D38-2CFD-4303-8372-02821B40D102}"/>
              </a:ext>
            </a:extLst>
          </p:cNvPr>
          <p:cNvCxnSpPr>
            <a:cxnSpLocks noChangeShapeType="1"/>
            <a:stCxn id="89" idx="3"/>
            <a:endCxn id="90" idx="7"/>
          </p:cNvCxnSpPr>
          <p:nvPr/>
        </p:nvCxnSpPr>
        <p:spPr bwMode="auto">
          <a:xfrm flipH="1">
            <a:off x="8083550" y="4603750"/>
            <a:ext cx="469900" cy="546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4" name="AutoShape 88">
            <a:extLst>
              <a:ext uri="{FF2B5EF4-FFF2-40B4-BE49-F238E27FC236}">
                <a16:creationId xmlns:a16="http://schemas.microsoft.com/office/drawing/2014/main" id="{2A439614-9F85-4716-8A34-80CE35C3F6C2}"/>
              </a:ext>
            </a:extLst>
          </p:cNvPr>
          <p:cNvCxnSpPr>
            <a:cxnSpLocks noChangeShapeType="1"/>
            <a:stCxn id="88" idx="5"/>
            <a:endCxn id="91" idx="1"/>
          </p:cNvCxnSpPr>
          <p:nvPr/>
        </p:nvCxnSpPr>
        <p:spPr bwMode="auto">
          <a:xfrm>
            <a:off x="8083550" y="4603750"/>
            <a:ext cx="469900" cy="546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Oval 89">
            <a:extLst>
              <a:ext uri="{FF2B5EF4-FFF2-40B4-BE49-F238E27FC236}">
                <a16:creationId xmlns:a16="http://schemas.microsoft.com/office/drawing/2014/main" id="{7508663C-2137-4FDA-BB7E-EDB91CA84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96" name="Oval 90">
            <a:extLst>
              <a:ext uri="{FF2B5EF4-FFF2-40B4-BE49-F238E27FC236}">
                <a16:creationId xmlns:a16="http://schemas.microsoft.com/office/drawing/2014/main" id="{B075CF5F-ACAF-4922-AA7A-98D231DF7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4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97" name="Oval 91">
            <a:extLst>
              <a:ext uri="{FF2B5EF4-FFF2-40B4-BE49-F238E27FC236}">
                <a16:creationId xmlns:a16="http://schemas.microsoft.com/office/drawing/2014/main" id="{A4FF8CDD-A1DD-4D97-9186-74AB414E9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98" name="Oval 92">
            <a:extLst>
              <a:ext uri="{FF2B5EF4-FFF2-40B4-BE49-F238E27FC236}">
                <a16:creationId xmlns:a16="http://schemas.microsoft.com/office/drawing/2014/main" id="{1402B98E-2775-49CD-B382-36802F47D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4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99" name="AutoShape 93">
            <a:extLst>
              <a:ext uri="{FF2B5EF4-FFF2-40B4-BE49-F238E27FC236}">
                <a16:creationId xmlns:a16="http://schemas.microsoft.com/office/drawing/2014/main" id="{00E11AF6-D093-4F9E-8F32-D149CF18CB53}"/>
              </a:ext>
            </a:extLst>
          </p:cNvPr>
          <p:cNvCxnSpPr>
            <a:cxnSpLocks noChangeShapeType="1"/>
            <a:stCxn id="95" idx="6"/>
            <a:endCxn id="96" idx="2"/>
          </p:cNvCxnSpPr>
          <p:nvPr/>
        </p:nvCxnSpPr>
        <p:spPr bwMode="auto">
          <a:xfrm>
            <a:off x="2946400" y="44958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AutoShape 95">
            <a:extLst>
              <a:ext uri="{FF2B5EF4-FFF2-40B4-BE49-F238E27FC236}">
                <a16:creationId xmlns:a16="http://schemas.microsoft.com/office/drawing/2014/main" id="{E7C2E3AE-A46A-4A3D-8C45-A67C772267CA}"/>
              </a:ext>
            </a:extLst>
          </p:cNvPr>
          <p:cNvCxnSpPr>
            <a:cxnSpLocks noChangeShapeType="1"/>
            <a:stCxn id="97" idx="6"/>
            <a:endCxn id="98" idx="2"/>
          </p:cNvCxnSpPr>
          <p:nvPr/>
        </p:nvCxnSpPr>
        <p:spPr bwMode="auto">
          <a:xfrm>
            <a:off x="2946400" y="52578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AutoShape 98">
            <a:extLst>
              <a:ext uri="{FF2B5EF4-FFF2-40B4-BE49-F238E27FC236}">
                <a16:creationId xmlns:a16="http://schemas.microsoft.com/office/drawing/2014/main" id="{0C2EDF65-58FA-4919-A4AB-0FBF5A50F6B7}"/>
              </a:ext>
            </a:extLst>
          </p:cNvPr>
          <p:cNvCxnSpPr>
            <a:cxnSpLocks noChangeShapeType="1"/>
            <a:stCxn id="95" idx="5"/>
            <a:endCxn id="98" idx="1"/>
          </p:cNvCxnSpPr>
          <p:nvPr/>
        </p:nvCxnSpPr>
        <p:spPr bwMode="auto">
          <a:xfrm>
            <a:off x="2901950" y="4603750"/>
            <a:ext cx="469900" cy="546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" name="AutoShape 99">
            <a:extLst>
              <a:ext uri="{FF2B5EF4-FFF2-40B4-BE49-F238E27FC236}">
                <a16:creationId xmlns:a16="http://schemas.microsoft.com/office/drawing/2014/main" id="{E75DD506-CDED-446E-BA5E-FDCABD719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47244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103" name="Text Box 100">
            <a:extLst>
              <a:ext uri="{FF2B5EF4-FFF2-40B4-BE49-F238E27FC236}">
                <a16:creationId xmlns:a16="http://schemas.microsoft.com/office/drawing/2014/main" id="{4EE244D2-60B7-4B62-9025-3C691041F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4600" y="4724401"/>
            <a:ext cx="381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l-GR" sz="1800">
                <a:latin typeface="+mn-lt"/>
              </a:rPr>
              <a:t>or</a:t>
            </a:r>
            <a:endParaRPr lang="en-US" altLang="el-GR" sz="2400">
              <a:latin typeface="+mn-lt"/>
            </a:endParaRPr>
          </a:p>
        </p:txBody>
      </p:sp>
      <p:sp>
        <p:nvSpPr>
          <p:cNvPr id="104" name="Text Box 101">
            <a:extLst>
              <a:ext uri="{FF2B5EF4-FFF2-40B4-BE49-F238E27FC236}">
                <a16:creationId xmlns:a16="http://schemas.microsoft.com/office/drawing/2014/main" id="{CCAF2449-4B57-427C-ACFC-D948CDC6C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800" y="4724401"/>
            <a:ext cx="381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l-GR" sz="1800">
                <a:latin typeface="+mn-lt"/>
              </a:rPr>
              <a:t>or</a:t>
            </a:r>
            <a:endParaRPr lang="en-US" altLang="el-GR" sz="2400">
              <a:latin typeface="+mn-lt"/>
            </a:endParaRPr>
          </a:p>
        </p:txBody>
      </p:sp>
      <p:sp>
        <p:nvSpPr>
          <p:cNvPr id="105" name="Text Box 103">
            <a:extLst>
              <a:ext uri="{FF2B5EF4-FFF2-40B4-BE49-F238E27FC236}">
                <a16:creationId xmlns:a16="http://schemas.microsoft.com/office/drawing/2014/main" id="{609879CF-E685-4EE5-A49B-EE426B86C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3600" y="4724401"/>
            <a:ext cx="381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l-GR" sz="1800">
                <a:latin typeface="+mn-lt"/>
              </a:rPr>
              <a:t>or</a:t>
            </a:r>
            <a:endParaRPr lang="en-US" altLang="el-GR" sz="2400">
              <a:latin typeface="+mn-lt"/>
            </a:endParaRPr>
          </a:p>
        </p:txBody>
      </p:sp>
      <p:sp>
        <p:nvSpPr>
          <p:cNvPr id="106" name="Text Box 104">
            <a:extLst>
              <a:ext uri="{FF2B5EF4-FFF2-40B4-BE49-F238E27FC236}">
                <a16:creationId xmlns:a16="http://schemas.microsoft.com/office/drawing/2014/main" id="{18664C15-B6F9-40AB-B5F7-DC43313EA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800" y="3810001"/>
            <a:ext cx="472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l-GR" sz="2000">
                <a:latin typeface="+mn-lt"/>
              </a:rPr>
              <a:t>Some Spanning Trees from Graph A</a:t>
            </a:r>
            <a:endParaRPr lang="en-US" altLang="el-GR" sz="2400">
              <a:latin typeface="+mn-lt"/>
            </a:endParaRPr>
          </a:p>
        </p:txBody>
      </p:sp>
      <p:sp>
        <p:nvSpPr>
          <p:cNvPr id="107" name="Text Box 105">
            <a:extLst>
              <a:ext uri="{FF2B5EF4-FFF2-40B4-BE49-F238E27FC236}">
                <a16:creationId xmlns:a16="http://schemas.microsoft.com/office/drawing/2014/main" id="{D5C0B6CA-0116-47D4-AF25-F7E50C0A8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73" y="3931204"/>
            <a:ext cx="11372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l-GR" sz="2000">
                <a:latin typeface="+mn-lt"/>
              </a:rPr>
              <a:t>Graph A</a:t>
            </a:r>
            <a:endParaRPr lang="en-US" altLang="el-GR" sz="24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2578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Trees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E27C801-F2D2-4B08-8C4F-FC79DBADEF97}"/>
              </a:ext>
            </a:extLst>
          </p:cNvPr>
          <p:cNvGrpSpPr/>
          <p:nvPr/>
        </p:nvGrpSpPr>
        <p:grpSpPr>
          <a:xfrm>
            <a:off x="713784" y="1119296"/>
            <a:ext cx="8348936" cy="5357704"/>
            <a:chOff x="441622" y="-93264"/>
            <a:chExt cx="10536295" cy="6570264"/>
          </a:xfrm>
        </p:grpSpPr>
        <p:sp>
          <p:nvSpPr>
            <p:cNvPr id="129" name="Text Box 2">
              <a:extLst>
                <a:ext uri="{FF2B5EF4-FFF2-40B4-BE49-F238E27FC236}">
                  <a16:creationId xmlns:a16="http://schemas.microsoft.com/office/drawing/2014/main" id="{61B8B789-AD2A-42F3-B2B7-13B3ACC7E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3926" y="498475"/>
              <a:ext cx="72548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30" name="Oval 4">
              <a:extLst>
                <a:ext uri="{FF2B5EF4-FFF2-40B4-BE49-F238E27FC236}">
                  <a16:creationId xmlns:a16="http://schemas.microsoft.com/office/drawing/2014/main" id="{F55423E8-D6FF-4FD0-816C-4E045849D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68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31" name="Oval 5">
              <a:extLst>
                <a:ext uri="{FF2B5EF4-FFF2-40B4-BE49-F238E27FC236}">
                  <a16:creationId xmlns:a16="http://schemas.microsoft.com/office/drawing/2014/main" id="{56320865-D75F-40AA-A822-D3F7678D5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68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32" name="Oval 6">
              <a:extLst>
                <a:ext uri="{FF2B5EF4-FFF2-40B4-BE49-F238E27FC236}">
                  <a16:creationId xmlns:a16="http://schemas.microsoft.com/office/drawing/2014/main" id="{60905B86-CE0E-484B-A9C9-EA2826A52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144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33" name="Oval 7">
              <a:extLst>
                <a:ext uri="{FF2B5EF4-FFF2-40B4-BE49-F238E27FC236}">
                  <a16:creationId xmlns:a16="http://schemas.microsoft.com/office/drawing/2014/main" id="{C58F572D-EDF1-48C9-9532-2AED912D9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144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34" name="AutoShape 8">
              <a:extLst>
                <a:ext uri="{FF2B5EF4-FFF2-40B4-BE49-F238E27FC236}">
                  <a16:creationId xmlns:a16="http://schemas.microsoft.com/office/drawing/2014/main" id="{ECD88235-95E5-493A-B8B6-1B3F7B5DF392}"/>
                </a:ext>
              </a:extLst>
            </p:cNvPr>
            <p:cNvCxnSpPr>
              <a:cxnSpLocks noChangeShapeType="1"/>
              <a:stCxn id="130" idx="6"/>
              <a:endCxn id="131" idx="2"/>
            </p:cNvCxnSpPr>
            <p:nvPr/>
          </p:nvCxnSpPr>
          <p:spPr bwMode="auto">
            <a:xfrm>
              <a:off x="2438400" y="838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5" name="AutoShape 9">
              <a:extLst>
                <a:ext uri="{FF2B5EF4-FFF2-40B4-BE49-F238E27FC236}">
                  <a16:creationId xmlns:a16="http://schemas.microsoft.com/office/drawing/2014/main" id="{182C8315-CEC2-4D26-8D72-392A73C07F9D}"/>
                </a:ext>
              </a:extLst>
            </p:cNvPr>
            <p:cNvCxnSpPr>
              <a:cxnSpLocks noChangeShapeType="1"/>
              <a:stCxn id="130" idx="4"/>
              <a:endCxn id="132" idx="0"/>
            </p:cNvCxnSpPr>
            <p:nvPr/>
          </p:nvCxnSpPr>
          <p:spPr bwMode="auto">
            <a:xfrm>
              <a:off x="22860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6" name="AutoShape 10">
              <a:extLst>
                <a:ext uri="{FF2B5EF4-FFF2-40B4-BE49-F238E27FC236}">
                  <a16:creationId xmlns:a16="http://schemas.microsoft.com/office/drawing/2014/main" id="{9E9AB78D-3B22-4D6F-A1CD-78AD9A0A93C9}"/>
                </a:ext>
              </a:extLst>
            </p:cNvPr>
            <p:cNvCxnSpPr>
              <a:cxnSpLocks noChangeShapeType="1"/>
              <a:stCxn id="132" idx="6"/>
              <a:endCxn id="133" idx="2"/>
            </p:cNvCxnSpPr>
            <p:nvPr/>
          </p:nvCxnSpPr>
          <p:spPr bwMode="auto">
            <a:xfrm>
              <a:off x="2438400" y="1600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" name="AutoShape 11">
              <a:extLst>
                <a:ext uri="{FF2B5EF4-FFF2-40B4-BE49-F238E27FC236}">
                  <a16:creationId xmlns:a16="http://schemas.microsoft.com/office/drawing/2014/main" id="{FDD64C2D-A20A-4681-821F-DBDB94AF4EE3}"/>
                </a:ext>
              </a:extLst>
            </p:cNvPr>
            <p:cNvCxnSpPr>
              <a:cxnSpLocks noChangeShapeType="1"/>
              <a:stCxn id="131" idx="4"/>
              <a:endCxn id="133" idx="0"/>
            </p:cNvCxnSpPr>
            <p:nvPr/>
          </p:nvCxnSpPr>
          <p:spPr bwMode="auto">
            <a:xfrm>
              <a:off x="29718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" name="AutoShape 12">
              <a:extLst>
                <a:ext uri="{FF2B5EF4-FFF2-40B4-BE49-F238E27FC236}">
                  <a16:creationId xmlns:a16="http://schemas.microsoft.com/office/drawing/2014/main" id="{E0A42AD7-685E-4C83-B9A3-7961D594350C}"/>
                </a:ext>
              </a:extLst>
            </p:cNvPr>
            <p:cNvCxnSpPr>
              <a:cxnSpLocks noChangeShapeType="1"/>
              <a:stCxn id="131" idx="3"/>
              <a:endCxn id="132" idx="7"/>
            </p:cNvCxnSpPr>
            <p:nvPr/>
          </p:nvCxnSpPr>
          <p:spPr bwMode="auto">
            <a:xfrm flipH="1">
              <a:off x="2393950" y="946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9" name="AutoShape 13">
              <a:extLst>
                <a:ext uri="{FF2B5EF4-FFF2-40B4-BE49-F238E27FC236}">
                  <a16:creationId xmlns:a16="http://schemas.microsoft.com/office/drawing/2014/main" id="{86AB34E0-3698-4B07-B491-B1B06733BDFB}"/>
                </a:ext>
              </a:extLst>
            </p:cNvPr>
            <p:cNvCxnSpPr>
              <a:cxnSpLocks noChangeShapeType="1"/>
              <a:stCxn id="130" idx="5"/>
              <a:endCxn id="133" idx="1"/>
            </p:cNvCxnSpPr>
            <p:nvPr/>
          </p:nvCxnSpPr>
          <p:spPr bwMode="auto">
            <a:xfrm>
              <a:off x="2393950" y="946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0" name="Oval 14">
              <a:extLst>
                <a:ext uri="{FF2B5EF4-FFF2-40B4-BE49-F238E27FC236}">
                  <a16:creationId xmlns:a16="http://schemas.microsoft.com/office/drawing/2014/main" id="{DA31CCA6-F9FD-49BE-A69C-928397622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685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41" name="Oval 15">
              <a:extLst>
                <a:ext uri="{FF2B5EF4-FFF2-40B4-BE49-F238E27FC236}">
                  <a16:creationId xmlns:a16="http://schemas.microsoft.com/office/drawing/2014/main" id="{D86E4111-EC67-489B-A25A-294400785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685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42" name="Oval 16">
              <a:extLst>
                <a:ext uri="{FF2B5EF4-FFF2-40B4-BE49-F238E27FC236}">
                  <a16:creationId xmlns:a16="http://schemas.microsoft.com/office/drawing/2014/main" id="{4B392423-5A79-4F3A-9225-A268C6025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1447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43" name="Oval 17">
              <a:extLst>
                <a:ext uri="{FF2B5EF4-FFF2-40B4-BE49-F238E27FC236}">
                  <a16:creationId xmlns:a16="http://schemas.microsoft.com/office/drawing/2014/main" id="{23B02337-4863-4D03-A63A-531A61368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1447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44" name="AutoShape 18">
              <a:extLst>
                <a:ext uri="{FF2B5EF4-FFF2-40B4-BE49-F238E27FC236}">
                  <a16:creationId xmlns:a16="http://schemas.microsoft.com/office/drawing/2014/main" id="{A79FE20F-EE85-4031-9525-B1C8FE46175A}"/>
                </a:ext>
              </a:extLst>
            </p:cNvPr>
            <p:cNvCxnSpPr>
              <a:cxnSpLocks noChangeShapeType="1"/>
              <a:stCxn id="140" idx="6"/>
              <a:endCxn id="141" idx="2"/>
            </p:cNvCxnSpPr>
            <p:nvPr/>
          </p:nvCxnSpPr>
          <p:spPr bwMode="auto">
            <a:xfrm>
              <a:off x="4419600" y="838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5" name="AutoShape 19">
              <a:extLst>
                <a:ext uri="{FF2B5EF4-FFF2-40B4-BE49-F238E27FC236}">
                  <a16:creationId xmlns:a16="http://schemas.microsoft.com/office/drawing/2014/main" id="{6422721B-00C1-4214-BB90-9D7EF6DEB4E3}"/>
                </a:ext>
              </a:extLst>
            </p:cNvPr>
            <p:cNvCxnSpPr>
              <a:cxnSpLocks noChangeShapeType="1"/>
              <a:stCxn id="140" idx="4"/>
              <a:endCxn id="142" idx="0"/>
            </p:cNvCxnSpPr>
            <p:nvPr/>
          </p:nvCxnSpPr>
          <p:spPr bwMode="auto">
            <a:xfrm>
              <a:off x="42672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6" name="AutoShape 20">
              <a:extLst>
                <a:ext uri="{FF2B5EF4-FFF2-40B4-BE49-F238E27FC236}">
                  <a16:creationId xmlns:a16="http://schemas.microsoft.com/office/drawing/2014/main" id="{33BDF885-26C5-44EB-B963-0D53B147A570}"/>
                </a:ext>
              </a:extLst>
            </p:cNvPr>
            <p:cNvCxnSpPr>
              <a:cxnSpLocks noChangeShapeType="1"/>
              <a:stCxn id="141" idx="4"/>
              <a:endCxn id="143" idx="0"/>
            </p:cNvCxnSpPr>
            <p:nvPr/>
          </p:nvCxnSpPr>
          <p:spPr bwMode="auto">
            <a:xfrm>
              <a:off x="49530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7" name="Oval 21">
              <a:extLst>
                <a:ext uri="{FF2B5EF4-FFF2-40B4-BE49-F238E27FC236}">
                  <a16:creationId xmlns:a16="http://schemas.microsoft.com/office/drawing/2014/main" id="{5E2B29AC-695E-4FDF-9CFA-EC23DE872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685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48" name="Oval 22">
              <a:extLst>
                <a:ext uri="{FF2B5EF4-FFF2-40B4-BE49-F238E27FC236}">
                  <a16:creationId xmlns:a16="http://schemas.microsoft.com/office/drawing/2014/main" id="{DCBCE1D3-2CD2-4D8D-AEA1-39E7376CC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685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49" name="Oval 23">
              <a:extLst>
                <a:ext uri="{FF2B5EF4-FFF2-40B4-BE49-F238E27FC236}">
                  <a16:creationId xmlns:a16="http://schemas.microsoft.com/office/drawing/2014/main" id="{026274B7-0604-4855-9D7E-77897247D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1447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50" name="Oval 24">
              <a:extLst>
                <a:ext uri="{FF2B5EF4-FFF2-40B4-BE49-F238E27FC236}">
                  <a16:creationId xmlns:a16="http://schemas.microsoft.com/office/drawing/2014/main" id="{541AF7FC-5FE4-4AF7-9E8E-39E22901C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1447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51" name="AutoShape 25">
              <a:extLst>
                <a:ext uri="{FF2B5EF4-FFF2-40B4-BE49-F238E27FC236}">
                  <a16:creationId xmlns:a16="http://schemas.microsoft.com/office/drawing/2014/main" id="{0E3181DA-9524-4D5C-8D47-C0F1787358E0}"/>
                </a:ext>
              </a:extLst>
            </p:cNvPr>
            <p:cNvCxnSpPr>
              <a:cxnSpLocks noChangeShapeType="1"/>
              <a:stCxn id="147" idx="4"/>
              <a:endCxn id="149" idx="0"/>
            </p:cNvCxnSpPr>
            <p:nvPr/>
          </p:nvCxnSpPr>
          <p:spPr bwMode="auto">
            <a:xfrm>
              <a:off x="78486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2" name="AutoShape 26">
              <a:extLst>
                <a:ext uri="{FF2B5EF4-FFF2-40B4-BE49-F238E27FC236}">
                  <a16:creationId xmlns:a16="http://schemas.microsoft.com/office/drawing/2014/main" id="{891265AF-AE7A-45E3-B3A6-959FA1767E7D}"/>
                </a:ext>
              </a:extLst>
            </p:cNvPr>
            <p:cNvCxnSpPr>
              <a:cxnSpLocks noChangeShapeType="1"/>
              <a:stCxn id="149" idx="6"/>
              <a:endCxn id="150" idx="2"/>
            </p:cNvCxnSpPr>
            <p:nvPr/>
          </p:nvCxnSpPr>
          <p:spPr bwMode="auto">
            <a:xfrm>
              <a:off x="8001000" y="1600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" name="AutoShape 27">
              <a:extLst>
                <a:ext uri="{FF2B5EF4-FFF2-40B4-BE49-F238E27FC236}">
                  <a16:creationId xmlns:a16="http://schemas.microsoft.com/office/drawing/2014/main" id="{0177F8D3-AC21-4FFE-8395-E20752B2102E}"/>
                </a:ext>
              </a:extLst>
            </p:cNvPr>
            <p:cNvCxnSpPr>
              <a:cxnSpLocks noChangeShapeType="1"/>
              <a:stCxn id="148" idx="4"/>
              <a:endCxn id="150" idx="0"/>
            </p:cNvCxnSpPr>
            <p:nvPr/>
          </p:nvCxnSpPr>
          <p:spPr bwMode="auto">
            <a:xfrm>
              <a:off x="85344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4" name="Text Box 42">
              <a:extLst>
                <a:ext uri="{FF2B5EF4-FFF2-40B4-BE49-F238E27FC236}">
                  <a16:creationId xmlns:a16="http://schemas.microsoft.com/office/drawing/2014/main" id="{F4A3C5B5-E110-4D9B-BB27-0D1FF6A74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6972" y="-93264"/>
              <a:ext cx="5480945" cy="5661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l-GR" sz="2400" dirty="0">
                  <a:latin typeface="+mn-lt"/>
                </a:rPr>
                <a:t>All 16 of its Spanning Trees</a:t>
              </a:r>
            </a:p>
          </p:txBody>
        </p:sp>
        <p:sp>
          <p:nvSpPr>
            <p:cNvPr id="155" name="Text Box 43">
              <a:extLst>
                <a:ext uri="{FF2B5EF4-FFF2-40B4-BE49-F238E27FC236}">
                  <a16:creationId xmlns:a16="http://schemas.microsoft.com/office/drawing/2014/main" id="{329F646D-E565-4514-BEE4-FC195A576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22" y="-82158"/>
              <a:ext cx="3520776" cy="5661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l-GR" sz="2400" dirty="0">
                  <a:latin typeface="+mn-lt"/>
                </a:rPr>
                <a:t>Complete Graph</a:t>
              </a:r>
            </a:p>
          </p:txBody>
        </p:sp>
        <p:sp>
          <p:nvSpPr>
            <p:cNvPr id="156" name="Oval 44">
              <a:extLst>
                <a:ext uri="{FF2B5EF4-FFF2-40B4-BE49-F238E27FC236}">
                  <a16:creationId xmlns:a16="http://schemas.microsoft.com/office/drawing/2014/main" id="{2C6E7947-39E7-4677-A42F-0B0561C59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68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57" name="Oval 45">
              <a:extLst>
                <a:ext uri="{FF2B5EF4-FFF2-40B4-BE49-F238E27FC236}">
                  <a16:creationId xmlns:a16="http://schemas.microsoft.com/office/drawing/2014/main" id="{903CDADB-4773-4F86-A9FA-CD40C2607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68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58" name="Oval 46">
              <a:extLst>
                <a:ext uri="{FF2B5EF4-FFF2-40B4-BE49-F238E27FC236}">
                  <a16:creationId xmlns:a16="http://schemas.microsoft.com/office/drawing/2014/main" id="{129C7A68-31FE-4F76-86D8-6D1D03D3E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144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59" name="Oval 47">
              <a:extLst>
                <a:ext uri="{FF2B5EF4-FFF2-40B4-BE49-F238E27FC236}">
                  <a16:creationId xmlns:a16="http://schemas.microsoft.com/office/drawing/2014/main" id="{FCF79BC3-86E0-49B9-BF31-04C2EF051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144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60" name="AutoShape 48">
              <a:extLst>
                <a:ext uri="{FF2B5EF4-FFF2-40B4-BE49-F238E27FC236}">
                  <a16:creationId xmlns:a16="http://schemas.microsoft.com/office/drawing/2014/main" id="{9DC04DE8-2256-4758-A253-A96A7D0E7880}"/>
                </a:ext>
              </a:extLst>
            </p:cNvPr>
            <p:cNvCxnSpPr>
              <a:cxnSpLocks noChangeShapeType="1"/>
              <a:stCxn id="156" idx="6"/>
              <a:endCxn id="157" idx="2"/>
            </p:cNvCxnSpPr>
            <p:nvPr/>
          </p:nvCxnSpPr>
          <p:spPr bwMode="auto">
            <a:xfrm>
              <a:off x="6248400" y="838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1" name="AutoShape 49">
              <a:extLst>
                <a:ext uri="{FF2B5EF4-FFF2-40B4-BE49-F238E27FC236}">
                  <a16:creationId xmlns:a16="http://schemas.microsoft.com/office/drawing/2014/main" id="{396595FE-01B2-4530-9A45-AE93300D1C7D}"/>
                </a:ext>
              </a:extLst>
            </p:cNvPr>
            <p:cNvCxnSpPr>
              <a:cxnSpLocks noChangeShapeType="1"/>
              <a:stCxn id="156" idx="4"/>
              <a:endCxn id="158" idx="0"/>
            </p:cNvCxnSpPr>
            <p:nvPr/>
          </p:nvCxnSpPr>
          <p:spPr bwMode="auto">
            <a:xfrm>
              <a:off x="60960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2" name="AutoShape 50">
              <a:extLst>
                <a:ext uri="{FF2B5EF4-FFF2-40B4-BE49-F238E27FC236}">
                  <a16:creationId xmlns:a16="http://schemas.microsoft.com/office/drawing/2014/main" id="{D474763E-B116-4F82-A386-04AAD3116B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48400" y="1600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3" name="Oval 51">
              <a:extLst>
                <a:ext uri="{FF2B5EF4-FFF2-40B4-BE49-F238E27FC236}">
                  <a16:creationId xmlns:a16="http://schemas.microsoft.com/office/drawing/2014/main" id="{9C323789-3FCE-4720-B650-113C55DE7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68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64" name="Oval 52">
              <a:extLst>
                <a:ext uri="{FF2B5EF4-FFF2-40B4-BE49-F238E27FC236}">
                  <a16:creationId xmlns:a16="http://schemas.microsoft.com/office/drawing/2014/main" id="{CE51FA78-4C30-4D7A-A8B7-49628F274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68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65" name="Oval 53">
              <a:extLst>
                <a:ext uri="{FF2B5EF4-FFF2-40B4-BE49-F238E27FC236}">
                  <a16:creationId xmlns:a16="http://schemas.microsoft.com/office/drawing/2014/main" id="{8DD14729-0BDE-484C-8FD5-B4883E611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144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66" name="Oval 54">
              <a:extLst>
                <a:ext uri="{FF2B5EF4-FFF2-40B4-BE49-F238E27FC236}">
                  <a16:creationId xmlns:a16="http://schemas.microsoft.com/office/drawing/2014/main" id="{E3282CDA-C518-4AE1-835A-1948ABD5E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144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67" name="AutoShape 55">
              <a:extLst>
                <a:ext uri="{FF2B5EF4-FFF2-40B4-BE49-F238E27FC236}">
                  <a16:creationId xmlns:a16="http://schemas.microsoft.com/office/drawing/2014/main" id="{39A71063-9F25-4353-AFB1-F6E3E91E8184}"/>
                </a:ext>
              </a:extLst>
            </p:cNvPr>
            <p:cNvCxnSpPr>
              <a:cxnSpLocks noChangeShapeType="1"/>
              <a:stCxn id="163" idx="6"/>
              <a:endCxn id="164" idx="2"/>
            </p:cNvCxnSpPr>
            <p:nvPr/>
          </p:nvCxnSpPr>
          <p:spPr bwMode="auto">
            <a:xfrm>
              <a:off x="9753600" y="838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8" name="AutoShape 56">
              <a:extLst>
                <a:ext uri="{FF2B5EF4-FFF2-40B4-BE49-F238E27FC236}">
                  <a16:creationId xmlns:a16="http://schemas.microsoft.com/office/drawing/2014/main" id="{D28768A7-7B94-4FFB-B073-1CF8978471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2870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9" name="AutoShape 57">
              <a:extLst>
                <a:ext uri="{FF2B5EF4-FFF2-40B4-BE49-F238E27FC236}">
                  <a16:creationId xmlns:a16="http://schemas.microsoft.com/office/drawing/2014/main" id="{7DCE9277-DD04-4AB8-AEEF-29D82DAB42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753600" y="1600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0" name="Oval 58">
              <a:extLst>
                <a:ext uri="{FF2B5EF4-FFF2-40B4-BE49-F238E27FC236}">
                  <a16:creationId xmlns:a16="http://schemas.microsoft.com/office/drawing/2014/main" id="{19B13949-3805-496C-AF34-543AAC0FF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2209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71" name="Oval 59">
              <a:extLst>
                <a:ext uri="{FF2B5EF4-FFF2-40B4-BE49-F238E27FC236}">
                  <a16:creationId xmlns:a16="http://schemas.microsoft.com/office/drawing/2014/main" id="{2240C08C-AF1E-457C-9D02-E709280AF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2209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72" name="Oval 60">
              <a:extLst>
                <a:ext uri="{FF2B5EF4-FFF2-40B4-BE49-F238E27FC236}">
                  <a16:creationId xmlns:a16="http://schemas.microsoft.com/office/drawing/2014/main" id="{1E083C1C-DC95-420B-AE81-23D8B77B3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2971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73" name="Oval 61">
              <a:extLst>
                <a:ext uri="{FF2B5EF4-FFF2-40B4-BE49-F238E27FC236}">
                  <a16:creationId xmlns:a16="http://schemas.microsoft.com/office/drawing/2014/main" id="{BB2619FB-2DEA-4ADB-84E0-C7A705118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2971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74" name="AutoShape 62">
              <a:extLst>
                <a:ext uri="{FF2B5EF4-FFF2-40B4-BE49-F238E27FC236}">
                  <a16:creationId xmlns:a16="http://schemas.microsoft.com/office/drawing/2014/main" id="{82FAD32F-8D0A-4631-AF3B-7443C5F9496E}"/>
                </a:ext>
              </a:extLst>
            </p:cNvPr>
            <p:cNvCxnSpPr>
              <a:cxnSpLocks noChangeShapeType="1"/>
              <a:stCxn id="170" idx="6"/>
              <a:endCxn id="171" idx="2"/>
            </p:cNvCxnSpPr>
            <p:nvPr/>
          </p:nvCxnSpPr>
          <p:spPr bwMode="auto">
            <a:xfrm>
              <a:off x="4419600" y="2362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AutoShape 66">
              <a:extLst>
                <a:ext uri="{FF2B5EF4-FFF2-40B4-BE49-F238E27FC236}">
                  <a16:creationId xmlns:a16="http://schemas.microsoft.com/office/drawing/2014/main" id="{FFA2E3FE-39EA-4E3A-8AD4-3F42509FADCE}"/>
                </a:ext>
              </a:extLst>
            </p:cNvPr>
            <p:cNvCxnSpPr>
              <a:cxnSpLocks noChangeShapeType="1"/>
              <a:stCxn id="171" idx="3"/>
              <a:endCxn id="172" idx="7"/>
            </p:cNvCxnSpPr>
            <p:nvPr/>
          </p:nvCxnSpPr>
          <p:spPr bwMode="auto">
            <a:xfrm flipH="1">
              <a:off x="43751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6" name="AutoShape 67">
              <a:extLst>
                <a:ext uri="{FF2B5EF4-FFF2-40B4-BE49-F238E27FC236}">
                  <a16:creationId xmlns:a16="http://schemas.microsoft.com/office/drawing/2014/main" id="{8CCC612A-705F-4D3B-B244-65C110BEF4BB}"/>
                </a:ext>
              </a:extLst>
            </p:cNvPr>
            <p:cNvCxnSpPr>
              <a:cxnSpLocks noChangeShapeType="1"/>
              <a:stCxn id="170" idx="5"/>
              <a:endCxn id="173" idx="1"/>
            </p:cNvCxnSpPr>
            <p:nvPr/>
          </p:nvCxnSpPr>
          <p:spPr bwMode="auto">
            <a:xfrm>
              <a:off x="43751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7" name="Oval 68">
              <a:extLst>
                <a:ext uri="{FF2B5EF4-FFF2-40B4-BE49-F238E27FC236}">
                  <a16:creationId xmlns:a16="http://schemas.microsoft.com/office/drawing/2014/main" id="{E58AB95C-C6B1-4F69-B7C2-2A81534E5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810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78" name="Oval 69">
              <a:extLst>
                <a:ext uri="{FF2B5EF4-FFF2-40B4-BE49-F238E27FC236}">
                  <a16:creationId xmlns:a16="http://schemas.microsoft.com/office/drawing/2014/main" id="{A5B82A88-072C-416E-9A8E-5242E07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3810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79" name="Oval 70">
              <a:extLst>
                <a:ext uri="{FF2B5EF4-FFF2-40B4-BE49-F238E27FC236}">
                  <a16:creationId xmlns:a16="http://schemas.microsoft.com/office/drawing/2014/main" id="{C4131D11-4797-42CE-A1EA-1BE1B0106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572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80" name="Oval 71">
              <a:extLst>
                <a:ext uri="{FF2B5EF4-FFF2-40B4-BE49-F238E27FC236}">
                  <a16:creationId xmlns:a16="http://schemas.microsoft.com/office/drawing/2014/main" id="{A5350868-104E-4CE3-929A-9E6DB2C76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572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81" name="AutoShape 73">
              <a:extLst>
                <a:ext uri="{FF2B5EF4-FFF2-40B4-BE49-F238E27FC236}">
                  <a16:creationId xmlns:a16="http://schemas.microsoft.com/office/drawing/2014/main" id="{E1BBC78E-FCF2-4835-8622-2BF3C02F5A7E}"/>
                </a:ext>
              </a:extLst>
            </p:cNvPr>
            <p:cNvCxnSpPr>
              <a:cxnSpLocks noChangeShapeType="1"/>
              <a:stCxn id="177" idx="4"/>
              <a:endCxn id="179" idx="0"/>
            </p:cNvCxnSpPr>
            <p:nvPr/>
          </p:nvCxnSpPr>
          <p:spPr bwMode="auto">
            <a:xfrm>
              <a:off x="4267200" y="41148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2" name="AutoShape 75">
              <a:extLst>
                <a:ext uri="{FF2B5EF4-FFF2-40B4-BE49-F238E27FC236}">
                  <a16:creationId xmlns:a16="http://schemas.microsoft.com/office/drawing/2014/main" id="{94D98186-0C02-4EBF-922E-3FACCA0C7AA9}"/>
                </a:ext>
              </a:extLst>
            </p:cNvPr>
            <p:cNvCxnSpPr>
              <a:cxnSpLocks noChangeShapeType="1"/>
              <a:stCxn id="178" idx="4"/>
              <a:endCxn id="180" idx="0"/>
            </p:cNvCxnSpPr>
            <p:nvPr/>
          </p:nvCxnSpPr>
          <p:spPr bwMode="auto">
            <a:xfrm>
              <a:off x="4953000" y="41148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3" name="AutoShape 77">
              <a:extLst>
                <a:ext uri="{FF2B5EF4-FFF2-40B4-BE49-F238E27FC236}">
                  <a16:creationId xmlns:a16="http://schemas.microsoft.com/office/drawing/2014/main" id="{7A635800-05A1-43A2-9C6E-66C0D39C0755}"/>
                </a:ext>
              </a:extLst>
            </p:cNvPr>
            <p:cNvCxnSpPr>
              <a:cxnSpLocks noChangeShapeType="1"/>
              <a:stCxn id="177" idx="5"/>
              <a:endCxn id="180" idx="1"/>
            </p:cNvCxnSpPr>
            <p:nvPr/>
          </p:nvCxnSpPr>
          <p:spPr bwMode="auto">
            <a:xfrm>
              <a:off x="4375150" y="40703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4" name="Oval 100">
              <a:extLst>
                <a:ext uri="{FF2B5EF4-FFF2-40B4-BE49-F238E27FC236}">
                  <a16:creationId xmlns:a16="http://schemas.microsoft.com/office/drawing/2014/main" id="{0DB5D614-240E-43E0-82BE-31395F1EB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2209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85" name="Oval 101">
              <a:extLst>
                <a:ext uri="{FF2B5EF4-FFF2-40B4-BE49-F238E27FC236}">
                  <a16:creationId xmlns:a16="http://schemas.microsoft.com/office/drawing/2014/main" id="{43DFF574-C6F9-4AF3-AFB2-7E3709822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2209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86" name="Oval 102">
              <a:extLst>
                <a:ext uri="{FF2B5EF4-FFF2-40B4-BE49-F238E27FC236}">
                  <a16:creationId xmlns:a16="http://schemas.microsoft.com/office/drawing/2014/main" id="{62454374-BB32-4386-9D8B-B32EF4755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2971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87" name="Oval 103">
              <a:extLst>
                <a:ext uri="{FF2B5EF4-FFF2-40B4-BE49-F238E27FC236}">
                  <a16:creationId xmlns:a16="http://schemas.microsoft.com/office/drawing/2014/main" id="{4A45338C-141B-43BB-BFAA-41E34C4DD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2971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88" name="AutoShape 107">
              <a:extLst>
                <a:ext uri="{FF2B5EF4-FFF2-40B4-BE49-F238E27FC236}">
                  <a16:creationId xmlns:a16="http://schemas.microsoft.com/office/drawing/2014/main" id="{560B659A-58F9-4D7D-A5FB-3273DC4FFC58}"/>
                </a:ext>
              </a:extLst>
            </p:cNvPr>
            <p:cNvCxnSpPr>
              <a:cxnSpLocks noChangeShapeType="1"/>
              <a:stCxn id="185" idx="4"/>
              <a:endCxn id="187" idx="0"/>
            </p:cNvCxnSpPr>
            <p:nvPr/>
          </p:nvCxnSpPr>
          <p:spPr bwMode="auto">
            <a:xfrm>
              <a:off x="10287000" y="2514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9" name="AutoShape 108">
              <a:extLst>
                <a:ext uri="{FF2B5EF4-FFF2-40B4-BE49-F238E27FC236}">
                  <a16:creationId xmlns:a16="http://schemas.microsoft.com/office/drawing/2014/main" id="{5F051D69-2B07-4B9E-8516-994DC6875E07}"/>
                </a:ext>
              </a:extLst>
            </p:cNvPr>
            <p:cNvCxnSpPr>
              <a:cxnSpLocks noChangeShapeType="1"/>
              <a:stCxn id="185" idx="3"/>
              <a:endCxn id="186" idx="7"/>
            </p:cNvCxnSpPr>
            <p:nvPr/>
          </p:nvCxnSpPr>
          <p:spPr bwMode="auto">
            <a:xfrm flipH="1">
              <a:off x="97091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0" name="AutoShape 109">
              <a:extLst>
                <a:ext uri="{FF2B5EF4-FFF2-40B4-BE49-F238E27FC236}">
                  <a16:creationId xmlns:a16="http://schemas.microsoft.com/office/drawing/2014/main" id="{5AF4960A-04A1-4EE1-B3FE-27A9E56E5266}"/>
                </a:ext>
              </a:extLst>
            </p:cNvPr>
            <p:cNvCxnSpPr>
              <a:cxnSpLocks noChangeShapeType="1"/>
              <a:stCxn id="184" idx="5"/>
              <a:endCxn id="187" idx="1"/>
            </p:cNvCxnSpPr>
            <p:nvPr/>
          </p:nvCxnSpPr>
          <p:spPr bwMode="auto">
            <a:xfrm>
              <a:off x="97091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1" name="Oval 110">
              <a:extLst>
                <a:ext uri="{FF2B5EF4-FFF2-40B4-BE49-F238E27FC236}">
                  <a16:creationId xmlns:a16="http://schemas.microsoft.com/office/drawing/2014/main" id="{894C0534-0EE6-4703-9F88-06676764E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2209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92" name="Oval 111">
              <a:extLst>
                <a:ext uri="{FF2B5EF4-FFF2-40B4-BE49-F238E27FC236}">
                  <a16:creationId xmlns:a16="http://schemas.microsoft.com/office/drawing/2014/main" id="{937CFE9E-ACBA-497A-AD0E-0C667578B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2209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93" name="Oval 112">
              <a:extLst>
                <a:ext uri="{FF2B5EF4-FFF2-40B4-BE49-F238E27FC236}">
                  <a16:creationId xmlns:a16="http://schemas.microsoft.com/office/drawing/2014/main" id="{DF2CD8B2-E5E7-4405-9A48-8D40DDE6F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2971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94" name="Oval 113">
              <a:extLst>
                <a:ext uri="{FF2B5EF4-FFF2-40B4-BE49-F238E27FC236}">
                  <a16:creationId xmlns:a16="http://schemas.microsoft.com/office/drawing/2014/main" id="{4C44BCD8-DED8-4F6F-B334-71C37531B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2971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95" name="AutoShape 116">
              <a:extLst>
                <a:ext uri="{FF2B5EF4-FFF2-40B4-BE49-F238E27FC236}">
                  <a16:creationId xmlns:a16="http://schemas.microsoft.com/office/drawing/2014/main" id="{6F0EE5AE-CF13-4A6B-88E4-2F4DF4DCA4C6}"/>
                </a:ext>
              </a:extLst>
            </p:cNvPr>
            <p:cNvCxnSpPr>
              <a:cxnSpLocks noChangeShapeType="1"/>
              <a:stCxn id="193" idx="6"/>
              <a:endCxn id="194" idx="2"/>
            </p:cNvCxnSpPr>
            <p:nvPr/>
          </p:nvCxnSpPr>
          <p:spPr bwMode="auto">
            <a:xfrm>
              <a:off x="8001000" y="3124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6" name="AutoShape 118">
              <a:extLst>
                <a:ext uri="{FF2B5EF4-FFF2-40B4-BE49-F238E27FC236}">
                  <a16:creationId xmlns:a16="http://schemas.microsoft.com/office/drawing/2014/main" id="{7EED5DE8-478A-427B-8DDE-61C948642250}"/>
                </a:ext>
              </a:extLst>
            </p:cNvPr>
            <p:cNvCxnSpPr>
              <a:cxnSpLocks noChangeShapeType="1"/>
              <a:stCxn id="192" idx="3"/>
              <a:endCxn id="193" idx="7"/>
            </p:cNvCxnSpPr>
            <p:nvPr/>
          </p:nvCxnSpPr>
          <p:spPr bwMode="auto">
            <a:xfrm flipH="1">
              <a:off x="79565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7" name="AutoShape 119">
              <a:extLst>
                <a:ext uri="{FF2B5EF4-FFF2-40B4-BE49-F238E27FC236}">
                  <a16:creationId xmlns:a16="http://schemas.microsoft.com/office/drawing/2014/main" id="{D0C5D887-A009-4395-A255-99A34A312154}"/>
                </a:ext>
              </a:extLst>
            </p:cNvPr>
            <p:cNvCxnSpPr>
              <a:cxnSpLocks noChangeShapeType="1"/>
              <a:stCxn id="191" idx="5"/>
              <a:endCxn id="194" idx="1"/>
            </p:cNvCxnSpPr>
            <p:nvPr/>
          </p:nvCxnSpPr>
          <p:spPr bwMode="auto">
            <a:xfrm>
              <a:off x="79565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8" name="Oval 120">
              <a:extLst>
                <a:ext uri="{FF2B5EF4-FFF2-40B4-BE49-F238E27FC236}">
                  <a16:creationId xmlns:a16="http://schemas.microsoft.com/office/drawing/2014/main" id="{7A1F68E8-05AA-4678-B2C9-7BF10F9F2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2209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99" name="Oval 121">
              <a:extLst>
                <a:ext uri="{FF2B5EF4-FFF2-40B4-BE49-F238E27FC236}">
                  <a16:creationId xmlns:a16="http://schemas.microsoft.com/office/drawing/2014/main" id="{5A1DCA9B-A6FD-4B2F-B274-CC761981E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2209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00" name="Oval 122">
              <a:extLst>
                <a:ext uri="{FF2B5EF4-FFF2-40B4-BE49-F238E27FC236}">
                  <a16:creationId xmlns:a16="http://schemas.microsoft.com/office/drawing/2014/main" id="{81806809-EA1D-4948-A0EC-C88E46A86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2971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01" name="Oval 123">
              <a:extLst>
                <a:ext uri="{FF2B5EF4-FFF2-40B4-BE49-F238E27FC236}">
                  <a16:creationId xmlns:a16="http://schemas.microsoft.com/office/drawing/2014/main" id="{E20653CA-8096-4AA9-AB4C-CDDE239D3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2971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02" name="AutoShape 125">
              <a:extLst>
                <a:ext uri="{FF2B5EF4-FFF2-40B4-BE49-F238E27FC236}">
                  <a16:creationId xmlns:a16="http://schemas.microsoft.com/office/drawing/2014/main" id="{B5872889-B865-4234-A41C-381D1C2AD474}"/>
                </a:ext>
              </a:extLst>
            </p:cNvPr>
            <p:cNvCxnSpPr>
              <a:cxnSpLocks noChangeShapeType="1"/>
              <a:stCxn id="198" idx="4"/>
              <a:endCxn id="200" idx="0"/>
            </p:cNvCxnSpPr>
            <p:nvPr/>
          </p:nvCxnSpPr>
          <p:spPr bwMode="auto">
            <a:xfrm>
              <a:off x="6096000" y="2514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3" name="AutoShape 128">
              <a:extLst>
                <a:ext uri="{FF2B5EF4-FFF2-40B4-BE49-F238E27FC236}">
                  <a16:creationId xmlns:a16="http://schemas.microsoft.com/office/drawing/2014/main" id="{726AF75C-3C9E-4B14-9E8E-DD437DB1A628}"/>
                </a:ext>
              </a:extLst>
            </p:cNvPr>
            <p:cNvCxnSpPr>
              <a:cxnSpLocks noChangeShapeType="1"/>
              <a:stCxn id="199" idx="3"/>
              <a:endCxn id="200" idx="7"/>
            </p:cNvCxnSpPr>
            <p:nvPr/>
          </p:nvCxnSpPr>
          <p:spPr bwMode="auto">
            <a:xfrm flipH="1">
              <a:off x="62039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4" name="AutoShape 129">
              <a:extLst>
                <a:ext uri="{FF2B5EF4-FFF2-40B4-BE49-F238E27FC236}">
                  <a16:creationId xmlns:a16="http://schemas.microsoft.com/office/drawing/2014/main" id="{AB4FBF9B-A257-4928-9838-00EE17FBA914}"/>
                </a:ext>
              </a:extLst>
            </p:cNvPr>
            <p:cNvCxnSpPr>
              <a:cxnSpLocks noChangeShapeType="1"/>
              <a:stCxn id="198" idx="5"/>
              <a:endCxn id="201" idx="1"/>
            </p:cNvCxnSpPr>
            <p:nvPr/>
          </p:nvCxnSpPr>
          <p:spPr bwMode="auto">
            <a:xfrm>
              <a:off x="62039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5" name="Oval 130">
              <a:extLst>
                <a:ext uri="{FF2B5EF4-FFF2-40B4-BE49-F238E27FC236}">
                  <a16:creationId xmlns:a16="http://schemas.microsoft.com/office/drawing/2014/main" id="{6FCC10C7-3B55-4A62-9BC9-4175B1DA6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06" name="Oval 131">
              <a:extLst>
                <a:ext uri="{FF2B5EF4-FFF2-40B4-BE49-F238E27FC236}">
                  <a16:creationId xmlns:a16="http://schemas.microsoft.com/office/drawing/2014/main" id="{997E714D-E0AE-48A1-B880-194DAE959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07" name="Oval 132">
              <a:extLst>
                <a:ext uri="{FF2B5EF4-FFF2-40B4-BE49-F238E27FC236}">
                  <a16:creationId xmlns:a16="http://schemas.microsoft.com/office/drawing/2014/main" id="{E699AA99-52B5-42F2-B11F-EBE871D8A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4572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08" name="Oval 133">
              <a:extLst>
                <a:ext uri="{FF2B5EF4-FFF2-40B4-BE49-F238E27FC236}">
                  <a16:creationId xmlns:a16="http://schemas.microsoft.com/office/drawing/2014/main" id="{B7B6B605-DDE9-41F5-A430-F4C667333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4572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09" name="AutoShape 134">
              <a:extLst>
                <a:ext uri="{FF2B5EF4-FFF2-40B4-BE49-F238E27FC236}">
                  <a16:creationId xmlns:a16="http://schemas.microsoft.com/office/drawing/2014/main" id="{B9600250-2C11-4E8B-8A32-9818DA4F6A16}"/>
                </a:ext>
              </a:extLst>
            </p:cNvPr>
            <p:cNvCxnSpPr>
              <a:cxnSpLocks noChangeShapeType="1"/>
              <a:stCxn id="205" idx="6"/>
              <a:endCxn id="206" idx="2"/>
            </p:cNvCxnSpPr>
            <p:nvPr/>
          </p:nvCxnSpPr>
          <p:spPr bwMode="auto">
            <a:xfrm>
              <a:off x="9753600" y="39624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0" name="AutoShape 136">
              <a:extLst>
                <a:ext uri="{FF2B5EF4-FFF2-40B4-BE49-F238E27FC236}">
                  <a16:creationId xmlns:a16="http://schemas.microsoft.com/office/drawing/2014/main" id="{670C0E58-A0C8-479D-8740-0BF9952650A7}"/>
                </a:ext>
              </a:extLst>
            </p:cNvPr>
            <p:cNvCxnSpPr>
              <a:cxnSpLocks noChangeShapeType="1"/>
              <a:stCxn id="207" idx="6"/>
              <a:endCxn id="208" idx="2"/>
            </p:cNvCxnSpPr>
            <p:nvPr/>
          </p:nvCxnSpPr>
          <p:spPr bwMode="auto">
            <a:xfrm>
              <a:off x="9753600" y="47244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1" name="AutoShape 139">
              <a:extLst>
                <a:ext uri="{FF2B5EF4-FFF2-40B4-BE49-F238E27FC236}">
                  <a16:creationId xmlns:a16="http://schemas.microsoft.com/office/drawing/2014/main" id="{AC86BA7B-E8DD-4488-8A78-F1FE413BDD66}"/>
                </a:ext>
              </a:extLst>
            </p:cNvPr>
            <p:cNvCxnSpPr>
              <a:cxnSpLocks noChangeShapeType="1"/>
              <a:stCxn id="205" idx="5"/>
              <a:endCxn id="208" idx="1"/>
            </p:cNvCxnSpPr>
            <p:nvPr/>
          </p:nvCxnSpPr>
          <p:spPr bwMode="auto">
            <a:xfrm>
              <a:off x="9709150" y="40703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2" name="Oval 140">
              <a:extLst>
                <a:ext uri="{FF2B5EF4-FFF2-40B4-BE49-F238E27FC236}">
                  <a16:creationId xmlns:a16="http://schemas.microsoft.com/office/drawing/2014/main" id="{F816EAED-E643-4A72-991E-B4EA98B03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3810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13" name="Oval 141">
              <a:extLst>
                <a:ext uri="{FF2B5EF4-FFF2-40B4-BE49-F238E27FC236}">
                  <a16:creationId xmlns:a16="http://schemas.microsoft.com/office/drawing/2014/main" id="{CB2A16AD-E327-4140-876F-1C69A26EC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3810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14" name="Oval 142">
              <a:extLst>
                <a:ext uri="{FF2B5EF4-FFF2-40B4-BE49-F238E27FC236}">
                  <a16:creationId xmlns:a16="http://schemas.microsoft.com/office/drawing/2014/main" id="{F290BB9B-E06C-4541-8BF8-7FD282BAF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4572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15" name="Oval 143">
              <a:extLst>
                <a:ext uri="{FF2B5EF4-FFF2-40B4-BE49-F238E27FC236}">
                  <a16:creationId xmlns:a16="http://schemas.microsoft.com/office/drawing/2014/main" id="{4623A6B0-5F22-43B9-AD66-378724FA3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4572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16" name="AutoShape 145">
              <a:extLst>
                <a:ext uri="{FF2B5EF4-FFF2-40B4-BE49-F238E27FC236}">
                  <a16:creationId xmlns:a16="http://schemas.microsoft.com/office/drawing/2014/main" id="{B093C169-9141-4DAA-AC7F-BFE1D0891676}"/>
                </a:ext>
              </a:extLst>
            </p:cNvPr>
            <p:cNvCxnSpPr>
              <a:cxnSpLocks noChangeShapeType="1"/>
              <a:stCxn id="212" idx="4"/>
              <a:endCxn id="214" idx="0"/>
            </p:cNvCxnSpPr>
            <p:nvPr/>
          </p:nvCxnSpPr>
          <p:spPr bwMode="auto">
            <a:xfrm>
              <a:off x="7848600" y="41148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7" name="AutoShape 147">
              <a:extLst>
                <a:ext uri="{FF2B5EF4-FFF2-40B4-BE49-F238E27FC236}">
                  <a16:creationId xmlns:a16="http://schemas.microsoft.com/office/drawing/2014/main" id="{E84D1D9F-CACA-4792-8256-CB5C9C5998BD}"/>
                </a:ext>
              </a:extLst>
            </p:cNvPr>
            <p:cNvCxnSpPr>
              <a:cxnSpLocks noChangeShapeType="1"/>
              <a:stCxn id="213" idx="4"/>
              <a:endCxn id="215" idx="0"/>
            </p:cNvCxnSpPr>
            <p:nvPr/>
          </p:nvCxnSpPr>
          <p:spPr bwMode="auto">
            <a:xfrm>
              <a:off x="8534400" y="41148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8" name="AutoShape 148">
              <a:extLst>
                <a:ext uri="{FF2B5EF4-FFF2-40B4-BE49-F238E27FC236}">
                  <a16:creationId xmlns:a16="http://schemas.microsoft.com/office/drawing/2014/main" id="{54E36460-C6E9-44AC-8138-EAAAA8124E14}"/>
                </a:ext>
              </a:extLst>
            </p:cNvPr>
            <p:cNvCxnSpPr>
              <a:cxnSpLocks noChangeShapeType="1"/>
              <a:stCxn id="213" idx="3"/>
              <a:endCxn id="214" idx="7"/>
            </p:cNvCxnSpPr>
            <p:nvPr/>
          </p:nvCxnSpPr>
          <p:spPr bwMode="auto">
            <a:xfrm flipH="1">
              <a:off x="7956550" y="40703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9" name="Oval 150">
              <a:extLst>
                <a:ext uri="{FF2B5EF4-FFF2-40B4-BE49-F238E27FC236}">
                  <a16:creationId xmlns:a16="http://schemas.microsoft.com/office/drawing/2014/main" id="{A8B8D20E-D1D2-491F-869F-D8CE4AD1A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20" name="Oval 151">
              <a:extLst>
                <a:ext uri="{FF2B5EF4-FFF2-40B4-BE49-F238E27FC236}">
                  <a16:creationId xmlns:a16="http://schemas.microsoft.com/office/drawing/2014/main" id="{5A6601BF-414B-41EE-AEE5-5696B3D5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21" name="Oval 152">
              <a:extLst>
                <a:ext uri="{FF2B5EF4-FFF2-40B4-BE49-F238E27FC236}">
                  <a16:creationId xmlns:a16="http://schemas.microsoft.com/office/drawing/2014/main" id="{9E7AA1AE-6BBC-4279-931F-E6E939B90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4572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22" name="Oval 153">
              <a:extLst>
                <a:ext uri="{FF2B5EF4-FFF2-40B4-BE49-F238E27FC236}">
                  <a16:creationId xmlns:a16="http://schemas.microsoft.com/office/drawing/2014/main" id="{876D3EAF-BC55-4461-A87E-F8CF375C8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4572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23" name="AutoShape 154">
              <a:extLst>
                <a:ext uri="{FF2B5EF4-FFF2-40B4-BE49-F238E27FC236}">
                  <a16:creationId xmlns:a16="http://schemas.microsoft.com/office/drawing/2014/main" id="{3F296D12-E900-48FF-8050-C7457881A702}"/>
                </a:ext>
              </a:extLst>
            </p:cNvPr>
            <p:cNvCxnSpPr>
              <a:cxnSpLocks noChangeShapeType="1"/>
              <a:stCxn id="219" idx="6"/>
              <a:endCxn id="220" idx="2"/>
            </p:cNvCxnSpPr>
            <p:nvPr/>
          </p:nvCxnSpPr>
          <p:spPr bwMode="auto">
            <a:xfrm>
              <a:off x="6248400" y="39624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4" name="AutoShape 156">
              <a:extLst>
                <a:ext uri="{FF2B5EF4-FFF2-40B4-BE49-F238E27FC236}">
                  <a16:creationId xmlns:a16="http://schemas.microsoft.com/office/drawing/2014/main" id="{953B9409-B425-4054-84D3-C9AA52AA3D3C}"/>
                </a:ext>
              </a:extLst>
            </p:cNvPr>
            <p:cNvCxnSpPr>
              <a:cxnSpLocks noChangeShapeType="1"/>
              <a:stCxn id="221" idx="6"/>
              <a:endCxn id="222" idx="2"/>
            </p:cNvCxnSpPr>
            <p:nvPr/>
          </p:nvCxnSpPr>
          <p:spPr bwMode="auto">
            <a:xfrm>
              <a:off x="6248400" y="47244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" name="AutoShape 158">
              <a:extLst>
                <a:ext uri="{FF2B5EF4-FFF2-40B4-BE49-F238E27FC236}">
                  <a16:creationId xmlns:a16="http://schemas.microsoft.com/office/drawing/2014/main" id="{E4F66CF4-4DB4-4510-9593-D091A13C5353}"/>
                </a:ext>
              </a:extLst>
            </p:cNvPr>
            <p:cNvCxnSpPr>
              <a:cxnSpLocks noChangeShapeType="1"/>
              <a:stCxn id="220" idx="3"/>
              <a:endCxn id="221" idx="7"/>
            </p:cNvCxnSpPr>
            <p:nvPr/>
          </p:nvCxnSpPr>
          <p:spPr bwMode="auto">
            <a:xfrm flipH="1">
              <a:off x="6203950" y="40703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6" name="Oval 160">
              <a:extLst>
                <a:ext uri="{FF2B5EF4-FFF2-40B4-BE49-F238E27FC236}">
                  <a16:creationId xmlns:a16="http://schemas.microsoft.com/office/drawing/2014/main" id="{DB844960-6024-454E-81EA-E65F329DA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410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27" name="Oval 161">
              <a:extLst>
                <a:ext uri="{FF2B5EF4-FFF2-40B4-BE49-F238E27FC236}">
                  <a16:creationId xmlns:a16="http://schemas.microsoft.com/office/drawing/2014/main" id="{234F0E30-DF73-4992-B90B-DC2C51551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5410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28" name="Oval 162">
              <a:extLst>
                <a:ext uri="{FF2B5EF4-FFF2-40B4-BE49-F238E27FC236}">
                  <a16:creationId xmlns:a16="http://schemas.microsoft.com/office/drawing/2014/main" id="{D2A631F2-BFD0-438C-AC12-B7A1999EC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6172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29" name="Oval 163">
              <a:extLst>
                <a:ext uri="{FF2B5EF4-FFF2-40B4-BE49-F238E27FC236}">
                  <a16:creationId xmlns:a16="http://schemas.microsoft.com/office/drawing/2014/main" id="{F7C0EFBB-8D94-4246-8382-8E77C433B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6172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30" name="AutoShape 164">
              <a:extLst>
                <a:ext uri="{FF2B5EF4-FFF2-40B4-BE49-F238E27FC236}">
                  <a16:creationId xmlns:a16="http://schemas.microsoft.com/office/drawing/2014/main" id="{AAA3BB8D-081A-4849-AE83-5E61465FD3E6}"/>
                </a:ext>
              </a:extLst>
            </p:cNvPr>
            <p:cNvCxnSpPr>
              <a:cxnSpLocks noChangeShapeType="1"/>
              <a:stCxn id="226" idx="6"/>
              <a:endCxn id="227" idx="2"/>
            </p:cNvCxnSpPr>
            <p:nvPr/>
          </p:nvCxnSpPr>
          <p:spPr bwMode="auto">
            <a:xfrm>
              <a:off x="4419600" y="5562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1" name="AutoShape 165">
              <a:extLst>
                <a:ext uri="{FF2B5EF4-FFF2-40B4-BE49-F238E27FC236}">
                  <a16:creationId xmlns:a16="http://schemas.microsoft.com/office/drawing/2014/main" id="{5F52A59E-CD0B-4480-938A-1A317CF5ECCD}"/>
                </a:ext>
              </a:extLst>
            </p:cNvPr>
            <p:cNvCxnSpPr>
              <a:cxnSpLocks noChangeShapeType="1"/>
              <a:stCxn id="226" idx="4"/>
              <a:endCxn id="228" idx="0"/>
            </p:cNvCxnSpPr>
            <p:nvPr/>
          </p:nvCxnSpPr>
          <p:spPr bwMode="auto">
            <a:xfrm>
              <a:off x="4267200" y="57150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2" name="AutoShape 169">
              <a:extLst>
                <a:ext uri="{FF2B5EF4-FFF2-40B4-BE49-F238E27FC236}">
                  <a16:creationId xmlns:a16="http://schemas.microsoft.com/office/drawing/2014/main" id="{8BA75F8F-BEE0-4DC6-809A-781490FA2A6B}"/>
                </a:ext>
              </a:extLst>
            </p:cNvPr>
            <p:cNvCxnSpPr>
              <a:cxnSpLocks noChangeShapeType="1"/>
              <a:stCxn id="226" idx="5"/>
              <a:endCxn id="229" idx="1"/>
            </p:cNvCxnSpPr>
            <p:nvPr/>
          </p:nvCxnSpPr>
          <p:spPr bwMode="auto">
            <a:xfrm>
              <a:off x="4375150" y="56705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3" name="Oval 170">
              <a:extLst>
                <a:ext uri="{FF2B5EF4-FFF2-40B4-BE49-F238E27FC236}">
                  <a16:creationId xmlns:a16="http://schemas.microsoft.com/office/drawing/2014/main" id="{84647958-9E90-499A-B1CE-FE5242BC4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5410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34" name="Oval 171">
              <a:extLst>
                <a:ext uri="{FF2B5EF4-FFF2-40B4-BE49-F238E27FC236}">
                  <a16:creationId xmlns:a16="http://schemas.microsoft.com/office/drawing/2014/main" id="{27C8EDCB-7EAF-4F56-8703-9267D6B72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5410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35" name="Oval 172">
              <a:extLst>
                <a:ext uri="{FF2B5EF4-FFF2-40B4-BE49-F238E27FC236}">
                  <a16:creationId xmlns:a16="http://schemas.microsoft.com/office/drawing/2014/main" id="{A5E89039-5F16-4B6F-BCF1-44E0DF8FF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6172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36" name="Oval 173">
              <a:extLst>
                <a:ext uri="{FF2B5EF4-FFF2-40B4-BE49-F238E27FC236}">
                  <a16:creationId xmlns:a16="http://schemas.microsoft.com/office/drawing/2014/main" id="{4E102903-90B6-410F-8FFA-F061DCE59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6172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37" name="AutoShape 174">
              <a:extLst>
                <a:ext uri="{FF2B5EF4-FFF2-40B4-BE49-F238E27FC236}">
                  <a16:creationId xmlns:a16="http://schemas.microsoft.com/office/drawing/2014/main" id="{3475826D-8513-482F-885F-7832897C6B06}"/>
                </a:ext>
              </a:extLst>
            </p:cNvPr>
            <p:cNvCxnSpPr>
              <a:cxnSpLocks noChangeShapeType="1"/>
              <a:stCxn id="233" idx="6"/>
              <a:endCxn id="234" idx="2"/>
            </p:cNvCxnSpPr>
            <p:nvPr/>
          </p:nvCxnSpPr>
          <p:spPr bwMode="auto">
            <a:xfrm>
              <a:off x="9753600" y="5562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8" name="AutoShape 177">
              <a:extLst>
                <a:ext uri="{FF2B5EF4-FFF2-40B4-BE49-F238E27FC236}">
                  <a16:creationId xmlns:a16="http://schemas.microsoft.com/office/drawing/2014/main" id="{C46316F1-0B54-40A9-A0C8-67C801D1CA37}"/>
                </a:ext>
              </a:extLst>
            </p:cNvPr>
            <p:cNvCxnSpPr>
              <a:cxnSpLocks noChangeShapeType="1"/>
              <a:stCxn id="234" idx="4"/>
              <a:endCxn id="236" idx="0"/>
            </p:cNvCxnSpPr>
            <p:nvPr/>
          </p:nvCxnSpPr>
          <p:spPr bwMode="auto">
            <a:xfrm>
              <a:off x="10287000" y="57150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9" name="AutoShape 178">
              <a:extLst>
                <a:ext uri="{FF2B5EF4-FFF2-40B4-BE49-F238E27FC236}">
                  <a16:creationId xmlns:a16="http://schemas.microsoft.com/office/drawing/2014/main" id="{3C1B2860-33B4-4760-9B30-8DCCD738DC0A}"/>
                </a:ext>
              </a:extLst>
            </p:cNvPr>
            <p:cNvCxnSpPr>
              <a:cxnSpLocks noChangeShapeType="1"/>
              <a:stCxn id="234" idx="3"/>
              <a:endCxn id="235" idx="7"/>
            </p:cNvCxnSpPr>
            <p:nvPr/>
          </p:nvCxnSpPr>
          <p:spPr bwMode="auto">
            <a:xfrm flipH="1">
              <a:off x="9709150" y="56705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0" name="Oval 180">
              <a:extLst>
                <a:ext uri="{FF2B5EF4-FFF2-40B4-BE49-F238E27FC236}">
                  <a16:creationId xmlns:a16="http://schemas.microsoft.com/office/drawing/2014/main" id="{097B2B8E-96AB-41B3-9E3D-CC220E353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5410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41" name="Oval 181">
              <a:extLst>
                <a:ext uri="{FF2B5EF4-FFF2-40B4-BE49-F238E27FC236}">
                  <a16:creationId xmlns:a16="http://schemas.microsoft.com/office/drawing/2014/main" id="{D709BFB6-B55B-4B41-B8E9-C51321982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5410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42" name="Oval 182">
              <a:extLst>
                <a:ext uri="{FF2B5EF4-FFF2-40B4-BE49-F238E27FC236}">
                  <a16:creationId xmlns:a16="http://schemas.microsoft.com/office/drawing/2014/main" id="{B86A8B68-0565-4773-AEAD-55B752B3C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6172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43" name="Oval 183">
              <a:extLst>
                <a:ext uri="{FF2B5EF4-FFF2-40B4-BE49-F238E27FC236}">
                  <a16:creationId xmlns:a16="http://schemas.microsoft.com/office/drawing/2014/main" id="{42CDDBE2-1D31-49E0-B42F-8DB22B851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6172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44" name="AutoShape 186">
              <a:extLst>
                <a:ext uri="{FF2B5EF4-FFF2-40B4-BE49-F238E27FC236}">
                  <a16:creationId xmlns:a16="http://schemas.microsoft.com/office/drawing/2014/main" id="{3DA91CC3-69FA-4CE8-B1B2-79226503D945}"/>
                </a:ext>
              </a:extLst>
            </p:cNvPr>
            <p:cNvCxnSpPr>
              <a:cxnSpLocks noChangeShapeType="1"/>
              <a:stCxn id="242" idx="6"/>
              <a:endCxn id="243" idx="2"/>
            </p:cNvCxnSpPr>
            <p:nvPr/>
          </p:nvCxnSpPr>
          <p:spPr bwMode="auto">
            <a:xfrm>
              <a:off x="8001000" y="6324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" name="AutoShape 187">
              <a:extLst>
                <a:ext uri="{FF2B5EF4-FFF2-40B4-BE49-F238E27FC236}">
                  <a16:creationId xmlns:a16="http://schemas.microsoft.com/office/drawing/2014/main" id="{A08CA842-B15D-433D-B549-ACDA403B7B37}"/>
                </a:ext>
              </a:extLst>
            </p:cNvPr>
            <p:cNvCxnSpPr>
              <a:cxnSpLocks noChangeShapeType="1"/>
              <a:stCxn id="241" idx="4"/>
              <a:endCxn id="243" idx="0"/>
            </p:cNvCxnSpPr>
            <p:nvPr/>
          </p:nvCxnSpPr>
          <p:spPr bwMode="auto">
            <a:xfrm>
              <a:off x="8534400" y="57150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6" name="AutoShape 189">
              <a:extLst>
                <a:ext uri="{FF2B5EF4-FFF2-40B4-BE49-F238E27FC236}">
                  <a16:creationId xmlns:a16="http://schemas.microsoft.com/office/drawing/2014/main" id="{94462EE6-FD1E-49E1-BE75-CC1DEC73314C}"/>
                </a:ext>
              </a:extLst>
            </p:cNvPr>
            <p:cNvCxnSpPr>
              <a:cxnSpLocks noChangeShapeType="1"/>
              <a:stCxn id="240" idx="5"/>
              <a:endCxn id="243" idx="1"/>
            </p:cNvCxnSpPr>
            <p:nvPr/>
          </p:nvCxnSpPr>
          <p:spPr bwMode="auto">
            <a:xfrm>
              <a:off x="7956550" y="56705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7" name="Oval 190">
              <a:extLst>
                <a:ext uri="{FF2B5EF4-FFF2-40B4-BE49-F238E27FC236}">
                  <a16:creationId xmlns:a16="http://schemas.microsoft.com/office/drawing/2014/main" id="{7841660D-A1D9-4293-B773-079683932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5410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48" name="Oval 191">
              <a:extLst>
                <a:ext uri="{FF2B5EF4-FFF2-40B4-BE49-F238E27FC236}">
                  <a16:creationId xmlns:a16="http://schemas.microsoft.com/office/drawing/2014/main" id="{2841BB63-044B-4816-AE34-14CB16DD9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5410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49" name="Oval 192">
              <a:extLst>
                <a:ext uri="{FF2B5EF4-FFF2-40B4-BE49-F238E27FC236}">
                  <a16:creationId xmlns:a16="http://schemas.microsoft.com/office/drawing/2014/main" id="{89D8CF39-E66A-45F7-B239-BF577013F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6172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50" name="Oval 193">
              <a:extLst>
                <a:ext uri="{FF2B5EF4-FFF2-40B4-BE49-F238E27FC236}">
                  <a16:creationId xmlns:a16="http://schemas.microsoft.com/office/drawing/2014/main" id="{806685D0-B974-4021-907F-B08982657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6172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51" name="AutoShape 195">
              <a:extLst>
                <a:ext uri="{FF2B5EF4-FFF2-40B4-BE49-F238E27FC236}">
                  <a16:creationId xmlns:a16="http://schemas.microsoft.com/office/drawing/2014/main" id="{C785B5FF-D183-4477-8B8B-36598CA73F63}"/>
                </a:ext>
              </a:extLst>
            </p:cNvPr>
            <p:cNvCxnSpPr>
              <a:cxnSpLocks noChangeShapeType="1"/>
              <a:stCxn id="247" idx="4"/>
              <a:endCxn id="249" idx="0"/>
            </p:cNvCxnSpPr>
            <p:nvPr/>
          </p:nvCxnSpPr>
          <p:spPr bwMode="auto">
            <a:xfrm>
              <a:off x="6096000" y="57150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2" name="AutoShape 196">
              <a:extLst>
                <a:ext uri="{FF2B5EF4-FFF2-40B4-BE49-F238E27FC236}">
                  <a16:creationId xmlns:a16="http://schemas.microsoft.com/office/drawing/2014/main" id="{B3EAB44F-98A7-486B-B1A0-CC8979EE07FA}"/>
                </a:ext>
              </a:extLst>
            </p:cNvPr>
            <p:cNvCxnSpPr>
              <a:cxnSpLocks noChangeShapeType="1"/>
              <a:stCxn id="249" idx="6"/>
              <a:endCxn id="250" idx="2"/>
            </p:cNvCxnSpPr>
            <p:nvPr/>
          </p:nvCxnSpPr>
          <p:spPr bwMode="auto">
            <a:xfrm>
              <a:off x="6248400" y="6324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3" name="AutoShape 198">
              <a:extLst>
                <a:ext uri="{FF2B5EF4-FFF2-40B4-BE49-F238E27FC236}">
                  <a16:creationId xmlns:a16="http://schemas.microsoft.com/office/drawing/2014/main" id="{6E57A14A-43E6-4EF7-A5FB-B706A2B6ECD8}"/>
                </a:ext>
              </a:extLst>
            </p:cNvPr>
            <p:cNvCxnSpPr>
              <a:cxnSpLocks noChangeShapeType="1"/>
              <a:stCxn id="248" idx="3"/>
              <a:endCxn id="249" idx="7"/>
            </p:cNvCxnSpPr>
            <p:nvPr/>
          </p:nvCxnSpPr>
          <p:spPr bwMode="auto">
            <a:xfrm flipH="1">
              <a:off x="6203950" y="56705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54" name="Rectangle 200">
            <a:extLst>
              <a:ext uri="{FF2B5EF4-FFF2-40B4-BE49-F238E27FC236}">
                <a16:creationId xmlns:a16="http://schemas.microsoft.com/office/drawing/2014/main" id="{78F856EF-C443-4947-9C14-DEFCB6BB9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1360" y="1239520"/>
            <a:ext cx="45719" cy="531368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/>
          </a:p>
        </p:txBody>
      </p:sp>
    </p:spTree>
    <p:extLst>
      <p:ext uri="{BB962C8B-B14F-4D97-AF65-F5344CB8AC3E}">
        <p14:creationId xmlns:p14="http://schemas.microsoft.com/office/powerpoint/2010/main" val="5534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Minimum Spanning Trees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FE61AAE4-C676-421D-8B59-43C2F91FB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1336041"/>
            <a:ext cx="89455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The Minimum Spanning Tree for a given graph is the Spanning Tree of minimum cost for that graph.</a:t>
            </a:r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A4B22FEA-2A28-40BA-96D7-3B37831A9B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9800" y="32410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262FB1A6-5D0B-4A32-AA4E-090254040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32410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B4876A60-CE93-474C-98A1-3068463F6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45364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DD402D5F-2F95-4CE2-BA8C-804EC93ED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45364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8" name="AutoShape 9">
            <a:extLst>
              <a:ext uri="{FF2B5EF4-FFF2-40B4-BE49-F238E27FC236}">
                <a16:creationId xmlns:a16="http://schemas.microsoft.com/office/drawing/2014/main" id="{0E2E6A1C-5DC3-49ED-B5CB-EE541869A4C2}"/>
              </a:ext>
            </a:extLst>
          </p:cNvPr>
          <p:cNvCxnSpPr>
            <a:cxnSpLocks noChangeShapeType="1"/>
            <a:stCxn id="4" idx="6"/>
            <a:endCxn id="5" idx="2"/>
          </p:cNvCxnSpPr>
          <p:nvPr/>
        </p:nvCxnSpPr>
        <p:spPr bwMode="auto">
          <a:xfrm>
            <a:off x="1397000" y="346964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AutoShape 10">
            <a:extLst>
              <a:ext uri="{FF2B5EF4-FFF2-40B4-BE49-F238E27FC236}">
                <a16:creationId xmlns:a16="http://schemas.microsoft.com/office/drawing/2014/main" id="{E0F0A497-AB9C-492B-9EC3-510929B6DCAE}"/>
              </a:ext>
            </a:extLst>
          </p:cNvPr>
          <p:cNvCxnSpPr>
            <a:cxnSpLocks noChangeShapeType="1"/>
            <a:stCxn id="4" idx="4"/>
            <a:endCxn id="6" idx="0"/>
          </p:cNvCxnSpPr>
          <p:nvPr/>
        </p:nvCxnSpPr>
        <p:spPr bwMode="auto">
          <a:xfrm>
            <a:off x="1168400" y="3698240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1">
            <a:extLst>
              <a:ext uri="{FF2B5EF4-FFF2-40B4-BE49-F238E27FC236}">
                <a16:creationId xmlns:a16="http://schemas.microsoft.com/office/drawing/2014/main" id="{DEA5F29A-CD50-4814-9D10-A4747447BECB}"/>
              </a:ext>
            </a:extLst>
          </p:cNvPr>
          <p:cNvCxnSpPr>
            <a:cxnSpLocks noChangeShapeType="1"/>
            <a:stCxn id="6" idx="6"/>
            <a:endCxn id="7" idx="2"/>
          </p:cNvCxnSpPr>
          <p:nvPr/>
        </p:nvCxnSpPr>
        <p:spPr bwMode="auto">
          <a:xfrm>
            <a:off x="1397000" y="476504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2">
            <a:extLst>
              <a:ext uri="{FF2B5EF4-FFF2-40B4-BE49-F238E27FC236}">
                <a16:creationId xmlns:a16="http://schemas.microsoft.com/office/drawing/2014/main" id="{2113B933-D1FF-4F87-8EAC-4FBDEACDF054}"/>
              </a:ext>
            </a:extLst>
          </p:cNvPr>
          <p:cNvCxnSpPr>
            <a:cxnSpLocks noChangeShapeType="1"/>
            <a:stCxn id="5" idx="4"/>
            <a:endCxn id="7" idx="0"/>
          </p:cNvCxnSpPr>
          <p:nvPr/>
        </p:nvCxnSpPr>
        <p:spPr bwMode="auto">
          <a:xfrm>
            <a:off x="2768600" y="3698240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AutoShape 13">
            <a:extLst>
              <a:ext uri="{FF2B5EF4-FFF2-40B4-BE49-F238E27FC236}">
                <a16:creationId xmlns:a16="http://schemas.microsoft.com/office/drawing/2014/main" id="{5F368987-8E0B-4572-884A-B772B7FE5CDE}"/>
              </a:ext>
            </a:extLst>
          </p:cNvPr>
          <p:cNvCxnSpPr>
            <a:cxnSpLocks noChangeShapeType="1"/>
            <a:stCxn id="5" idx="3"/>
            <a:endCxn id="6" idx="7"/>
          </p:cNvCxnSpPr>
          <p:nvPr/>
        </p:nvCxnSpPr>
        <p:spPr bwMode="auto">
          <a:xfrm flipH="1">
            <a:off x="1330325" y="3631565"/>
            <a:ext cx="1276350" cy="971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F8930E73-945F-4CAC-ADF9-5324451DDD21}"/>
              </a:ext>
            </a:extLst>
          </p:cNvPr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330325" y="3631565"/>
            <a:ext cx="1276350" cy="971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 Box 15">
            <a:extLst>
              <a:ext uri="{FF2B5EF4-FFF2-40B4-BE49-F238E27FC236}">
                <a16:creationId xmlns:a16="http://schemas.microsoft.com/office/drawing/2014/main" id="{8E95D6FF-F77A-4A52-87F1-2742E28C3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983" y="3950951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5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B3FE4A8F-C6A8-47E2-BBAD-56D56C167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5297" y="3093105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 dirty="0">
                <a:latin typeface="+mn-lt"/>
              </a:rPr>
              <a:t>7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762F9A94-0D6C-4DCA-BEBF-81520277F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2853" y="3545840"/>
            <a:ext cx="3433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2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49DDA31B-65DD-4ABE-A9BD-527A2C0B7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200" y="4688840"/>
            <a:ext cx="2872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1</a:t>
            </a:r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C88E318F-57E1-4727-9147-B0C9BFCA9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3926840"/>
            <a:ext cx="3481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3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0B1CFDEF-7987-4160-A969-889572BCE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5600" y="4307840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4</a:t>
            </a:r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CC4D0D40-F749-4B39-8ED9-B0CC86F3EB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64200" y="32410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21" name="Oval 22">
            <a:extLst>
              <a:ext uri="{FF2B5EF4-FFF2-40B4-BE49-F238E27FC236}">
                <a16:creationId xmlns:a16="http://schemas.microsoft.com/office/drawing/2014/main" id="{CC87367B-C0B4-4E66-BA40-5626B341F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400" y="32410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22" name="Oval 23">
            <a:extLst>
              <a:ext uri="{FF2B5EF4-FFF2-40B4-BE49-F238E27FC236}">
                <a16:creationId xmlns:a16="http://schemas.microsoft.com/office/drawing/2014/main" id="{7FFBBECC-7D49-4273-997C-CF169FA34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45364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23" name="Oval 24">
            <a:extLst>
              <a:ext uri="{FF2B5EF4-FFF2-40B4-BE49-F238E27FC236}">
                <a16:creationId xmlns:a16="http://schemas.microsoft.com/office/drawing/2014/main" id="{A587C8B7-3498-4198-B163-F7E8DCF6B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400" y="45364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24" name="AutoShape 27">
            <a:extLst>
              <a:ext uri="{FF2B5EF4-FFF2-40B4-BE49-F238E27FC236}">
                <a16:creationId xmlns:a16="http://schemas.microsoft.com/office/drawing/2014/main" id="{E910FE4B-293A-4D22-89D9-D44B1DC72B51}"/>
              </a:ext>
            </a:extLst>
          </p:cNvPr>
          <p:cNvCxnSpPr>
            <a:cxnSpLocks noChangeShapeType="1"/>
            <a:stCxn id="22" idx="6"/>
            <a:endCxn id="23" idx="2"/>
          </p:cNvCxnSpPr>
          <p:nvPr/>
        </p:nvCxnSpPr>
        <p:spPr bwMode="auto">
          <a:xfrm>
            <a:off x="6121400" y="476504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28">
            <a:extLst>
              <a:ext uri="{FF2B5EF4-FFF2-40B4-BE49-F238E27FC236}">
                <a16:creationId xmlns:a16="http://schemas.microsoft.com/office/drawing/2014/main" id="{D3BC4765-A959-479F-8A9B-B674A8A20BAC}"/>
              </a:ext>
            </a:extLst>
          </p:cNvPr>
          <p:cNvCxnSpPr>
            <a:cxnSpLocks noChangeShapeType="1"/>
            <a:stCxn id="21" idx="4"/>
            <a:endCxn id="23" idx="0"/>
          </p:cNvCxnSpPr>
          <p:nvPr/>
        </p:nvCxnSpPr>
        <p:spPr bwMode="auto">
          <a:xfrm>
            <a:off x="7493000" y="3698240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AutoShape 30">
            <a:extLst>
              <a:ext uri="{FF2B5EF4-FFF2-40B4-BE49-F238E27FC236}">
                <a16:creationId xmlns:a16="http://schemas.microsoft.com/office/drawing/2014/main" id="{167A04BA-CB81-40C4-9170-F273DB086679}"/>
              </a:ext>
            </a:extLst>
          </p:cNvPr>
          <p:cNvCxnSpPr>
            <a:cxnSpLocks noChangeShapeType="1"/>
            <a:stCxn id="20" idx="5"/>
            <a:endCxn id="23" idx="1"/>
          </p:cNvCxnSpPr>
          <p:nvPr/>
        </p:nvCxnSpPr>
        <p:spPr bwMode="auto">
          <a:xfrm>
            <a:off x="6054725" y="3631565"/>
            <a:ext cx="1276350" cy="971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 Box 33">
            <a:extLst>
              <a:ext uri="{FF2B5EF4-FFF2-40B4-BE49-F238E27FC236}">
                <a16:creationId xmlns:a16="http://schemas.microsoft.com/office/drawing/2014/main" id="{A3284625-24D6-4694-9443-E2D857207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243" y="3557893"/>
            <a:ext cx="3433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 dirty="0">
                <a:latin typeface="+mn-lt"/>
              </a:rPr>
              <a:t>2</a:t>
            </a:r>
          </a:p>
        </p:txBody>
      </p:sp>
      <p:sp>
        <p:nvSpPr>
          <p:cNvPr id="28" name="Text Box 34">
            <a:extLst>
              <a:ext uri="{FF2B5EF4-FFF2-40B4-BE49-F238E27FC236}">
                <a16:creationId xmlns:a16="http://schemas.microsoft.com/office/drawing/2014/main" id="{1373ACF7-AEE2-43D0-9878-4001E87A7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600" y="4688840"/>
            <a:ext cx="2872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1</a:t>
            </a:r>
          </a:p>
        </p:txBody>
      </p:sp>
      <p:sp>
        <p:nvSpPr>
          <p:cNvPr id="29" name="Text Box 35">
            <a:extLst>
              <a:ext uri="{FF2B5EF4-FFF2-40B4-BE49-F238E27FC236}">
                <a16:creationId xmlns:a16="http://schemas.microsoft.com/office/drawing/2014/main" id="{CF80D370-37ED-4BE3-B971-3080BB8DE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0" y="3926840"/>
            <a:ext cx="3481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3</a:t>
            </a:r>
          </a:p>
        </p:txBody>
      </p:sp>
      <p:sp>
        <p:nvSpPr>
          <p:cNvPr id="30" name="AutoShape 37">
            <a:extLst>
              <a:ext uri="{FF2B5EF4-FFF2-40B4-BE49-F238E27FC236}">
                <a16:creationId xmlns:a16="http://schemas.microsoft.com/office/drawing/2014/main" id="{A323B965-F78F-4055-A740-956E2A38D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7801" y="3926841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31" name="Text Box 38">
            <a:extLst>
              <a:ext uri="{FF2B5EF4-FFF2-40B4-BE49-F238E27FC236}">
                <a16:creationId xmlns:a16="http://schemas.microsoft.com/office/drawing/2014/main" id="{44E62F89-EEEE-4CBD-836D-749EAF627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2555240"/>
            <a:ext cx="24096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Complete Graph</a:t>
            </a:r>
          </a:p>
        </p:txBody>
      </p:sp>
      <p:sp>
        <p:nvSpPr>
          <p:cNvPr id="32" name="Text Box 39">
            <a:extLst>
              <a:ext uri="{FF2B5EF4-FFF2-40B4-BE49-F238E27FC236}">
                <a16:creationId xmlns:a16="http://schemas.microsoft.com/office/drawing/2014/main" id="{B11B9A7B-A5C1-4C02-83FB-606BA74ED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801" y="2555240"/>
            <a:ext cx="35012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Minimum Spanning Tree</a:t>
            </a:r>
          </a:p>
        </p:txBody>
      </p:sp>
    </p:spTree>
    <p:extLst>
      <p:ext uri="{BB962C8B-B14F-4D97-AF65-F5344CB8AC3E}">
        <p14:creationId xmlns:p14="http://schemas.microsoft.com/office/powerpoint/2010/main" val="2096291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Trees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7B23979-9C0F-44BE-8163-C8F91A0A6787}"/>
              </a:ext>
            </a:extLst>
          </p:cNvPr>
          <p:cNvGrpSpPr>
            <a:grpSpLocks/>
          </p:cNvGrpSpPr>
          <p:nvPr/>
        </p:nvGrpSpPr>
        <p:grpSpPr bwMode="auto">
          <a:xfrm>
            <a:off x="853440" y="3810000"/>
            <a:ext cx="533400" cy="533400"/>
            <a:chOff x="576" y="2400"/>
            <a:chExt cx="336" cy="336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EA099F08-7BB6-48B7-AC9F-1370EA327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C143C7C9-024B-44B7-AF19-7AC289C45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4C81138-587E-422C-8010-2504AD42D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6E1AC284-4E3E-48EF-AA18-837AC98D2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CEAF8AC-A66F-44E1-BBA3-AF00225E4CAE}"/>
              </a:ext>
            </a:extLst>
          </p:cNvPr>
          <p:cNvGrpSpPr>
            <a:grpSpLocks/>
          </p:cNvGrpSpPr>
          <p:nvPr/>
        </p:nvGrpSpPr>
        <p:grpSpPr bwMode="auto">
          <a:xfrm>
            <a:off x="4739640" y="4572000"/>
            <a:ext cx="533400" cy="533400"/>
            <a:chOff x="576" y="2400"/>
            <a:chExt cx="336" cy="336"/>
          </a:xfrm>
        </p:grpSpPr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F29CFEB5-C866-41DB-994A-5F49DC3FA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ABE7DD80-2C63-4D41-B228-231121ADB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ED8C7543-FCBA-4AAE-A1DD-5EB9041F9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893DAC01-3D7E-406B-9D9D-3F6118CCB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B4191C4-1ABC-47BD-8E6A-191DB34FC71D}"/>
              </a:ext>
            </a:extLst>
          </p:cNvPr>
          <p:cNvGrpSpPr>
            <a:grpSpLocks/>
          </p:cNvGrpSpPr>
          <p:nvPr/>
        </p:nvGrpSpPr>
        <p:grpSpPr bwMode="auto">
          <a:xfrm>
            <a:off x="3291840" y="2133600"/>
            <a:ext cx="533400" cy="533400"/>
            <a:chOff x="576" y="2400"/>
            <a:chExt cx="336" cy="336"/>
          </a:xfrm>
        </p:grpSpPr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85995C3A-0FA4-4230-B060-1A3F8DEE0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9C946675-3D57-493D-95E4-41A2943AA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0FB7BFDB-32AC-4F4B-A24D-9ECC272B1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45EA94FA-CB28-481F-BD8B-D8D6260BF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017785E-6B74-4622-9E60-CA9427F4CF3B}"/>
              </a:ext>
            </a:extLst>
          </p:cNvPr>
          <p:cNvGrpSpPr>
            <a:grpSpLocks/>
          </p:cNvGrpSpPr>
          <p:nvPr/>
        </p:nvGrpSpPr>
        <p:grpSpPr bwMode="auto">
          <a:xfrm>
            <a:off x="5958840" y="1905000"/>
            <a:ext cx="533400" cy="533400"/>
            <a:chOff x="576" y="2400"/>
            <a:chExt cx="336" cy="336"/>
          </a:xfrm>
        </p:grpSpPr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8160770F-B8D2-457A-9763-9C9CB1CD3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77DE3C3A-AD68-4DB6-9A53-984677537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36DC2C72-287E-4AB9-B880-C19A9C2D1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287B942F-CEB5-4B5C-A0D8-F468AA19C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3B5300A0-2EA8-4F95-8E1B-B5DE170EBA3B}"/>
              </a:ext>
            </a:extLst>
          </p:cNvPr>
          <p:cNvGrpSpPr>
            <a:grpSpLocks/>
          </p:cNvGrpSpPr>
          <p:nvPr/>
        </p:nvGrpSpPr>
        <p:grpSpPr bwMode="auto">
          <a:xfrm>
            <a:off x="2301240" y="2971800"/>
            <a:ext cx="533400" cy="533400"/>
            <a:chOff x="576" y="2400"/>
            <a:chExt cx="336" cy="336"/>
          </a:xfrm>
        </p:grpSpPr>
        <p:sp>
          <p:nvSpPr>
            <p:cNvPr id="24" name="AutoShape 24">
              <a:extLst>
                <a:ext uri="{FF2B5EF4-FFF2-40B4-BE49-F238E27FC236}">
                  <a16:creationId xmlns:a16="http://schemas.microsoft.com/office/drawing/2014/main" id="{A6A818CB-DCE0-4A2E-95D1-6F0821787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E37C3E43-7CC0-4B09-82D2-903510CA7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469F111D-00D6-47BF-838B-060C3A444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48C9A34D-5202-4940-8CFB-CB3363533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5D92AEE-48D9-4851-B837-BA09A84DCD90}"/>
              </a:ext>
            </a:extLst>
          </p:cNvPr>
          <p:cNvGrpSpPr>
            <a:grpSpLocks/>
          </p:cNvGrpSpPr>
          <p:nvPr/>
        </p:nvGrpSpPr>
        <p:grpSpPr bwMode="auto">
          <a:xfrm>
            <a:off x="1082040" y="2209800"/>
            <a:ext cx="533400" cy="533400"/>
            <a:chOff x="576" y="2400"/>
            <a:chExt cx="336" cy="336"/>
          </a:xfrm>
        </p:grpSpPr>
        <p:sp>
          <p:nvSpPr>
            <p:cNvPr id="29" name="AutoShape 29">
              <a:extLst>
                <a:ext uri="{FF2B5EF4-FFF2-40B4-BE49-F238E27FC236}">
                  <a16:creationId xmlns:a16="http://schemas.microsoft.com/office/drawing/2014/main" id="{C7989253-F6C3-4250-B27C-90499E3F2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5DE330B3-46C4-460F-A48A-8116E3F40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9F931886-D032-4C82-A6F6-DC82FA753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21D0358F-29AE-4A96-89F9-3D9D5268C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362C9256-6523-4985-9B90-D38A71B23832}"/>
              </a:ext>
            </a:extLst>
          </p:cNvPr>
          <p:cNvGrpSpPr>
            <a:grpSpLocks/>
          </p:cNvGrpSpPr>
          <p:nvPr/>
        </p:nvGrpSpPr>
        <p:grpSpPr bwMode="auto">
          <a:xfrm>
            <a:off x="1767840" y="1524000"/>
            <a:ext cx="533400" cy="533400"/>
            <a:chOff x="576" y="2400"/>
            <a:chExt cx="336" cy="336"/>
          </a:xfrm>
        </p:grpSpPr>
        <p:sp>
          <p:nvSpPr>
            <p:cNvPr id="34" name="AutoShape 34">
              <a:extLst>
                <a:ext uri="{FF2B5EF4-FFF2-40B4-BE49-F238E27FC236}">
                  <a16:creationId xmlns:a16="http://schemas.microsoft.com/office/drawing/2014/main" id="{F6745C46-F8E5-4646-AED2-9DF2EB87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4337D262-C227-41FF-AB16-BC716A131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2666737B-0DCA-4FE7-A1E6-8864184DC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A81BD916-C12C-495B-B1CC-F452E3926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D8B55DE9-CA86-4649-99CA-E62E4EDDCA0B}"/>
              </a:ext>
            </a:extLst>
          </p:cNvPr>
          <p:cNvGrpSpPr>
            <a:grpSpLocks/>
          </p:cNvGrpSpPr>
          <p:nvPr/>
        </p:nvGrpSpPr>
        <p:grpSpPr bwMode="auto">
          <a:xfrm>
            <a:off x="1920240" y="3962400"/>
            <a:ext cx="533400" cy="533400"/>
            <a:chOff x="576" y="2400"/>
            <a:chExt cx="336" cy="336"/>
          </a:xfrm>
        </p:grpSpPr>
        <p:sp>
          <p:nvSpPr>
            <p:cNvPr id="39" name="AutoShape 39">
              <a:extLst>
                <a:ext uri="{FF2B5EF4-FFF2-40B4-BE49-F238E27FC236}">
                  <a16:creationId xmlns:a16="http://schemas.microsoft.com/office/drawing/2014/main" id="{E47EADC9-1778-4D05-8746-9D55455B8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76A02A12-7104-40CB-BFDE-BD2BEA0FB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1388BF02-DD2D-4CEA-B9AA-DBEFF4CE9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EF72207B-4A6A-43A1-9EB6-E45FBD0B3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3" name="Group 43">
            <a:extLst>
              <a:ext uri="{FF2B5EF4-FFF2-40B4-BE49-F238E27FC236}">
                <a16:creationId xmlns:a16="http://schemas.microsoft.com/office/drawing/2014/main" id="{BC3C941B-87EF-442A-8728-FE6E31EADADF}"/>
              </a:ext>
            </a:extLst>
          </p:cNvPr>
          <p:cNvGrpSpPr>
            <a:grpSpLocks/>
          </p:cNvGrpSpPr>
          <p:nvPr/>
        </p:nvGrpSpPr>
        <p:grpSpPr bwMode="auto">
          <a:xfrm>
            <a:off x="4206240" y="3048000"/>
            <a:ext cx="1371600" cy="762000"/>
            <a:chOff x="2688" y="2064"/>
            <a:chExt cx="864" cy="480"/>
          </a:xfrm>
        </p:grpSpPr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6049B675-78BB-4E7E-B586-6C3E5AC7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5" name="Rectangle 45">
              <a:extLst>
                <a:ext uri="{FF2B5EF4-FFF2-40B4-BE49-F238E27FC236}">
                  <a16:creationId xmlns:a16="http://schemas.microsoft.com/office/drawing/2014/main" id="{5CF168C6-E0F4-41F6-BA29-C6564FFA1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077072C6-F42F-49EC-B9E6-C5D595B44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C66A8068-FAA8-4814-8967-75BFC5BD3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8B854D5D-53DB-4A8D-B0E9-8A9A8F84E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49">
              <a:extLst>
                <a:ext uri="{FF2B5EF4-FFF2-40B4-BE49-F238E27FC236}">
                  <a16:creationId xmlns:a16="http://schemas.microsoft.com/office/drawing/2014/main" id="{851E2247-714F-4C5B-991E-EC87399B3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50">
              <a:extLst>
                <a:ext uri="{FF2B5EF4-FFF2-40B4-BE49-F238E27FC236}">
                  <a16:creationId xmlns:a16="http://schemas.microsoft.com/office/drawing/2014/main" id="{C3D3193D-3BD9-4C30-AD7D-999903ECE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51">
              <a:extLst>
                <a:ext uri="{FF2B5EF4-FFF2-40B4-BE49-F238E27FC236}">
                  <a16:creationId xmlns:a16="http://schemas.microsoft.com/office/drawing/2014/main" id="{19C8575A-963E-42AF-8E45-44D5A9BFC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52">
              <a:extLst>
                <a:ext uri="{FF2B5EF4-FFF2-40B4-BE49-F238E27FC236}">
                  <a16:creationId xmlns:a16="http://schemas.microsoft.com/office/drawing/2014/main" id="{E7AA81C3-07F8-4C19-A97B-3DD9DC971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53">
              <a:extLst>
                <a:ext uri="{FF2B5EF4-FFF2-40B4-BE49-F238E27FC236}">
                  <a16:creationId xmlns:a16="http://schemas.microsoft.com/office/drawing/2014/main" id="{22813D1C-8576-4B1E-B2A0-CED5E0F75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54">
              <a:extLst>
                <a:ext uri="{FF2B5EF4-FFF2-40B4-BE49-F238E27FC236}">
                  <a16:creationId xmlns:a16="http://schemas.microsoft.com/office/drawing/2014/main" id="{DCC920AB-0B1A-4645-8581-51F15981B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55" name="Text Box 55">
            <a:extLst>
              <a:ext uri="{FF2B5EF4-FFF2-40B4-BE49-F238E27FC236}">
                <a16:creationId xmlns:a16="http://schemas.microsoft.com/office/drawing/2014/main" id="{06324DAD-D159-425C-A9CF-1FED4D056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0040" y="3810001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Arial" panose="020B0604020202020204" pitchFamily="34" charset="0"/>
              </a:rPr>
              <a:t>Central office</a:t>
            </a:r>
          </a:p>
        </p:txBody>
      </p:sp>
      <p:grpSp>
        <p:nvGrpSpPr>
          <p:cNvPr id="56" name="Group 56">
            <a:extLst>
              <a:ext uri="{FF2B5EF4-FFF2-40B4-BE49-F238E27FC236}">
                <a16:creationId xmlns:a16="http://schemas.microsoft.com/office/drawing/2014/main" id="{79428650-2F63-4DFC-BD76-94801163DE1B}"/>
              </a:ext>
            </a:extLst>
          </p:cNvPr>
          <p:cNvGrpSpPr>
            <a:grpSpLocks/>
          </p:cNvGrpSpPr>
          <p:nvPr/>
        </p:nvGrpSpPr>
        <p:grpSpPr bwMode="auto">
          <a:xfrm>
            <a:off x="6873240" y="4495800"/>
            <a:ext cx="533400" cy="533400"/>
            <a:chOff x="576" y="2400"/>
            <a:chExt cx="336" cy="336"/>
          </a:xfrm>
        </p:grpSpPr>
        <p:sp>
          <p:nvSpPr>
            <p:cNvPr id="57" name="AutoShape 57">
              <a:extLst>
                <a:ext uri="{FF2B5EF4-FFF2-40B4-BE49-F238E27FC236}">
                  <a16:creationId xmlns:a16="http://schemas.microsoft.com/office/drawing/2014/main" id="{FFC56478-F976-4871-8ECB-431DE7641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8" name="Rectangle 58">
              <a:extLst>
                <a:ext uri="{FF2B5EF4-FFF2-40B4-BE49-F238E27FC236}">
                  <a16:creationId xmlns:a16="http://schemas.microsoft.com/office/drawing/2014/main" id="{0971C50B-1964-4439-A306-D770FF65A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" name="Rectangle 59">
              <a:extLst>
                <a:ext uri="{FF2B5EF4-FFF2-40B4-BE49-F238E27FC236}">
                  <a16:creationId xmlns:a16="http://schemas.microsoft.com/office/drawing/2014/main" id="{2FA2DD20-0E68-4F1C-B412-1977B5A86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0AC65C79-BFAF-427C-95FC-A53B4FE07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61" name="Group 61">
            <a:extLst>
              <a:ext uri="{FF2B5EF4-FFF2-40B4-BE49-F238E27FC236}">
                <a16:creationId xmlns:a16="http://schemas.microsoft.com/office/drawing/2014/main" id="{D9701F21-AFF3-45CA-9A61-2EFB2E572D4A}"/>
              </a:ext>
            </a:extLst>
          </p:cNvPr>
          <p:cNvGrpSpPr>
            <a:grpSpLocks/>
          </p:cNvGrpSpPr>
          <p:nvPr/>
        </p:nvGrpSpPr>
        <p:grpSpPr bwMode="auto">
          <a:xfrm>
            <a:off x="6111240" y="4495800"/>
            <a:ext cx="533400" cy="533400"/>
            <a:chOff x="576" y="2400"/>
            <a:chExt cx="336" cy="336"/>
          </a:xfrm>
        </p:grpSpPr>
        <p:sp>
          <p:nvSpPr>
            <p:cNvPr id="62" name="AutoShape 62">
              <a:extLst>
                <a:ext uri="{FF2B5EF4-FFF2-40B4-BE49-F238E27FC236}">
                  <a16:creationId xmlns:a16="http://schemas.microsoft.com/office/drawing/2014/main" id="{6CA8BE4E-94F9-4E35-A9B6-794FDBCCD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" name="Rectangle 63">
              <a:extLst>
                <a:ext uri="{FF2B5EF4-FFF2-40B4-BE49-F238E27FC236}">
                  <a16:creationId xmlns:a16="http://schemas.microsoft.com/office/drawing/2014/main" id="{687DA6BC-99E5-4E65-AEB7-A18F7D45F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" name="Rectangle 64">
              <a:extLst>
                <a:ext uri="{FF2B5EF4-FFF2-40B4-BE49-F238E27FC236}">
                  <a16:creationId xmlns:a16="http://schemas.microsoft.com/office/drawing/2014/main" id="{EC09FB6A-2AF5-4F97-8FBE-CC4460460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FDA00DC0-C32E-40D8-BD9F-9BDF6D23D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35164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Trees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5A4A96C-BE9F-41FF-8039-D958D29D9790}"/>
              </a:ext>
            </a:extLst>
          </p:cNvPr>
          <p:cNvGrpSpPr>
            <a:grpSpLocks/>
          </p:cNvGrpSpPr>
          <p:nvPr/>
        </p:nvGrpSpPr>
        <p:grpSpPr bwMode="auto">
          <a:xfrm>
            <a:off x="812800" y="3810000"/>
            <a:ext cx="533400" cy="533400"/>
            <a:chOff x="576" y="2400"/>
            <a:chExt cx="336" cy="336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32B7917D-3729-4DB2-ABAF-22D37D71C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B84F359D-94DA-4983-85B5-B4B974DAA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1BFDB06-097E-48EC-808B-84C202BF5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726642E2-A4E0-4CB5-97B8-CD44E912E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723FDAA-8260-40F3-BFE0-5D529D5228FF}"/>
              </a:ext>
            </a:extLst>
          </p:cNvPr>
          <p:cNvGrpSpPr>
            <a:grpSpLocks/>
          </p:cNvGrpSpPr>
          <p:nvPr/>
        </p:nvGrpSpPr>
        <p:grpSpPr bwMode="auto">
          <a:xfrm>
            <a:off x="4699000" y="4572000"/>
            <a:ext cx="533400" cy="533400"/>
            <a:chOff x="576" y="2400"/>
            <a:chExt cx="336" cy="336"/>
          </a:xfrm>
        </p:grpSpPr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87DD9972-3F4F-4C21-99F4-C54647300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048F4892-9446-4012-B8FE-F6ED655BC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AA8D6605-204B-4DE8-8FB3-385F997E7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68385811-BF20-4053-B61A-66AE47AA1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FA00A02-0B72-44A5-8E70-1E66C4C40E57}"/>
              </a:ext>
            </a:extLst>
          </p:cNvPr>
          <p:cNvGrpSpPr>
            <a:grpSpLocks/>
          </p:cNvGrpSpPr>
          <p:nvPr/>
        </p:nvGrpSpPr>
        <p:grpSpPr bwMode="auto">
          <a:xfrm>
            <a:off x="3251200" y="2133600"/>
            <a:ext cx="533400" cy="533400"/>
            <a:chOff x="576" y="2400"/>
            <a:chExt cx="336" cy="336"/>
          </a:xfrm>
        </p:grpSpPr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9FA10C00-2A0D-4089-BF43-4CC5F8F46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9685943A-C075-4BA3-9364-19065EEDE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ADC68683-3C7A-4A04-AA65-0505C1172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50E929BC-D1CF-4ABB-AAD0-232D95FB6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F29D7D17-489C-4AD7-ABCF-659553546B08}"/>
              </a:ext>
            </a:extLst>
          </p:cNvPr>
          <p:cNvGrpSpPr>
            <a:grpSpLocks/>
          </p:cNvGrpSpPr>
          <p:nvPr/>
        </p:nvGrpSpPr>
        <p:grpSpPr bwMode="auto">
          <a:xfrm>
            <a:off x="5918200" y="1905000"/>
            <a:ext cx="533400" cy="533400"/>
            <a:chOff x="576" y="2400"/>
            <a:chExt cx="336" cy="336"/>
          </a:xfrm>
        </p:grpSpPr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E3E38701-B323-4E3E-8AF5-22D2B657F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4D1A6AA6-701A-463F-9129-3E533C33D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E6A132E0-410E-4F65-9A23-FC0FDC056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F595F3DE-7D3F-4F89-A04B-319670651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83812A10-D307-469E-9E52-F556D90A2EF5}"/>
              </a:ext>
            </a:extLst>
          </p:cNvPr>
          <p:cNvGrpSpPr>
            <a:grpSpLocks/>
          </p:cNvGrpSpPr>
          <p:nvPr/>
        </p:nvGrpSpPr>
        <p:grpSpPr bwMode="auto">
          <a:xfrm>
            <a:off x="2260600" y="2971800"/>
            <a:ext cx="533400" cy="533400"/>
            <a:chOff x="576" y="2400"/>
            <a:chExt cx="336" cy="336"/>
          </a:xfrm>
        </p:grpSpPr>
        <p:sp>
          <p:nvSpPr>
            <p:cNvPr id="24" name="AutoShape 24">
              <a:extLst>
                <a:ext uri="{FF2B5EF4-FFF2-40B4-BE49-F238E27FC236}">
                  <a16:creationId xmlns:a16="http://schemas.microsoft.com/office/drawing/2014/main" id="{4355A76D-CA8C-4A0D-8317-0E8A8C8FF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B1CB6300-4363-4C9E-BBC4-0DE512E91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72F62A7B-A07B-47C0-8234-3D0B7F8E4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A749E6FF-5F98-4937-B1BE-7E07AA7FA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BB70860-067A-4709-8897-05E13E26E914}"/>
              </a:ext>
            </a:extLst>
          </p:cNvPr>
          <p:cNvGrpSpPr>
            <a:grpSpLocks/>
          </p:cNvGrpSpPr>
          <p:nvPr/>
        </p:nvGrpSpPr>
        <p:grpSpPr bwMode="auto">
          <a:xfrm>
            <a:off x="1041400" y="2209800"/>
            <a:ext cx="533400" cy="533400"/>
            <a:chOff x="576" y="2400"/>
            <a:chExt cx="336" cy="336"/>
          </a:xfrm>
        </p:grpSpPr>
        <p:sp>
          <p:nvSpPr>
            <p:cNvPr id="29" name="AutoShape 29">
              <a:extLst>
                <a:ext uri="{FF2B5EF4-FFF2-40B4-BE49-F238E27FC236}">
                  <a16:creationId xmlns:a16="http://schemas.microsoft.com/office/drawing/2014/main" id="{0D057062-ABFF-4C75-B7E1-B661D91BD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AB73EEEA-E7EF-4789-AC05-BEA7FE3F8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45DE888B-F9F2-4A50-984A-5F00F20EB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0A9FBC97-9B12-47F5-9454-AF75080FB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5D8C303C-9E43-4201-8CAB-8343CAC49901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1524000"/>
            <a:ext cx="533400" cy="533400"/>
            <a:chOff x="576" y="2400"/>
            <a:chExt cx="336" cy="336"/>
          </a:xfrm>
        </p:grpSpPr>
        <p:sp>
          <p:nvSpPr>
            <p:cNvPr id="34" name="AutoShape 34">
              <a:extLst>
                <a:ext uri="{FF2B5EF4-FFF2-40B4-BE49-F238E27FC236}">
                  <a16:creationId xmlns:a16="http://schemas.microsoft.com/office/drawing/2014/main" id="{8076952E-F985-4F3E-8778-176ED3E81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1AE920CE-6C82-44E8-82B9-19BAF9B49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EC601A87-7095-4A49-ADD6-C09A2FDDB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D287775D-8F6D-45B6-A27C-176D23B0C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65490129-2656-43EF-9C83-E827D71CBC12}"/>
              </a:ext>
            </a:extLst>
          </p:cNvPr>
          <p:cNvGrpSpPr>
            <a:grpSpLocks/>
          </p:cNvGrpSpPr>
          <p:nvPr/>
        </p:nvGrpSpPr>
        <p:grpSpPr bwMode="auto">
          <a:xfrm>
            <a:off x="1879600" y="3962400"/>
            <a:ext cx="533400" cy="533400"/>
            <a:chOff x="576" y="2400"/>
            <a:chExt cx="336" cy="336"/>
          </a:xfrm>
        </p:grpSpPr>
        <p:sp>
          <p:nvSpPr>
            <p:cNvPr id="39" name="AutoShape 39">
              <a:extLst>
                <a:ext uri="{FF2B5EF4-FFF2-40B4-BE49-F238E27FC236}">
                  <a16:creationId xmlns:a16="http://schemas.microsoft.com/office/drawing/2014/main" id="{2ABD9F4E-AFA8-4822-8B29-60E4C2C83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99C72A47-BBAC-411C-94B2-6CC5BE70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FF6D7D0B-ADB7-4571-AC02-384A4F8AC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D4BBA764-132F-4D28-98A5-37520EA70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3" name="Text Box 43">
            <a:extLst>
              <a:ext uri="{FF2B5EF4-FFF2-40B4-BE49-F238E27FC236}">
                <a16:creationId xmlns:a16="http://schemas.microsoft.com/office/drawing/2014/main" id="{EA17C039-9E64-4110-B927-03B2368F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400" y="3810001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Arial" panose="020B0604020202020204" pitchFamily="34" charset="0"/>
              </a:rPr>
              <a:t>Central office</a:t>
            </a:r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50192466-AE5C-4DD2-A6EC-4380B48162F9}"/>
              </a:ext>
            </a:extLst>
          </p:cNvPr>
          <p:cNvGrpSpPr>
            <a:grpSpLocks/>
          </p:cNvGrpSpPr>
          <p:nvPr/>
        </p:nvGrpSpPr>
        <p:grpSpPr bwMode="auto">
          <a:xfrm>
            <a:off x="6832600" y="4495800"/>
            <a:ext cx="533400" cy="533400"/>
            <a:chOff x="576" y="2400"/>
            <a:chExt cx="336" cy="336"/>
          </a:xfrm>
        </p:grpSpPr>
        <p:sp>
          <p:nvSpPr>
            <p:cNvPr id="45" name="AutoShape 45">
              <a:extLst>
                <a:ext uri="{FF2B5EF4-FFF2-40B4-BE49-F238E27FC236}">
                  <a16:creationId xmlns:a16="http://schemas.microsoft.com/office/drawing/2014/main" id="{444C4087-3381-4DF1-9F30-0AF7091E3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E7B8E03C-9CF4-427F-BC61-3D823242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0EFDF1A5-26B1-428D-AFC7-D33DA57D3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A12AFB5B-2307-4182-B7F4-22B6C79D8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9" name="Group 49">
            <a:extLst>
              <a:ext uri="{FF2B5EF4-FFF2-40B4-BE49-F238E27FC236}">
                <a16:creationId xmlns:a16="http://schemas.microsoft.com/office/drawing/2014/main" id="{FBDF27E1-0B32-4AB7-A596-9A3A5623D80B}"/>
              </a:ext>
            </a:extLst>
          </p:cNvPr>
          <p:cNvGrpSpPr>
            <a:grpSpLocks/>
          </p:cNvGrpSpPr>
          <p:nvPr/>
        </p:nvGrpSpPr>
        <p:grpSpPr bwMode="auto">
          <a:xfrm>
            <a:off x="6070600" y="4495800"/>
            <a:ext cx="533400" cy="533400"/>
            <a:chOff x="576" y="2400"/>
            <a:chExt cx="336" cy="336"/>
          </a:xfrm>
        </p:grpSpPr>
        <p:sp>
          <p:nvSpPr>
            <p:cNvPr id="50" name="AutoShape 50">
              <a:extLst>
                <a:ext uri="{FF2B5EF4-FFF2-40B4-BE49-F238E27FC236}">
                  <a16:creationId xmlns:a16="http://schemas.microsoft.com/office/drawing/2014/main" id="{D4A6CC9D-C03E-45A5-872F-6E44A19FA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" name="Rectangle 51">
              <a:extLst>
                <a:ext uri="{FF2B5EF4-FFF2-40B4-BE49-F238E27FC236}">
                  <a16:creationId xmlns:a16="http://schemas.microsoft.com/office/drawing/2014/main" id="{B44F9650-3968-4348-AD5F-CF2E4562C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" name="Rectangle 52">
              <a:extLst>
                <a:ext uri="{FF2B5EF4-FFF2-40B4-BE49-F238E27FC236}">
                  <a16:creationId xmlns:a16="http://schemas.microsoft.com/office/drawing/2014/main" id="{30A25067-B32D-4DE3-819B-9B3C960AE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" name="Rectangle 53">
              <a:extLst>
                <a:ext uri="{FF2B5EF4-FFF2-40B4-BE49-F238E27FC236}">
                  <a16:creationId xmlns:a16="http://schemas.microsoft.com/office/drawing/2014/main" id="{9A1671CE-21F0-4487-A6B4-71B64CFD4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54" name="AutoShape 54">
            <a:extLst>
              <a:ext uri="{FF2B5EF4-FFF2-40B4-BE49-F238E27FC236}">
                <a16:creationId xmlns:a16="http://schemas.microsoft.com/office/drawing/2014/main" id="{135B5893-56CF-4EFA-93CB-C00356DC2B2E}"/>
              </a:ext>
            </a:extLst>
          </p:cNvPr>
          <p:cNvCxnSpPr>
            <a:cxnSpLocks noChangeShapeType="1"/>
            <a:stCxn id="72" idx="0"/>
            <a:endCxn id="15" idx="2"/>
          </p:cNvCxnSpPr>
          <p:nvPr/>
        </p:nvCxnSpPr>
        <p:spPr bwMode="auto">
          <a:xfrm flipH="1" flipV="1">
            <a:off x="35179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AutoShape 55">
            <a:extLst>
              <a:ext uri="{FF2B5EF4-FFF2-40B4-BE49-F238E27FC236}">
                <a16:creationId xmlns:a16="http://schemas.microsoft.com/office/drawing/2014/main" id="{F33F4895-9E19-4C41-81DB-C518F4C3409C}"/>
              </a:ext>
            </a:extLst>
          </p:cNvPr>
          <p:cNvCxnSpPr>
            <a:cxnSpLocks noChangeShapeType="1"/>
            <a:stCxn id="72" idx="0"/>
            <a:endCxn id="25" idx="3"/>
          </p:cNvCxnSpPr>
          <p:nvPr/>
        </p:nvCxnSpPr>
        <p:spPr bwMode="auto">
          <a:xfrm flipH="1" flipV="1">
            <a:off x="2720976" y="3390900"/>
            <a:ext cx="2130425" cy="114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AutoShape 56">
            <a:extLst>
              <a:ext uri="{FF2B5EF4-FFF2-40B4-BE49-F238E27FC236}">
                <a16:creationId xmlns:a16="http://schemas.microsoft.com/office/drawing/2014/main" id="{8B3EBD35-A040-4C00-830F-96CEC7FEEC7A}"/>
              </a:ext>
            </a:extLst>
          </p:cNvPr>
          <p:cNvCxnSpPr>
            <a:cxnSpLocks noChangeShapeType="1"/>
            <a:stCxn id="72" idx="0"/>
            <a:endCxn id="40" idx="3"/>
          </p:cNvCxnSpPr>
          <p:nvPr/>
        </p:nvCxnSpPr>
        <p:spPr bwMode="auto">
          <a:xfrm flipH="1">
            <a:off x="2339976" y="3505200"/>
            <a:ext cx="25114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AutoShape 57">
            <a:extLst>
              <a:ext uri="{FF2B5EF4-FFF2-40B4-BE49-F238E27FC236}">
                <a16:creationId xmlns:a16="http://schemas.microsoft.com/office/drawing/2014/main" id="{59D55E9F-8EC7-4AD3-94D0-408A82C7C06D}"/>
              </a:ext>
            </a:extLst>
          </p:cNvPr>
          <p:cNvCxnSpPr>
            <a:cxnSpLocks noChangeShapeType="1"/>
            <a:stCxn id="72" idx="0"/>
            <a:endCxn id="4" idx="5"/>
          </p:cNvCxnSpPr>
          <p:nvPr/>
        </p:nvCxnSpPr>
        <p:spPr bwMode="auto">
          <a:xfrm flipH="1">
            <a:off x="1212850" y="3505200"/>
            <a:ext cx="36385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AutoShape 58">
            <a:extLst>
              <a:ext uri="{FF2B5EF4-FFF2-40B4-BE49-F238E27FC236}">
                <a16:creationId xmlns:a16="http://schemas.microsoft.com/office/drawing/2014/main" id="{2D3D7684-9A13-4160-BBD0-C51AE8AEC22A}"/>
              </a:ext>
            </a:extLst>
          </p:cNvPr>
          <p:cNvCxnSpPr>
            <a:cxnSpLocks noChangeShapeType="1"/>
            <a:stCxn id="30" idx="3"/>
            <a:endCxn id="72" idx="0"/>
          </p:cNvCxnSpPr>
          <p:nvPr/>
        </p:nvCxnSpPr>
        <p:spPr bwMode="auto">
          <a:xfrm>
            <a:off x="1501776" y="2628900"/>
            <a:ext cx="33496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AutoShape 59">
            <a:extLst>
              <a:ext uri="{FF2B5EF4-FFF2-40B4-BE49-F238E27FC236}">
                <a16:creationId xmlns:a16="http://schemas.microsoft.com/office/drawing/2014/main" id="{F0F04908-5793-4025-95B9-AF8D574BC7A5}"/>
              </a:ext>
            </a:extLst>
          </p:cNvPr>
          <p:cNvCxnSpPr>
            <a:cxnSpLocks noChangeShapeType="1"/>
            <a:stCxn id="72" idx="0"/>
            <a:endCxn id="35" idx="2"/>
          </p:cNvCxnSpPr>
          <p:nvPr/>
        </p:nvCxnSpPr>
        <p:spPr bwMode="auto">
          <a:xfrm flipH="1" flipV="1">
            <a:off x="1993900" y="2057400"/>
            <a:ext cx="2857500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60">
            <a:extLst>
              <a:ext uri="{FF2B5EF4-FFF2-40B4-BE49-F238E27FC236}">
                <a16:creationId xmlns:a16="http://schemas.microsoft.com/office/drawing/2014/main" id="{36EFD963-674F-4226-8CEE-E9864FC00737}"/>
              </a:ext>
            </a:extLst>
          </p:cNvPr>
          <p:cNvCxnSpPr>
            <a:cxnSpLocks noChangeShapeType="1"/>
            <a:stCxn id="72" idx="0"/>
            <a:endCxn id="9" idx="0"/>
          </p:cNvCxnSpPr>
          <p:nvPr/>
        </p:nvCxnSpPr>
        <p:spPr bwMode="auto">
          <a:xfrm>
            <a:off x="48514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61">
            <a:extLst>
              <a:ext uri="{FF2B5EF4-FFF2-40B4-BE49-F238E27FC236}">
                <a16:creationId xmlns:a16="http://schemas.microsoft.com/office/drawing/2014/main" id="{64F99BCA-510A-4AC4-93FA-8474454ED0A0}"/>
              </a:ext>
            </a:extLst>
          </p:cNvPr>
          <p:cNvCxnSpPr>
            <a:cxnSpLocks noChangeShapeType="1"/>
            <a:stCxn id="72" idx="0"/>
            <a:endCxn id="50" idx="1"/>
          </p:cNvCxnSpPr>
          <p:nvPr/>
        </p:nvCxnSpPr>
        <p:spPr bwMode="auto">
          <a:xfrm>
            <a:off x="4851400" y="3505200"/>
            <a:ext cx="1352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62">
            <a:extLst>
              <a:ext uri="{FF2B5EF4-FFF2-40B4-BE49-F238E27FC236}">
                <a16:creationId xmlns:a16="http://schemas.microsoft.com/office/drawing/2014/main" id="{68CF1200-DA1D-4C3B-9A8B-71ED8B83D249}"/>
              </a:ext>
            </a:extLst>
          </p:cNvPr>
          <p:cNvCxnSpPr>
            <a:cxnSpLocks noChangeShapeType="1"/>
            <a:stCxn id="72" idx="0"/>
            <a:endCxn id="45" idx="1"/>
          </p:cNvCxnSpPr>
          <p:nvPr/>
        </p:nvCxnSpPr>
        <p:spPr bwMode="auto">
          <a:xfrm>
            <a:off x="4851400" y="3505200"/>
            <a:ext cx="2114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63">
            <a:extLst>
              <a:ext uri="{FF2B5EF4-FFF2-40B4-BE49-F238E27FC236}">
                <a16:creationId xmlns:a16="http://schemas.microsoft.com/office/drawing/2014/main" id="{77C101B8-BE2B-4C2B-B6CC-0EE00B2B682B}"/>
              </a:ext>
            </a:extLst>
          </p:cNvPr>
          <p:cNvCxnSpPr>
            <a:cxnSpLocks noChangeShapeType="1"/>
            <a:stCxn id="72" idx="0"/>
            <a:endCxn id="20" idx="1"/>
          </p:cNvCxnSpPr>
          <p:nvPr/>
        </p:nvCxnSpPr>
        <p:spPr bwMode="auto">
          <a:xfrm flipV="1">
            <a:off x="4851401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4" name="Group 64">
            <a:extLst>
              <a:ext uri="{FF2B5EF4-FFF2-40B4-BE49-F238E27FC236}">
                <a16:creationId xmlns:a16="http://schemas.microsoft.com/office/drawing/2014/main" id="{A306FE2D-EF4B-4831-9005-001544FE0F4C}"/>
              </a:ext>
            </a:extLst>
          </p:cNvPr>
          <p:cNvGrpSpPr>
            <a:grpSpLocks/>
          </p:cNvGrpSpPr>
          <p:nvPr/>
        </p:nvGrpSpPr>
        <p:grpSpPr bwMode="auto">
          <a:xfrm>
            <a:off x="4165600" y="3048000"/>
            <a:ext cx="1371600" cy="762000"/>
            <a:chOff x="2688" y="2064"/>
            <a:chExt cx="864" cy="480"/>
          </a:xfrm>
        </p:grpSpPr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1FE708A0-E7E3-4C6C-B72B-C6FCBFAD5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6" name="Rectangle 66">
              <a:extLst>
                <a:ext uri="{FF2B5EF4-FFF2-40B4-BE49-F238E27FC236}">
                  <a16:creationId xmlns:a16="http://schemas.microsoft.com/office/drawing/2014/main" id="{A34EE269-C3B3-4B8D-89F9-2E284AC27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67">
              <a:extLst>
                <a:ext uri="{FF2B5EF4-FFF2-40B4-BE49-F238E27FC236}">
                  <a16:creationId xmlns:a16="http://schemas.microsoft.com/office/drawing/2014/main" id="{32034ABC-E24E-40DE-9E80-8EC8496BF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8" name="Rectangle 68">
              <a:extLst>
                <a:ext uri="{FF2B5EF4-FFF2-40B4-BE49-F238E27FC236}">
                  <a16:creationId xmlns:a16="http://schemas.microsoft.com/office/drawing/2014/main" id="{EAE77A40-1B6D-4692-9469-BDA1E8807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9" name="Rectangle 69">
              <a:extLst>
                <a:ext uri="{FF2B5EF4-FFF2-40B4-BE49-F238E27FC236}">
                  <a16:creationId xmlns:a16="http://schemas.microsoft.com/office/drawing/2014/main" id="{B5E841EF-EE36-479C-9577-E5932AF71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8B898B13-C543-48C0-A284-0D355D0DE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03AAE3BD-4FF9-4226-8C3C-73111F984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EB40F044-E9C3-4D01-89E0-423F07902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F9B30D88-D30F-4A8B-9799-8A3FDAEEA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68B87168-8A95-4EE8-9A95-AF73D1854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251912A5-62AB-4F50-B668-56EF9B9BB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76" name="Text Box 76">
            <a:extLst>
              <a:ext uri="{FF2B5EF4-FFF2-40B4-BE49-F238E27FC236}">
                <a16:creationId xmlns:a16="http://schemas.microsoft.com/office/drawing/2014/main" id="{1C745F66-EAE1-4CA0-9D79-1133E2D6F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75" y="5410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7013" indent="-227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1038" indent="-2238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latin typeface="Arial" panose="020B0604020202020204" pitchFamily="34" charset="0"/>
              </a:rPr>
              <a:t>Expensive!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27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Trees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53C0C7B-D4A0-49BF-BFD3-BF837A7B3C09}"/>
              </a:ext>
            </a:extLst>
          </p:cNvPr>
          <p:cNvGrpSpPr>
            <a:grpSpLocks/>
          </p:cNvGrpSpPr>
          <p:nvPr/>
        </p:nvGrpSpPr>
        <p:grpSpPr bwMode="auto">
          <a:xfrm>
            <a:off x="995680" y="3810000"/>
            <a:ext cx="533400" cy="533400"/>
            <a:chOff x="576" y="2400"/>
            <a:chExt cx="336" cy="336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C6FC81FA-8622-4258-9DEB-32571659E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B8737F1E-32AD-4A48-B64E-24BAEDD6E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557B02F4-D9EB-4C16-B7A1-8CA215A12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41A0898A-E290-4A90-906D-394966D20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4EAF6-5892-4261-A405-1DF101252B92}"/>
              </a:ext>
            </a:extLst>
          </p:cNvPr>
          <p:cNvGrpSpPr>
            <a:grpSpLocks/>
          </p:cNvGrpSpPr>
          <p:nvPr/>
        </p:nvGrpSpPr>
        <p:grpSpPr bwMode="auto">
          <a:xfrm>
            <a:off x="4881880" y="4572000"/>
            <a:ext cx="533400" cy="533400"/>
            <a:chOff x="576" y="2400"/>
            <a:chExt cx="336" cy="336"/>
          </a:xfrm>
        </p:grpSpPr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18460F16-2051-49FA-9ED7-B4FE7505D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ADB16F24-16C4-4862-86CE-B7D8483DC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A9713503-796C-418B-A384-5D53ED996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049CE72A-E772-49DA-9AF4-111A97912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0E2A13E-04C5-4B66-AFFB-A22267A01392}"/>
              </a:ext>
            </a:extLst>
          </p:cNvPr>
          <p:cNvGrpSpPr>
            <a:grpSpLocks/>
          </p:cNvGrpSpPr>
          <p:nvPr/>
        </p:nvGrpSpPr>
        <p:grpSpPr bwMode="auto">
          <a:xfrm>
            <a:off x="3434080" y="2133600"/>
            <a:ext cx="533400" cy="533400"/>
            <a:chOff x="576" y="2400"/>
            <a:chExt cx="336" cy="336"/>
          </a:xfrm>
        </p:grpSpPr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F8ABC476-1B5D-45E2-B86B-5F11D395F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5166227F-ADBE-49A8-81FB-4F7899E0F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9C6868E9-E433-4EE6-BE94-43A7E71BB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133C971D-F446-49F7-B72E-7EF07906F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C90541FC-C6C9-44F2-B5BA-86C3951ABCB8}"/>
              </a:ext>
            </a:extLst>
          </p:cNvPr>
          <p:cNvGrpSpPr>
            <a:grpSpLocks/>
          </p:cNvGrpSpPr>
          <p:nvPr/>
        </p:nvGrpSpPr>
        <p:grpSpPr bwMode="auto">
          <a:xfrm>
            <a:off x="6101080" y="1905000"/>
            <a:ext cx="533400" cy="533400"/>
            <a:chOff x="576" y="2400"/>
            <a:chExt cx="336" cy="336"/>
          </a:xfrm>
        </p:grpSpPr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F1C0F90D-9A41-4A73-B237-1B29ABCE3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5FC1E7E5-C637-402A-A2CD-B09239480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215EAF49-C2D9-4CAC-A668-620BC076E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CA26BBAE-3ABC-488C-BDCF-F9AA195DC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A58D61EF-2527-4D89-95F1-8810E56F6E44}"/>
              </a:ext>
            </a:extLst>
          </p:cNvPr>
          <p:cNvGrpSpPr>
            <a:grpSpLocks/>
          </p:cNvGrpSpPr>
          <p:nvPr/>
        </p:nvGrpSpPr>
        <p:grpSpPr bwMode="auto">
          <a:xfrm>
            <a:off x="2443480" y="2971800"/>
            <a:ext cx="533400" cy="533400"/>
            <a:chOff x="576" y="2400"/>
            <a:chExt cx="336" cy="336"/>
          </a:xfrm>
        </p:grpSpPr>
        <p:sp>
          <p:nvSpPr>
            <p:cNvPr id="24" name="AutoShape 24">
              <a:extLst>
                <a:ext uri="{FF2B5EF4-FFF2-40B4-BE49-F238E27FC236}">
                  <a16:creationId xmlns:a16="http://schemas.microsoft.com/office/drawing/2014/main" id="{855BAD8D-56EC-49AF-98C4-A8D101819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A3A3CDF9-E311-494B-8577-F87F6B77D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59448C03-8ED9-4C5F-877D-3324908AF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7B0995C8-581F-41E0-B7C8-704CFB083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C63D8F9-2233-496B-9B1D-2FA53ED7B177}"/>
              </a:ext>
            </a:extLst>
          </p:cNvPr>
          <p:cNvGrpSpPr>
            <a:grpSpLocks/>
          </p:cNvGrpSpPr>
          <p:nvPr/>
        </p:nvGrpSpPr>
        <p:grpSpPr bwMode="auto">
          <a:xfrm>
            <a:off x="1224280" y="2209800"/>
            <a:ext cx="533400" cy="533400"/>
            <a:chOff x="576" y="2400"/>
            <a:chExt cx="336" cy="336"/>
          </a:xfrm>
        </p:grpSpPr>
        <p:sp>
          <p:nvSpPr>
            <p:cNvPr id="29" name="AutoShape 29">
              <a:extLst>
                <a:ext uri="{FF2B5EF4-FFF2-40B4-BE49-F238E27FC236}">
                  <a16:creationId xmlns:a16="http://schemas.microsoft.com/office/drawing/2014/main" id="{F9CDE6FC-5DF1-4A77-B8A1-2C511787C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6486591E-8F1D-490B-B97B-3FC4F0DA7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134AEAEB-C29A-44CC-B82C-A67EAC434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BF25A1A8-3546-407A-882D-577457F43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54147560-7A8D-479C-843C-C8C3F846C3C3}"/>
              </a:ext>
            </a:extLst>
          </p:cNvPr>
          <p:cNvGrpSpPr>
            <a:grpSpLocks/>
          </p:cNvGrpSpPr>
          <p:nvPr/>
        </p:nvGrpSpPr>
        <p:grpSpPr bwMode="auto">
          <a:xfrm>
            <a:off x="1910080" y="1524000"/>
            <a:ext cx="533400" cy="533400"/>
            <a:chOff x="576" y="2400"/>
            <a:chExt cx="336" cy="336"/>
          </a:xfrm>
        </p:grpSpPr>
        <p:sp>
          <p:nvSpPr>
            <p:cNvPr id="34" name="AutoShape 34">
              <a:extLst>
                <a:ext uri="{FF2B5EF4-FFF2-40B4-BE49-F238E27FC236}">
                  <a16:creationId xmlns:a16="http://schemas.microsoft.com/office/drawing/2014/main" id="{47B394C6-79D8-4261-B703-7B5FD43B1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B33D24EA-495A-4523-BD2E-E88D8D96A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67878C79-A876-4DC5-B75D-0CE79FF77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DBE39C5A-C486-4E4B-864F-CD79A2C0D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AFB472C3-EFA9-4A4F-BAB8-940F6915E213}"/>
              </a:ext>
            </a:extLst>
          </p:cNvPr>
          <p:cNvGrpSpPr>
            <a:grpSpLocks/>
          </p:cNvGrpSpPr>
          <p:nvPr/>
        </p:nvGrpSpPr>
        <p:grpSpPr bwMode="auto">
          <a:xfrm>
            <a:off x="2062480" y="3962400"/>
            <a:ext cx="533400" cy="533400"/>
            <a:chOff x="576" y="2400"/>
            <a:chExt cx="336" cy="336"/>
          </a:xfrm>
        </p:grpSpPr>
        <p:sp>
          <p:nvSpPr>
            <p:cNvPr id="39" name="AutoShape 39">
              <a:extLst>
                <a:ext uri="{FF2B5EF4-FFF2-40B4-BE49-F238E27FC236}">
                  <a16:creationId xmlns:a16="http://schemas.microsoft.com/office/drawing/2014/main" id="{A407882A-EA2A-433F-8B10-CE581E67B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12FB1D60-E1FE-4470-9C96-276994D75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80772D23-0305-4553-A07B-9BBD80955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7098F56E-3461-4B07-BAE7-BA0E2A3F1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3" name="Text Box 43">
            <a:extLst>
              <a:ext uri="{FF2B5EF4-FFF2-40B4-BE49-F238E27FC236}">
                <a16:creationId xmlns:a16="http://schemas.microsoft.com/office/drawing/2014/main" id="{FC2C00AD-6D05-4EF2-8FF9-C2373FC49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280" y="3810001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Arial" panose="020B0604020202020204" pitchFamily="34" charset="0"/>
              </a:rPr>
              <a:t>Central office</a:t>
            </a:r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3543FF62-2895-4143-9FA7-1069CAF554E6}"/>
              </a:ext>
            </a:extLst>
          </p:cNvPr>
          <p:cNvGrpSpPr>
            <a:grpSpLocks/>
          </p:cNvGrpSpPr>
          <p:nvPr/>
        </p:nvGrpSpPr>
        <p:grpSpPr bwMode="auto">
          <a:xfrm>
            <a:off x="7015480" y="4495800"/>
            <a:ext cx="533400" cy="533400"/>
            <a:chOff x="576" y="2400"/>
            <a:chExt cx="336" cy="336"/>
          </a:xfrm>
        </p:grpSpPr>
        <p:sp>
          <p:nvSpPr>
            <p:cNvPr id="45" name="AutoShape 45">
              <a:extLst>
                <a:ext uri="{FF2B5EF4-FFF2-40B4-BE49-F238E27FC236}">
                  <a16:creationId xmlns:a16="http://schemas.microsoft.com/office/drawing/2014/main" id="{54915102-F90B-419D-802A-7EBF7E0AA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1CB82D62-1D51-46E4-A8A6-2A2CA4B23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1DF7DAD3-3F7A-4939-9BA1-37899697B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C1B5DE2E-E4A9-4BF8-A1D7-7D0112E89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9" name="Group 49">
            <a:extLst>
              <a:ext uri="{FF2B5EF4-FFF2-40B4-BE49-F238E27FC236}">
                <a16:creationId xmlns:a16="http://schemas.microsoft.com/office/drawing/2014/main" id="{78C19D56-5042-4AE6-855E-3F6B622921D7}"/>
              </a:ext>
            </a:extLst>
          </p:cNvPr>
          <p:cNvGrpSpPr>
            <a:grpSpLocks/>
          </p:cNvGrpSpPr>
          <p:nvPr/>
        </p:nvGrpSpPr>
        <p:grpSpPr bwMode="auto">
          <a:xfrm>
            <a:off x="6253480" y="4495800"/>
            <a:ext cx="533400" cy="533400"/>
            <a:chOff x="576" y="2400"/>
            <a:chExt cx="336" cy="336"/>
          </a:xfrm>
        </p:grpSpPr>
        <p:sp>
          <p:nvSpPr>
            <p:cNvPr id="50" name="AutoShape 50">
              <a:extLst>
                <a:ext uri="{FF2B5EF4-FFF2-40B4-BE49-F238E27FC236}">
                  <a16:creationId xmlns:a16="http://schemas.microsoft.com/office/drawing/2014/main" id="{3513BE92-6A1E-49CC-A8B9-0414CCEE5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" name="Rectangle 51">
              <a:extLst>
                <a:ext uri="{FF2B5EF4-FFF2-40B4-BE49-F238E27FC236}">
                  <a16:creationId xmlns:a16="http://schemas.microsoft.com/office/drawing/2014/main" id="{382F80A8-92F0-44D4-B42A-9180BA0A0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" name="Rectangle 52">
              <a:extLst>
                <a:ext uri="{FF2B5EF4-FFF2-40B4-BE49-F238E27FC236}">
                  <a16:creationId xmlns:a16="http://schemas.microsoft.com/office/drawing/2014/main" id="{14E5CEE4-E3BF-4454-B080-F7FE1E729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" name="Rectangle 53">
              <a:extLst>
                <a:ext uri="{FF2B5EF4-FFF2-40B4-BE49-F238E27FC236}">
                  <a16:creationId xmlns:a16="http://schemas.microsoft.com/office/drawing/2014/main" id="{42778DF3-3C66-4650-9FC0-87650E000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54" name="AutoShape 54">
            <a:extLst>
              <a:ext uri="{FF2B5EF4-FFF2-40B4-BE49-F238E27FC236}">
                <a16:creationId xmlns:a16="http://schemas.microsoft.com/office/drawing/2014/main" id="{20368F4C-3E91-4B5F-8457-66A49921350E}"/>
              </a:ext>
            </a:extLst>
          </p:cNvPr>
          <p:cNvCxnSpPr>
            <a:cxnSpLocks noChangeShapeType="1"/>
            <a:stCxn id="72" idx="0"/>
            <a:endCxn id="20" idx="1"/>
          </p:cNvCxnSpPr>
          <p:nvPr/>
        </p:nvCxnSpPr>
        <p:spPr bwMode="auto">
          <a:xfrm flipV="1">
            <a:off x="5034281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AutoShape 55">
            <a:extLst>
              <a:ext uri="{FF2B5EF4-FFF2-40B4-BE49-F238E27FC236}">
                <a16:creationId xmlns:a16="http://schemas.microsoft.com/office/drawing/2014/main" id="{372C54E7-2769-4332-95C0-5B43DB6C9F63}"/>
              </a:ext>
            </a:extLst>
          </p:cNvPr>
          <p:cNvCxnSpPr>
            <a:cxnSpLocks noChangeShapeType="1"/>
            <a:stCxn id="72" idx="0"/>
            <a:endCxn id="9" idx="0"/>
          </p:cNvCxnSpPr>
          <p:nvPr/>
        </p:nvCxnSpPr>
        <p:spPr bwMode="auto">
          <a:xfrm>
            <a:off x="503428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AutoShape 56">
            <a:extLst>
              <a:ext uri="{FF2B5EF4-FFF2-40B4-BE49-F238E27FC236}">
                <a16:creationId xmlns:a16="http://schemas.microsoft.com/office/drawing/2014/main" id="{600C2456-64A9-4A3F-9A4E-35F9CAFC0676}"/>
              </a:ext>
            </a:extLst>
          </p:cNvPr>
          <p:cNvCxnSpPr>
            <a:cxnSpLocks noChangeShapeType="1"/>
            <a:stCxn id="72" idx="0"/>
            <a:endCxn id="15" idx="2"/>
          </p:cNvCxnSpPr>
          <p:nvPr/>
        </p:nvCxnSpPr>
        <p:spPr bwMode="auto">
          <a:xfrm flipH="1" flipV="1">
            <a:off x="370078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AutoShape 57">
            <a:extLst>
              <a:ext uri="{FF2B5EF4-FFF2-40B4-BE49-F238E27FC236}">
                <a16:creationId xmlns:a16="http://schemas.microsoft.com/office/drawing/2014/main" id="{1391AE37-B1BE-45B8-83C7-F2A9C737CD0C}"/>
              </a:ext>
            </a:extLst>
          </p:cNvPr>
          <p:cNvCxnSpPr>
            <a:cxnSpLocks noChangeShapeType="1"/>
            <a:stCxn id="15" idx="2"/>
            <a:endCxn id="24" idx="5"/>
          </p:cNvCxnSpPr>
          <p:nvPr/>
        </p:nvCxnSpPr>
        <p:spPr bwMode="auto">
          <a:xfrm flipH="1">
            <a:off x="2843530" y="2667000"/>
            <a:ext cx="8572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AutoShape 58">
            <a:extLst>
              <a:ext uri="{FF2B5EF4-FFF2-40B4-BE49-F238E27FC236}">
                <a16:creationId xmlns:a16="http://schemas.microsoft.com/office/drawing/2014/main" id="{1F84A31F-F439-4A01-ADE0-7D9CFA0D78CC}"/>
              </a:ext>
            </a:extLst>
          </p:cNvPr>
          <p:cNvCxnSpPr>
            <a:cxnSpLocks noChangeShapeType="1"/>
            <a:stCxn id="24" idx="1"/>
            <a:endCxn id="30" idx="3"/>
          </p:cNvCxnSpPr>
          <p:nvPr/>
        </p:nvCxnSpPr>
        <p:spPr bwMode="auto">
          <a:xfrm flipH="1" flipV="1">
            <a:off x="1684656" y="2628900"/>
            <a:ext cx="892175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AutoShape 59">
            <a:extLst>
              <a:ext uri="{FF2B5EF4-FFF2-40B4-BE49-F238E27FC236}">
                <a16:creationId xmlns:a16="http://schemas.microsoft.com/office/drawing/2014/main" id="{2A1B49A0-8C2F-48E9-B3F1-E6370F9BEC6D}"/>
              </a:ext>
            </a:extLst>
          </p:cNvPr>
          <p:cNvCxnSpPr>
            <a:cxnSpLocks noChangeShapeType="1"/>
            <a:stCxn id="30" idx="3"/>
            <a:endCxn id="35" idx="2"/>
          </p:cNvCxnSpPr>
          <p:nvPr/>
        </p:nvCxnSpPr>
        <p:spPr bwMode="auto">
          <a:xfrm flipV="1">
            <a:off x="1684656" y="2057400"/>
            <a:ext cx="492125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60">
            <a:extLst>
              <a:ext uri="{FF2B5EF4-FFF2-40B4-BE49-F238E27FC236}">
                <a16:creationId xmlns:a16="http://schemas.microsoft.com/office/drawing/2014/main" id="{3FB9806D-E3F4-4C12-B1CC-822AACD48C25}"/>
              </a:ext>
            </a:extLst>
          </p:cNvPr>
          <p:cNvCxnSpPr>
            <a:cxnSpLocks noChangeShapeType="1"/>
            <a:stCxn id="25" idx="2"/>
            <a:endCxn id="39" idx="5"/>
          </p:cNvCxnSpPr>
          <p:nvPr/>
        </p:nvCxnSpPr>
        <p:spPr bwMode="auto">
          <a:xfrm flipH="1">
            <a:off x="2462530" y="3505200"/>
            <a:ext cx="2476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61">
            <a:extLst>
              <a:ext uri="{FF2B5EF4-FFF2-40B4-BE49-F238E27FC236}">
                <a16:creationId xmlns:a16="http://schemas.microsoft.com/office/drawing/2014/main" id="{BA940E32-953B-4595-A580-D92347A3DA53}"/>
              </a:ext>
            </a:extLst>
          </p:cNvPr>
          <p:cNvCxnSpPr>
            <a:cxnSpLocks noChangeShapeType="1"/>
            <a:stCxn id="40" idx="1"/>
            <a:endCxn id="5" idx="3"/>
          </p:cNvCxnSpPr>
          <p:nvPr/>
        </p:nvCxnSpPr>
        <p:spPr bwMode="auto">
          <a:xfrm flipH="1" flipV="1">
            <a:off x="1456055" y="4229100"/>
            <a:ext cx="6794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62">
            <a:extLst>
              <a:ext uri="{FF2B5EF4-FFF2-40B4-BE49-F238E27FC236}">
                <a16:creationId xmlns:a16="http://schemas.microsoft.com/office/drawing/2014/main" id="{2D5A9F7E-F99F-474E-86DD-F67E25EDF374}"/>
              </a:ext>
            </a:extLst>
          </p:cNvPr>
          <p:cNvCxnSpPr>
            <a:cxnSpLocks noChangeShapeType="1"/>
            <a:stCxn id="10" idx="3"/>
            <a:endCxn id="51" idx="1"/>
          </p:cNvCxnSpPr>
          <p:nvPr/>
        </p:nvCxnSpPr>
        <p:spPr bwMode="auto">
          <a:xfrm flipV="1">
            <a:off x="5342255" y="4914900"/>
            <a:ext cx="98425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63">
            <a:extLst>
              <a:ext uri="{FF2B5EF4-FFF2-40B4-BE49-F238E27FC236}">
                <a16:creationId xmlns:a16="http://schemas.microsoft.com/office/drawing/2014/main" id="{B284B681-A1E0-4D35-9BF7-BB0D30976FCB}"/>
              </a:ext>
            </a:extLst>
          </p:cNvPr>
          <p:cNvCxnSpPr>
            <a:cxnSpLocks noChangeShapeType="1"/>
            <a:stCxn id="51" idx="3"/>
            <a:endCxn id="46" idx="1"/>
          </p:cNvCxnSpPr>
          <p:nvPr/>
        </p:nvCxnSpPr>
        <p:spPr bwMode="auto">
          <a:xfrm>
            <a:off x="6713855" y="4914900"/>
            <a:ext cx="3746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4" name="Group 64">
            <a:extLst>
              <a:ext uri="{FF2B5EF4-FFF2-40B4-BE49-F238E27FC236}">
                <a16:creationId xmlns:a16="http://schemas.microsoft.com/office/drawing/2014/main" id="{B5F8DD25-180E-415C-BB8C-9C15F7DC7A4C}"/>
              </a:ext>
            </a:extLst>
          </p:cNvPr>
          <p:cNvGrpSpPr>
            <a:grpSpLocks/>
          </p:cNvGrpSpPr>
          <p:nvPr/>
        </p:nvGrpSpPr>
        <p:grpSpPr bwMode="auto">
          <a:xfrm>
            <a:off x="4348480" y="3048000"/>
            <a:ext cx="1371600" cy="762000"/>
            <a:chOff x="2688" y="2064"/>
            <a:chExt cx="864" cy="480"/>
          </a:xfrm>
        </p:grpSpPr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A9DFE4BB-A2A6-4177-B8F1-8EB127E8E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6" name="Rectangle 66">
              <a:extLst>
                <a:ext uri="{FF2B5EF4-FFF2-40B4-BE49-F238E27FC236}">
                  <a16:creationId xmlns:a16="http://schemas.microsoft.com/office/drawing/2014/main" id="{1FCF3D31-6792-462D-ACB4-D6D702278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67">
              <a:extLst>
                <a:ext uri="{FF2B5EF4-FFF2-40B4-BE49-F238E27FC236}">
                  <a16:creationId xmlns:a16="http://schemas.microsoft.com/office/drawing/2014/main" id="{E0F6A114-F852-4DA6-A0A2-6157070C1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8" name="Rectangle 68">
              <a:extLst>
                <a:ext uri="{FF2B5EF4-FFF2-40B4-BE49-F238E27FC236}">
                  <a16:creationId xmlns:a16="http://schemas.microsoft.com/office/drawing/2014/main" id="{EB612300-754A-458B-B9DE-CC6BEF7E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9" name="Rectangle 69">
              <a:extLst>
                <a:ext uri="{FF2B5EF4-FFF2-40B4-BE49-F238E27FC236}">
                  <a16:creationId xmlns:a16="http://schemas.microsoft.com/office/drawing/2014/main" id="{878051D6-FE5C-4911-AF2C-8B43C3FED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4705EF3A-4EE8-4974-AFC6-6989E6257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788C942C-DB1E-4F7A-A54C-E031B9362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B2212B2A-2A60-476A-AB15-587D8568A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3AC712D5-747B-4D33-8697-632A262C4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57F4488E-6A79-415F-A40D-4E8DE6CA1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A5E871A6-9BF3-4968-808C-8C8BEF30B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76" name="Text Box 76">
            <a:extLst>
              <a:ext uri="{FF2B5EF4-FFF2-40B4-BE49-F238E27FC236}">
                <a16:creationId xmlns:a16="http://schemas.microsoft.com/office/drawing/2014/main" id="{E4CB4FBC-B19C-4DF6-95F5-1D44369BE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71" y="5410200"/>
            <a:ext cx="83510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1038" indent="-2238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dirty="0">
                <a:latin typeface="+mn-lt"/>
                <a:cs typeface="Arial" panose="020B0604020202020204" pitchFamily="34" charset="0"/>
              </a:rPr>
              <a:t>Minimize the total length of wire connecting the customers.</a:t>
            </a:r>
          </a:p>
        </p:txBody>
      </p:sp>
    </p:spTree>
    <p:extLst>
      <p:ext uri="{BB962C8B-B14F-4D97-AF65-F5344CB8AC3E}">
        <p14:creationId xmlns:p14="http://schemas.microsoft.com/office/powerpoint/2010/main" val="193338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Algorithms for Obtaining the Minimum Spanning 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F3CCE-1AF1-40BE-9AD2-91BA0CA8C88B}"/>
              </a:ext>
            </a:extLst>
          </p:cNvPr>
          <p:cNvSpPr txBox="1"/>
          <p:nvPr/>
        </p:nvSpPr>
        <p:spPr>
          <a:xfrm>
            <a:off x="828040" y="1555898"/>
            <a:ext cx="4622800" cy="2187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el-GR" sz="2400" dirty="0"/>
              <a:t>Kruskal's Algorithm</a:t>
            </a:r>
          </a:p>
          <a:p>
            <a:pPr>
              <a:lnSpc>
                <a:spcPct val="200000"/>
              </a:lnSpc>
            </a:pPr>
            <a:r>
              <a:rPr lang="en-US" altLang="el-GR" sz="2400" dirty="0"/>
              <a:t>Prim's Algorithm</a:t>
            </a:r>
          </a:p>
          <a:p>
            <a:pPr marL="0" indent="0">
              <a:lnSpc>
                <a:spcPct val="200000"/>
              </a:lnSpc>
              <a:buNone/>
            </a:pPr>
            <a:endParaRPr lang="en-US" altLang="el-GR" sz="2400" dirty="0"/>
          </a:p>
        </p:txBody>
      </p:sp>
    </p:spTree>
    <p:extLst>
      <p:ext uri="{BB962C8B-B14F-4D97-AF65-F5344CB8AC3E}">
        <p14:creationId xmlns:p14="http://schemas.microsoft.com/office/powerpoint/2010/main" val="2577863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6A4C7E6-6E57-4F90-B28D-E7ED450D2B01}"/>
              </a:ext>
            </a:extLst>
          </p:cNvPr>
          <p:cNvSpPr txBox="1">
            <a:spLocks noChangeArrowheads="1"/>
          </p:cNvSpPr>
          <p:nvPr/>
        </p:nvSpPr>
        <p:spPr>
          <a:xfrm>
            <a:off x="482600" y="1371601"/>
            <a:ext cx="8382000" cy="4760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/>
              <a:t>Prim’s algorithm: </a:t>
            </a:r>
            <a:r>
              <a:rPr lang="en-US" altLang="en-US" dirty="0"/>
              <a:t>Start with any </a:t>
            </a:r>
            <a:r>
              <a:rPr lang="en-US" altLang="en-US" i="1" dirty="0"/>
              <a:t>one node</a:t>
            </a:r>
            <a:r>
              <a:rPr lang="en-US" altLang="en-US" dirty="0"/>
              <a:t> in the spanning tree, and repeatedly add the cheapest edge, and the node it leads to, for which the node is not already in the spanning tree.</a:t>
            </a:r>
          </a:p>
          <a:p>
            <a:pPr lvl="1"/>
            <a:r>
              <a:rPr lang="en-US" altLang="en-US" dirty="0"/>
              <a:t>Here, we consider the spanning tree to consist of both nodes and edges</a:t>
            </a:r>
          </a:p>
        </p:txBody>
      </p:sp>
    </p:spTree>
    <p:extLst>
      <p:ext uri="{BB962C8B-B14F-4D97-AF65-F5344CB8AC3E}">
        <p14:creationId xmlns:p14="http://schemas.microsoft.com/office/powerpoint/2010/main" val="3413464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246105-C008-48DA-8EBD-D8974BF83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09" y="1367308"/>
            <a:ext cx="8565622" cy="52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003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D5A57005-496B-42D5-97BC-4B4ECAF8F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74" y="1387628"/>
            <a:ext cx="8340051" cy="52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87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6ACEBB-E637-4A56-9F2D-3F351DDCC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99" y="1346988"/>
            <a:ext cx="8425402" cy="52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559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B9B241-AA31-45D1-8753-0C0C94E7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6" y="1194588"/>
            <a:ext cx="8346147" cy="52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991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761DC9-F89C-4052-8271-88566B2D3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6" y="1316508"/>
            <a:ext cx="8346147" cy="52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89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F61CF5-2E25-4E58-8ECA-DCADAD7B5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8640"/>
            <a:ext cx="9144000" cy="51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79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96ECC7-C8BE-43F4-B536-4DBD1C13B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6" y="1387628"/>
            <a:ext cx="8346147" cy="52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42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4DD5F-59E5-434D-A8EB-76B1A1E4D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6" y="1320571"/>
            <a:ext cx="8346147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53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919C7C-692F-4F00-BE65-1CB701EE1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6" y="1381531"/>
            <a:ext cx="8346147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06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2CA511-4501-4BA4-AE4E-48720A88C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6" y="1381531"/>
            <a:ext cx="8346147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15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103BAF-E8CE-4CFE-B95A-D5C93B49E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6" y="1249451"/>
            <a:ext cx="8346147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19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65DA36-5943-4491-B3BF-40ADED40D11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10615"/>
            <a:ext cx="89747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solidFill>
                  <a:schemeClr val="tx1"/>
                </a:solidFill>
                <a:effectLst/>
              </a:rPr>
              <a:t>A cable company want to connect five villages to their network     which currently extends to the market town of Ambattur. What is the minimum length of cable needed?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9DAB3-C7E8-49C4-813B-40B7EE984C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396240" y="1686439"/>
            <a:ext cx="10972800" cy="4525963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469C4DAA-5223-4682-92DB-2A65BB92B2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34248" y="2527618"/>
            <a:ext cx="12954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008067E7-5AFB-4CEA-B776-0E11750D1B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9648" y="2527618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36C6B2A4-ED9E-4255-BFD3-03CD5B2C02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3248" y="2527618"/>
            <a:ext cx="11430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2E26E66C-B8B9-44C0-AD72-0DB958051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4248" y="4280218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9D7462BC-07CA-4541-8891-30BF90998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2648" y="4280218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9F86D69F-E2CC-41EE-B230-0AC625F379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9648" y="2527618"/>
            <a:ext cx="11430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D4906D0-573D-478B-8DA1-E099E188EC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72648" y="2527618"/>
            <a:ext cx="9906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BA7BC611-1E3D-4D25-B0F4-6EB947D344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4248" y="4280218"/>
            <a:ext cx="21336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E4B81D33-1339-4130-81DE-22F989EB82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7848" y="4280218"/>
            <a:ext cx="3048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99F74E3B-27B6-43F6-BEC9-59C6F39608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7848" y="4280218"/>
            <a:ext cx="24384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C0A31FB4-44D8-47C1-8828-EC91D2091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2373" y="4157981"/>
            <a:ext cx="12239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Arial" charset="0"/>
              </a:rPr>
              <a:t>Ambattur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8228C929-A6EE-4A4B-A85E-38C6BE149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5336" y="4231006"/>
            <a:ext cx="17240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Arial" charset="0"/>
              </a:rPr>
              <a:t>Fatehgarh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3479CED9-DDEB-4679-A7D6-F35C5E784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6336" y="2141856"/>
            <a:ext cx="11795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Arial" charset="0"/>
              </a:rPr>
              <a:t>Baruch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25A7A393-1BB5-44B3-B123-8E46A0F2D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986" y="2214881"/>
            <a:ext cx="1298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000" dirty="0">
                <a:solidFill>
                  <a:srgbClr val="000000"/>
                </a:solidFill>
                <a:latin typeface="Arial" charset="0"/>
              </a:rPr>
              <a:t>Calcutta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84CB432A-5795-4893-830B-46A2A38BB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924" y="4157981"/>
            <a:ext cx="13795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dirty="0">
                <a:solidFill>
                  <a:srgbClr val="000000"/>
                </a:solidFill>
                <a:latin typeface="Arial" charset="0"/>
              </a:rPr>
              <a:t>Delhi</a:t>
            </a: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506135F9-2712-49B2-BFDD-8219AC08C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248" y="6261418"/>
            <a:ext cx="950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dirty="0">
                <a:solidFill>
                  <a:srgbClr val="000000"/>
                </a:solidFill>
                <a:latin typeface="Arial" charset="0"/>
              </a:rPr>
              <a:t>Ellora</a:t>
            </a: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45A8B3E0-F12F-43D1-BE59-339987865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48" y="534701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F7C041DB-6301-448D-BEB0-B2B4F065F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4848" y="435641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Times New Roman" pitchFamily="18" charset="0"/>
              </a:rPr>
              <a:t>7</a:t>
            </a:r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CC1C526F-6FB9-45D9-AF20-190844E93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48" y="519461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6612A9F1-148A-4C95-B66D-0C6893C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0248" y="488981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F79B5319-B3E9-4434-A2AC-EB52611CE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2048" y="328961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Times New Roman" pitchFamily="18" charset="0"/>
              </a:rPr>
              <a:t>8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9B2F2488-40FE-484F-81DA-BECC97B5D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6048" y="321341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66EEB5EA-A8EE-4EE7-AB25-B09EAA29C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648" y="306101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612F39C2-3194-4CAB-A41B-36575B136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848" y="207041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7A23E55D-FFC4-44BD-88FD-6047C281C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5248" y="283241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ED6B4D1B-E558-4862-8CD7-CBAD3231A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8448" y="382301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Times New Roman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49336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</p:spTree>
    <p:extLst>
      <p:ext uri="{BB962C8B-B14F-4D97-AF65-F5344CB8AC3E}">
        <p14:creationId xmlns:p14="http://schemas.microsoft.com/office/powerpoint/2010/main" val="3115552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graphicFrame>
        <p:nvGraphicFramePr>
          <p:cNvPr id="3" name="Group 2">
            <a:extLst>
              <a:ext uri="{FF2B5EF4-FFF2-40B4-BE49-F238E27FC236}">
                <a16:creationId xmlns:a16="http://schemas.microsoft.com/office/drawing/2014/main" id="{B1C8677C-F0A3-478E-9FB4-9A51078F3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8317"/>
              </p:ext>
            </p:extLst>
          </p:nvPr>
        </p:nvGraphicFramePr>
        <p:xfrm>
          <a:off x="2372360" y="2418080"/>
          <a:ext cx="4572000" cy="3627120"/>
        </p:xfrm>
        <a:graphic>
          <a:graphicData uri="http://schemas.openxmlformats.org/drawingml/2006/table">
            <a:tbl>
              <a:tblPr/>
              <a:tblGrid>
                <a:gridCol w="65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2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Box 68">
            <a:extLst>
              <a:ext uri="{FF2B5EF4-FFF2-40B4-BE49-F238E27FC236}">
                <a16:creationId xmlns:a16="http://schemas.microsoft.com/office/drawing/2014/main" id="{5A06D851-FC3E-4654-95E9-36E8D9EAC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760" y="165608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Box 69">
            <a:extLst>
              <a:ext uri="{FF2B5EF4-FFF2-40B4-BE49-F238E27FC236}">
                <a16:creationId xmlns:a16="http://schemas.microsoft.com/office/drawing/2014/main" id="{E52DC01C-587B-4F41-A877-4C158A37C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8160" y="180848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Text Box 70">
            <a:extLst>
              <a:ext uri="{FF2B5EF4-FFF2-40B4-BE49-F238E27FC236}">
                <a16:creationId xmlns:a16="http://schemas.microsoft.com/office/drawing/2014/main" id="{8690535E-183E-4EA3-BE06-55B51B48B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560" y="196088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Text Box 72">
            <a:extLst>
              <a:ext uri="{FF2B5EF4-FFF2-40B4-BE49-F238E27FC236}">
                <a16:creationId xmlns:a16="http://schemas.microsoft.com/office/drawing/2014/main" id="{264DE792-65A6-46FB-9DC4-70D49CDB1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" y="1117526"/>
            <a:ext cx="877316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rgbClr val="000000"/>
                </a:solidFill>
              </a:rPr>
              <a:t>Note, this example has outgoing edges on the columns and incoming on the rows, so it is the transpose of adjacency matrix mentioned in class. Actually, it is an undirected, so A</a:t>
            </a:r>
            <a:r>
              <a:rPr lang="en-GB" sz="2400" baseline="30000" dirty="0">
                <a:solidFill>
                  <a:srgbClr val="000000"/>
                </a:solidFill>
              </a:rPr>
              <a:t>T</a:t>
            </a:r>
            <a:r>
              <a:rPr lang="en-GB" sz="2400" dirty="0">
                <a:solidFill>
                  <a:srgbClr val="000000"/>
                </a:solidFill>
              </a:rPr>
              <a:t> = A.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BBF7BDB3-4770-4A29-A49C-989B7356D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7160" y="2494280"/>
            <a:ext cx="2286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542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graphicFrame>
        <p:nvGraphicFramePr>
          <p:cNvPr id="4" name="Group 95">
            <a:extLst>
              <a:ext uri="{FF2B5EF4-FFF2-40B4-BE49-F238E27FC236}">
                <a16:creationId xmlns:a16="http://schemas.microsoft.com/office/drawing/2014/main" id="{DD373603-1D37-4AA9-9D26-7DCD03431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909102"/>
              </p:ext>
            </p:extLst>
          </p:nvPr>
        </p:nvGraphicFramePr>
        <p:xfrm>
          <a:off x="4582160" y="2250440"/>
          <a:ext cx="4267200" cy="3627120"/>
        </p:xfrm>
        <a:graphic>
          <a:graphicData uri="http://schemas.openxmlformats.org/drawingml/2006/table">
            <a:tbl>
              <a:tblPr/>
              <a:tblGrid>
                <a:gridCol w="611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Box 68">
            <a:extLst>
              <a:ext uri="{FF2B5EF4-FFF2-40B4-BE49-F238E27FC236}">
                <a16:creationId xmlns:a16="http://schemas.microsoft.com/office/drawing/2014/main" id="{D91274C5-4A32-4F3B-A193-074C8B8A4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5160" y="2250440"/>
            <a:ext cx="2819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6" name="Text Box 69">
            <a:extLst>
              <a:ext uri="{FF2B5EF4-FFF2-40B4-BE49-F238E27FC236}">
                <a16:creationId xmlns:a16="http://schemas.microsoft.com/office/drawing/2014/main" id="{70F64CC5-5140-4CED-B363-48EDAF180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60" y="1945641"/>
            <a:ext cx="44958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Start at vertex A. Label column A “1” .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Delete row A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Select the smallest entry in column A (AB, length 3)</a:t>
            </a:r>
          </a:p>
        </p:txBody>
      </p:sp>
      <p:sp>
        <p:nvSpPr>
          <p:cNvPr id="7" name="Text Box 70">
            <a:extLst>
              <a:ext uri="{FF2B5EF4-FFF2-40B4-BE49-F238E27FC236}">
                <a16:creationId xmlns:a16="http://schemas.microsoft.com/office/drawing/2014/main" id="{96AC3CA5-A07B-4A9B-A35E-A78D72798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4160" y="186944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8" name="Line 71">
            <a:extLst>
              <a:ext uri="{FF2B5EF4-FFF2-40B4-BE49-F238E27FC236}">
                <a16:creationId xmlns:a16="http://schemas.microsoft.com/office/drawing/2014/main" id="{475D2702-06BB-4AE8-AFB7-0D303BD99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2160" y="3088640"/>
            <a:ext cx="426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9" name="Oval 72">
            <a:extLst>
              <a:ext uri="{FF2B5EF4-FFF2-40B4-BE49-F238E27FC236}">
                <a16:creationId xmlns:a16="http://schemas.microsoft.com/office/drawing/2014/main" id="{D55BF433-FB7B-4F27-91BC-6BD784DDD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960" y="331724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10" name="Group 178">
            <a:extLst>
              <a:ext uri="{FF2B5EF4-FFF2-40B4-BE49-F238E27FC236}">
                <a16:creationId xmlns:a16="http://schemas.microsoft.com/office/drawing/2014/main" id="{B038E043-1C18-477B-A35D-194CDEBECEEB}"/>
              </a:ext>
            </a:extLst>
          </p:cNvPr>
          <p:cNvGrpSpPr>
            <a:grpSpLocks/>
          </p:cNvGrpSpPr>
          <p:nvPr/>
        </p:nvGrpSpPr>
        <p:grpSpPr bwMode="auto">
          <a:xfrm>
            <a:off x="191135" y="4569778"/>
            <a:ext cx="2114550" cy="1765300"/>
            <a:chOff x="295" y="1661"/>
            <a:chExt cx="1332" cy="1112"/>
          </a:xfrm>
        </p:grpSpPr>
        <p:sp>
          <p:nvSpPr>
            <p:cNvPr id="11" name="Line 179">
              <a:extLst>
                <a:ext uri="{FF2B5EF4-FFF2-40B4-BE49-F238E27FC236}">
                  <a16:creationId xmlns:a16="http://schemas.microsoft.com/office/drawing/2014/main" id="{EAC3255F-2445-4658-A6DC-546E304EBA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1933"/>
              <a:ext cx="52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2" name="Text Box 180">
              <a:extLst>
                <a:ext uri="{FF2B5EF4-FFF2-40B4-BE49-F238E27FC236}">
                  <a16:creationId xmlns:a16="http://schemas.microsoft.com/office/drawing/2014/main" id="{0D36F458-AE71-4D60-855F-494AA304B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23"/>
              <a:ext cx="7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Ambattur</a:t>
              </a:r>
            </a:p>
          </p:txBody>
        </p:sp>
        <p:sp>
          <p:nvSpPr>
            <p:cNvPr id="13" name="Text Box 181">
              <a:extLst>
                <a:ext uri="{FF2B5EF4-FFF2-40B4-BE49-F238E27FC236}">
                  <a16:creationId xmlns:a16="http://schemas.microsoft.com/office/drawing/2014/main" id="{D7CC7C64-E5D1-499C-9A0B-A3EBBC4D9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661"/>
              <a:ext cx="7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Baruch</a:t>
              </a:r>
            </a:p>
          </p:txBody>
        </p:sp>
        <p:sp>
          <p:nvSpPr>
            <p:cNvPr id="14" name="Text Box 182">
              <a:extLst>
                <a:ext uri="{FF2B5EF4-FFF2-40B4-BE49-F238E27FC236}">
                  <a16:creationId xmlns:a16="http://schemas.microsoft.com/office/drawing/2014/main" id="{B282AD5D-6A97-481F-ABB8-B012911F5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069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3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039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graphicFrame>
        <p:nvGraphicFramePr>
          <p:cNvPr id="3" name="Group 82">
            <a:extLst>
              <a:ext uri="{FF2B5EF4-FFF2-40B4-BE49-F238E27FC236}">
                <a16:creationId xmlns:a16="http://schemas.microsoft.com/office/drawing/2014/main" id="{3300A02F-931D-4A59-91D2-173D82E30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260764"/>
              </p:ext>
            </p:extLst>
          </p:nvPr>
        </p:nvGraphicFramePr>
        <p:xfrm>
          <a:off x="4572000" y="2652395"/>
          <a:ext cx="4267200" cy="3627120"/>
        </p:xfrm>
        <a:graphic>
          <a:graphicData uri="http://schemas.openxmlformats.org/drawingml/2006/table">
            <a:tbl>
              <a:tblPr/>
              <a:tblGrid>
                <a:gridCol w="611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Box 68">
            <a:extLst>
              <a:ext uri="{FF2B5EF4-FFF2-40B4-BE49-F238E27FC236}">
                <a16:creationId xmlns:a16="http://schemas.microsoft.com/office/drawing/2014/main" id="{6D00340E-1B8D-4D09-905B-ABB9A25F7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636520"/>
            <a:ext cx="2819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Text Box 69">
            <a:extLst>
              <a:ext uri="{FF2B5EF4-FFF2-40B4-BE49-F238E27FC236}">
                <a16:creationId xmlns:a16="http://schemas.microsoft.com/office/drawing/2014/main" id="{C1CE607C-71DD-4A45-9989-E24C6B8DD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25552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6" name="Line 70">
            <a:extLst>
              <a:ext uri="{FF2B5EF4-FFF2-40B4-BE49-F238E27FC236}">
                <a16:creationId xmlns:a16="http://schemas.microsoft.com/office/drawing/2014/main" id="{B86DA0A0-7DDF-4156-8130-D5DAFD9FCB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474720"/>
            <a:ext cx="426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Oval 71">
            <a:extLst>
              <a:ext uri="{FF2B5EF4-FFF2-40B4-BE49-F238E27FC236}">
                <a16:creationId xmlns:a16="http://schemas.microsoft.com/office/drawing/2014/main" id="{BC49F534-3081-4435-950B-2EC75F526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70332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Text Box 75">
            <a:extLst>
              <a:ext uri="{FF2B5EF4-FFF2-40B4-BE49-F238E27FC236}">
                <a16:creationId xmlns:a16="http://schemas.microsoft.com/office/drawing/2014/main" id="{59773EA1-BEC9-4C81-B317-B580C52C1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8" y="1029237"/>
            <a:ext cx="44196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Label column B “2”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Delete row B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Select the smallest uncovered entry in either column A or column B (AE, length 4)</a:t>
            </a:r>
          </a:p>
        </p:txBody>
      </p:sp>
      <p:sp>
        <p:nvSpPr>
          <p:cNvPr id="9" name="Line 76">
            <a:extLst>
              <a:ext uri="{FF2B5EF4-FFF2-40B4-BE49-F238E27FC236}">
                <a16:creationId xmlns:a16="http://schemas.microsoft.com/office/drawing/2014/main" id="{885092A6-37B6-441F-9CC4-5524DE1F8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93192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" name="Line 77">
            <a:extLst>
              <a:ext uri="{FF2B5EF4-FFF2-40B4-BE49-F238E27FC236}">
                <a16:creationId xmlns:a16="http://schemas.microsoft.com/office/drawing/2014/main" id="{F64BD7F9-F218-4345-A941-891FC1710D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93192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Oval 78">
            <a:extLst>
              <a:ext uri="{FF2B5EF4-FFF2-40B4-BE49-F238E27FC236}">
                <a16:creationId xmlns:a16="http://schemas.microsoft.com/office/drawing/2014/main" id="{383F6E96-5D11-4929-9A85-E02BB5EBD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244784"/>
            <a:ext cx="457200" cy="439737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" name="Text Box 79">
            <a:extLst>
              <a:ext uri="{FF2B5EF4-FFF2-40B4-BE49-F238E27FC236}">
                <a16:creationId xmlns:a16="http://schemas.microsoft.com/office/drawing/2014/main" id="{7D56B183-AC7C-40C5-A73C-F3CD825BA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25552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grpSp>
        <p:nvGrpSpPr>
          <p:cNvPr id="13" name="Group 90">
            <a:extLst>
              <a:ext uri="{FF2B5EF4-FFF2-40B4-BE49-F238E27FC236}">
                <a16:creationId xmlns:a16="http://schemas.microsoft.com/office/drawing/2014/main" id="{0DD99C17-838E-4DBA-8592-170F01E2CCB7}"/>
              </a:ext>
            </a:extLst>
          </p:cNvPr>
          <p:cNvGrpSpPr>
            <a:grpSpLocks/>
          </p:cNvGrpSpPr>
          <p:nvPr/>
        </p:nvGrpSpPr>
        <p:grpSpPr bwMode="auto">
          <a:xfrm>
            <a:off x="180975" y="3167698"/>
            <a:ext cx="2114550" cy="1765300"/>
            <a:chOff x="295" y="1661"/>
            <a:chExt cx="1332" cy="1112"/>
          </a:xfrm>
        </p:grpSpPr>
        <p:sp>
          <p:nvSpPr>
            <p:cNvPr id="14" name="Line 91">
              <a:extLst>
                <a:ext uri="{FF2B5EF4-FFF2-40B4-BE49-F238E27FC236}">
                  <a16:creationId xmlns:a16="http://schemas.microsoft.com/office/drawing/2014/main" id="{FF788997-BF80-4E8C-84DC-59E3450849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1933"/>
              <a:ext cx="52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5" name="Text Box 92">
              <a:extLst>
                <a:ext uri="{FF2B5EF4-FFF2-40B4-BE49-F238E27FC236}">
                  <a16:creationId xmlns:a16="http://schemas.microsoft.com/office/drawing/2014/main" id="{FE5D7E93-08C2-4C31-92E4-819D9AE6A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23"/>
              <a:ext cx="7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Ambattur</a:t>
              </a:r>
            </a:p>
          </p:txBody>
        </p:sp>
        <p:sp>
          <p:nvSpPr>
            <p:cNvPr id="16" name="Text Box 93">
              <a:extLst>
                <a:ext uri="{FF2B5EF4-FFF2-40B4-BE49-F238E27FC236}">
                  <a16:creationId xmlns:a16="http://schemas.microsoft.com/office/drawing/2014/main" id="{5A6B6FBA-D126-41FE-9FE9-6537FB129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661"/>
              <a:ext cx="7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Baruch</a:t>
              </a:r>
            </a:p>
          </p:txBody>
        </p:sp>
        <p:sp>
          <p:nvSpPr>
            <p:cNvPr id="17" name="Text Box 94">
              <a:extLst>
                <a:ext uri="{FF2B5EF4-FFF2-40B4-BE49-F238E27FC236}">
                  <a16:creationId xmlns:a16="http://schemas.microsoft.com/office/drawing/2014/main" id="{9215F23C-6ED0-4D4B-B24C-1FE7DDFD08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069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3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8" name="Group 95">
            <a:extLst>
              <a:ext uri="{FF2B5EF4-FFF2-40B4-BE49-F238E27FC236}">
                <a16:creationId xmlns:a16="http://schemas.microsoft.com/office/drawing/2014/main" id="{EF693D2A-B189-4C74-AA43-CB9510B78744}"/>
              </a:ext>
            </a:extLst>
          </p:cNvPr>
          <p:cNvGrpSpPr>
            <a:grpSpLocks/>
          </p:cNvGrpSpPr>
          <p:nvPr/>
        </p:nvGrpSpPr>
        <p:grpSpPr bwMode="auto">
          <a:xfrm>
            <a:off x="1428750" y="4729798"/>
            <a:ext cx="1862138" cy="1828800"/>
            <a:chOff x="1081" y="2645"/>
            <a:chExt cx="1173" cy="1152"/>
          </a:xfrm>
        </p:grpSpPr>
        <p:sp>
          <p:nvSpPr>
            <p:cNvPr id="19" name="Line 96">
              <a:extLst>
                <a:ext uri="{FF2B5EF4-FFF2-40B4-BE49-F238E27FC236}">
                  <a16:creationId xmlns:a16="http://schemas.microsoft.com/office/drawing/2014/main" id="{3C47A1D6-270B-429A-A39C-901FBAAAF1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1" y="2645"/>
              <a:ext cx="937" cy="8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" name="Text Box 97">
              <a:extLst>
                <a:ext uri="{FF2B5EF4-FFF2-40B4-BE49-F238E27FC236}">
                  <a16:creationId xmlns:a16="http://schemas.microsoft.com/office/drawing/2014/main" id="{9AB2A094-B4A6-4CD4-BB92-B5BE27016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566"/>
              <a:ext cx="5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srgbClr val="000000"/>
                  </a:solidFill>
                  <a:latin typeface="Arial" charset="0"/>
                </a:rPr>
                <a:t>Ellora</a:t>
              </a:r>
            </a:p>
          </p:txBody>
        </p:sp>
        <p:sp>
          <p:nvSpPr>
            <p:cNvPr id="21" name="Text Box 98">
              <a:extLst>
                <a:ext uri="{FF2B5EF4-FFF2-40B4-BE49-F238E27FC236}">
                  <a16:creationId xmlns:a16="http://schemas.microsoft.com/office/drawing/2014/main" id="{8ACFB521-2FF4-41AD-B05C-723B9F2B2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3022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075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nimBg="1"/>
      <p:bldP spid="10" grpId="0" animBg="1"/>
      <p:bldP spid="11" grpId="0" animBg="1"/>
      <p:bldP spid="1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graphicFrame>
        <p:nvGraphicFramePr>
          <p:cNvPr id="26" name="Group 2">
            <a:extLst>
              <a:ext uri="{FF2B5EF4-FFF2-40B4-BE49-F238E27FC236}">
                <a16:creationId xmlns:a16="http://schemas.microsoft.com/office/drawing/2014/main" id="{F537693C-9F56-4572-BC0F-47E7D207C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320919"/>
              </p:ext>
            </p:extLst>
          </p:nvPr>
        </p:nvGraphicFramePr>
        <p:xfrm>
          <a:off x="4765040" y="1508760"/>
          <a:ext cx="4267200" cy="3627120"/>
        </p:xfrm>
        <a:graphic>
          <a:graphicData uri="http://schemas.openxmlformats.org/drawingml/2006/table">
            <a:tbl>
              <a:tblPr/>
              <a:tblGrid>
                <a:gridCol w="611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 Box 68">
            <a:extLst>
              <a:ext uri="{FF2B5EF4-FFF2-40B4-BE49-F238E27FC236}">
                <a16:creationId xmlns:a16="http://schemas.microsoft.com/office/drawing/2014/main" id="{31DB658C-A606-4F46-B4FA-8E3E42A66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8040" y="1508760"/>
            <a:ext cx="2819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28" name="Text Box 69">
            <a:extLst>
              <a:ext uri="{FF2B5EF4-FFF2-40B4-BE49-F238E27FC236}">
                <a16:creationId xmlns:a16="http://schemas.microsoft.com/office/drawing/2014/main" id="{628CC83F-B85E-4313-AD5E-A7E1ABE6D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7040" y="112776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29" name="Line 70">
            <a:extLst>
              <a:ext uri="{FF2B5EF4-FFF2-40B4-BE49-F238E27FC236}">
                <a16:creationId xmlns:a16="http://schemas.microsoft.com/office/drawing/2014/main" id="{9934001A-8246-47D8-8DB7-51EF7691C5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5040" y="2346960"/>
            <a:ext cx="426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0" name="Oval 71">
            <a:extLst>
              <a:ext uri="{FF2B5EF4-FFF2-40B4-BE49-F238E27FC236}">
                <a16:creationId xmlns:a16="http://schemas.microsoft.com/office/drawing/2014/main" id="{E8798098-17F0-4908-B22B-71DE09447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0840" y="257556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1" name="Line 76">
            <a:extLst>
              <a:ext uri="{FF2B5EF4-FFF2-40B4-BE49-F238E27FC236}">
                <a16:creationId xmlns:a16="http://schemas.microsoft.com/office/drawing/2014/main" id="{2AA12CF4-6396-4F5B-8C24-9465AB712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5040" y="280416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" name="Line 77">
            <a:extLst>
              <a:ext uri="{FF2B5EF4-FFF2-40B4-BE49-F238E27FC236}">
                <a16:creationId xmlns:a16="http://schemas.microsoft.com/office/drawing/2014/main" id="{493A945A-226A-4CA4-820E-08D0B14913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8040" y="280416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3" name="Oval 78">
            <a:extLst>
              <a:ext uri="{FF2B5EF4-FFF2-40B4-BE49-F238E27FC236}">
                <a16:creationId xmlns:a16="http://schemas.microsoft.com/office/drawing/2014/main" id="{4208163B-B7AA-4908-8F5D-0328FAD58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0840" y="4117024"/>
            <a:ext cx="457200" cy="439737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4" name="Text Box 79">
            <a:extLst>
              <a:ext uri="{FF2B5EF4-FFF2-40B4-BE49-F238E27FC236}">
                <a16:creationId xmlns:a16="http://schemas.microsoft.com/office/drawing/2014/main" id="{63199E9B-94E8-4A58-BAF9-6FAF819A7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0440" y="112776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35" name="Rectangle 82">
            <a:extLst>
              <a:ext uri="{FF2B5EF4-FFF2-40B4-BE49-F238E27FC236}">
                <a16:creationId xmlns:a16="http://schemas.microsoft.com/office/drawing/2014/main" id="{74FC7B10-FE19-47BD-94B4-87B3B8232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" y="1123535"/>
            <a:ext cx="41148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Label column E “3”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Delete row E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Select the smallest uncovered entry in either column A, B or E (ED, length 2)</a:t>
            </a:r>
          </a:p>
        </p:txBody>
      </p:sp>
      <p:sp>
        <p:nvSpPr>
          <p:cNvPr id="36" name="Text Box 83">
            <a:extLst>
              <a:ext uri="{FF2B5EF4-FFF2-40B4-BE49-F238E27FC236}">
                <a16:creationId xmlns:a16="http://schemas.microsoft.com/office/drawing/2014/main" id="{771BBFD7-FC0A-49D7-9DE7-216129D15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240" y="112776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37" name="Oval 84">
            <a:extLst>
              <a:ext uri="{FF2B5EF4-FFF2-40B4-BE49-F238E27FC236}">
                <a16:creationId xmlns:a16="http://schemas.microsoft.com/office/drawing/2014/main" id="{105F8FAC-F8BB-4BD7-A93B-7AEA82E50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0666" y="3612198"/>
            <a:ext cx="485775" cy="431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8" name="Line 87">
            <a:extLst>
              <a:ext uri="{FF2B5EF4-FFF2-40B4-BE49-F238E27FC236}">
                <a16:creationId xmlns:a16="http://schemas.microsoft.com/office/drawing/2014/main" id="{8E66BA03-172E-4B7D-8F77-159ACBB31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5040" y="440436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9" name="Line 88">
            <a:extLst>
              <a:ext uri="{FF2B5EF4-FFF2-40B4-BE49-F238E27FC236}">
                <a16:creationId xmlns:a16="http://schemas.microsoft.com/office/drawing/2014/main" id="{6EDFD7F9-2945-4F7B-BBA8-8F6BC997F5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8040" y="440436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40" name="Group 102">
            <a:extLst>
              <a:ext uri="{FF2B5EF4-FFF2-40B4-BE49-F238E27FC236}">
                <a16:creationId xmlns:a16="http://schemas.microsoft.com/office/drawing/2014/main" id="{C6072565-1BA9-48E9-B793-C18824FB0E93}"/>
              </a:ext>
            </a:extLst>
          </p:cNvPr>
          <p:cNvGrpSpPr>
            <a:grpSpLocks/>
          </p:cNvGrpSpPr>
          <p:nvPr/>
        </p:nvGrpSpPr>
        <p:grpSpPr bwMode="auto">
          <a:xfrm>
            <a:off x="-62865" y="3340418"/>
            <a:ext cx="2114550" cy="1765300"/>
            <a:chOff x="295" y="1661"/>
            <a:chExt cx="1332" cy="1112"/>
          </a:xfrm>
        </p:grpSpPr>
        <p:sp>
          <p:nvSpPr>
            <p:cNvPr id="41" name="Line 103">
              <a:extLst>
                <a:ext uri="{FF2B5EF4-FFF2-40B4-BE49-F238E27FC236}">
                  <a16:creationId xmlns:a16="http://schemas.microsoft.com/office/drawing/2014/main" id="{933BB3FA-6BFD-4A42-90A6-2F90A83841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1933"/>
              <a:ext cx="52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2" name="Text Box 104">
              <a:extLst>
                <a:ext uri="{FF2B5EF4-FFF2-40B4-BE49-F238E27FC236}">
                  <a16:creationId xmlns:a16="http://schemas.microsoft.com/office/drawing/2014/main" id="{7CB5CF7E-DE40-420C-933A-35F0A159D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23"/>
              <a:ext cx="7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Ambattur</a:t>
              </a:r>
            </a:p>
          </p:txBody>
        </p:sp>
        <p:sp>
          <p:nvSpPr>
            <p:cNvPr id="43" name="Text Box 105">
              <a:extLst>
                <a:ext uri="{FF2B5EF4-FFF2-40B4-BE49-F238E27FC236}">
                  <a16:creationId xmlns:a16="http://schemas.microsoft.com/office/drawing/2014/main" id="{F33E8E18-B0CF-4684-AD4B-1E4A0B9DD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661"/>
              <a:ext cx="7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Baruch</a:t>
              </a:r>
            </a:p>
          </p:txBody>
        </p:sp>
        <p:sp>
          <p:nvSpPr>
            <p:cNvPr id="44" name="Text Box 106">
              <a:extLst>
                <a:ext uri="{FF2B5EF4-FFF2-40B4-BE49-F238E27FC236}">
                  <a16:creationId xmlns:a16="http://schemas.microsoft.com/office/drawing/2014/main" id="{DCC0FF05-17CF-4F7F-AC5B-9BB309118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069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3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45" name="Group 107">
            <a:extLst>
              <a:ext uri="{FF2B5EF4-FFF2-40B4-BE49-F238E27FC236}">
                <a16:creationId xmlns:a16="http://schemas.microsoft.com/office/drawing/2014/main" id="{1E518F1F-6E74-40FF-81D1-B366092CDAF6}"/>
              </a:ext>
            </a:extLst>
          </p:cNvPr>
          <p:cNvGrpSpPr>
            <a:grpSpLocks/>
          </p:cNvGrpSpPr>
          <p:nvPr/>
        </p:nvGrpSpPr>
        <p:grpSpPr bwMode="auto">
          <a:xfrm>
            <a:off x="1184910" y="4902518"/>
            <a:ext cx="1862138" cy="1828800"/>
            <a:chOff x="1081" y="2645"/>
            <a:chExt cx="1173" cy="1152"/>
          </a:xfrm>
        </p:grpSpPr>
        <p:sp>
          <p:nvSpPr>
            <p:cNvPr id="46" name="Line 108">
              <a:extLst>
                <a:ext uri="{FF2B5EF4-FFF2-40B4-BE49-F238E27FC236}">
                  <a16:creationId xmlns:a16="http://schemas.microsoft.com/office/drawing/2014/main" id="{7785F281-4DB6-48C8-BEED-5AFD1750C5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1" y="2645"/>
              <a:ext cx="937" cy="8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7" name="Text Box 109">
              <a:extLst>
                <a:ext uri="{FF2B5EF4-FFF2-40B4-BE49-F238E27FC236}">
                  <a16:creationId xmlns:a16="http://schemas.microsoft.com/office/drawing/2014/main" id="{7A0709B8-03AE-4D64-82D3-D67894529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566"/>
              <a:ext cx="5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srgbClr val="000000"/>
                  </a:solidFill>
                  <a:latin typeface="Arial" charset="0"/>
                </a:rPr>
                <a:t>Ellora</a:t>
              </a:r>
            </a:p>
          </p:txBody>
        </p:sp>
        <p:sp>
          <p:nvSpPr>
            <p:cNvPr id="48" name="Text Box 110">
              <a:extLst>
                <a:ext uri="{FF2B5EF4-FFF2-40B4-BE49-F238E27FC236}">
                  <a16:creationId xmlns:a16="http://schemas.microsoft.com/office/drawing/2014/main" id="{5E45C83F-C8C3-4D1B-86B2-3490DB525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3022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49" name="Group 111">
            <a:extLst>
              <a:ext uri="{FF2B5EF4-FFF2-40B4-BE49-F238E27FC236}">
                <a16:creationId xmlns:a16="http://schemas.microsoft.com/office/drawing/2014/main" id="{96B45D88-90AC-4155-8FB0-FE229695A439}"/>
              </a:ext>
            </a:extLst>
          </p:cNvPr>
          <p:cNvGrpSpPr>
            <a:grpSpLocks/>
          </p:cNvGrpSpPr>
          <p:nvPr/>
        </p:nvGrpSpPr>
        <p:grpSpPr bwMode="auto">
          <a:xfrm>
            <a:off x="2672398" y="5069205"/>
            <a:ext cx="2747962" cy="1150938"/>
            <a:chOff x="2018" y="2750"/>
            <a:chExt cx="1731" cy="725"/>
          </a:xfrm>
        </p:grpSpPr>
        <p:sp>
          <p:nvSpPr>
            <p:cNvPr id="50" name="Line 112">
              <a:extLst>
                <a:ext uri="{FF2B5EF4-FFF2-40B4-BE49-F238E27FC236}">
                  <a16:creationId xmlns:a16="http://schemas.microsoft.com/office/drawing/2014/main" id="{BE58DEA5-BEC0-4D74-9BD3-BE6EDCC4D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8" y="2795"/>
              <a:ext cx="861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1" name="Text Box 113">
              <a:extLst>
                <a:ext uri="{FF2B5EF4-FFF2-40B4-BE49-F238E27FC236}">
                  <a16:creationId xmlns:a16="http://schemas.microsoft.com/office/drawing/2014/main" id="{1DF628E4-4E6D-4456-85B4-F0B5B8BFA1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50"/>
              <a:ext cx="86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srgbClr val="000000"/>
                  </a:solidFill>
                  <a:latin typeface="Arial" charset="0"/>
                </a:rPr>
                <a:t>Delhi</a:t>
              </a:r>
            </a:p>
          </p:txBody>
        </p:sp>
        <p:sp>
          <p:nvSpPr>
            <p:cNvPr id="52" name="Text Box 114">
              <a:extLst>
                <a:ext uri="{FF2B5EF4-FFF2-40B4-BE49-F238E27FC236}">
                  <a16:creationId xmlns:a16="http://schemas.microsoft.com/office/drawing/2014/main" id="{722AD149-0FAC-4197-8648-13BE3BDC97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3067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2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298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utoUpdateAnimBg="0"/>
      <p:bldP spid="36" grpId="0" autoUpdateAnimBg="0"/>
      <p:bldP spid="37" grpId="0" animBg="1"/>
      <p:bldP spid="38" grpId="0" animBg="1"/>
      <p:bldP spid="3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graphicFrame>
        <p:nvGraphicFramePr>
          <p:cNvPr id="3" name="Group 2">
            <a:extLst>
              <a:ext uri="{FF2B5EF4-FFF2-40B4-BE49-F238E27FC236}">
                <a16:creationId xmlns:a16="http://schemas.microsoft.com/office/drawing/2014/main" id="{1FC1CA48-AD83-49C9-ADCE-60C3D8849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125751"/>
              </p:ext>
            </p:extLst>
          </p:nvPr>
        </p:nvGraphicFramePr>
        <p:xfrm>
          <a:off x="4785360" y="1742440"/>
          <a:ext cx="4267200" cy="3627120"/>
        </p:xfrm>
        <a:graphic>
          <a:graphicData uri="http://schemas.openxmlformats.org/drawingml/2006/table">
            <a:tbl>
              <a:tblPr/>
              <a:tblGrid>
                <a:gridCol w="611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Box 68">
            <a:extLst>
              <a:ext uri="{FF2B5EF4-FFF2-40B4-BE49-F238E27FC236}">
                <a16:creationId xmlns:a16="http://schemas.microsoft.com/office/drawing/2014/main" id="{F78F6CB7-C366-4474-939F-D8805717E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8360" y="1742440"/>
            <a:ext cx="2819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Text Box 69">
            <a:extLst>
              <a:ext uri="{FF2B5EF4-FFF2-40B4-BE49-F238E27FC236}">
                <a16:creationId xmlns:a16="http://schemas.microsoft.com/office/drawing/2014/main" id="{76B069B6-C8AF-444F-A6F2-18BA6245E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7360" y="136144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6" name="Line 70">
            <a:extLst>
              <a:ext uri="{FF2B5EF4-FFF2-40B4-BE49-F238E27FC236}">
                <a16:creationId xmlns:a16="http://schemas.microsoft.com/office/drawing/2014/main" id="{46B07B02-78CB-4BDE-8015-FEE6CB56DB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5360" y="2580640"/>
            <a:ext cx="426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Oval 71">
            <a:extLst>
              <a:ext uri="{FF2B5EF4-FFF2-40B4-BE49-F238E27FC236}">
                <a16:creationId xmlns:a16="http://schemas.microsoft.com/office/drawing/2014/main" id="{6E3B45B2-2FDE-4C37-B337-25B3B1A94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1160" y="280924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Line 75">
            <a:extLst>
              <a:ext uri="{FF2B5EF4-FFF2-40B4-BE49-F238E27FC236}">
                <a16:creationId xmlns:a16="http://schemas.microsoft.com/office/drawing/2014/main" id="{0F31504F-C873-4587-ACF3-4DE616F9F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5360" y="303784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9" name="Line 76">
            <a:extLst>
              <a:ext uri="{FF2B5EF4-FFF2-40B4-BE49-F238E27FC236}">
                <a16:creationId xmlns:a16="http://schemas.microsoft.com/office/drawing/2014/main" id="{97C8B30F-D414-490E-863F-2F109E144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8360" y="303784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" name="Oval 77">
            <a:extLst>
              <a:ext uri="{FF2B5EF4-FFF2-40B4-BE49-F238E27FC236}">
                <a16:creationId xmlns:a16="http://schemas.microsoft.com/office/drawing/2014/main" id="{A02EB52A-DE58-4102-BDAA-6B01C08E0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1160" y="4350704"/>
            <a:ext cx="457200" cy="439737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Text Box 78">
            <a:extLst>
              <a:ext uri="{FF2B5EF4-FFF2-40B4-BE49-F238E27FC236}">
                <a16:creationId xmlns:a16="http://schemas.microsoft.com/office/drawing/2014/main" id="{61569A86-C09F-428B-8D69-633010642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760" y="136144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2" name="Text Box 82">
            <a:extLst>
              <a:ext uri="{FF2B5EF4-FFF2-40B4-BE49-F238E27FC236}">
                <a16:creationId xmlns:a16="http://schemas.microsoft.com/office/drawing/2014/main" id="{D0C0AAE3-4695-4341-97AC-11F893B71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9560" y="136144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13" name="Oval 83">
            <a:extLst>
              <a:ext uri="{FF2B5EF4-FFF2-40B4-BE49-F238E27FC236}">
                <a16:creationId xmlns:a16="http://schemas.microsoft.com/office/drawing/2014/main" id="{D854C3CD-4AEF-4D42-A57D-13264609D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0986" y="3845878"/>
            <a:ext cx="485775" cy="431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Line 84">
            <a:extLst>
              <a:ext uri="{FF2B5EF4-FFF2-40B4-BE49-F238E27FC236}">
                <a16:creationId xmlns:a16="http://schemas.microsoft.com/office/drawing/2014/main" id="{5F1E29B9-5036-4478-8A98-CFBB824C8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5360" y="463804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" name="Rectangle 88">
            <a:extLst>
              <a:ext uri="{FF2B5EF4-FFF2-40B4-BE49-F238E27FC236}">
                <a16:creationId xmlns:a16="http://schemas.microsoft.com/office/drawing/2014/main" id="{1BC27821-C6A2-4F4B-A4BC-289B44369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340" y="1065583"/>
            <a:ext cx="47625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Label column D “4”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Delete row D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Select the smallest uncovered entry in either column A, B, D or E (DC, length 4)</a:t>
            </a:r>
          </a:p>
        </p:txBody>
      </p:sp>
      <p:sp>
        <p:nvSpPr>
          <p:cNvPr id="16" name="Line 89">
            <a:extLst>
              <a:ext uri="{FF2B5EF4-FFF2-40B4-BE49-F238E27FC236}">
                <a16:creationId xmlns:a16="http://schemas.microsoft.com/office/drawing/2014/main" id="{70164072-F08C-4666-9E03-68C7388180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5360" y="4133215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7" name="Line 90">
            <a:extLst>
              <a:ext uri="{FF2B5EF4-FFF2-40B4-BE49-F238E27FC236}">
                <a16:creationId xmlns:a16="http://schemas.microsoft.com/office/drawing/2014/main" id="{E4C27865-2A0E-4CFD-84DB-69F72AFB9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6760" y="410464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8" name="Text Box 91">
            <a:extLst>
              <a:ext uri="{FF2B5EF4-FFF2-40B4-BE49-F238E27FC236}">
                <a16:creationId xmlns:a16="http://schemas.microsoft.com/office/drawing/2014/main" id="{13D23836-1506-42D0-A307-BCD567B63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960" y="136144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4</a:t>
            </a:r>
          </a:p>
        </p:txBody>
      </p:sp>
      <p:sp>
        <p:nvSpPr>
          <p:cNvPr id="19" name="Oval 92">
            <a:extLst>
              <a:ext uri="{FF2B5EF4-FFF2-40B4-BE49-F238E27FC236}">
                <a16:creationId xmlns:a16="http://schemas.microsoft.com/office/drawing/2014/main" id="{13B75202-B293-4FB1-BA56-5EE267CEE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960" y="334264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" name="Line 97">
            <a:extLst>
              <a:ext uri="{FF2B5EF4-FFF2-40B4-BE49-F238E27FC236}">
                <a16:creationId xmlns:a16="http://schemas.microsoft.com/office/drawing/2014/main" id="{8DFE4734-072E-4A3E-B58A-C59E621F64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7885" y="463804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21" name="Group 98">
            <a:extLst>
              <a:ext uri="{FF2B5EF4-FFF2-40B4-BE49-F238E27FC236}">
                <a16:creationId xmlns:a16="http://schemas.microsoft.com/office/drawing/2014/main" id="{3100FE26-737A-462E-A437-BB7CE9B3B2ED}"/>
              </a:ext>
            </a:extLst>
          </p:cNvPr>
          <p:cNvGrpSpPr>
            <a:grpSpLocks/>
          </p:cNvGrpSpPr>
          <p:nvPr/>
        </p:nvGrpSpPr>
        <p:grpSpPr bwMode="auto">
          <a:xfrm>
            <a:off x="18415" y="3370898"/>
            <a:ext cx="2114550" cy="1765300"/>
            <a:chOff x="295" y="1661"/>
            <a:chExt cx="1332" cy="1112"/>
          </a:xfrm>
        </p:grpSpPr>
        <p:sp>
          <p:nvSpPr>
            <p:cNvPr id="22" name="Line 99">
              <a:extLst>
                <a:ext uri="{FF2B5EF4-FFF2-40B4-BE49-F238E27FC236}">
                  <a16:creationId xmlns:a16="http://schemas.microsoft.com/office/drawing/2014/main" id="{390453DF-C2A7-4C0D-9BE8-23E8BA683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1933"/>
              <a:ext cx="52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3" name="Text Box 100">
              <a:extLst>
                <a:ext uri="{FF2B5EF4-FFF2-40B4-BE49-F238E27FC236}">
                  <a16:creationId xmlns:a16="http://schemas.microsoft.com/office/drawing/2014/main" id="{D0119EB8-10ED-4CC3-AB21-A9EFF8563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23"/>
              <a:ext cx="7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Ambattur</a:t>
              </a:r>
            </a:p>
          </p:txBody>
        </p:sp>
        <p:sp>
          <p:nvSpPr>
            <p:cNvPr id="24" name="Text Box 101">
              <a:extLst>
                <a:ext uri="{FF2B5EF4-FFF2-40B4-BE49-F238E27FC236}">
                  <a16:creationId xmlns:a16="http://schemas.microsoft.com/office/drawing/2014/main" id="{1F88D62D-8E7A-4A8C-9211-D0264C18A0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661"/>
              <a:ext cx="7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Baruch</a:t>
              </a:r>
            </a:p>
          </p:txBody>
        </p:sp>
        <p:sp>
          <p:nvSpPr>
            <p:cNvPr id="25" name="Text Box 102">
              <a:extLst>
                <a:ext uri="{FF2B5EF4-FFF2-40B4-BE49-F238E27FC236}">
                  <a16:creationId xmlns:a16="http://schemas.microsoft.com/office/drawing/2014/main" id="{A4AFF36E-AB26-4242-A6B5-660D4B1F10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069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3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26" name="Group 103">
            <a:extLst>
              <a:ext uri="{FF2B5EF4-FFF2-40B4-BE49-F238E27FC236}">
                <a16:creationId xmlns:a16="http://schemas.microsoft.com/office/drawing/2014/main" id="{2E88F4A2-C5BA-4211-825F-8D40C58181D9}"/>
              </a:ext>
            </a:extLst>
          </p:cNvPr>
          <p:cNvGrpSpPr>
            <a:grpSpLocks/>
          </p:cNvGrpSpPr>
          <p:nvPr/>
        </p:nvGrpSpPr>
        <p:grpSpPr bwMode="auto">
          <a:xfrm>
            <a:off x="1266190" y="4932998"/>
            <a:ext cx="1862138" cy="1828800"/>
            <a:chOff x="1081" y="2645"/>
            <a:chExt cx="1173" cy="1152"/>
          </a:xfrm>
        </p:grpSpPr>
        <p:sp>
          <p:nvSpPr>
            <p:cNvPr id="27" name="Line 104">
              <a:extLst>
                <a:ext uri="{FF2B5EF4-FFF2-40B4-BE49-F238E27FC236}">
                  <a16:creationId xmlns:a16="http://schemas.microsoft.com/office/drawing/2014/main" id="{6170E370-057F-482B-82B0-73EE554BD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1" y="2645"/>
              <a:ext cx="937" cy="8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8" name="Text Box 105">
              <a:extLst>
                <a:ext uri="{FF2B5EF4-FFF2-40B4-BE49-F238E27FC236}">
                  <a16:creationId xmlns:a16="http://schemas.microsoft.com/office/drawing/2014/main" id="{4D6405B8-391E-46E0-80C7-13398B251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566"/>
              <a:ext cx="5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srgbClr val="000000"/>
                  </a:solidFill>
                  <a:latin typeface="Arial" charset="0"/>
                </a:rPr>
                <a:t>Ellora</a:t>
              </a:r>
            </a:p>
          </p:txBody>
        </p:sp>
        <p:sp>
          <p:nvSpPr>
            <p:cNvPr id="29" name="Text Box 106">
              <a:extLst>
                <a:ext uri="{FF2B5EF4-FFF2-40B4-BE49-F238E27FC236}">
                  <a16:creationId xmlns:a16="http://schemas.microsoft.com/office/drawing/2014/main" id="{9B55F708-EB47-49CB-9BE0-CDE485681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3022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30" name="Group 107">
            <a:extLst>
              <a:ext uri="{FF2B5EF4-FFF2-40B4-BE49-F238E27FC236}">
                <a16:creationId xmlns:a16="http://schemas.microsoft.com/office/drawing/2014/main" id="{BD613AB1-EBFB-4488-8286-7686C7ACEACF}"/>
              </a:ext>
            </a:extLst>
          </p:cNvPr>
          <p:cNvGrpSpPr>
            <a:grpSpLocks/>
          </p:cNvGrpSpPr>
          <p:nvPr/>
        </p:nvGrpSpPr>
        <p:grpSpPr bwMode="auto">
          <a:xfrm>
            <a:off x="2753678" y="5099685"/>
            <a:ext cx="2747962" cy="1150938"/>
            <a:chOff x="2018" y="2750"/>
            <a:chExt cx="1731" cy="725"/>
          </a:xfrm>
        </p:grpSpPr>
        <p:sp>
          <p:nvSpPr>
            <p:cNvPr id="31" name="Line 108">
              <a:extLst>
                <a:ext uri="{FF2B5EF4-FFF2-40B4-BE49-F238E27FC236}">
                  <a16:creationId xmlns:a16="http://schemas.microsoft.com/office/drawing/2014/main" id="{D35EF03C-E272-4B86-AFA6-DCA86A2FC5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8" y="2795"/>
              <a:ext cx="861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2" name="Text Box 109">
              <a:extLst>
                <a:ext uri="{FF2B5EF4-FFF2-40B4-BE49-F238E27FC236}">
                  <a16:creationId xmlns:a16="http://schemas.microsoft.com/office/drawing/2014/main" id="{D7808577-F889-482C-B937-DDE7EB8B5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50"/>
              <a:ext cx="86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srgbClr val="000000"/>
                  </a:solidFill>
                  <a:latin typeface="Arial" charset="0"/>
                </a:rPr>
                <a:t>Delhi</a:t>
              </a:r>
            </a:p>
          </p:txBody>
        </p:sp>
        <p:sp>
          <p:nvSpPr>
            <p:cNvPr id="33" name="Text Box 110">
              <a:extLst>
                <a:ext uri="{FF2B5EF4-FFF2-40B4-BE49-F238E27FC236}">
                  <a16:creationId xmlns:a16="http://schemas.microsoft.com/office/drawing/2014/main" id="{AC047540-091C-4863-9CC4-3F225F095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3067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2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34" name="Group 113">
            <a:extLst>
              <a:ext uri="{FF2B5EF4-FFF2-40B4-BE49-F238E27FC236}">
                <a16:creationId xmlns:a16="http://schemas.microsoft.com/office/drawing/2014/main" id="{8F3F3050-1B67-4B1D-AD7B-7897307AB307}"/>
              </a:ext>
            </a:extLst>
          </p:cNvPr>
          <p:cNvGrpSpPr>
            <a:grpSpLocks/>
          </p:cNvGrpSpPr>
          <p:nvPr/>
        </p:nvGrpSpPr>
        <p:grpSpPr bwMode="auto">
          <a:xfrm>
            <a:off x="3114041" y="3226435"/>
            <a:ext cx="1298575" cy="1944688"/>
            <a:chOff x="2064" y="1706"/>
            <a:chExt cx="818" cy="1225"/>
          </a:xfrm>
        </p:grpSpPr>
        <p:sp>
          <p:nvSpPr>
            <p:cNvPr id="35" name="Line 93">
              <a:extLst>
                <a:ext uri="{FF2B5EF4-FFF2-40B4-BE49-F238E27FC236}">
                  <a16:creationId xmlns:a16="http://schemas.microsoft.com/office/drawing/2014/main" id="{CF128FE9-E2B5-452E-9630-3B0506E6E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1979"/>
              <a:ext cx="454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6" name="Text Box 94">
              <a:extLst>
                <a:ext uri="{FF2B5EF4-FFF2-40B4-BE49-F238E27FC236}">
                  <a16:creationId xmlns:a16="http://schemas.microsoft.com/office/drawing/2014/main" id="{CEEE98AD-2557-4557-81EC-05E03AA705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706"/>
              <a:ext cx="8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Calcutta</a:t>
              </a:r>
            </a:p>
          </p:txBody>
        </p:sp>
        <p:sp>
          <p:nvSpPr>
            <p:cNvPr id="37" name="Text Box 112">
              <a:extLst>
                <a:ext uri="{FF2B5EF4-FFF2-40B4-BE49-F238E27FC236}">
                  <a16:creationId xmlns:a16="http://schemas.microsoft.com/office/drawing/2014/main" id="{B6D29BD7-3D04-4E0B-9859-F060B5442A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205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154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nimBg="1"/>
      <p:bldP spid="17" grpId="0" animBg="1"/>
      <p:bldP spid="18" grpId="0" autoUpdateAnimBg="0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graphicFrame>
        <p:nvGraphicFramePr>
          <p:cNvPr id="3" name="Group 2">
            <a:extLst>
              <a:ext uri="{FF2B5EF4-FFF2-40B4-BE49-F238E27FC236}">
                <a16:creationId xmlns:a16="http://schemas.microsoft.com/office/drawing/2014/main" id="{C951D72F-D936-49BF-83D2-BCD960F4E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02085"/>
              </p:ext>
            </p:extLst>
          </p:nvPr>
        </p:nvGraphicFramePr>
        <p:xfrm>
          <a:off x="4775200" y="2250440"/>
          <a:ext cx="4267200" cy="3627120"/>
        </p:xfrm>
        <a:graphic>
          <a:graphicData uri="http://schemas.openxmlformats.org/drawingml/2006/table">
            <a:tbl>
              <a:tblPr/>
              <a:tblGrid>
                <a:gridCol w="611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Box 68">
            <a:extLst>
              <a:ext uri="{FF2B5EF4-FFF2-40B4-BE49-F238E27FC236}">
                <a16:creationId xmlns:a16="http://schemas.microsoft.com/office/drawing/2014/main" id="{6FF64B46-8547-47A7-8093-6B0E0F126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8200" y="2250440"/>
            <a:ext cx="2819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Text Box 69">
            <a:extLst>
              <a:ext uri="{FF2B5EF4-FFF2-40B4-BE49-F238E27FC236}">
                <a16:creationId xmlns:a16="http://schemas.microsoft.com/office/drawing/2014/main" id="{456645D6-499B-47E2-94EB-933B45941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200" y="186944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6" name="Line 70">
            <a:extLst>
              <a:ext uri="{FF2B5EF4-FFF2-40B4-BE49-F238E27FC236}">
                <a16:creationId xmlns:a16="http://schemas.microsoft.com/office/drawing/2014/main" id="{44C25607-2AF0-4BE5-9904-0963D967F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3088640"/>
            <a:ext cx="426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Oval 71">
            <a:extLst>
              <a:ext uri="{FF2B5EF4-FFF2-40B4-BE49-F238E27FC236}">
                <a16:creationId xmlns:a16="http://schemas.microsoft.com/office/drawing/2014/main" id="{1CB6F1D2-1A63-4199-B825-BD7E25741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331724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Line 75">
            <a:extLst>
              <a:ext uri="{FF2B5EF4-FFF2-40B4-BE49-F238E27FC236}">
                <a16:creationId xmlns:a16="http://schemas.microsoft.com/office/drawing/2014/main" id="{993FBB13-0376-4AFA-92ED-CD780D55C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354584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9" name="Line 76">
            <a:extLst>
              <a:ext uri="{FF2B5EF4-FFF2-40B4-BE49-F238E27FC236}">
                <a16:creationId xmlns:a16="http://schemas.microsoft.com/office/drawing/2014/main" id="{973693EC-0497-4147-BDA9-18A9E6E2D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354584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" name="Oval 77">
            <a:extLst>
              <a:ext uri="{FF2B5EF4-FFF2-40B4-BE49-F238E27FC236}">
                <a16:creationId xmlns:a16="http://schemas.microsoft.com/office/drawing/2014/main" id="{350BB83E-7AA2-4F11-81BF-B0B422B3C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4858704"/>
            <a:ext cx="457200" cy="439737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Text Box 78">
            <a:extLst>
              <a:ext uri="{FF2B5EF4-FFF2-40B4-BE49-F238E27FC236}">
                <a16:creationId xmlns:a16="http://schemas.microsoft.com/office/drawing/2014/main" id="{2F3F7568-80CA-4F83-9A1A-3AF33095A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0600" y="186944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2" name="Text Box 81">
            <a:extLst>
              <a:ext uri="{FF2B5EF4-FFF2-40B4-BE49-F238E27FC236}">
                <a16:creationId xmlns:a16="http://schemas.microsoft.com/office/drawing/2014/main" id="{E7B462DD-1AF2-4185-B50D-C3B7A4B0B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9400" y="186944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13" name="Oval 82">
            <a:extLst>
              <a:ext uri="{FF2B5EF4-FFF2-40B4-BE49-F238E27FC236}">
                <a16:creationId xmlns:a16="http://schemas.microsoft.com/office/drawing/2014/main" id="{A0037FF7-39CE-4048-9C79-20574F691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0826" y="4353878"/>
            <a:ext cx="485775" cy="431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Line 83">
            <a:extLst>
              <a:ext uri="{FF2B5EF4-FFF2-40B4-BE49-F238E27FC236}">
                <a16:creationId xmlns:a16="http://schemas.microsoft.com/office/drawing/2014/main" id="{6B56851A-7882-4F57-AB96-EAB208F35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514604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" name="Line 84">
            <a:extLst>
              <a:ext uri="{FF2B5EF4-FFF2-40B4-BE49-F238E27FC236}">
                <a16:creationId xmlns:a16="http://schemas.microsoft.com/office/drawing/2014/main" id="{6FB80C3E-A866-4B16-A303-8DED4EC018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514604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" name="Rectangle 87">
            <a:extLst>
              <a:ext uri="{FF2B5EF4-FFF2-40B4-BE49-F238E27FC236}">
                <a16:creationId xmlns:a16="http://schemas.microsoft.com/office/drawing/2014/main" id="{0DE3A133-8F40-4301-9239-722CABD2A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" y="1138874"/>
            <a:ext cx="475869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Label column C “5”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Delete row C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Select the smallest uncovered entry in either column A, B, D, E or C (EF, length 5)</a:t>
            </a:r>
          </a:p>
        </p:txBody>
      </p:sp>
      <p:sp>
        <p:nvSpPr>
          <p:cNvPr id="17" name="Line 88">
            <a:extLst>
              <a:ext uri="{FF2B5EF4-FFF2-40B4-BE49-F238E27FC236}">
                <a16:creationId xmlns:a16="http://schemas.microsoft.com/office/drawing/2014/main" id="{753D321C-CE89-47BF-9770-60B2783AC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4641215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8" name="Line 89">
            <a:extLst>
              <a:ext uri="{FF2B5EF4-FFF2-40B4-BE49-F238E27FC236}">
                <a16:creationId xmlns:a16="http://schemas.microsoft.com/office/drawing/2014/main" id="{ABDA3ADE-D2E5-4918-B6B3-7FF3C0F3C2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6600" y="461264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9" name="Text Box 90">
            <a:extLst>
              <a:ext uri="{FF2B5EF4-FFF2-40B4-BE49-F238E27FC236}">
                <a16:creationId xmlns:a16="http://schemas.microsoft.com/office/drawing/2014/main" id="{99D09992-AA2B-411D-B353-2055DF84C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9800" y="186944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4</a:t>
            </a:r>
          </a:p>
        </p:txBody>
      </p:sp>
      <p:sp>
        <p:nvSpPr>
          <p:cNvPr id="20" name="Text Box 94">
            <a:extLst>
              <a:ext uri="{FF2B5EF4-FFF2-40B4-BE49-F238E27FC236}">
                <a16:creationId xmlns:a16="http://schemas.microsoft.com/office/drawing/2014/main" id="{C4F47F09-977B-4E21-87AA-EE447CB2F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400" y="186944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5</a:t>
            </a:r>
          </a:p>
        </p:txBody>
      </p:sp>
      <p:sp>
        <p:nvSpPr>
          <p:cNvPr id="21" name="Line 95">
            <a:extLst>
              <a:ext uri="{FF2B5EF4-FFF2-40B4-BE49-F238E27FC236}">
                <a16:creationId xmlns:a16="http://schemas.microsoft.com/office/drawing/2014/main" id="{D5F1EFEE-E3A2-4B58-9C95-7783A7868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4079240"/>
            <a:ext cx="2514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" name="Line 96">
            <a:extLst>
              <a:ext uri="{FF2B5EF4-FFF2-40B4-BE49-F238E27FC236}">
                <a16:creationId xmlns:a16="http://schemas.microsoft.com/office/drawing/2014/main" id="{C9491A2B-0403-4903-8063-9C239D57AE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0" y="4079240"/>
            <a:ext cx="1295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3" name="Oval 97">
            <a:extLst>
              <a:ext uri="{FF2B5EF4-FFF2-40B4-BE49-F238E27FC236}">
                <a16:creationId xmlns:a16="http://schemas.microsoft.com/office/drawing/2014/main" id="{470B40EA-75CF-4D60-ABD7-D1257F117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9400" y="537464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4" name="Oval 101">
            <a:extLst>
              <a:ext uri="{FF2B5EF4-FFF2-40B4-BE49-F238E27FC236}">
                <a16:creationId xmlns:a16="http://schemas.microsoft.com/office/drawing/2014/main" id="{FFE3BDEF-B9EC-494A-890D-AB28C2103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800" y="385064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25" name="Group 102">
            <a:extLst>
              <a:ext uri="{FF2B5EF4-FFF2-40B4-BE49-F238E27FC236}">
                <a16:creationId xmlns:a16="http://schemas.microsoft.com/office/drawing/2014/main" id="{18CE2978-1E6B-486A-8BC7-B8C543BFAA6E}"/>
              </a:ext>
            </a:extLst>
          </p:cNvPr>
          <p:cNvGrpSpPr>
            <a:grpSpLocks/>
          </p:cNvGrpSpPr>
          <p:nvPr/>
        </p:nvGrpSpPr>
        <p:grpSpPr bwMode="auto">
          <a:xfrm>
            <a:off x="-62865" y="3370898"/>
            <a:ext cx="2114550" cy="1765300"/>
            <a:chOff x="295" y="1661"/>
            <a:chExt cx="1332" cy="1112"/>
          </a:xfrm>
        </p:grpSpPr>
        <p:sp>
          <p:nvSpPr>
            <p:cNvPr id="26" name="Line 103">
              <a:extLst>
                <a:ext uri="{FF2B5EF4-FFF2-40B4-BE49-F238E27FC236}">
                  <a16:creationId xmlns:a16="http://schemas.microsoft.com/office/drawing/2014/main" id="{7D6863C5-ED9C-451F-904C-08EFEE1F51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1933"/>
              <a:ext cx="52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7" name="Text Box 104">
              <a:extLst>
                <a:ext uri="{FF2B5EF4-FFF2-40B4-BE49-F238E27FC236}">
                  <a16:creationId xmlns:a16="http://schemas.microsoft.com/office/drawing/2014/main" id="{E2B8032B-2646-4FF7-A1DE-FD9BDF276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23"/>
              <a:ext cx="7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Ambattur</a:t>
              </a:r>
            </a:p>
          </p:txBody>
        </p:sp>
        <p:sp>
          <p:nvSpPr>
            <p:cNvPr id="28" name="Text Box 105">
              <a:extLst>
                <a:ext uri="{FF2B5EF4-FFF2-40B4-BE49-F238E27FC236}">
                  <a16:creationId xmlns:a16="http://schemas.microsoft.com/office/drawing/2014/main" id="{3AA71077-C1EE-4AD7-B4B6-D6FC5ED161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661"/>
              <a:ext cx="7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Baruch</a:t>
              </a:r>
            </a:p>
          </p:txBody>
        </p:sp>
        <p:sp>
          <p:nvSpPr>
            <p:cNvPr id="29" name="Text Box 106">
              <a:extLst>
                <a:ext uri="{FF2B5EF4-FFF2-40B4-BE49-F238E27FC236}">
                  <a16:creationId xmlns:a16="http://schemas.microsoft.com/office/drawing/2014/main" id="{7999254F-A60F-4DCB-986C-D35F44123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069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3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30" name="Group 107">
            <a:extLst>
              <a:ext uri="{FF2B5EF4-FFF2-40B4-BE49-F238E27FC236}">
                <a16:creationId xmlns:a16="http://schemas.microsoft.com/office/drawing/2014/main" id="{44F13D46-5389-4DCA-BBAE-38D4F454ED6C}"/>
              </a:ext>
            </a:extLst>
          </p:cNvPr>
          <p:cNvGrpSpPr>
            <a:grpSpLocks/>
          </p:cNvGrpSpPr>
          <p:nvPr/>
        </p:nvGrpSpPr>
        <p:grpSpPr bwMode="auto">
          <a:xfrm>
            <a:off x="1184910" y="4932998"/>
            <a:ext cx="1862138" cy="1828800"/>
            <a:chOff x="1081" y="2645"/>
            <a:chExt cx="1173" cy="1152"/>
          </a:xfrm>
        </p:grpSpPr>
        <p:sp>
          <p:nvSpPr>
            <p:cNvPr id="31" name="Line 108">
              <a:extLst>
                <a:ext uri="{FF2B5EF4-FFF2-40B4-BE49-F238E27FC236}">
                  <a16:creationId xmlns:a16="http://schemas.microsoft.com/office/drawing/2014/main" id="{B083728E-9DC8-48BC-BD34-34FE0B564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1" y="2645"/>
              <a:ext cx="937" cy="8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2" name="Text Box 109">
              <a:extLst>
                <a:ext uri="{FF2B5EF4-FFF2-40B4-BE49-F238E27FC236}">
                  <a16:creationId xmlns:a16="http://schemas.microsoft.com/office/drawing/2014/main" id="{7B30FAF6-BFAC-4251-A816-02641644E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566"/>
              <a:ext cx="5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srgbClr val="000000"/>
                  </a:solidFill>
                  <a:latin typeface="Arial" charset="0"/>
                </a:rPr>
                <a:t>Ellora</a:t>
              </a:r>
            </a:p>
          </p:txBody>
        </p:sp>
        <p:sp>
          <p:nvSpPr>
            <p:cNvPr id="33" name="Text Box 110">
              <a:extLst>
                <a:ext uri="{FF2B5EF4-FFF2-40B4-BE49-F238E27FC236}">
                  <a16:creationId xmlns:a16="http://schemas.microsoft.com/office/drawing/2014/main" id="{CED9BF0A-701E-43B7-ABF5-006619297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3022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34" name="Group 111">
            <a:extLst>
              <a:ext uri="{FF2B5EF4-FFF2-40B4-BE49-F238E27FC236}">
                <a16:creationId xmlns:a16="http://schemas.microsoft.com/office/drawing/2014/main" id="{F045B3C5-BC66-4680-9562-C5168B8354D7}"/>
              </a:ext>
            </a:extLst>
          </p:cNvPr>
          <p:cNvGrpSpPr>
            <a:grpSpLocks/>
          </p:cNvGrpSpPr>
          <p:nvPr/>
        </p:nvGrpSpPr>
        <p:grpSpPr bwMode="auto">
          <a:xfrm>
            <a:off x="2672398" y="5099685"/>
            <a:ext cx="2747962" cy="1150938"/>
            <a:chOff x="2018" y="2750"/>
            <a:chExt cx="1731" cy="725"/>
          </a:xfrm>
        </p:grpSpPr>
        <p:sp>
          <p:nvSpPr>
            <p:cNvPr id="35" name="Line 112">
              <a:extLst>
                <a:ext uri="{FF2B5EF4-FFF2-40B4-BE49-F238E27FC236}">
                  <a16:creationId xmlns:a16="http://schemas.microsoft.com/office/drawing/2014/main" id="{B3773066-2DEE-403E-AF37-DEAF57FFCC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8" y="2795"/>
              <a:ext cx="861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6" name="Text Box 113">
              <a:extLst>
                <a:ext uri="{FF2B5EF4-FFF2-40B4-BE49-F238E27FC236}">
                  <a16:creationId xmlns:a16="http://schemas.microsoft.com/office/drawing/2014/main" id="{876B6949-6C90-49CE-919D-914ADAB5C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50"/>
              <a:ext cx="86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srgbClr val="000000"/>
                  </a:solidFill>
                  <a:latin typeface="Arial" charset="0"/>
                </a:rPr>
                <a:t>Delhi</a:t>
              </a:r>
            </a:p>
          </p:txBody>
        </p:sp>
        <p:sp>
          <p:nvSpPr>
            <p:cNvPr id="37" name="Text Box 114">
              <a:extLst>
                <a:ext uri="{FF2B5EF4-FFF2-40B4-BE49-F238E27FC236}">
                  <a16:creationId xmlns:a16="http://schemas.microsoft.com/office/drawing/2014/main" id="{E0C0AC05-55A3-4019-9F83-560B378C64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3067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2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38" name="Group 115">
            <a:extLst>
              <a:ext uri="{FF2B5EF4-FFF2-40B4-BE49-F238E27FC236}">
                <a16:creationId xmlns:a16="http://schemas.microsoft.com/office/drawing/2014/main" id="{7AE257C2-348A-46AA-AC15-B27D7A002401}"/>
              </a:ext>
            </a:extLst>
          </p:cNvPr>
          <p:cNvGrpSpPr>
            <a:grpSpLocks/>
          </p:cNvGrpSpPr>
          <p:nvPr/>
        </p:nvGrpSpPr>
        <p:grpSpPr bwMode="auto">
          <a:xfrm>
            <a:off x="3032761" y="3226435"/>
            <a:ext cx="1298575" cy="1944688"/>
            <a:chOff x="2064" y="1706"/>
            <a:chExt cx="818" cy="1225"/>
          </a:xfrm>
        </p:grpSpPr>
        <p:sp>
          <p:nvSpPr>
            <p:cNvPr id="39" name="Line 116">
              <a:extLst>
                <a:ext uri="{FF2B5EF4-FFF2-40B4-BE49-F238E27FC236}">
                  <a16:creationId xmlns:a16="http://schemas.microsoft.com/office/drawing/2014/main" id="{F21ACF39-9AEC-405E-BFD7-04CF4C0A6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1979"/>
              <a:ext cx="454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0" name="Text Box 117">
              <a:extLst>
                <a:ext uri="{FF2B5EF4-FFF2-40B4-BE49-F238E27FC236}">
                  <a16:creationId xmlns:a16="http://schemas.microsoft.com/office/drawing/2014/main" id="{D0CCD493-6249-47E9-A787-F4D0A11F6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706"/>
              <a:ext cx="8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Calcutta</a:t>
              </a:r>
            </a:p>
          </p:txBody>
        </p:sp>
        <p:sp>
          <p:nvSpPr>
            <p:cNvPr id="41" name="Text Box 118">
              <a:extLst>
                <a:ext uri="{FF2B5EF4-FFF2-40B4-BE49-F238E27FC236}">
                  <a16:creationId xmlns:a16="http://schemas.microsoft.com/office/drawing/2014/main" id="{D0ACB024-C940-40A0-805C-6E823DAA7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205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42" name="Group 120">
            <a:extLst>
              <a:ext uri="{FF2B5EF4-FFF2-40B4-BE49-F238E27FC236}">
                <a16:creationId xmlns:a16="http://schemas.microsoft.com/office/drawing/2014/main" id="{343C6160-C72D-4B77-9F3D-F745C9F1B10F}"/>
              </a:ext>
            </a:extLst>
          </p:cNvPr>
          <p:cNvGrpSpPr>
            <a:grpSpLocks/>
          </p:cNvGrpSpPr>
          <p:nvPr/>
        </p:nvGrpSpPr>
        <p:grpSpPr bwMode="auto">
          <a:xfrm>
            <a:off x="2527936" y="4378960"/>
            <a:ext cx="1065213" cy="1873250"/>
            <a:chOff x="1746" y="2432"/>
            <a:chExt cx="671" cy="1180"/>
          </a:xfrm>
        </p:grpSpPr>
        <p:sp>
          <p:nvSpPr>
            <p:cNvPr id="43" name="Text Box 99">
              <a:extLst>
                <a:ext uri="{FF2B5EF4-FFF2-40B4-BE49-F238E27FC236}">
                  <a16:creationId xmlns:a16="http://schemas.microsoft.com/office/drawing/2014/main" id="{551F87B1-4E3A-4B55-B179-7C924943A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432"/>
              <a:ext cx="671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Fatehgarh</a:t>
              </a:r>
            </a:p>
          </p:txBody>
        </p:sp>
        <p:sp>
          <p:nvSpPr>
            <p:cNvPr id="44" name="Line 100">
              <a:extLst>
                <a:ext uri="{FF2B5EF4-FFF2-40B4-BE49-F238E27FC236}">
                  <a16:creationId xmlns:a16="http://schemas.microsoft.com/office/drawing/2014/main" id="{F3EA9128-816D-4D2D-978A-8B9C80E20E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91" y="2659"/>
              <a:ext cx="46" cy="9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5" name="Text Box 119">
              <a:extLst>
                <a:ext uri="{FF2B5EF4-FFF2-40B4-BE49-F238E27FC236}">
                  <a16:creationId xmlns:a16="http://schemas.microsoft.com/office/drawing/2014/main" id="{FAEE638A-F7FF-42B4-9D3F-A49413A57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2886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5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784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20" grpId="0" autoUpdateAnimBg="0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graphicFrame>
        <p:nvGraphicFramePr>
          <p:cNvPr id="3" name="Group 2">
            <a:extLst>
              <a:ext uri="{FF2B5EF4-FFF2-40B4-BE49-F238E27FC236}">
                <a16:creationId xmlns:a16="http://schemas.microsoft.com/office/drawing/2014/main" id="{AB459E4C-0DA6-4D12-A004-49FA66452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91316"/>
              </p:ext>
            </p:extLst>
          </p:nvPr>
        </p:nvGraphicFramePr>
        <p:xfrm>
          <a:off x="4836160" y="2534920"/>
          <a:ext cx="4267200" cy="3627120"/>
        </p:xfrm>
        <a:graphic>
          <a:graphicData uri="http://schemas.openxmlformats.org/drawingml/2006/table">
            <a:tbl>
              <a:tblPr/>
              <a:tblGrid>
                <a:gridCol w="611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Box 68">
            <a:extLst>
              <a:ext uri="{FF2B5EF4-FFF2-40B4-BE49-F238E27FC236}">
                <a16:creationId xmlns:a16="http://schemas.microsoft.com/office/drawing/2014/main" id="{810F14C7-BE09-440B-BBDC-9BFEAAFAE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9160" y="2534920"/>
            <a:ext cx="2819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Text Box 69">
            <a:extLst>
              <a:ext uri="{FF2B5EF4-FFF2-40B4-BE49-F238E27FC236}">
                <a16:creationId xmlns:a16="http://schemas.microsoft.com/office/drawing/2014/main" id="{A66FE793-DC07-4FEA-AE76-DF57A216D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8160" y="215392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6" name="Line 70">
            <a:extLst>
              <a:ext uri="{FF2B5EF4-FFF2-40B4-BE49-F238E27FC236}">
                <a16:creationId xmlns:a16="http://schemas.microsoft.com/office/drawing/2014/main" id="{90B37D95-86DA-49D9-93B3-F06F380097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6160" y="3373120"/>
            <a:ext cx="426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Oval 71">
            <a:extLst>
              <a:ext uri="{FF2B5EF4-FFF2-40B4-BE49-F238E27FC236}">
                <a16:creationId xmlns:a16="http://schemas.microsoft.com/office/drawing/2014/main" id="{03698062-FE5C-4003-9B94-7FFFD4F82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960" y="360172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Line 75">
            <a:extLst>
              <a:ext uri="{FF2B5EF4-FFF2-40B4-BE49-F238E27FC236}">
                <a16:creationId xmlns:a16="http://schemas.microsoft.com/office/drawing/2014/main" id="{D862E16C-E926-4760-AF03-9D2C8677CC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6160" y="383032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9" name="Line 76">
            <a:extLst>
              <a:ext uri="{FF2B5EF4-FFF2-40B4-BE49-F238E27FC236}">
                <a16:creationId xmlns:a16="http://schemas.microsoft.com/office/drawing/2014/main" id="{EF52E1BB-69BE-46DC-9BC0-9E3886FB8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9160" y="383032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" name="Oval 77">
            <a:extLst>
              <a:ext uri="{FF2B5EF4-FFF2-40B4-BE49-F238E27FC236}">
                <a16:creationId xmlns:a16="http://schemas.microsoft.com/office/drawing/2014/main" id="{497C8594-A6BE-43E6-9FE0-C6B07034D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960" y="5143184"/>
            <a:ext cx="457200" cy="439737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Text Box 78">
            <a:extLst>
              <a:ext uri="{FF2B5EF4-FFF2-40B4-BE49-F238E27FC236}">
                <a16:creationId xmlns:a16="http://schemas.microsoft.com/office/drawing/2014/main" id="{364EC7B7-ABD6-4126-9228-EAAB53543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560" y="215392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2" name="Text Box 81">
            <a:extLst>
              <a:ext uri="{FF2B5EF4-FFF2-40B4-BE49-F238E27FC236}">
                <a16:creationId xmlns:a16="http://schemas.microsoft.com/office/drawing/2014/main" id="{269758C6-B266-4607-9550-CDEE1802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0360" y="215392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13" name="Oval 82">
            <a:extLst>
              <a:ext uri="{FF2B5EF4-FFF2-40B4-BE49-F238E27FC236}">
                <a16:creationId xmlns:a16="http://schemas.microsoft.com/office/drawing/2014/main" id="{50D9D680-AD25-414F-82A0-8039BC1DD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786" y="4638358"/>
            <a:ext cx="485775" cy="431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Line 83">
            <a:extLst>
              <a:ext uri="{FF2B5EF4-FFF2-40B4-BE49-F238E27FC236}">
                <a16:creationId xmlns:a16="http://schemas.microsoft.com/office/drawing/2014/main" id="{08BA4B66-2FB9-4AC3-8441-C904B11F0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6160" y="543052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" name="Line 84">
            <a:extLst>
              <a:ext uri="{FF2B5EF4-FFF2-40B4-BE49-F238E27FC236}">
                <a16:creationId xmlns:a16="http://schemas.microsoft.com/office/drawing/2014/main" id="{C6BDE5B7-5101-4148-B8BF-84F885671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8685" y="543052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" name="Line 88">
            <a:extLst>
              <a:ext uri="{FF2B5EF4-FFF2-40B4-BE49-F238E27FC236}">
                <a16:creationId xmlns:a16="http://schemas.microsoft.com/office/drawing/2014/main" id="{11AFEAB0-4C23-4A39-A68A-C40B8444C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6160" y="4925695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7" name="Line 89">
            <a:extLst>
              <a:ext uri="{FF2B5EF4-FFF2-40B4-BE49-F238E27FC236}">
                <a16:creationId xmlns:a16="http://schemas.microsoft.com/office/drawing/2014/main" id="{20C0CAD5-2942-43B8-B66C-2761AD9BAF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7560" y="489712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8" name="Text Box 90">
            <a:extLst>
              <a:ext uri="{FF2B5EF4-FFF2-40B4-BE49-F238E27FC236}">
                <a16:creationId xmlns:a16="http://schemas.microsoft.com/office/drawing/2014/main" id="{248034B9-BCCC-4B76-9E4E-3B86C6428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760" y="215392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4</a:t>
            </a:r>
          </a:p>
        </p:txBody>
      </p:sp>
      <p:sp>
        <p:nvSpPr>
          <p:cNvPr id="19" name="Oval 91">
            <a:extLst>
              <a:ext uri="{FF2B5EF4-FFF2-40B4-BE49-F238E27FC236}">
                <a16:creationId xmlns:a16="http://schemas.microsoft.com/office/drawing/2014/main" id="{42CC7EA6-3BA8-4DC7-8E1F-D6F1AB2F6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760" y="413512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" name="Text Box 94">
            <a:extLst>
              <a:ext uri="{FF2B5EF4-FFF2-40B4-BE49-F238E27FC236}">
                <a16:creationId xmlns:a16="http://schemas.microsoft.com/office/drawing/2014/main" id="{70CD9F9B-C041-4D88-959A-31CDEC819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7360" y="215392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5</a:t>
            </a:r>
          </a:p>
        </p:txBody>
      </p:sp>
      <p:sp>
        <p:nvSpPr>
          <p:cNvPr id="21" name="Line 95">
            <a:extLst>
              <a:ext uri="{FF2B5EF4-FFF2-40B4-BE49-F238E27FC236}">
                <a16:creationId xmlns:a16="http://schemas.microsoft.com/office/drawing/2014/main" id="{4B94D322-227C-449F-8F55-8505AAD59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6160" y="4363720"/>
            <a:ext cx="2514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" name="Line 96">
            <a:extLst>
              <a:ext uri="{FF2B5EF4-FFF2-40B4-BE49-F238E27FC236}">
                <a16:creationId xmlns:a16="http://schemas.microsoft.com/office/drawing/2014/main" id="{77D232DF-1986-4A47-81BD-A7DB96689D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7960" y="4363720"/>
            <a:ext cx="1295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3" name="Oval 97">
            <a:extLst>
              <a:ext uri="{FF2B5EF4-FFF2-40B4-BE49-F238E27FC236}">
                <a16:creationId xmlns:a16="http://schemas.microsoft.com/office/drawing/2014/main" id="{76A3BE65-D025-4253-B2F1-1757DA201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0360" y="565912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4" name="Text Box 100">
            <a:extLst>
              <a:ext uri="{FF2B5EF4-FFF2-40B4-BE49-F238E27FC236}">
                <a16:creationId xmlns:a16="http://schemas.microsoft.com/office/drawing/2014/main" id="{1B3E405B-7C7B-42BB-A8B7-3D6D64E34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660" y="1361714"/>
            <a:ext cx="28194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rgbClr val="000000"/>
                </a:solidFill>
              </a:rPr>
              <a:t>FINALLY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Label column F “6”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</a:rPr>
              <a:t>Delete row F</a:t>
            </a:r>
          </a:p>
        </p:txBody>
      </p:sp>
      <p:sp>
        <p:nvSpPr>
          <p:cNvPr id="25" name="Text Box 101">
            <a:extLst>
              <a:ext uri="{FF2B5EF4-FFF2-40B4-BE49-F238E27FC236}">
                <a16:creationId xmlns:a16="http://schemas.microsoft.com/office/drawing/2014/main" id="{AD329A7B-6892-4673-9DAF-EEDAA09EE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9960" y="215392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6</a:t>
            </a:r>
          </a:p>
        </p:txBody>
      </p:sp>
      <p:sp>
        <p:nvSpPr>
          <p:cNvPr id="26" name="Line 102">
            <a:extLst>
              <a:ext uri="{FF2B5EF4-FFF2-40B4-BE49-F238E27FC236}">
                <a16:creationId xmlns:a16="http://schemas.microsoft.com/office/drawing/2014/main" id="{BFC78814-536C-4DED-937C-531B4FC33B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6160" y="588772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7" name="Line 103">
            <a:extLst>
              <a:ext uri="{FF2B5EF4-FFF2-40B4-BE49-F238E27FC236}">
                <a16:creationId xmlns:a16="http://schemas.microsoft.com/office/drawing/2014/main" id="{F43AFECB-46ED-423C-8E64-13C68AC699BA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7560" y="5887720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28" name="Group 106">
            <a:extLst>
              <a:ext uri="{FF2B5EF4-FFF2-40B4-BE49-F238E27FC236}">
                <a16:creationId xmlns:a16="http://schemas.microsoft.com/office/drawing/2014/main" id="{2EB8F002-19D7-4DB4-B40E-6DF0DF7714D5}"/>
              </a:ext>
            </a:extLst>
          </p:cNvPr>
          <p:cNvGrpSpPr>
            <a:grpSpLocks/>
          </p:cNvGrpSpPr>
          <p:nvPr/>
        </p:nvGrpSpPr>
        <p:grpSpPr bwMode="auto">
          <a:xfrm>
            <a:off x="-83185" y="3370898"/>
            <a:ext cx="2114550" cy="1765300"/>
            <a:chOff x="295" y="1661"/>
            <a:chExt cx="1332" cy="1112"/>
          </a:xfrm>
        </p:grpSpPr>
        <p:sp>
          <p:nvSpPr>
            <p:cNvPr id="29" name="Line 107">
              <a:extLst>
                <a:ext uri="{FF2B5EF4-FFF2-40B4-BE49-F238E27FC236}">
                  <a16:creationId xmlns:a16="http://schemas.microsoft.com/office/drawing/2014/main" id="{A3948C72-36E2-438F-B754-83DD03D578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1933"/>
              <a:ext cx="52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0" name="Text Box 108">
              <a:extLst>
                <a:ext uri="{FF2B5EF4-FFF2-40B4-BE49-F238E27FC236}">
                  <a16:creationId xmlns:a16="http://schemas.microsoft.com/office/drawing/2014/main" id="{6164137C-E9BF-4867-8445-2DA962E3B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23"/>
              <a:ext cx="7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Ambattur</a:t>
              </a:r>
            </a:p>
          </p:txBody>
        </p:sp>
        <p:sp>
          <p:nvSpPr>
            <p:cNvPr id="31" name="Text Box 109">
              <a:extLst>
                <a:ext uri="{FF2B5EF4-FFF2-40B4-BE49-F238E27FC236}">
                  <a16:creationId xmlns:a16="http://schemas.microsoft.com/office/drawing/2014/main" id="{25702D23-40A2-4A50-8B3B-1E3AFBA76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661"/>
              <a:ext cx="7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Baruch</a:t>
              </a:r>
            </a:p>
          </p:txBody>
        </p:sp>
        <p:sp>
          <p:nvSpPr>
            <p:cNvPr id="32" name="Text Box 110">
              <a:extLst>
                <a:ext uri="{FF2B5EF4-FFF2-40B4-BE49-F238E27FC236}">
                  <a16:creationId xmlns:a16="http://schemas.microsoft.com/office/drawing/2014/main" id="{F30FE834-0F12-4470-BCE9-86523BC31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069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3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33" name="Group 111">
            <a:extLst>
              <a:ext uri="{FF2B5EF4-FFF2-40B4-BE49-F238E27FC236}">
                <a16:creationId xmlns:a16="http://schemas.microsoft.com/office/drawing/2014/main" id="{38A9625B-38AF-4D55-BFF4-1B77A22F087E}"/>
              </a:ext>
            </a:extLst>
          </p:cNvPr>
          <p:cNvGrpSpPr>
            <a:grpSpLocks/>
          </p:cNvGrpSpPr>
          <p:nvPr/>
        </p:nvGrpSpPr>
        <p:grpSpPr bwMode="auto">
          <a:xfrm>
            <a:off x="1164590" y="4932998"/>
            <a:ext cx="1862138" cy="1828800"/>
            <a:chOff x="1081" y="2645"/>
            <a:chExt cx="1173" cy="1152"/>
          </a:xfrm>
        </p:grpSpPr>
        <p:sp>
          <p:nvSpPr>
            <p:cNvPr id="34" name="Line 112">
              <a:extLst>
                <a:ext uri="{FF2B5EF4-FFF2-40B4-BE49-F238E27FC236}">
                  <a16:creationId xmlns:a16="http://schemas.microsoft.com/office/drawing/2014/main" id="{1105F207-504F-4D27-A315-9504DC736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1" y="2645"/>
              <a:ext cx="937" cy="8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5" name="Text Box 113">
              <a:extLst>
                <a:ext uri="{FF2B5EF4-FFF2-40B4-BE49-F238E27FC236}">
                  <a16:creationId xmlns:a16="http://schemas.microsoft.com/office/drawing/2014/main" id="{70A002B8-91BF-4F0D-82B0-2594F01A7E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566"/>
              <a:ext cx="5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srgbClr val="000000"/>
                  </a:solidFill>
                  <a:latin typeface="Arial" charset="0"/>
                </a:rPr>
                <a:t>Ellora</a:t>
              </a:r>
            </a:p>
          </p:txBody>
        </p:sp>
        <p:sp>
          <p:nvSpPr>
            <p:cNvPr id="36" name="Text Box 114">
              <a:extLst>
                <a:ext uri="{FF2B5EF4-FFF2-40B4-BE49-F238E27FC236}">
                  <a16:creationId xmlns:a16="http://schemas.microsoft.com/office/drawing/2014/main" id="{8E69AF2B-D2A0-4299-9563-ABCEC27DE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3022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37" name="Group 115">
            <a:extLst>
              <a:ext uri="{FF2B5EF4-FFF2-40B4-BE49-F238E27FC236}">
                <a16:creationId xmlns:a16="http://schemas.microsoft.com/office/drawing/2014/main" id="{C4F87051-1AD6-4E1C-A295-EAE777D05A9A}"/>
              </a:ext>
            </a:extLst>
          </p:cNvPr>
          <p:cNvGrpSpPr>
            <a:grpSpLocks/>
          </p:cNvGrpSpPr>
          <p:nvPr/>
        </p:nvGrpSpPr>
        <p:grpSpPr bwMode="auto">
          <a:xfrm>
            <a:off x="2652078" y="5099685"/>
            <a:ext cx="2747962" cy="1150938"/>
            <a:chOff x="2018" y="2750"/>
            <a:chExt cx="1731" cy="725"/>
          </a:xfrm>
        </p:grpSpPr>
        <p:sp>
          <p:nvSpPr>
            <p:cNvPr id="38" name="Line 116">
              <a:extLst>
                <a:ext uri="{FF2B5EF4-FFF2-40B4-BE49-F238E27FC236}">
                  <a16:creationId xmlns:a16="http://schemas.microsoft.com/office/drawing/2014/main" id="{C734FAF6-60A9-4D81-9EB3-6DF7A92FC2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8" y="2795"/>
              <a:ext cx="861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9" name="Text Box 117">
              <a:extLst>
                <a:ext uri="{FF2B5EF4-FFF2-40B4-BE49-F238E27FC236}">
                  <a16:creationId xmlns:a16="http://schemas.microsoft.com/office/drawing/2014/main" id="{75C9DBB9-14AB-41BB-92EC-7FB12B3AD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50"/>
              <a:ext cx="86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srgbClr val="000000"/>
                  </a:solidFill>
                  <a:latin typeface="Arial" charset="0"/>
                </a:rPr>
                <a:t>Delhi</a:t>
              </a:r>
            </a:p>
          </p:txBody>
        </p:sp>
        <p:sp>
          <p:nvSpPr>
            <p:cNvPr id="40" name="Text Box 118">
              <a:extLst>
                <a:ext uri="{FF2B5EF4-FFF2-40B4-BE49-F238E27FC236}">
                  <a16:creationId xmlns:a16="http://schemas.microsoft.com/office/drawing/2014/main" id="{9EE9691B-A857-45D7-A05C-74521F1C7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3067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2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41" name="Group 119">
            <a:extLst>
              <a:ext uri="{FF2B5EF4-FFF2-40B4-BE49-F238E27FC236}">
                <a16:creationId xmlns:a16="http://schemas.microsoft.com/office/drawing/2014/main" id="{32E71587-12AB-4BE5-9059-7BAEB31EA202}"/>
              </a:ext>
            </a:extLst>
          </p:cNvPr>
          <p:cNvGrpSpPr>
            <a:grpSpLocks/>
          </p:cNvGrpSpPr>
          <p:nvPr/>
        </p:nvGrpSpPr>
        <p:grpSpPr bwMode="auto">
          <a:xfrm>
            <a:off x="3012441" y="3226435"/>
            <a:ext cx="1298575" cy="1944688"/>
            <a:chOff x="2064" y="1706"/>
            <a:chExt cx="818" cy="1225"/>
          </a:xfrm>
        </p:grpSpPr>
        <p:sp>
          <p:nvSpPr>
            <p:cNvPr id="42" name="Line 120">
              <a:extLst>
                <a:ext uri="{FF2B5EF4-FFF2-40B4-BE49-F238E27FC236}">
                  <a16:creationId xmlns:a16="http://schemas.microsoft.com/office/drawing/2014/main" id="{D3CE89EA-850B-4A55-8ACB-3D7072C6E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1979"/>
              <a:ext cx="454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3" name="Text Box 121">
              <a:extLst>
                <a:ext uri="{FF2B5EF4-FFF2-40B4-BE49-F238E27FC236}">
                  <a16:creationId xmlns:a16="http://schemas.microsoft.com/office/drawing/2014/main" id="{69420CC2-01D4-4559-BFD7-3D4ACA8C5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706"/>
              <a:ext cx="8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Calcutta</a:t>
              </a:r>
            </a:p>
          </p:txBody>
        </p:sp>
        <p:sp>
          <p:nvSpPr>
            <p:cNvPr id="44" name="Text Box 122">
              <a:extLst>
                <a:ext uri="{FF2B5EF4-FFF2-40B4-BE49-F238E27FC236}">
                  <a16:creationId xmlns:a16="http://schemas.microsoft.com/office/drawing/2014/main" id="{C669945B-DA0C-4548-8745-FE8F982B8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205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45" name="Group 123">
            <a:extLst>
              <a:ext uri="{FF2B5EF4-FFF2-40B4-BE49-F238E27FC236}">
                <a16:creationId xmlns:a16="http://schemas.microsoft.com/office/drawing/2014/main" id="{02102B76-D639-4B16-9EB9-7AE37D1CA286}"/>
              </a:ext>
            </a:extLst>
          </p:cNvPr>
          <p:cNvGrpSpPr>
            <a:grpSpLocks/>
          </p:cNvGrpSpPr>
          <p:nvPr/>
        </p:nvGrpSpPr>
        <p:grpSpPr bwMode="auto">
          <a:xfrm>
            <a:off x="2507616" y="4378960"/>
            <a:ext cx="1065213" cy="1873250"/>
            <a:chOff x="1746" y="2432"/>
            <a:chExt cx="671" cy="1180"/>
          </a:xfrm>
        </p:grpSpPr>
        <p:sp>
          <p:nvSpPr>
            <p:cNvPr id="46" name="Text Box 124">
              <a:extLst>
                <a:ext uri="{FF2B5EF4-FFF2-40B4-BE49-F238E27FC236}">
                  <a16:creationId xmlns:a16="http://schemas.microsoft.com/office/drawing/2014/main" id="{BFFDF225-0EBA-4B90-9DDE-043E6BED8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432"/>
              <a:ext cx="671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Arial" charset="0"/>
                </a:rPr>
                <a:t>Fatehgarh</a:t>
              </a:r>
            </a:p>
          </p:txBody>
        </p:sp>
        <p:sp>
          <p:nvSpPr>
            <p:cNvPr id="47" name="Line 125">
              <a:extLst>
                <a:ext uri="{FF2B5EF4-FFF2-40B4-BE49-F238E27FC236}">
                  <a16:creationId xmlns:a16="http://schemas.microsoft.com/office/drawing/2014/main" id="{048B40A2-C2BE-441B-8957-8067AB58EE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91" y="2659"/>
              <a:ext cx="46" cy="9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8" name="Text Box 126">
              <a:extLst>
                <a:ext uri="{FF2B5EF4-FFF2-40B4-BE49-F238E27FC236}">
                  <a16:creationId xmlns:a16="http://schemas.microsoft.com/office/drawing/2014/main" id="{93A1D4BC-A10A-4E23-988A-F7BDEB4EB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2886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5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266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utoUpdateAnimBg="0"/>
      <p:bldP spid="25" grpId="0" autoUpdateAnimBg="0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832-1480-4FE6-8A5A-0413DD70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Prim’s algorithm</a:t>
            </a:r>
          </a:p>
        </p:txBody>
      </p:sp>
      <p:graphicFrame>
        <p:nvGraphicFramePr>
          <p:cNvPr id="3" name="Group 2">
            <a:extLst>
              <a:ext uri="{FF2B5EF4-FFF2-40B4-BE49-F238E27FC236}">
                <a16:creationId xmlns:a16="http://schemas.microsoft.com/office/drawing/2014/main" id="{9C5DDA1A-E143-486B-B97B-7321C902D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406313"/>
              </p:ext>
            </p:extLst>
          </p:nvPr>
        </p:nvGraphicFramePr>
        <p:xfrm>
          <a:off x="4775200" y="1476001"/>
          <a:ext cx="4267200" cy="3627120"/>
        </p:xfrm>
        <a:graphic>
          <a:graphicData uri="http://schemas.openxmlformats.org/drawingml/2006/table">
            <a:tbl>
              <a:tblPr/>
              <a:tblGrid>
                <a:gridCol w="611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Box 68">
            <a:extLst>
              <a:ext uri="{FF2B5EF4-FFF2-40B4-BE49-F238E27FC236}">
                <a16:creationId xmlns:a16="http://schemas.microsoft.com/office/drawing/2014/main" id="{1F6A3739-3A7D-450A-9124-11725FE19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8200" y="1476001"/>
            <a:ext cx="2819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160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Text Box 69">
            <a:extLst>
              <a:ext uri="{FF2B5EF4-FFF2-40B4-BE49-F238E27FC236}">
                <a16:creationId xmlns:a16="http://schemas.microsoft.com/office/drawing/2014/main" id="{8F60E615-1D6E-478C-A848-E75919636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200" y="1095001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6" name="Line 70">
            <a:extLst>
              <a:ext uri="{FF2B5EF4-FFF2-40B4-BE49-F238E27FC236}">
                <a16:creationId xmlns:a16="http://schemas.microsoft.com/office/drawing/2014/main" id="{D7DA2A11-DBFB-437D-A0C7-D28E3BC801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2314201"/>
            <a:ext cx="426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Oval 71">
            <a:extLst>
              <a:ext uri="{FF2B5EF4-FFF2-40B4-BE49-F238E27FC236}">
                <a16:creationId xmlns:a16="http://schemas.microsoft.com/office/drawing/2014/main" id="{7C69FC52-B74A-4145-8F1B-64B4D0F03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2542801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Line 75">
            <a:extLst>
              <a:ext uri="{FF2B5EF4-FFF2-40B4-BE49-F238E27FC236}">
                <a16:creationId xmlns:a16="http://schemas.microsoft.com/office/drawing/2014/main" id="{2BD43CDB-B029-43BD-901E-17F82EF95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2771401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9" name="Line 76">
            <a:extLst>
              <a:ext uri="{FF2B5EF4-FFF2-40B4-BE49-F238E27FC236}">
                <a16:creationId xmlns:a16="http://schemas.microsoft.com/office/drawing/2014/main" id="{1B2A9BBC-044A-4D21-B6A8-E7C2EAE64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2771401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" name="Oval 77">
            <a:extLst>
              <a:ext uri="{FF2B5EF4-FFF2-40B4-BE49-F238E27FC236}">
                <a16:creationId xmlns:a16="http://schemas.microsoft.com/office/drawing/2014/main" id="{AB494A1D-29E3-4848-84F4-2E77B6864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4084265"/>
            <a:ext cx="457200" cy="439737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Text Box 78">
            <a:extLst>
              <a:ext uri="{FF2B5EF4-FFF2-40B4-BE49-F238E27FC236}">
                <a16:creationId xmlns:a16="http://schemas.microsoft.com/office/drawing/2014/main" id="{0B237414-1F99-4167-B953-43D6C09D3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0600" y="1095001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2" name="Text Box 81">
            <a:extLst>
              <a:ext uri="{FF2B5EF4-FFF2-40B4-BE49-F238E27FC236}">
                <a16:creationId xmlns:a16="http://schemas.microsoft.com/office/drawing/2014/main" id="{3EB2FA8B-C505-4AEF-85E6-7ECCB8BB9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9400" y="1095001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13" name="Oval 82">
            <a:extLst>
              <a:ext uri="{FF2B5EF4-FFF2-40B4-BE49-F238E27FC236}">
                <a16:creationId xmlns:a16="http://schemas.microsoft.com/office/drawing/2014/main" id="{128B2AF1-6CB1-4DBE-8152-4F2824179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0826" y="3579439"/>
            <a:ext cx="485775" cy="431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Line 83">
            <a:extLst>
              <a:ext uri="{FF2B5EF4-FFF2-40B4-BE49-F238E27FC236}">
                <a16:creationId xmlns:a16="http://schemas.microsoft.com/office/drawing/2014/main" id="{4480D9A6-6F03-4DC4-9BFD-F15F63490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4371601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" name="Line 84">
            <a:extLst>
              <a:ext uri="{FF2B5EF4-FFF2-40B4-BE49-F238E27FC236}">
                <a16:creationId xmlns:a16="http://schemas.microsoft.com/office/drawing/2014/main" id="{2C5A0161-99D3-4D34-884B-0B05B874A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4371601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" name="Line 87">
            <a:extLst>
              <a:ext uri="{FF2B5EF4-FFF2-40B4-BE49-F238E27FC236}">
                <a16:creationId xmlns:a16="http://schemas.microsoft.com/office/drawing/2014/main" id="{9AF02538-FE3A-4B01-B66F-263FE0D6A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3866776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7" name="Line 88">
            <a:extLst>
              <a:ext uri="{FF2B5EF4-FFF2-40B4-BE49-F238E27FC236}">
                <a16:creationId xmlns:a16="http://schemas.microsoft.com/office/drawing/2014/main" id="{CF50C0C1-FD2E-4111-922F-DC4B49C1B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6600" y="3838201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8" name="Text Box 89">
            <a:extLst>
              <a:ext uri="{FF2B5EF4-FFF2-40B4-BE49-F238E27FC236}">
                <a16:creationId xmlns:a16="http://schemas.microsoft.com/office/drawing/2014/main" id="{FD979441-7299-4B35-A3C3-779A51B9A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9800" y="1095001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4</a:t>
            </a:r>
          </a:p>
        </p:txBody>
      </p:sp>
      <p:sp>
        <p:nvSpPr>
          <p:cNvPr id="19" name="Oval 90">
            <a:extLst>
              <a:ext uri="{FF2B5EF4-FFF2-40B4-BE49-F238E27FC236}">
                <a16:creationId xmlns:a16="http://schemas.microsoft.com/office/drawing/2014/main" id="{F91720CB-55F0-44E0-9C4C-61D816F19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800" y="3076201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" name="Text Box 93">
            <a:extLst>
              <a:ext uri="{FF2B5EF4-FFF2-40B4-BE49-F238E27FC236}">
                <a16:creationId xmlns:a16="http://schemas.microsoft.com/office/drawing/2014/main" id="{631D6E86-4A68-423E-B90A-74A4E5DE9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400" y="1095001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5</a:t>
            </a:r>
          </a:p>
        </p:txBody>
      </p:sp>
      <p:sp>
        <p:nvSpPr>
          <p:cNvPr id="21" name="Line 94">
            <a:extLst>
              <a:ext uri="{FF2B5EF4-FFF2-40B4-BE49-F238E27FC236}">
                <a16:creationId xmlns:a16="http://schemas.microsoft.com/office/drawing/2014/main" id="{D39A771E-8C95-4A13-8C1F-A273C83F2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3304801"/>
            <a:ext cx="2514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" name="Line 95">
            <a:extLst>
              <a:ext uri="{FF2B5EF4-FFF2-40B4-BE49-F238E27FC236}">
                <a16:creationId xmlns:a16="http://schemas.microsoft.com/office/drawing/2014/main" id="{8409B599-8BBA-4E47-AAC3-5DCE80B3CF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0" y="3304801"/>
            <a:ext cx="1295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3" name="Oval 96">
            <a:extLst>
              <a:ext uri="{FF2B5EF4-FFF2-40B4-BE49-F238E27FC236}">
                <a16:creationId xmlns:a16="http://schemas.microsoft.com/office/drawing/2014/main" id="{AE9FA2F7-216C-4C53-A95C-8B036F0A5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9400" y="4600201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4" name="Text Box 99">
            <a:extLst>
              <a:ext uri="{FF2B5EF4-FFF2-40B4-BE49-F238E27FC236}">
                <a16:creationId xmlns:a16="http://schemas.microsoft.com/office/drawing/2014/main" id="{FCA88CEF-0198-4E02-842E-2F133646B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2" y="1482421"/>
            <a:ext cx="28194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rgbClr val="000000"/>
                </a:solidFill>
                <a:latin typeface="+mj-lt"/>
              </a:rPr>
              <a:t>FINALLY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  <a:latin typeface="+mj-lt"/>
              </a:rPr>
              <a:t>Label column F “6”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sz="2400" dirty="0">
                <a:solidFill>
                  <a:srgbClr val="000000"/>
                </a:solidFill>
                <a:latin typeface="+mj-lt"/>
              </a:rPr>
              <a:t>Delete row F</a:t>
            </a:r>
          </a:p>
        </p:txBody>
      </p:sp>
      <p:sp>
        <p:nvSpPr>
          <p:cNvPr id="25" name="Text Box 100">
            <a:extLst>
              <a:ext uri="{FF2B5EF4-FFF2-40B4-BE49-F238E27FC236}">
                <a16:creationId xmlns:a16="http://schemas.microsoft.com/office/drawing/2014/main" id="{024C88DB-613C-458F-8AA3-DB9470C69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0" y="1095001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>
                <a:solidFill>
                  <a:srgbClr val="000000"/>
                </a:solidFill>
                <a:latin typeface="Arial" charset="0"/>
              </a:rPr>
              <a:t>6</a:t>
            </a:r>
          </a:p>
        </p:txBody>
      </p:sp>
      <p:sp>
        <p:nvSpPr>
          <p:cNvPr id="26" name="Line 101">
            <a:extLst>
              <a:ext uri="{FF2B5EF4-FFF2-40B4-BE49-F238E27FC236}">
                <a16:creationId xmlns:a16="http://schemas.microsoft.com/office/drawing/2014/main" id="{9361F18F-DCB2-4C2F-B066-11AC6F04B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4828801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7" name="Line 102">
            <a:extLst>
              <a:ext uri="{FF2B5EF4-FFF2-40B4-BE49-F238E27FC236}">
                <a16:creationId xmlns:a16="http://schemas.microsoft.com/office/drawing/2014/main" id="{D44539EA-BBFF-4BFC-8EF4-BB4A4A7AD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6600" y="4828801"/>
            <a:ext cx="685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8" name="Text Box 103">
            <a:extLst>
              <a:ext uri="{FF2B5EF4-FFF2-40B4-BE49-F238E27FC236}">
                <a16:creationId xmlns:a16="http://schemas.microsoft.com/office/drawing/2014/main" id="{66D88AF6-ACCB-4E5F-BDA8-3C9A3A609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6354" y="5359754"/>
            <a:ext cx="567277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rgbClr val="000000"/>
                </a:solidFill>
              </a:rPr>
              <a:t>The spanning tree is shown in the diagram</a:t>
            </a:r>
          </a:p>
          <a:p>
            <a:pPr eaLnBrk="1" hangingPunct="1">
              <a:spcBef>
                <a:spcPct val="50000"/>
              </a:spcBef>
            </a:pPr>
            <a:r>
              <a:rPr lang="en-GB" sz="2400" dirty="0">
                <a:solidFill>
                  <a:srgbClr val="000000"/>
                </a:solidFill>
              </a:rPr>
              <a:t>Length 3 + 4 + 4 + 2 + 5 = 18Km</a:t>
            </a:r>
            <a:endParaRPr lang="en-US" sz="2400" dirty="0">
              <a:solidFill>
                <a:srgbClr val="000000"/>
              </a:solidFill>
            </a:endParaRPr>
          </a:p>
        </p:txBody>
      </p:sp>
      <p:grpSp>
        <p:nvGrpSpPr>
          <p:cNvPr id="29" name="Group 104">
            <a:extLst>
              <a:ext uri="{FF2B5EF4-FFF2-40B4-BE49-F238E27FC236}">
                <a16:creationId xmlns:a16="http://schemas.microsoft.com/office/drawing/2014/main" id="{F8B8A6DF-ACA7-4157-8946-245235A01EB9}"/>
              </a:ext>
            </a:extLst>
          </p:cNvPr>
          <p:cNvGrpSpPr>
            <a:grpSpLocks/>
          </p:cNvGrpSpPr>
          <p:nvPr/>
        </p:nvGrpSpPr>
        <p:grpSpPr bwMode="auto">
          <a:xfrm>
            <a:off x="-83185" y="3309938"/>
            <a:ext cx="2341563" cy="1768475"/>
            <a:chOff x="295" y="1661"/>
            <a:chExt cx="1475" cy="1114"/>
          </a:xfrm>
        </p:grpSpPr>
        <p:sp>
          <p:nvSpPr>
            <p:cNvPr id="30" name="Line 105">
              <a:extLst>
                <a:ext uri="{FF2B5EF4-FFF2-40B4-BE49-F238E27FC236}">
                  <a16:creationId xmlns:a16="http://schemas.microsoft.com/office/drawing/2014/main" id="{3363075D-DC03-4FB3-8AB4-A10C54522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1933"/>
              <a:ext cx="52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31" name="Text Box 106">
              <a:extLst>
                <a:ext uri="{FF2B5EF4-FFF2-40B4-BE49-F238E27FC236}">
                  <a16:creationId xmlns:a16="http://schemas.microsoft.com/office/drawing/2014/main" id="{265C5CE8-8A95-4384-A89B-DDB5FD879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23"/>
              <a:ext cx="86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+mj-lt"/>
                </a:rPr>
                <a:t>Ambattur</a:t>
              </a:r>
            </a:p>
          </p:txBody>
        </p:sp>
        <p:sp>
          <p:nvSpPr>
            <p:cNvPr id="32" name="Text Box 107">
              <a:extLst>
                <a:ext uri="{FF2B5EF4-FFF2-40B4-BE49-F238E27FC236}">
                  <a16:creationId xmlns:a16="http://schemas.microsoft.com/office/drawing/2014/main" id="{BD9BDE67-F136-4C4C-8820-6F2207498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661"/>
              <a:ext cx="88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+mj-lt"/>
                </a:rPr>
                <a:t>Baruch</a:t>
              </a:r>
            </a:p>
          </p:txBody>
        </p:sp>
        <p:sp>
          <p:nvSpPr>
            <p:cNvPr id="33" name="Text Box 108">
              <a:extLst>
                <a:ext uri="{FF2B5EF4-FFF2-40B4-BE49-F238E27FC236}">
                  <a16:creationId xmlns:a16="http://schemas.microsoft.com/office/drawing/2014/main" id="{7773C683-E917-4197-B741-85CAB5D523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069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+mj-lt"/>
                </a:rPr>
                <a:t>3</a:t>
              </a:r>
              <a:endParaRPr lang="en-US" sz="2400">
                <a:solidFill>
                  <a:srgbClr val="000000"/>
                </a:solidFill>
                <a:latin typeface="+mj-lt"/>
              </a:endParaRPr>
            </a:p>
          </p:txBody>
        </p:sp>
      </p:grpSp>
      <p:grpSp>
        <p:nvGrpSpPr>
          <p:cNvPr id="34" name="Group 109">
            <a:extLst>
              <a:ext uri="{FF2B5EF4-FFF2-40B4-BE49-F238E27FC236}">
                <a16:creationId xmlns:a16="http://schemas.microsoft.com/office/drawing/2014/main" id="{78F2D5CC-9C18-44C3-94FC-FFEE3811BC1B}"/>
              </a:ext>
            </a:extLst>
          </p:cNvPr>
          <p:cNvGrpSpPr>
            <a:grpSpLocks/>
          </p:cNvGrpSpPr>
          <p:nvPr/>
        </p:nvGrpSpPr>
        <p:grpSpPr bwMode="auto">
          <a:xfrm>
            <a:off x="1164590" y="4872038"/>
            <a:ext cx="1862138" cy="1828800"/>
            <a:chOff x="1081" y="2645"/>
            <a:chExt cx="1173" cy="1152"/>
          </a:xfrm>
        </p:grpSpPr>
        <p:sp>
          <p:nvSpPr>
            <p:cNvPr id="35" name="Line 110">
              <a:extLst>
                <a:ext uri="{FF2B5EF4-FFF2-40B4-BE49-F238E27FC236}">
                  <a16:creationId xmlns:a16="http://schemas.microsoft.com/office/drawing/2014/main" id="{69911A71-B5B2-4A95-B54C-289434900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1" y="2645"/>
              <a:ext cx="937" cy="8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36" name="Text Box 111">
              <a:extLst>
                <a:ext uri="{FF2B5EF4-FFF2-40B4-BE49-F238E27FC236}">
                  <a16:creationId xmlns:a16="http://schemas.microsoft.com/office/drawing/2014/main" id="{5282FE0E-0251-4EB7-B6BA-9FDED4A85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566"/>
              <a:ext cx="5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srgbClr val="000000"/>
                  </a:solidFill>
                  <a:latin typeface="+mj-lt"/>
                </a:rPr>
                <a:t>Ellora</a:t>
              </a:r>
            </a:p>
          </p:txBody>
        </p:sp>
        <p:sp>
          <p:nvSpPr>
            <p:cNvPr id="37" name="Text Box 112">
              <a:extLst>
                <a:ext uri="{FF2B5EF4-FFF2-40B4-BE49-F238E27FC236}">
                  <a16:creationId xmlns:a16="http://schemas.microsoft.com/office/drawing/2014/main" id="{23858BDD-991B-4601-98F4-D72982E92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3022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2400">
                <a:solidFill>
                  <a:srgbClr val="000000"/>
                </a:solidFill>
                <a:latin typeface="+mj-lt"/>
              </a:endParaRPr>
            </a:p>
          </p:txBody>
        </p:sp>
      </p:grpSp>
      <p:grpSp>
        <p:nvGrpSpPr>
          <p:cNvPr id="38" name="Group 113">
            <a:extLst>
              <a:ext uri="{FF2B5EF4-FFF2-40B4-BE49-F238E27FC236}">
                <a16:creationId xmlns:a16="http://schemas.microsoft.com/office/drawing/2014/main" id="{D72F284D-5578-4F23-A95B-810BDD2825C6}"/>
              </a:ext>
            </a:extLst>
          </p:cNvPr>
          <p:cNvGrpSpPr>
            <a:grpSpLocks/>
          </p:cNvGrpSpPr>
          <p:nvPr/>
        </p:nvGrpSpPr>
        <p:grpSpPr bwMode="auto">
          <a:xfrm>
            <a:off x="2652078" y="5038725"/>
            <a:ext cx="2747962" cy="1150938"/>
            <a:chOff x="2018" y="2750"/>
            <a:chExt cx="1731" cy="725"/>
          </a:xfrm>
        </p:grpSpPr>
        <p:sp>
          <p:nvSpPr>
            <p:cNvPr id="39" name="Line 114">
              <a:extLst>
                <a:ext uri="{FF2B5EF4-FFF2-40B4-BE49-F238E27FC236}">
                  <a16:creationId xmlns:a16="http://schemas.microsoft.com/office/drawing/2014/main" id="{20C00B3A-9EF2-4BB4-8B08-324695E91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8" y="2795"/>
              <a:ext cx="861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0" name="Text Box 115">
              <a:extLst>
                <a:ext uri="{FF2B5EF4-FFF2-40B4-BE49-F238E27FC236}">
                  <a16:creationId xmlns:a16="http://schemas.microsoft.com/office/drawing/2014/main" id="{932DEACF-3971-44AB-B2A6-BF9F54574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50"/>
              <a:ext cx="86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srgbClr val="000000"/>
                  </a:solidFill>
                  <a:cs typeface="Arial" panose="020B0604020202020204" pitchFamily="34" charset="0"/>
                </a:rPr>
                <a:t>Delhi</a:t>
              </a:r>
            </a:p>
          </p:txBody>
        </p:sp>
        <p:sp>
          <p:nvSpPr>
            <p:cNvPr id="41" name="Text Box 116">
              <a:extLst>
                <a:ext uri="{FF2B5EF4-FFF2-40B4-BE49-F238E27FC236}">
                  <a16:creationId xmlns:a16="http://schemas.microsoft.com/office/drawing/2014/main" id="{903FA720-376D-4DDC-B844-22AF78550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3067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Arial" charset="0"/>
                </a:rPr>
                <a:t>2</a:t>
              </a:r>
              <a:endParaRPr lang="en-US" sz="240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42" name="Group 117">
            <a:extLst>
              <a:ext uri="{FF2B5EF4-FFF2-40B4-BE49-F238E27FC236}">
                <a16:creationId xmlns:a16="http://schemas.microsoft.com/office/drawing/2014/main" id="{E3882317-D3E2-4E2C-9A2C-7F55F5CF2FA7}"/>
              </a:ext>
            </a:extLst>
          </p:cNvPr>
          <p:cNvGrpSpPr>
            <a:grpSpLocks/>
          </p:cNvGrpSpPr>
          <p:nvPr/>
        </p:nvGrpSpPr>
        <p:grpSpPr bwMode="auto">
          <a:xfrm>
            <a:off x="3012441" y="3165475"/>
            <a:ext cx="1298575" cy="1944688"/>
            <a:chOff x="2064" y="1706"/>
            <a:chExt cx="818" cy="1225"/>
          </a:xfrm>
        </p:grpSpPr>
        <p:sp>
          <p:nvSpPr>
            <p:cNvPr id="43" name="Line 118">
              <a:extLst>
                <a:ext uri="{FF2B5EF4-FFF2-40B4-BE49-F238E27FC236}">
                  <a16:creationId xmlns:a16="http://schemas.microsoft.com/office/drawing/2014/main" id="{F2175E2C-D4BD-40F2-A417-EAD91FE26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1979"/>
              <a:ext cx="454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4" name="Text Box 119">
              <a:extLst>
                <a:ext uri="{FF2B5EF4-FFF2-40B4-BE49-F238E27FC236}">
                  <a16:creationId xmlns:a16="http://schemas.microsoft.com/office/drawing/2014/main" id="{4A899ED1-5D82-4C70-948B-6F5619DDC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706"/>
              <a:ext cx="8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+mj-lt"/>
                </a:rPr>
                <a:t>Calcutta</a:t>
              </a:r>
            </a:p>
          </p:txBody>
        </p:sp>
        <p:sp>
          <p:nvSpPr>
            <p:cNvPr id="45" name="Text Box 120">
              <a:extLst>
                <a:ext uri="{FF2B5EF4-FFF2-40B4-BE49-F238E27FC236}">
                  <a16:creationId xmlns:a16="http://schemas.microsoft.com/office/drawing/2014/main" id="{2C390353-8943-4ADA-88DD-10677A2CA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205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2400">
                <a:solidFill>
                  <a:srgbClr val="000000"/>
                </a:solidFill>
                <a:latin typeface="+mj-lt"/>
              </a:endParaRPr>
            </a:p>
          </p:txBody>
        </p:sp>
      </p:grpSp>
      <p:grpSp>
        <p:nvGrpSpPr>
          <p:cNvPr id="46" name="Group 121">
            <a:extLst>
              <a:ext uri="{FF2B5EF4-FFF2-40B4-BE49-F238E27FC236}">
                <a16:creationId xmlns:a16="http://schemas.microsoft.com/office/drawing/2014/main" id="{E067C699-D93F-4012-AEC5-8DAA60A733ED}"/>
              </a:ext>
            </a:extLst>
          </p:cNvPr>
          <p:cNvGrpSpPr>
            <a:grpSpLocks/>
          </p:cNvGrpSpPr>
          <p:nvPr/>
        </p:nvGrpSpPr>
        <p:grpSpPr bwMode="auto">
          <a:xfrm>
            <a:off x="2231391" y="4310064"/>
            <a:ext cx="1392238" cy="1881188"/>
            <a:chOff x="1572" y="2427"/>
            <a:chExt cx="877" cy="1185"/>
          </a:xfrm>
        </p:grpSpPr>
        <p:sp>
          <p:nvSpPr>
            <p:cNvPr id="47" name="Text Box 122">
              <a:extLst>
                <a:ext uri="{FF2B5EF4-FFF2-40B4-BE49-F238E27FC236}">
                  <a16:creationId xmlns:a16="http://schemas.microsoft.com/office/drawing/2014/main" id="{E0249E13-6E32-4741-9AA2-882C028E2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2" y="2427"/>
              <a:ext cx="87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000" dirty="0">
                  <a:solidFill>
                    <a:srgbClr val="000000"/>
                  </a:solidFill>
                  <a:latin typeface="+mj-lt"/>
                </a:rPr>
                <a:t>Fatehgarh</a:t>
              </a:r>
            </a:p>
          </p:txBody>
        </p:sp>
        <p:sp>
          <p:nvSpPr>
            <p:cNvPr id="48" name="Line 123">
              <a:extLst>
                <a:ext uri="{FF2B5EF4-FFF2-40B4-BE49-F238E27FC236}">
                  <a16:creationId xmlns:a16="http://schemas.microsoft.com/office/drawing/2014/main" id="{B58C5EFD-29BA-4F4C-9712-6D9D9B0C7B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91" y="2659"/>
              <a:ext cx="46" cy="9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pPr eaLnBrk="1" hangingPunct="1"/>
              <a:endParaRPr lang="en-US" sz="24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9" name="Text Box 124">
              <a:extLst>
                <a:ext uri="{FF2B5EF4-FFF2-40B4-BE49-F238E27FC236}">
                  <a16:creationId xmlns:a16="http://schemas.microsoft.com/office/drawing/2014/main" id="{6C86815B-B7EC-4D44-9FFC-050983E10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2886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sz="2400">
                  <a:solidFill>
                    <a:srgbClr val="000000"/>
                  </a:solidFill>
                  <a:latin typeface="+mj-lt"/>
                </a:rPr>
                <a:t>5</a:t>
              </a:r>
              <a:endParaRPr lang="en-US" sz="2400">
                <a:solidFill>
                  <a:srgbClr val="000000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39154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593</TotalTime>
  <Words>977</Words>
  <Application>Microsoft Office PowerPoint</Application>
  <PresentationFormat>On-screen Show (4:3)</PresentationFormat>
  <Paragraphs>577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Arial</vt:lpstr>
      <vt:lpstr>Bahnschrift</vt:lpstr>
      <vt:lpstr>Bahnschrift SemiBold</vt:lpstr>
      <vt:lpstr>Calibri</vt:lpstr>
      <vt:lpstr>Times New Roman</vt:lpstr>
      <vt:lpstr>Verdana</vt:lpstr>
      <vt:lpstr>Office Theme</vt:lpstr>
      <vt:lpstr>EMTH403</vt:lpstr>
      <vt:lpstr>Lecture Outcomes</vt:lpstr>
      <vt:lpstr>Spanning Trees</vt:lpstr>
      <vt:lpstr>Spanning Trees</vt:lpstr>
      <vt:lpstr>Minimum Spanning Trees</vt:lpstr>
      <vt:lpstr>Spanning Trees</vt:lpstr>
      <vt:lpstr>Spanning Trees</vt:lpstr>
      <vt:lpstr>Spanning Trees</vt:lpstr>
      <vt:lpstr>Algorithms for Obtaining the Minimum Spanning Tree</vt:lpstr>
      <vt:lpstr>Spanning Trees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56</cp:revision>
  <dcterms:created xsi:type="dcterms:W3CDTF">2020-12-04T05:20:56Z</dcterms:created>
  <dcterms:modified xsi:type="dcterms:W3CDTF">2021-01-30T09:21:23Z</dcterms:modified>
</cp:coreProperties>
</file>