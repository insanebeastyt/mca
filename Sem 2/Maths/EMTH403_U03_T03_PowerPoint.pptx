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5"/>
  </p:handoutMasterIdLst>
  <p:sldIdLst>
    <p:sldId id="256" r:id="rId2"/>
    <p:sldId id="257" r:id="rId3"/>
    <p:sldId id="260" r:id="rId4"/>
    <p:sldId id="261" r:id="rId5"/>
    <p:sldId id="262" r:id="rId6"/>
    <p:sldId id="277" r:id="rId7"/>
    <p:sldId id="278" r:id="rId8"/>
    <p:sldId id="279" r:id="rId9"/>
    <p:sldId id="280" r:id="rId10"/>
    <p:sldId id="281" r:id="rId11"/>
    <p:sldId id="263" r:id="rId12"/>
    <p:sldId id="264" r:id="rId13"/>
    <p:sldId id="265" r:id="rId14"/>
    <p:sldId id="269" r:id="rId15"/>
    <p:sldId id="270" r:id="rId16"/>
    <p:sldId id="271" r:id="rId17"/>
    <p:sldId id="272" r:id="rId18"/>
    <p:sldId id="267" r:id="rId19"/>
    <p:sldId id="276" r:id="rId20"/>
    <p:sldId id="275" r:id="rId21"/>
    <p:sldId id="274" r:id="rId22"/>
    <p:sldId id="282" r:id="rId23"/>
    <p:sldId id="25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60"/>
            <p14:sldId id="261"/>
            <p14:sldId id="262"/>
            <p14:sldId id="277"/>
            <p14:sldId id="278"/>
            <p14:sldId id="279"/>
            <p14:sldId id="280"/>
            <p14:sldId id="281"/>
            <p14:sldId id="263"/>
            <p14:sldId id="264"/>
            <p14:sldId id="265"/>
            <p14:sldId id="269"/>
            <p14:sldId id="270"/>
            <p14:sldId id="271"/>
            <p14:sldId id="272"/>
            <p14:sldId id="267"/>
            <p14:sldId id="276"/>
            <p14:sldId id="275"/>
            <p14:sldId id="274"/>
            <p14:sldId id="282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4472C4"/>
    <a:srgbClr val="DDDDDD"/>
    <a:srgbClr val="BBBBBB"/>
    <a:srgbClr val="00A2B8"/>
    <a:srgbClr val="00B451"/>
    <a:srgbClr val="BA202B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20-12-2020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8.62069" units="1/cm"/>
          <inkml:channelProperty channel="T" name="resolution" value="1" units="1/dev"/>
        </inkml:channelProperties>
      </inkml:inkSource>
      <inkml:timestamp xml:id="ts0" timeString="2020-12-17T15:17:03.4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17836 12395 0,'0'0'0,"0"0"15,0 0 1,0 0-16,0 0 16,0 0-16,0 0 15,2 0-15,1 0 16,-1 0-1,0 0-15,1 0 16,-3 0-16,2 3 16,0-1-1,1 0-15,-1 0 16,0 1-16,1 1 16,-3 1-1,0 0-15,0-1 16,0 3-16,0 0 15,-3 0 1,1 0-16,0 2 16,-3 1-16,0-1 15,1 0 1,-4 1-16,1-1 16,0 0-16,0 1 15,0-4 1,-2 4-16,2-3 15,-3 0-15,-2 2 16,0-2 0,0 0-16,-2 0 15,0 0-15,0 0 16,2 0 0,-2 0-16,0-3 15,-3 1-15,0 0 16,1-1-1,2 3-15,-1-2 16,1 0-16,-2 1 16,-1 1-1,-2 1-15,3-4 16,-1 1-16,0-1 16,3 1-1,-2 2-15,-1-2 16,1-1-16,-1 1 15,1 2 1,1 0-16,1-3 16,2 1-16,-2 0 15,2 0 1,0-1-16,3 1 16,-1-1-16,3-1 15,0-1 1,3 0-16,-1 1 15,0-1-15,3-2 16,-1 0 0,3 0-16,0 0 15,0 0-15,0 0 16,0 0 0,0 0-16,0 0 15,0 0-15,0 0 16,0 0-16,0 0 15,0 0 1,0 0-16,3 0 16,-1 0-1,0 0-15,3 0 16,0 0-16,2 0 16,0 0-1,0 0-15,0 0 16,0 0-16,0 0 15,1 0 1,1 0-16,3 0 16,0 0-16,2 0 15,0 0 1,-2 0-16,0 0 16,0 0-16,-1 0 15,1 0-15,0 0 16,0 0-1,0 0-15,2 0 16,-2 0-16,2 0 16,-2 0-1,0 0-15,-3 0 16,3 2-16,2 1 16,0-1-1,-2 0-15,3 1 16,-4-1-16,1 0 15,-2 1 1,1-1-16,1 0 16,0 3-16,0 0 15,0-1 1,-1 1-16,-1-3 16,0 0-16,-1 3 15,0-2 1,1 1-16,-1-2 15,1 3-15,-1 0 16,1-1 0,-1 1-16,1 0 15,-1-1-15,-2 1 16,0 0 0,1-1-16,-4 1 15,1-1-15,0 1 16,-1 0-1,1-1-15,-2-1 16,-1-1-16,0 0 16,1 1-1,-1-1-15,0 0 16,1 1-16,-3-1 16,0 0-1,0 1-15,0-1 16,2 0-16,-2 1 15,0-1-15,2 0 16,-2 0 0,0-2-16,3 3 15,-3-1-15,0 1 16,0-1 0,2 0-16,-2-2 15,0 3 1,0-3-16,0 0 15,0 0-15,0 0 16,0 0 0,0 0-16,0 0 15,0 0-15,0 0 16,0 0 0,0 0-16,0 0 15,0 0-15,0 0 16,0 0-16,0 0 15,0 0 1,0 0-16,0 0 16,0 0-16</inkml:trace>
  <inkml:trace contextRef="#ctx0" brushRef="#br0" timeOffset="11493.21">17206 12904 0,'0'0'0,"0"0"15,0 0-15,0 0 16,0 0-16,0 0 16,0 0-1,0 0-15,0 0 16,0 0-16,0 0 16,0 0-1,0 0-15,0 0 16,0 0-16,0 0 15,0 0 1,0 0-16,0 0 16,0 0-16,0 0 15,0 0 1,0 0-16,0 0 16,0 0-16,3 0 15,-1 0 1,0 0-16,1 0 15,1 0-15,1 0 16,0 0 0,-1 0-16,4 0 15,-1-3-15,0 1 16,0 2 0,0 0-16,0 0 15,0 0-15,0 0 16,0 0-1,1 0-15,1 0 16,1 0-16,1 0 16,1 0-16,0 0 15,2 0 1,-2 0-16,0 0 16,0 2-16,-3 1 15,3-1 1,0 0-16,0 1 15,2-1 1,0 0-16,-2 1 16,0-3-16,0 2 15,-3 0-15,3 1 16,2-1 0,0 0-16,0 0 15,1 1-15,-1-1 16,-2 1-1,0-1-15,-3 0 16,5 3-16,-2 0 16,0-1-1,0 1-15,-1-1 16,1 1-16,-2 0 16,-1-1-1,1 1-15,-3 0 16,0-1-16,0 1 15,0 0 1,0-1-16,-2 1 16,0 0-1,0-1-15,-1 1 16,1-3-16,0 3 16,-3-3-16,0 0 15,1 1 1,-1-1-16,0 0 15,1 1-15,-1-1 16,-2-2 0,3 2-16,-3-2 15,0 0-15,0 0 16,0 0 0,0 0-16,0 0 15,0 0-15,0 0 16,0 0-1,0 0-15,0 0 16,0 0-16,0 0 16,0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8.62069" units="1/cm"/>
          <inkml:channelProperty channel="T" name="resolution" value="1" units="1/dev"/>
        </inkml:channelProperties>
      </inkml:inkSource>
      <inkml:timestamp xml:id="ts0" timeString="2020-12-17T15:18:26.40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17836 12395 0,'0'0'0,"0"0"15,0 0 1,0 0-16,0 0 16,0 0-16,0 0 15,2 0-15,1 0 16,-1 0-1,0 0-15,1 0 16,-3 0-16,2 3 16,0-1-1,1 0-15,-1 0 16,0 1-16,1 1 16,-3 1-1,0 0-15,0-1 16,0 3-16,0 0 15,-3 0 1,1 0-16,0 2 16,-3 1-16,0-1 15,1 0 1,-4 1-16,1-1 16,0 0-16,0 1 15,0-4 1,-2 4-16,2-3 15,-3 0-15,-2 2 16,0-2 0,0 0-16,-2 0 15,0 0-15,0 0 16,2 0 0,-2 0-16,0-3 15,-3 1-15,0 0 16,1-1-1,2 3-15,-1-2 16,1 0-16,-2 1 16,-1 1-1,-2 1-15,3-4 16,-1 1-16,0-1 16,3 1-1,-2 2-15,-1-2 16,1-1-16,-1 1 15,1 2 1,1 0-16,1-3 16,2 1-16,-2 0 15,2 0 1,0-1-16,3 1 16,-1-1-16,3-1 15,0-1 1,3 0-16,-1 1 15,0-1-15,3-2 16,-1 0 0,3 0-16,0 0 15,0 0-15,0 0 16,0 0 0,0 0-16,0 0 15,0 0-15,0 0 16,0 0-16,0 0 15,0 0 1,0 0-16,3 0 16,-1 0-1,0 0-15,3 0 16,0 0-16,2 0 16,0 0-1,0 0-15,0 0 16,0 0-16,0 0 15,1 0 1,1 0-16,3 0 16,0 0-16,2 0 15,0 0 1,-2 0-16,0 0 16,0 0-16,-1 0 15,1 0-15,0 0 16,0 0-1,0 0-15,2 0 16,-2 0-16,2 0 16,-2 0-1,0 0-15,-3 0 16,3 2-16,2 1 16,0-1-1,-2 0-15,3 1 16,-4-1-16,1 0 15,-2 1 1,1-1-16,1 0 16,0 3-16,0 0 15,0-1 1,-1 1-16,-1-3 16,0 0-16,-1 3 15,0-2 1,1 1-16,-1-2 15,1 3-15,-1 0 16,1-1 0,-1 1-16,1 0 15,-1-1-15,-2 1 16,0 0 0,1-1-16,-4 1 15,1-1-15,0 1 16,-1 0-1,1-1-15,-2-1 16,-1-1-16,0 0 16,1 1-1,-1-1-15,0 0 16,1 1-16,-3-1 16,0 0-1,0 1-15,0-1 16,2 0-16,-2 1 15,0-1-15,2 0 16,-2 0 0,0-2-16,3 3 15,-3-1-15,0 1 16,0-1 0,2 0-16,-2-2 15,0 3 1,0-3-16,0 0 15,0 0-15,0 0 16,0 0 0,0 0-16,0 0 15,0 0-15,0 0 16,0 0 0,0 0-16,0 0 15,0 0-15,0 0 16,0 0-16,0 0 15,0 0 1,0 0-16,0 0 16,0 0-16</inkml:trace>
  <inkml:trace contextRef="#ctx0" brushRef="#br0" timeOffset="1">17206 12904 0,'0'0'0,"0"0"15,0 0-15,0 0 16,0 0-16,0 0 16,0 0-1,0 0-15,0 0 16,0 0-16,0 0 16,0 0-1,0 0-15,0 0 16,0 0-16,0 0 15,0 0 1,0 0-16,0 0 16,0 0-16,0 0 15,0 0 1,0 0-16,0 0 16,0 0-16,3 0 15,-1 0 1,0 0-16,1 0 15,1 0-15,1 0 16,0 0 0,-1 0-16,4 0 15,-1-3-15,0 1 16,0 2 0,0 0-16,0 0 15,0 0-15,0 0 16,0 0-1,1 0-15,1 0 16,1 0-16,1 0 16,1 0-16,0 0 15,2 0 1,-2 0-16,0 0 16,0 2-16,-3 1 15,3-1 1,0 0-16,0 1 15,2-1 1,0 0-16,-2 1 16,0-3-16,0 2 15,-3 0-15,3 1 16,2-1 0,0 0-16,0 0 15,1 1-15,-1-1 16,-2 1-1,0-1-15,-3 0 16,5 3-16,-2 0 16,0-1-1,0 1-15,-1-1 16,1 1-16,-2 0 16,-1-1-1,1 1-15,-3 0 16,0-1-16,0 1 15,0 0 1,0-1-16,-2 1 16,0 0-1,0-1-15,-1 1 16,1-3-16,0 3 16,-3-3-16,0 0 15,1 1 1,-1-1-16,0 0 15,1 1-15,-1-1 16,-2-2 0,3 2-16,-3-2 15,0 0-15,0 0 16,0 0 0,0 0-16,0 0 15,0 0-15,0 0 16,0 0-1,0 0-15,0 0 16,0 0-16,0 0 16,0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8.62069" units="1/cm"/>
          <inkml:channelProperty channel="T" name="resolution" value="1" units="1/dev"/>
        </inkml:channelProperties>
      </inkml:inkSource>
      <inkml:timestamp xml:id="ts0" timeString="2020-12-17T15:18:46.38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17836 12395 0,'0'0'0,"0"0"15,0 0 1,0 0-16,0 0 16,0 0-16,0 0 15,2 0-15,1 0 16,-1 0-1,0 0-15,1 0 16,-3 0-16,2 3 16,0-1-1,1 0-15,-1 0 16,0 1-16,1 1 16,-3 1-1,0 0-15,0-1 16,0 3-16,0 0 15,-3 0 1,1 0-16,0 2 16,-3 1-16,0-1 15,1 0 1,-4 1-16,1-1 16,0 0-16,0 1 15,0-4 1,-2 4-16,2-3 15,-3 0-15,-2 2 16,0-2 0,0 0-16,-2 0 15,0 0-15,0 0 16,2 0 0,-2 0-16,0-3 15,-3 1-15,0 0 16,1-1-1,2 3-15,-1-2 16,1 0-16,-2 1 16,-1 1-1,-2 1-15,3-4 16,-1 1-16,0-1 16,3 1-1,-2 2-15,-1-2 16,1-1-16,-1 1 15,1 2 1,1 0-16,1-3 16,2 1-16,-2 0 15,2 0 1,0-1-16,3 1 16,-1-1-16,3-1 15,0-1 1,3 0-16,-1 1 15,0-1-15,3-2 16,-1 0 0,3 0-16,0 0 15,0 0-15,0 0 16,0 0 0,0 0-16,0 0 15,0 0-15,0 0 16,0 0-16,0 0 15,0 0 1,0 0-16,3 0 16,-1 0-1,0 0-15,3 0 16,0 0-16,2 0 16,0 0-1,0 0-15,0 0 16,0 0-16,0 0 15,1 0 1,1 0-16,3 0 16,0 0-16,2 0 15,0 0 1,-2 0-16,0 0 16,0 0-16,-1 0 15,1 0-15,0 0 16,0 0-1,0 0-15,2 0 16,-2 0-16,2 0 16,-2 0-1,0 0-15,-3 0 16,3 2-16,2 1 16,0-1-1,-2 0-15,3 1 16,-4-1-16,1 0 15,-2 1 1,1-1-16,1 0 16,0 3-16,0 0 15,0-1 1,-1 1-16,-1-3 16,0 0-16,-1 3 15,0-2 1,1 1-16,-1-2 15,1 3-15,-1 0 16,1-1 0,-1 1-16,1 0 15,-1-1-15,-2 1 16,0 0 0,1-1-16,-4 1 15,1-1-15,0 1 16,-1 0-1,1-1-15,-2-1 16,-1-1-16,0 0 16,1 1-1,-1-1-15,0 0 16,1 1-16,-3-1 16,0 0-1,0 1-15,0-1 16,2 0-16,-2 1 15,0-1-15,2 0 16,-2 0 0,0-2-16,3 3 15,-3-1-15,0 1 16,0-1 0,2 0-16,-2-2 15,0 3 1,0-3-16,0 0 15,0 0-15,0 0 16,0 0 0,0 0-16,0 0 15,0 0-15,0 0 16,0 0 0,0 0-16,0 0 15,0 0-15,0 0 16,0 0-16,0 0 15,0 0 1,0 0-16,0 0 16,0 0-16</inkml:trace>
  <inkml:trace contextRef="#ctx0" brushRef="#br0" timeOffset="1">17206 12904 0,'0'0'0,"0"0"15,0 0-15,0 0 16,0 0-16,0 0 16,0 0-1,0 0-15,0 0 16,0 0-16,0 0 16,0 0-1,0 0-15,0 0 16,0 0-16,0 0 15,0 0 1,0 0-16,0 0 16,0 0-16,0 0 15,0 0 1,0 0-16,0 0 16,0 0-16,3 0 15,-1 0 1,0 0-16,1 0 15,1 0-15,1 0 16,0 0 0,-1 0-16,4 0 15,-1-3-15,0 1 16,0 2 0,0 0-16,0 0 15,0 0-15,0 0 16,0 0-1,1 0-15,1 0 16,1 0-16,1 0 16,1 0-16,0 0 15,2 0 1,-2 0-16,0 0 16,0 2-16,-3 1 15,3-1 1,0 0-16,0 1 15,2-1 1,0 0-16,-2 1 16,0-3-16,0 2 15,-3 0-15,3 1 16,2-1 0,0 0-16,0 0 15,1 1-15,-1-1 16,-2 1-1,0-1-15,-3 0 16,5 3-16,-2 0 16,0-1-1,0 1-15,-1-1 16,1 1-16,-2 0 16,-1-1-1,1 1-15,-3 0 16,0-1-16,0 1 15,0 0 1,0-1-16,-2 1 16,0 0-1,0-1-15,-1 1 16,1-3-16,0 3 16,-3-3-16,0 0 15,1 1 1,-1-1-16,0 0 15,1 1-15,-1-1 16,-2-2 0,3 2-16,-3-2 15,0 0-15,0 0 16,0 0 0,0 0-16,0 0 15,0 0-15,0 0 16,0 0-1,0 0-15,0 0 16,0 0-16,0 0 16,0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8.62069" units="1/cm"/>
          <inkml:channelProperty channel="T" name="resolution" value="1" units="1/dev"/>
        </inkml:channelProperties>
      </inkml:inkSource>
      <inkml:timestamp xml:id="ts0" timeString="2020-12-17T15:18:58.53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17836 12395 0,'0'0'0,"0"0"15,0 0 1,0 0-16,0 0 16,0 0-16,0 0 15,2 0-15,1 0 16,-1 0-1,0 0-15,1 0 16,-3 0-16,2 3 16,0-1-1,1 0-15,-1 0 16,0 1-16,1 1 16,-3 1-1,0 0-15,0-1 16,0 3-16,0 0 15,-3 0 1,1 0-16,0 2 16,-3 1-16,0-1 15,1 0 1,-4 1-16,1-1 16,0 0-16,0 1 15,0-4 1,-2 4-16,2-3 15,-3 0-15,-2 2 16,0-2 0,0 0-16,-2 0 15,0 0-15,0 0 16,2 0 0,-2 0-16,0-3 15,-3 1-15,0 0 16,1-1-1,2 3-15,-1-2 16,1 0-16,-2 1 16,-1 1-1,-2 1-15,3-4 16,-1 1-16,0-1 16,3 1-1,-2 2-15,-1-2 16,1-1-16,-1 1 15,1 2 1,1 0-16,1-3 16,2 1-16,-2 0 15,2 0 1,0-1-16,3 1 16,-1-1-16,3-1 15,0-1 1,3 0-16,-1 1 15,0-1-15,3-2 16,-1 0 0,3 0-16,0 0 15,0 0-15,0 0 16,0 0 0,0 0-16,0 0 15,0 0-15,0 0 16,0 0-16,0 0 15,0 0 1,0 0-16,3 0 16,-1 0-1,0 0-15,3 0 16,0 0-16,2 0 16,0 0-1,0 0-15,0 0 16,0 0-16,0 0 15,1 0 1,1 0-16,3 0 16,0 0-16,2 0 15,0 0 1,-2 0-16,0 0 16,0 0-16,-1 0 15,1 0-15,0 0 16,0 0-1,0 0-15,2 0 16,-2 0-16,2 0 16,-2 0-1,0 0-15,-3 0 16,3 2-16,2 1 16,0-1-1,-2 0-15,3 1 16,-4-1-16,1 0 15,-2 1 1,1-1-16,1 0 16,0 3-16,0 0 15,0-1 1,-1 1-16,-1-3 16,0 0-16,-1 3 15,0-2 1,1 1-16,-1-2 15,1 3-15,-1 0 16,1-1 0,-1 1-16,1 0 15,-1-1-15,-2 1 16,0 0 0,1-1-16,-4 1 15,1-1-15,0 1 16,-1 0-1,1-1-15,-2-1 16,-1-1-16,0 0 16,1 1-1,-1-1-15,0 0 16,1 1-16,-3-1 16,0 0-1,0 1-15,0-1 16,2 0-16,-2 1 15,0-1-15,2 0 16,-2 0 0,0-2-16,3 3 15,-3-1-15,0 1 16,0-1 0,2 0-16,-2-2 15,0 3 1,0-3-16,0 0 15,0 0-15,0 0 16,0 0 0,0 0-16,0 0 15,0 0-15,0 0 16,0 0 0,0 0-16,0 0 15,0 0-15,0 0 16,0 0-16,0 0 15,0 0 1,0 0-16,0 0 16,0 0-16</inkml:trace>
  <inkml:trace contextRef="#ctx0" brushRef="#br0" timeOffset="1">17206 12904 0,'0'0'0,"0"0"15,0 0-15,0 0 16,0 0-16,0 0 16,0 0-1,0 0-15,0 0 16,0 0-16,0 0 16,0 0-1,0 0-15,0 0 16,0 0-16,0 0 15,0 0 1,0 0-16,0 0 16,0 0-16,0 0 15,0 0 1,0 0-16,0 0 16,0 0-16,3 0 15,-1 0 1,0 0-16,1 0 15,1 0-15,1 0 16,0 0 0,-1 0-16,4 0 15,-1-3-15,0 1 16,0 2 0,0 0-16,0 0 15,0 0-15,0 0 16,0 0-1,1 0-15,1 0 16,1 0-16,1 0 16,1 0-16,0 0 15,2 0 1,-2 0-16,0 0 16,0 2-16,-3 1 15,3-1 1,0 0-16,0 1 15,2-1 1,0 0-16,-2 1 16,0-3-16,0 2 15,-3 0-15,3 1 16,2-1 0,0 0-16,0 0 15,1 1-15,-1-1 16,-2 1-1,0-1-15,-3 0 16,5 3-16,-2 0 16,0-1-1,0 1-15,-1-1 16,1 1-16,-2 0 16,-1-1-1,1 1-15,-3 0 16,0-1-16,0 1 15,0 0 1,0-1-16,-2 1 16,0 0-1,0-1-15,-1 1 16,1-3-16,0 3 16,-3-3-16,0 0 15,1 1 1,-1-1-16,0 0 15,1 1-15,-1-1 16,-2-2 0,3 2-16,-3-2 15,0 0-15,0 0 16,0 0 0,0 0-16,0 0 15,0 0-15,0 0 16,0 0-1,0 0-15,0 0 16,0 0-16,0 0 16,0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8.62069" units="1/cm"/>
          <inkml:channelProperty channel="T" name="resolution" value="1" units="1/dev"/>
        </inkml:channelProperties>
      </inkml:inkSource>
      <inkml:timestamp xml:id="ts0" timeString="2020-12-17T15:19:23.77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17836 12395 0,'0'0'0,"0"0"15,0 0 1,0 0-16,0 0 16,0 0-16,0 0 15,2 0-15,1 0 16,-1 0-1,0 0-15,1 0 16,-3 0-16,2 3 16,0-1-1,1 0-15,-1 0 16,0 1-16,1 1 16,-3 1-1,0 0-15,0-1 16,0 3-16,0 0 15,-3 0 1,1 0-16,0 2 16,-3 1-16,0-1 15,1 0 1,-4 1-16,1-1 16,0 0-16,0 1 15,0-4 1,-2 4-16,2-3 15,-3 0-15,-2 2 16,0-2 0,0 0-16,-2 0 15,0 0-15,0 0 16,2 0 0,-2 0-16,0-3 15,-3 1-15,0 0 16,1-1-1,2 3-15,-1-2 16,1 0-16,-2 1 16,-1 1-1,-2 1-15,3-4 16,-1 1-16,0-1 16,3 1-1,-2 2-15,-1-2 16,1-1-16,-1 1 15,1 2 1,1 0-16,1-3 16,2 1-16,-2 0 15,2 0 1,0-1-16,3 1 16,-1-1-16,3-1 15,0-1 1,3 0-16,-1 1 15,0-1-15,3-2 16,-1 0 0,3 0-16,0 0 15,0 0-15,0 0 16,0 0 0,0 0-16,0 0 15,0 0-15,0 0 16,0 0-16,0 0 15,0 0 1,0 0-16,3 0 16,-1 0-1,0 0-15,3 0 16,0 0-16,2 0 16,0 0-1,0 0-15,0 0 16,0 0-16,0 0 15,1 0 1,1 0-16,3 0 16,0 0-16,2 0 15,0 0 1,-2 0-16,0 0 16,0 0-16,-1 0 15,1 0-15,0 0 16,0 0-1,0 0-15,2 0 16,-2 0-16,2 0 16,-2 0-1,0 0-15,-3 0 16,3 2-16,2 1 16,0-1-1,-2 0-15,3 1 16,-4-1-16,1 0 15,-2 1 1,1-1-16,1 0 16,0 3-16,0 0 15,0-1 1,-1 1-16,-1-3 16,0 0-16,-1 3 15,0-2 1,1 1-16,-1-2 15,1 3-15,-1 0 16,1-1 0,-1 1-16,1 0 15,-1-1-15,-2 1 16,0 0 0,1-1-16,-4 1 15,1-1-15,0 1 16,-1 0-1,1-1-15,-2-1 16,-1-1-16,0 0 16,1 1-1,-1-1-15,0 0 16,1 1-16,-3-1 16,0 0-1,0 1-15,0-1 16,2 0-16,-2 1 15,0-1-15,2 0 16,-2 0 0,0-2-16,3 3 15,-3-1-15,0 1 16,0-1 0,2 0-16,-2-2 15,0 3 1,0-3-16,0 0 15,0 0-15,0 0 16,0 0 0,0 0-16,0 0 15,0 0-15,0 0 16,0 0 0,0 0-16,0 0 15,0 0-15,0 0 16,0 0-16,0 0 15,0 0 1,0 0-16,0 0 16,0 0-16</inkml:trace>
  <inkml:trace contextRef="#ctx0" brushRef="#br0" timeOffset="1">17206 12904 0,'0'0'0,"0"0"15,0 0-15,0 0 16,0 0-16,0 0 16,0 0-1,0 0-15,0 0 16,0 0-16,0 0 16,0 0-1,0 0-15,0 0 16,0 0-16,0 0 15,0 0 1,0 0-16,0 0 16,0 0-16,0 0 15,0 0 1,0 0-16,0 0 16,0 0-16,3 0 15,-1 0 1,0 0-16,1 0 15,1 0-15,1 0 16,0 0 0,-1 0-16,4 0 15,-1-3-15,0 1 16,0 2 0,0 0-16,0 0 15,0 0-15,0 0 16,0 0-1,1 0-15,1 0 16,1 0-16,1 0 16,1 0-16,0 0 15,2 0 1,-2 0-16,0 0 16,0 2-16,-3 1 15,3-1 1,0 0-16,0 1 15,2-1 1,0 0-16,-2 1 16,0-3-16,0 2 15,-3 0-15,3 1 16,2-1 0,0 0-16,0 0 15,1 1-15,-1-1 16,-2 1-1,0-1-15,-3 0 16,5 3-16,-2 0 16,0-1-1,0 1-15,-1-1 16,1 1-16,-2 0 16,-1-1-1,1 1-15,-3 0 16,0-1-16,0 1 15,0 0 1,0-1-16,-2 1 16,0 0-1,0-1-15,-1 1 16,1-3-16,0 3 16,-3-3-16,0 0 15,1 1 1,-1-1-16,0 0 15,1 1-15,-1-1 16,-2-2 0,3 2-16,-3-2 15,0 0-15,0 0 16,0 0 0,0 0-16,0 0 15,0 0-15,0 0 16,0 0-1,0 0-15,0 0 16,0 0-16,0 0 16,0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8.62069" units="1/cm"/>
          <inkml:channelProperty channel="T" name="resolution" value="1" units="1/dev"/>
        </inkml:channelProperties>
      </inkml:inkSource>
      <inkml:timestamp xml:id="ts0" timeString="2020-12-18T16:39:30.04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17836 12395 0,'0'0'0,"0"0"15,0 0 1,0 0-16,0 0 16,0 0-16,0 0 15,2 0-15,1 0 16,-1 0-1,0 0-15,1 0 16,-3 0-16,2 3 16,0-1-1,1 0-15,-1 0 16,0 1-16,1 1 16,-3 1-1,0 0-15,0-1 16,0 3-16,0 0 15,-3 0 1,1 0-16,0 2 16,-3 1-16,0-1 15,1 0 1,-4 1-16,1-1 16,0 0-16,0 1 15,0-4 1,-2 4-16,2-3 15,-3 0-15,-2 2 16,0-2 0,0 0-16,-2 0 15,0 0-15,0 0 16,2 0 0,-2 0-16,0-3 15,-3 1-15,0 0 16,1-1-1,2 3-15,-1-2 16,1 0-16,-2 1 16,-1 1-1,-2 1-15,3-4 16,-1 1-16,0-1 16,3 1-1,-2 2-15,-1-2 16,1-1-16,-1 1 15,1 2 1,1 0-16,1-3 16,2 1-16,-2 0 15,2 0 1,0-1-16,3 1 16,-1-1-16,3-1 15,0-1 1,3 0-16,-1 1 15,0-1-15,3-2 16,-1 0 0,3 0-16,0 0 15,0 0-15,0 0 16,0 0 0,0 0-16,0 0 15,0 0-15,0 0 16,0 0-16,0 0 15,0 0 1,0 0-16,3 0 16,-1 0-1,0 0-15,3 0 16,0 0-16,2 0 16,0 0-1,0 0-15,0 0 16,0 0-16,0 0 15,1 0 1,1 0-16,3 0 16,0 0-16,2 0 15,0 0 1,-2 0-16,0 0 16,0 0-16,-1 0 15,1 0-15,0 0 16,0 0-1,0 0-15,2 0 16,-2 0-16,2 0 16,-2 0-1,0 0-15,-3 0 16,3 2-16,2 1 16,0-1-1,-2 0-15,3 1 16,-4-1-16,1 0 15,-2 1 1,1-1-16,1 0 16,0 3-16,0 0 15,0-1 1,-1 1-16,-1-3 16,0 0-16,-1 3 15,0-2 1,1 1-16,-1-2 15,1 3-15,-1 0 16,1-1 0,-1 1-16,1 0 15,-1-1-15,-2 1 16,0 0 0,1-1-16,-4 1 15,1-1-15,0 1 16,-1 0-1,1-1-15,-2-1 16,-1-1-16,0 0 16,1 1-1,-1-1-15,0 0 16,1 1-16,-3-1 16,0 0-1,0 1-15,0-1 16,2 0-16,-2 1 15,0-1-15,2 0 16,-2 0 0,0-2-16,3 3 15,-3-1-15,0 1 16,0-1 0,2 0-16,-2-2 15,0 3 1,0-3-16,0 0 15,0 0-15,0 0 16,0 0 0,0 0-16,0 0 15,0 0-15,0 0 16,0 0 0,0 0-16,0 0 15,0 0-15,0 0 16,0 0-16,0 0 15,0 0 1,0 0-16,0 0 16,0 0-16</inkml:trace>
  <inkml:trace contextRef="#ctx0" brushRef="#br0" timeOffset="1">17206 12904 0,'0'0'0,"0"0"15,0 0-15,0 0 16,0 0-16,0 0 16,0 0-1,0 0-15,0 0 16,0 0-16,0 0 16,0 0-1,0 0-15,0 0 16,0 0-16,0 0 15,0 0 1,0 0-16,0 0 16,0 0-16,0 0 15,0 0 1,0 0-16,0 0 16,0 0-16,3 0 15,-1 0 1,0 0-16,1 0 15,1 0-15,1 0 16,0 0 0,-1 0-16,4 0 15,-1-3-15,0 1 16,0 2 0,0 0-16,0 0 15,0 0-15,0 0 16,0 0-1,1 0-15,1 0 16,1 0-16,1 0 16,1 0-16,0 0 15,2 0 1,-2 0-16,0 0 16,0 2-16,-3 1 15,3-1 1,0 0-16,0 1 15,2-1 1,0 0-16,-2 1 16,0-3-16,0 2 15,-3 0-15,3 1 16,2-1 0,0 0-16,0 0 15,1 1-15,-1-1 16,-2 1-1,0-1-15,-3 0 16,5 3-16,-2 0 16,0-1-1,0 1-15,-1-1 16,1 1-16,-2 0 16,-1-1-1,1 1-15,-3 0 16,0-1-16,0 1 15,0 0 1,0-1-16,-2 1 16,0 0-1,0-1-15,-1 1 16,1-3-16,0 3 16,-3-3-16,0 0 15,1 1 1,-1-1-16,0 0 15,1 1-15,-1-1 16,-2-2 0,3 2-16,-3-2 15,0 0-15,0 0 16,0 0 0,0 0-16,0 0 15,0 0-15,0 0 16,0 0-1,0 0-15,0 0 16,0 0-16,0 0 16,0 0-1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8.62069" units="1/cm"/>
          <inkml:channelProperty channel="T" name="resolution" value="1" units="1/dev"/>
        </inkml:channelProperties>
      </inkml:inkSource>
      <inkml:timestamp xml:id="ts0" timeString="2020-12-18T16:39:44.22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17836 12395 0,'0'0'0,"0"0"15,0 0 1,0 0-16,0 0 16,0 0-16,0 0 15,2 0-15,1 0 16,-1 0-1,0 0-15,1 0 16,-3 0-16,2 3 16,0-1-1,1 0-15,-1 0 16,0 1-16,1 1 16,-3 1-1,0 0-15,0-1 16,0 3-16,0 0 15,-3 0 1,1 0-16,0 2 16,-3 1-16,0-1 15,1 0 1,-4 1-16,1-1 16,0 0-16,0 1 15,0-4 1,-2 4-16,2-3 15,-3 0-15,-2 2 16,0-2 0,0 0-16,-2 0 15,0 0-15,0 0 16,2 0 0,-2 0-16,0-3 15,-3 1-15,0 0 16,1-1-1,2 3-15,-1-2 16,1 0-16,-2 1 16,-1 1-1,-2 1-15,3-4 16,-1 1-16,0-1 16,3 1-1,-2 2-15,-1-2 16,1-1-16,-1 1 15,1 2 1,1 0-16,1-3 16,2 1-16,-2 0 15,2 0 1,0-1-16,3 1 16,-1-1-16,3-1 15,0-1 1,3 0-16,-1 1 15,0-1-15,3-2 16,-1 0 0,3 0-16,0 0 15,0 0-15,0 0 16,0 0 0,0 0-16,0 0 15,0 0-15,0 0 16,0 0-16,0 0 15,0 0 1,0 0-16,3 0 16,-1 0-1,0 0-15,3 0 16,0 0-16,2 0 16,0 0-1,0 0-15,0 0 16,0 0-16,0 0 15,1 0 1,1 0-16,3 0 16,0 0-16,2 0 15,0 0 1,-2 0-16,0 0 16,0 0-16,-1 0 15,1 0-15,0 0 16,0 0-1,0 0-15,2 0 16,-2 0-16,2 0 16,-2 0-1,0 0-15,-3 0 16,3 2-16,2 1 16,0-1-1,-2 0-15,3 1 16,-4-1-16,1 0 15,-2 1 1,1-1-16,1 0 16,0 3-16,0 0 15,0-1 1,-1 1-16,-1-3 16,0 0-16,-1 3 15,0-2 1,1 1-16,-1-2 15,1 3-15,-1 0 16,1-1 0,-1 1-16,1 0 15,-1-1-15,-2 1 16,0 0 0,1-1-16,-4 1 15,1-1-15,0 1 16,-1 0-1,1-1-15,-2-1 16,-1-1-16,0 0 16,1 1-1,-1-1-15,0 0 16,1 1-16,-3-1 16,0 0-1,0 1-15,0-1 16,2 0-16,-2 1 15,0-1-15,2 0 16,-2 0 0,0-2-16,3 3 15,-3-1-15,0 1 16,0-1 0,2 0-16,-2-2 15,0 3 1,0-3-16,0 0 15,0 0-15,0 0 16,0 0 0,0 0-16,0 0 15,0 0-15,0 0 16,0 0 0,0 0-16,0 0 15,0 0-15,0 0 16,0 0-16,0 0 15,0 0 1,0 0-16,0 0 16,0 0-16</inkml:trace>
  <inkml:trace contextRef="#ctx0" brushRef="#br0" timeOffset="1">17206 12904 0,'0'0'0,"0"0"15,0 0-15,0 0 16,0 0-16,0 0 16,0 0-1,0 0-15,0 0 16,0 0-16,0 0 16,0 0-1,0 0-15,0 0 16,0 0-16,0 0 15,0 0 1,0 0-16,0 0 16,0 0-16,0 0 15,0 0 1,0 0-16,0 0 16,0 0-16,3 0 15,-1 0 1,0 0-16,1 0 15,1 0-15,1 0 16,0 0 0,-1 0-16,4 0 15,-1-3-15,0 1 16,0 2 0,0 0-16,0 0 15,0 0-15,0 0 16,0 0-1,1 0-15,1 0 16,1 0-16,1 0 16,1 0-16,0 0 15,2 0 1,-2 0-16,0 0 16,0 2-16,-3 1 15,3-1 1,0 0-16,0 1 15,2-1 1,0 0-16,-2 1 16,0-3-16,0 2 15,-3 0-15,3 1 16,2-1 0,0 0-16,0 0 15,1 1-15,-1-1 16,-2 1-1,0-1-15,-3 0 16,5 3-16,-2 0 16,0-1-1,0 1-15,-1-1 16,1 1-16,-2 0 16,-1-1-1,1 1-15,-3 0 16,0-1-16,0 1 15,0 0 1,0-1-16,-2 1 16,0 0-1,0-1-15,-1 1 16,1-3-16,0 3 16,-3-3-16,0 0 15,1 1 1,-1-1-16,0 0 15,1 1-15,-1-1 16,-2-2 0,3 2-16,-3-2 15,0 0-15,0 0 16,0 0 0,0 0-16,0 0 15,0 0-15,0 0 16,0 0-1,0 0-15,0 0 16,0 0-16,0 0 16,0 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8.62069" units="1/cm"/>
          <inkml:channelProperty channel="T" name="resolution" value="1" units="1/dev"/>
        </inkml:channelProperties>
      </inkml:inkSource>
      <inkml:timestamp xml:id="ts0" timeString="2020-12-18T16:43:48.32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17836 12395 0,'0'0'0,"0"0"15,0 0 1,0 0-16,0 0 16,0 0-16,0 0 15,2 0-15,1 0 16,-1 0-1,0 0-15,1 0 16,-3 0-16,2 3 16,0-1-1,1 0-15,-1 0 16,0 1-16,1 1 16,-3 1-1,0 0-15,0-1 16,0 3-16,0 0 15,-3 0 1,1 0-16,0 2 16,-3 1-16,0-1 15,1 0 1,-4 1-16,1-1 16,0 0-16,0 1 15,0-4 1,-2 4-16,2-3 15,-3 0-15,-2 2 16,0-2 0,0 0-16,-2 0 15,0 0-15,0 0 16,2 0 0,-2 0-16,0-3 15,-3 1-15,0 0 16,1-1-1,2 3-15,-1-2 16,1 0-16,-2 1 16,-1 1-1,-2 1-15,3-4 16,-1 1-16,0-1 16,3 1-1,-2 2-15,-1-2 16,1-1-16,-1 1 15,1 2 1,1 0-16,1-3 16,2 1-16,-2 0 15,2 0 1,0-1-16,3 1 16,-1-1-16,3-1 15,0-1 1,3 0-16,-1 1 15,0-1-15,3-2 16,-1 0 0,3 0-16,0 0 15,0 0-15,0 0 16,0 0 0,0 0-16,0 0 15,0 0-15,0 0 16,0 0-16,0 0 15,0 0 1,0 0-16,3 0 16,-1 0-1,0 0-15,3 0 16,0 0-16,2 0 16,0 0-1,0 0-15,0 0 16,0 0-16,0 0 15,1 0 1,1 0-16,3 0 16,0 0-16,2 0 15,0 0 1,-2 0-16,0 0 16,0 0-16,-1 0 15,1 0-15,0 0 16,0 0-1,0 0-15,2 0 16,-2 0-16,2 0 16,-2 0-1,0 0-15,-3 0 16,3 2-16,2 1 16,0-1-1,-2 0-15,3 1 16,-4-1-16,1 0 15,-2 1 1,1-1-16,1 0 16,0 3-16,0 0 15,0-1 1,-1 1-16,-1-3 16,0 0-16,-1 3 15,0-2 1,1 1-16,-1-2 15,1 3-15,-1 0 16,1-1 0,-1 1-16,1 0 15,-1-1-15,-2 1 16,0 0 0,1-1-16,-4 1 15,1-1-15,0 1 16,-1 0-1,1-1-15,-2-1 16,-1-1-16,0 0 16,1 1-1,-1-1-15,0 0 16,1 1-16,-3-1 16,0 0-1,0 1-15,0-1 16,2 0-16,-2 1 15,0-1-15,2 0 16,-2 0 0,0-2-16,3 3 15,-3-1-15,0 1 16,0-1 0,2 0-16,-2-2 15,0 3 1,0-3-16,0 0 15,0 0-15,0 0 16,0 0 0,0 0-16,0 0 15,0 0-15,0 0 16,0 0 0,0 0-16,0 0 15,0 0-15,0 0 16,0 0-16,0 0 15,0 0 1,0 0-16,0 0 16,0 0-16</inkml:trace>
  <inkml:trace contextRef="#ctx0" brushRef="#br0" timeOffset="1">17206 12904 0,'0'0'0,"0"0"15,0 0-15,0 0 16,0 0-16,0 0 16,0 0-1,0 0-15,0 0 16,0 0-16,0 0 16,0 0-1,0 0-15,0 0 16,0 0-16,0 0 15,0 0 1,0 0-16,0 0 16,0 0-16,0 0 15,0 0 1,0 0-16,0 0 16,0 0-16,3 0 15,-1 0 1,0 0-16,1 0 15,1 0-15,1 0 16,0 0 0,-1 0-16,4 0 15,-1-3-15,0 1 16,0 2 0,0 0-16,0 0 15,0 0-15,0 0 16,0 0-1,1 0-15,1 0 16,1 0-16,1 0 16,1 0-16,0 0 15,2 0 1,-2 0-16,0 0 16,0 2-16,-3 1 15,3-1 1,0 0-16,0 1 15,2-1 1,0 0-16,-2 1 16,0-3-16,0 2 15,-3 0-15,3 1 16,2-1 0,0 0-16,0 0 15,1 1-15,-1-1 16,-2 1-1,0-1-15,-3 0 16,5 3-16,-2 0 16,0-1-1,0 1-15,-1-1 16,1 1-16,-2 0 16,-1-1-1,1 1-15,-3 0 16,0-1-16,0 1 15,0 0 1,0-1-16,-2 1 16,0 0-1,0-1-15,-1 1 16,1-3-16,0 3 16,-3-3-16,0 0 15,1 1 1,-1-1-16,0 0 15,1 1-15,-1-1 16,-2-2 0,3 2-16,-3-2 15,0 0-15,0 0 16,0 0 0,0 0-16,0 0 15,0 0-15,0 0 16,0 0-1,0 0-15,0 0 16,0 0-16,0 0 16,0 0-1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8.62069" units="1/cm"/>
          <inkml:channelProperty channel="T" name="resolution" value="1" units="1/dev"/>
        </inkml:channelProperties>
      </inkml:inkSource>
      <inkml:timestamp xml:id="ts0" timeString="2020-12-18T16:43:57.28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17836 12395 0,'0'0'0,"0"0"15,0 0 1,0 0-16,0 0 16,0 0-16,0 0 15,2 0-15,1 0 16,-1 0-1,0 0-15,1 0 16,-3 0-16,2 3 16,0-1-1,1 0-15,-1 0 16,0 1-16,1 1 16,-3 1-1,0 0-15,0-1 16,0 3-16,0 0 15,-3 0 1,1 0-16,0 2 16,-3 1-16,0-1 15,1 0 1,-4 1-16,1-1 16,0 0-16,0 1 15,0-4 1,-2 4-16,2-3 15,-3 0-15,-2 2 16,0-2 0,0 0-16,-2 0 15,0 0-15,0 0 16,2 0 0,-2 0-16,0-3 15,-3 1-15,0 0 16,1-1-1,2 3-15,-1-2 16,1 0-16,-2 1 16,-1 1-1,-2 1-15,3-4 16,-1 1-16,0-1 16,3 1-1,-2 2-15,-1-2 16,1-1-16,-1 1 15,1 2 1,1 0-16,1-3 16,2 1-16,-2 0 15,2 0 1,0-1-16,3 1 16,-1-1-16,3-1 15,0-1 1,3 0-16,-1 1 15,0-1-15,3-2 16,-1 0 0,3 0-16,0 0 15,0 0-15,0 0 16,0 0 0,0 0-16,0 0 15,0 0-15,0 0 16,0 0-16,0 0 15,0 0 1,0 0-16,3 0 16,-1 0-1,0 0-15,3 0 16,0 0-16,2 0 16,0 0-1,0 0-15,0 0 16,0 0-16,0 0 15,1 0 1,1 0-16,3 0 16,0 0-16,2 0 15,0 0 1,-2 0-16,0 0 16,0 0-16,-1 0 15,1 0-15,0 0 16,0 0-1,0 0-15,2 0 16,-2 0-16,2 0 16,-2 0-1,0 0-15,-3 0 16,3 2-16,2 1 16,0-1-1,-2 0-15,3 1 16,-4-1-16,1 0 15,-2 1 1,1-1-16,1 0 16,0 3-16,0 0 15,0-1 1,-1 1-16,-1-3 16,0 0-16,-1 3 15,0-2 1,1 1-16,-1-2 15,1 3-15,-1 0 16,1-1 0,-1 1-16,1 0 15,-1-1-15,-2 1 16,0 0 0,1-1-16,-4 1 15,1-1-15,0 1 16,-1 0-1,1-1-15,-2-1 16,-1-1-16,0 0 16,1 1-1,-1-1-15,0 0 16,1 1-16,-3-1 16,0 0-1,0 1-15,0-1 16,2 0-16,-2 1 15,0-1-15,2 0 16,-2 0 0,0-2-16,3 3 15,-3-1-15,0 1 16,0-1 0,2 0-16,-2-2 15,0 3 1,0-3-16,0 0 15,0 0-15,0 0 16,0 0 0,0 0-16,0 0 15,0 0-15,0 0 16,0 0 0,0 0-16,0 0 15,0 0-15,0 0 16,0 0-16,0 0 15,0 0 1,0 0-16,0 0 16,0 0-16</inkml:trace>
  <inkml:trace contextRef="#ctx0" brushRef="#br0" timeOffset="1">17206 12904 0,'0'0'0,"0"0"15,0 0-15,0 0 16,0 0-16,0 0 16,0 0-1,0 0-15,0 0 16,0 0-16,0 0 16,0 0-1,0 0-15,0 0 16,0 0-16,0 0 15,0 0 1,0 0-16,0 0 16,0 0-16,0 0 15,0 0 1,0 0-16,0 0 16,0 0-16,3 0 15,-1 0 1,0 0-16,1 0 15,1 0-15,1 0 16,0 0 0,-1 0-16,4 0 15,-1-3-15,0 1 16,0 2 0,0 0-16,0 0 15,0 0-15,0 0 16,0 0-1,1 0-15,1 0 16,1 0-16,1 0 16,1 0-16,0 0 15,2 0 1,-2 0-16,0 0 16,0 2-16,-3 1 15,3-1 1,0 0-16,0 1 15,2-1 1,0 0-16,-2 1 16,0-3-16,0 2 15,-3 0-15,3 1 16,2-1 0,0 0-16,0 0 15,1 1-15,-1-1 16,-2 1-1,0-1-15,-3 0 16,5 3-16,-2 0 16,0-1-1,0 1-15,-1-1 16,1 1-16,-2 0 16,-1-1-1,1 1-15,-3 0 16,0-1-16,0 1 15,0 0 1,0-1-16,-2 1 16,0 0-1,0-1-15,-1 1 16,1-3-16,0 3 16,-3-3-16,0 0 15,1 1 1,-1-1-16,0 0 15,1 1-15,-1-1 16,-2-2 0,3 2-16,-3-2 15,0 0-15,0 0 16,0 0 0,0 0-16,0 0 15,0 0-15,0 0 16,0 0-1,0 0-15,0 0 16,0 0-16,0 0 16,0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8.62069" units="1/cm"/>
          <inkml:channelProperty channel="T" name="resolution" value="1" units="1/dev"/>
        </inkml:channelProperties>
      </inkml:inkSource>
      <inkml:timestamp xml:id="ts0" timeString="2020-12-18T17:03:39.54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17836 12395 0,'0'0'0,"0"0"15,0 0 1,0 0-16,0 0 16,0 0-16,0 0 15,2 0-15,1 0 16,-1 0-1,0 0-15,1 0 16,-3 0-16,2 3 16,0-1-1,1 0-15,-1 0 16,0 1-16,1 1 16,-3 1-1,0 0-15,0-1 16,0 3-16,0 0 15,-3 0 1,1 0-16,0 2 16,-3 1-16,0-1 15,1 0 1,-4 1-16,1-1 16,0 0-16,0 1 15,0-4 1,-2 4-16,2-3 15,-3 0-15,-2 2 16,0-2 0,0 0-16,-2 0 15,0 0-15,0 0 16,2 0 0,-2 0-16,0-3 15,-3 1-15,0 0 16,1-1-1,2 3-15,-1-2 16,1 0-16,-2 1 16,-1 1-1,-2 1-15,3-4 16,-1 1-16,0-1 16,3 1-1,-2 2-15,-1-2 16,1-1-16,-1 1 15,1 2 1,1 0-16,1-3 16,2 1-16,-2 0 15,2 0 1,0-1-16,3 1 16,-1-1-16,3-1 15,0-1 1,3 0-16,-1 1 15,0-1-15,3-2 16,-1 0 0,3 0-16,0 0 15,0 0-15,0 0 16,0 0 0,0 0-16,0 0 15,0 0-15,0 0 16,0 0-16,0 0 15,0 0 1,0 0-16,3 0 16,-1 0-1,0 0-15,3 0 16,0 0-16,2 0 16,0 0-1,0 0-15,0 0 16,0 0-16,0 0 15,1 0 1,1 0-16,3 0 16,0 0-16,2 0 15,0 0 1,-2 0-16,0 0 16,0 0-16,-1 0 15,1 0-15,0 0 16,0 0-1,0 0-15,2 0 16,-2 0-16,2 0 16,-2 0-1,0 0-15,-3 0 16,3 2-16,2 1 16,0-1-1,-2 0-15,3 1 16,-4-1-16,1 0 15,-2 1 1,1-1-16,1 0 16,0 3-16,0 0 15,0-1 1,-1 1-16,-1-3 16,0 0-16,-1 3 15,0-2 1,1 1-16,-1-2 15,1 3-15,-1 0 16,1-1 0,-1 1-16,1 0 15,-1-1-15,-2 1 16,0 0 0,1-1-16,-4 1 15,1-1-15,0 1 16,-1 0-1,1-1-15,-2-1 16,-1-1-16,0 0 16,1 1-1,-1-1-15,0 0 16,1 1-16,-3-1 16,0 0-1,0 1-15,0-1 16,2 0-16,-2 1 15,0-1-15,2 0 16,-2 0 0,0-2-16,3 3 15,-3-1-15,0 1 16,0-1 0,2 0-16,-2-2 15,0 3 1,0-3-16,0 0 15,0 0-15,0 0 16,0 0 0,0 0-16,0 0 15,0 0-15,0 0 16,0 0 0,0 0-16,0 0 15,0 0-15,0 0 16,0 0-16,0 0 15,0 0 1,0 0-16,0 0 16,0 0-16</inkml:trace>
  <inkml:trace contextRef="#ctx0" brushRef="#br0" timeOffset="1">17206 12904 0,'0'0'0,"0"0"15,0 0-15,0 0 16,0 0-16,0 0 16,0 0-1,0 0-15,0 0 16,0 0-16,0 0 16,0 0-1,0 0-15,0 0 16,0 0-16,0 0 15,0 0 1,0 0-16,0 0 16,0 0-16,0 0 15,0 0 1,0 0-16,0 0 16,0 0-16,3 0 15,-1 0 1,0 0-16,1 0 15,1 0-15,1 0 16,0 0 0,-1 0-16,4 0 15,-1-3-15,0 1 16,0 2 0,0 0-16,0 0 15,0 0-15,0 0 16,0 0-1,1 0-15,1 0 16,1 0-16,1 0 16,1 0-16,0 0 15,2 0 1,-2 0-16,0 0 16,0 2-16,-3 1 15,3-1 1,0 0-16,0 1 15,2-1 1,0 0-16,-2 1 16,0-3-16,0 2 15,-3 0-15,3 1 16,2-1 0,0 0-16,0 0 15,1 1-15,-1-1 16,-2 1-1,0-1-15,-3 0 16,5 3-16,-2 0 16,0-1-1,0 1-15,-1-1 16,1 1-16,-2 0 16,-1-1-1,1 1-15,-3 0 16,0-1-16,0 1 15,0 0 1,0-1-16,-2 1 16,0 0-1,0-1-15,-1 1 16,1-3-16,0 3 16,-3-3-16,0 0 15,1 1 1,-1-1-16,0 0 15,1 1-15,-1-1 16,-2-2 0,3 2-16,-3-2 15,0 0-15,0 0 16,0 0 0,0 0-16,0 0 15,0 0-15,0 0 16,0 0-1,0 0-15,0 0 16,0 0-16,0 0 16,0 0-1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20-12-2020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20-12-2020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20-12-2020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20-12-2020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20-12-2020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20-12-2020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20-12-2020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20-12-2020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20-12-2020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20-12-2020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3.xml"/><Relationship Id="rId4" Type="http://schemas.openxmlformats.org/officeDocument/2006/relationships/customXml" Target="../ink/ink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3.xml"/><Relationship Id="rId4" Type="http://schemas.openxmlformats.org/officeDocument/2006/relationships/customXml" Target="../ink/ink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198" y="2855196"/>
            <a:ext cx="6808840" cy="3500283"/>
          </a:xfrm>
        </p:spPr>
        <p:txBody>
          <a:bodyPr>
            <a:normAutofit/>
          </a:bodyPr>
          <a:lstStyle/>
          <a:p>
            <a:r>
              <a:rPr lang="en-US" sz="2600" dirty="0"/>
              <a:t>understand what are partial ordering</a:t>
            </a:r>
            <a:endParaRPr lang="en-IN" sz="2600" dirty="0"/>
          </a:p>
          <a:p>
            <a:r>
              <a:rPr lang="en-US" sz="2600" dirty="0"/>
              <a:t>understand what are comparable and incomparable elements</a:t>
            </a:r>
          </a:p>
          <a:p>
            <a:r>
              <a:rPr lang="en-US" sz="2600" dirty="0"/>
              <a:t>understand what </a:t>
            </a:r>
            <a:r>
              <a:rPr lang="en-IN" sz="2600" dirty="0"/>
              <a:t>are total, well and lexicographic ordering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CC052-4D91-4E25-9614-13BB84821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Partial Orderings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8EA1-F13B-4D50-9908-4DDC3B3DD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48" y="1080001"/>
            <a:ext cx="8578646" cy="53389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relation R on a set S is called a partial ordering or partial order if it is </a:t>
            </a:r>
            <a:r>
              <a:rPr lang="en-US" b="1" dirty="0"/>
              <a:t>reflexive, antisymmetric, and transitive.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A set S together with a partial ordering R is </a:t>
            </a:r>
            <a:r>
              <a:rPr lang="en-US" b="1" dirty="0"/>
              <a:t>called</a:t>
            </a:r>
            <a:r>
              <a:rPr lang="en-US" dirty="0"/>
              <a:t> a </a:t>
            </a:r>
            <a:r>
              <a:rPr lang="en-US" b="1" dirty="0"/>
              <a:t>partially ordered set</a:t>
            </a:r>
            <a:r>
              <a:rPr lang="en-US" dirty="0"/>
              <a:t>, or poset, and is </a:t>
            </a:r>
            <a:r>
              <a:rPr lang="en-US" b="1" dirty="0"/>
              <a:t>denoted</a:t>
            </a:r>
            <a:r>
              <a:rPr lang="en-US" dirty="0"/>
              <a:t> by (S,R). Members of S are called elements of the poset.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62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Partial Orderings –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48" y="1174053"/>
            <a:ext cx="8504904" cy="53389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900" b="1" dirty="0"/>
              <a:t>Ques:- </a:t>
            </a:r>
            <a:r>
              <a:rPr lang="en-US" sz="2900" dirty="0"/>
              <a:t>Show that the “greater than or equal” relation (≥) is a partial ordering on the set of integers.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900" b="1" dirty="0"/>
              <a:t>Ans:- </a:t>
            </a:r>
            <a:r>
              <a:rPr lang="en-US" sz="2900" dirty="0"/>
              <a:t>Because a ≥ a for every integer a, ≥ </a:t>
            </a:r>
            <a:r>
              <a:rPr lang="en-US" sz="2900" dirty="0">
                <a:solidFill>
                  <a:srgbClr val="FF0000"/>
                </a:solidFill>
              </a:rPr>
              <a:t>is reflexive</a:t>
            </a:r>
            <a:r>
              <a:rPr lang="en-US" sz="2900" dirty="0"/>
              <a:t>. If a ≥ b and b ≥ a, then a = b.</a:t>
            </a:r>
          </a:p>
          <a:p>
            <a:pPr marL="0" indent="0">
              <a:buNone/>
            </a:pPr>
            <a:r>
              <a:rPr lang="en-US" sz="2900" dirty="0"/>
              <a:t>Hence, ≥ </a:t>
            </a:r>
            <a:r>
              <a:rPr lang="en-US" sz="2900" dirty="0">
                <a:solidFill>
                  <a:srgbClr val="FF0000"/>
                </a:solidFill>
              </a:rPr>
              <a:t>is antisymmetric</a:t>
            </a:r>
            <a:r>
              <a:rPr lang="en-US" sz="2900" dirty="0"/>
              <a:t>. Finally, ≥ </a:t>
            </a:r>
            <a:r>
              <a:rPr lang="en-US" sz="2900" dirty="0">
                <a:solidFill>
                  <a:srgbClr val="FF0000"/>
                </a:solidFill>
              </a:rPr>
              <a:t>is transitive </a:t>
            </a:r>
            <a:r>
              <a:rPr lang="en-US" sz="2900" dirty="0"/>
              <a:t>because a ≥ b and b ≥ c imply that a ≥ c.</a:t>
            </a:r>
          </a:p>
          <a:p>
            <a:pPr marL="0" indent="0">
              <a:buNone/>
            </a:pPr>
            <a:r>
              <a:rPr lang="en-US" sz="2900" dirty="0"/>
              <a:t>It follows that ≥ is a partial ordering on the set of integers and (Z, ≥) is a poset.</a:t>
            </a:r>
            <a:endParaRPr lang="en-IN" sz="2900" dirty="0"/>
          </a:p>
        </p:txBody>
      </p:sp>
    </p:spTree>
    <p:extLst>
      <p:ext uri="{BB962C8B-B14F-4D97-AF65-F5344CB8AC3E}">
        <p14:creationId xmlns:p14="http://schemas.microsoft.com/office/powerpoint/2010/main" val="2014706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Partial Orderings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77" y="1220705"/>
            <a:ext cx="8974645" cy="50401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sz="2400" dirty="0"/>
              <a:t>Show that the inclusion relation ⊆ is a partial ordering on the power set of a set 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sz="2400" dirty="0"/>
              <a:t>Because A ⊆ A whenever A is a subset of S, </a:t>
            </a:r>
            <a:r>
              <a:rPr lang="en-US" sz="2400" dirty="0">
                <a:solidFill>
                  <a:srgbClr val="FF0000"/>
                </a:solidFill>
              </a:rPr>
              <a:t>⊆ is reflexive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It is antisymmetric </a:t>
            </a:r>
            <a:r>
              <a:rPr lang="en-US" sz="2400" dirty="0"/>
              <a:t>because A ⊆ B and B ⊆ A imply that A = B. </a:t>
            </a:r>
          </a:p>
          <a:p>
            <a:pPr marL="0" indent="0">
              <a:buNone/>
            </a:pPr>
            <a:r>
              <a:rPr lang="en-US" sz="2400" dirty="0"/>
              <a:t>Finally, </a:t>
            </a:r>
            <a:r>
              <a:rPr lang="en-US" sz="2400" dirty="0">
                <a:solidFill>
                  <a:srgbClr val="FF0000"/>
                </a:solidFill>
              </a:rPr>
              <a:t>⊆ is transitive</a:t>
            </a:r>
            <a:r>
              <a:rPr lang="en-US" sz="2400" dirty="0"/>
              <a:t>, because A ⊆ B and B ⊆ C imply that A ⊆ C. </a:t>
            </a:r>
          </a:p>
          <a:p>
            <a:pPr marL="0" indent="0">
              <a:buNone/>
            </a:pPr>
            <a:r>
              <a:rPr lang="en-US" sz="2400" dirty="0"/>
              <a:t>Hence, </a:t>
            </a:r>
            <a:r>
              <a:rPr lang="en-US" sz="2400" dirty="0">
                <a:solidFill>
                  <a:srgbClr val="FF0000"/>
                </a:solidFill>
              </a:rPr>
              <a:t>⊆ is a partial ordering </a:t>
            </a:r>
            <a:r>
              <a:rPr lang="en-US" sz="2400" dirty="0"/>
              <a:t>on P(S), and (P (S),⊆) is a poset.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3642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Partial Orderings – 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Is the following relation on {0, 1, 2, 3} a partial orderings? Determine the properties of a partial ordering that the others lack. {(0, 0), (1, 1), (2, 2), (3, 3)}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This is just the equality relation on {O, 1, 2, 3}; more generally, the equality relation on any set satisfies all three conditions and </a:t>
            </a:r>
            <a:r>
              <a:rPr lang="en-US" dirty="0">
                <a:solidFill>
                  <a:srgbClr val="FF0000"/>
                </a:solidFill>
              </a:rPr>
              <a:t>is therefore a partial ordering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9912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Partial Orderings – Example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7264B4-8B05-4B7B-9C53-2AD28B53CA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Ques:- </a:t>
                </a:r>
                <a:r>
                  <a:rPr lang="en-US" dirty="0"/>
                  <a:t>Is the following relation on {0, 1, 2, 3} a partial orderings? Determine the properties of a partial ordering that the others lack. {(0, 0), (1, 1), (2, 0), (2, 2), (2, 3), (3, 2), (3, 3)}.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 </a:t>
                </a:r>
                <a:r>
                  <a:rPr lang="en-US" dirty="0"/>
                  <a:t>This is </a:t>
                </a:r>
                <a:r>
                  <a:rPr lang="en-US" dirty="0">
                    <a:solidFill>
                      <a:srgbClr val="FF0000"/>
                    </a:solidFill>
                  </a:rPr>
                  <a:t>not a partial ordering</a:t>
                </a:r>
                <a:r>
                  <a:rPr lang="en-US" dirty="0"/>
                  <a:t>, because although the relation </a:t>
                </a:r>
                <a:r>
                  <a:rPr lang="en-US" dirty="0">
                    <a:solidFill>
                      <a:srgbClr val="FF0000"/>
                    </a:solidFill>
                  </a:rPr>
                  <a:t>is reflexive</a:t>
                </a:r>
                <a:r>
                  <a:rPr lang="en-US" dirty="0"/>
                  <a:t>, it is </a:t>
                </a:r>
                <a:r>
                  <a:rPr lang="en-US" dirty="0">
                    <a:solidFill>
                      <a:srgbClr val="FF0000"/>
                    </a:solidFill>
                  </a:rPr>
                  <a:t>not antisymmetric </a:t>
                </a:r>
                <a:r>
                  <a:rPr lang="en-US" dirty="0"/>
                  <a:t>(we have     2 R 3 and 3 R 2, but 2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3 ), and </a:t>
                </a:r>
                <a:r>
                  <a:rPr lang="en-US" dirty="0">
                    <a:solidFill>
                      <a:srgbClr val="FF0000"/>
                    </a:solidFill>
                  </a:rPr>
                  <a:t>not transitive </a:t>
                </a:r>
                <a:r>
                  <a:rPr lang="en-US" dirty="0"/>
                  <a:t>( 3 R 2 and 2 R 0, but 3 is not related to 0 ).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7264B4-8B05-4B7B-9C53-2AD28B53CA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9" r="-10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0739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Partial Orderings – Example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48" y="1103328"/>
            <a:ext cx="8731146" cy="557739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Is the following relation on {0, 1, 2, 3} a partial orderings? Determine the properties of a partial ordering that the others lack. {(0, 0), (1, 1), (1, 2), (2, 2), (3, 3)}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This </a:t>
            </a:r>
            <a:r>
              <a:rPr lang="en-US" dirty="0">
                <a:solidFill>
                  <a:srgbClr val="FF0000"/>
                </a:solidFill>
              </a:rPr>
              <a:t>is a partial ordering</a:t>
            </a:r>
            <a:r>
              <a:rPr lang="en-US" dirty="0"/>
              <a:t>, because it is clearly reflexive; is antisymmetric (we just need to note that (1, 2) is the only pair in the relation with unequal components); and is transitive (for the same reason).</a:t>
            </a:r>
          </a:p>
        </p:txBody>
      </p:sp>
    </p:spTree>
    <p:extLst>
      <p:ext uri="{BB962C8B-B14F-4D97-AF65-F5344CB8AC3E}">
        <p14:creationId xmlns:p14="http://schemas.microsoft.com/office/powerpoint/2010/main" val="3872085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Partial Orderings – Example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" y="1080001"/>
            <a:ext cx="8730243" cy="55260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Is the following relation on {0, 1, 2, 3} a partial orderings? Determine the properties of a partial ordering that the others lack. {(0, 0), (1, 1), (1, 2), (1, 3), (2, 2), (2, 3), (3, 3)}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This </a:t>
            </a:r>
            <a:r>
              <a:rPr lang="en-US" dirty="0">
                <a:solidFill>
                  <a:srgbClr val="FF0000"/>
                </a:solidFill>
              </a:rPr>
              <a:t>is a partial ordering </a:t>
            </a:r>
            <a:r>
              <a:rPr lang="en-US" dirty="0"/>
              <a:t>because it is the "less than or equal to" relation on {1, 2, 3} together with the</a:t>
            </a:r>
          </a:p>
          <a:p>
            <a:pPr marL="0" indent="0">
              <a:buNone/>
            </a:pPr>
            <a:r>
              <a:rPr lang="en-US" dirty="0"/>
              <a:t>isolated point 0.</a:t>
            </a:r>
          </a:p>
        </p:txBody>
      </p:sp>
    </p:spTree>
    <p:extLst>
      <p:ext uri="{BB962C8B-B14F-4D97-AF65-F5344CB8AC3E}">
        <p14:creationId xmlns:p14="http://schemas.microsoft.com/office/powerpoint/2010/main" val="908589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Partial Orderings – Example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7264B4-8B05-4B7B-9C53-2AD28B53CA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9548" y="1080000"/>
                <a:ext cx="8504904" cy="564737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Ques:- </a:t>
                </a:r>
                <a:r>
                  <a:rPr lang="en-US" dirty="0"/>
                  <a:t>Is the following relation on {0, 1, 2, 3} a partial orderings? Determine the properties of a partial ordering that the others lack. {(0, 0), (0, 1), (0, 2), (1, 0), (1, 1), (1, 2), (2, 0), (2, 2), (3, 3)}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 </a:t>
                </a:r>
                <a:r>
                  <a:rPr lang="en-US" dirty="0"/>
                  <a:t>This </a:t>
                </a:r>
                <a:r>
                  <a:rPr lang="en-US" dirty="0">
                    <a:solidFill>
                      <a:srgbClr val="FF0000"/>
                    </a:solidFill>
                  </a:rPr>
                  <a:t>is not </a:t>
                </a:r>
                <a:r>
                  <a:rPr lang="en-US" dirty="0"/>
                  <a:t>a partial ordering. The relation is clearly reflexive, but it </a:t>
                </a:r>
                <a:r>
                  <a:rPr lang="en-US" dirty="0">
                    <a:solidFill>
                      <a:srgbClr val="FF0000"/>
                    </a:solidFill>
                  </a:rPr>
                  <a:t>is not antisymmetric </a:t>
                </a:r>
                <a:r>
                  <a:rPr lang="en-US" dirty="0"/>
                  <a:t>( 0 R 1 and 1 R 0, but 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1) and </a:t>
                </a:r>
                <a:r>
                  <a:rPr lang="en-US" dirty="0">
                    <a:solidFill>
                      <a:srgbClr val="FF0000"/>
                    </a:solidFill>
                  </a:rPr>
                  <a:t>not transitive </a:t>
                </a:r>
                <a:r>
                  <a:rPr lang="en-US" dirty="0"/>
                  <a:t>( 2 R 0 and 0R1, but 2 is not related to 1).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7264B4-8B05-4B7B-9C53-2AD28B53CA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9548" y="1080000"/>
                <a:ext cx="8504904" cy="5647371"/>
              </a:xfrm>
              <a:blipFill>
                <a:blip r:embed="rId2"/>
                <a:stretch>
                  <a:fillRect l="-1361" t="-108" r="-1218" b="-11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6355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Partial Orderings – Example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R be the relation on the set of people such that xRy if x and y are people and x is older than y. Show that R is not a partial ordering.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R </a:t>
            </a:r>
            <a:r>
              <a:rPr lang="en-US" dirty="0">
                <a:solidFill>
                  <a:srgbClr val="FF0000"/>
                </a:solidFill>
              </a:rPr>
              <a:t>is not reflexive</a:t>
            </a:r>
            <a:r>
              <a:rPr lang="en-US" dirty="0"/>
              <a:t>, because no person is older than himself or herself. </a:t>
            </a:r>
          </a:p>
          <a:p>
            <a:pPr marL="0" indent="0">
              <a:buNone/>
            </a:pPr>
            <a:r>
              <a:rPr lang="en-US" dirty="0"/>
              <a:t>That is, x </a:t>
            </a:r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dirty="0"/>
              <a:t> x for all people x. It follows that R is not a partial ordering.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3B6084-D6CD-465E-AC5F-32F497629814}"/>
              </a:ext>
            </a:extLst>
          </p:cNvPr>
          <p:cNvCxnSpPr/>
          <p:nvPr/>
        </p:nvCxnSpPr>
        <p:spPr>
          <a:xfrm flipV="1">
            <a:off x="1898374" y="5595730"/>
            <a:ext cx="387626" cy="21866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534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elements a and b of a poset (S,  ) are called </a:t>
            </a:r>
            <a:r>
              <a:rPr lang="en-US" dirty="0">
                <a:solidFill>
                  <a:srgbClr val="FF0000"/>
                </a:solidFill>
              </a:rPr>
              <a:t>comparable </a:t>
            </a:r>
            <a:r>
              <a:rPr lang="en-US" dirty="0"/>
              <a:t>if either a    b or b    a. </a:t>
            </a:r>
          </a:p>
          <a:p>
            <a:pPr marL="0" indent="0">
              <a:buNone/>
            </a:pPr>
            <a:r>
              <a:rPr lang="en-US" dirty="0"/>
              <a:t>When a and b are elements of S such that neither </a:t>
            </a:r>
            <a:br>
              <a:rPr lang="en-US" dirty="0"/>
            </a:br>
            <a:r>
              <a:rPr lang="en-US" dirty="0"/>
              <a:t>a    b nor b   a, a and b are called </a:t>
            </a:r>
            <a:r>
              <a:rPr lang="en-US" dirty="0">
                <a:solidFill>
                  <a:srgbClr val="FF0000"/>
                </a:solidFill>
              </a:rPr>
              <a:t>incomparable</a:t>
            </a: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11E708-279E-4EE4-9543-8C29EF8C5F2D}"/>
                  </a:ext>
                </a:extLst>
              </p14:cNvPr>
              <p14:cNvContentPartPr/>
              <p14:nvPr/>
            </p14:nvContentPartPr>
            <p14:xfrm>
              <a:off x="6591726" y="1530157"/>
              <a:ext cx="246396" cy="236703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11E708-279E-4EE4-9543-8C29EF8C5F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82374" y="1520804"/>
                <a:ext cx="265101" cy="2554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64E0D4D-ECD3-4ED7-9F38-05E5EF4FF858}"/>
                  </a:ext>
                </a:extLst>
              </p14:cNvPr>
              <p14:cNvContentPartPr/>
              <p14:nvPr/>
            </p14:nvContentPartPr>
            <p14:xfrm>
              <a:off x="4020804" y="2169575"/>
              <a:ext cx="246396" cy="236703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64E0D4D-ECD3-4ED7-9F38-05E5EF4FF8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1452" y="2160222"/>
                <a:ext cx="265101" cy="2554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BEA7BC9-B16D-4564-A788-188B4B25FEA3}"/>
                  </a:ext>
                </a:extLst>
              </p14:cNvPr>
              <p14:cNvContentPartPr/>
              <p14:nvPr/>
            </p14:nvContentPartPr>
            <p14:xfrm>
              <a:off x="5332768" y="2169575"/>
              <a:ext cx="246396" cy="236703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BEA7BC9-B16D-4564-A788-188B4B25FE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23416" y="2160222"/>
                <a:ext cx="265101" cy="2554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220F30F-D505-44B0-9AED-FC482130AF65}"/>
                  </a:ext>
                </a:extLst>
              </p14:cNvPr>
              <p14:cNvContentPartPr/>
              <p14:nvPr/>
            </p14:nvContentPartPr>
            <p14:xfrm>
              <a:off x="721012" y="3570992"/>
              <a:ext cx="246396" cy="236703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220F30F-D505-44B0-9AED-FC482130AF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1660" y="3561639"/>
                <a:ext cx="265101" cy="2554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20153FF-E104-4C54-8A70-F80ACAFE5A4D}"/>
                  </a:ext>
                </a:extLst>
              </p14:cNvPr>
              <p14:cNvContentPartPr/>
              <p14:nvPr/>
            </p14:nvContentPartPr>
            <p14:xfrm>
              <a:off x="2201944" y="3582859"/>
              <a:ext cx="246396" cy="236703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20153FF-E104-4C54-8A70-F80ACAFE5A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2592" y="3573506"/>
                <a:ext cx="265101" cy="2554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2135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Comparable – Example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In the poset (Z</a:t>
            </a:r>
            <a:r>
              <a:rPr lang="en-US" baseline="30000" dirty="0"/>
              <a:t>+</a:t>
            </a:r>
            <a:r>
              <a:rPr lang="en-US" dirty="0"/>
              <a:t>, |), are the integers 3 and 9 comparable?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The integers 3 and 9 are comparable, because 3 | 9. </a:t>
            </a:r>
          </a:p>
        </p:txBody>
      </p:sp>
    </p:spTree>
    <p:extLst>
      <p:ext uri="{BB962C8B-B14F-4D97-AF65-F5344CB8AC3E}">
        <p14:creationId xmlns:p14="http://schemas.microsoft.com/office/powerpoint/2010/main" val="2270779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Comparable – Example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In the poset (Z</a:t>
            </a:r>
            <a:r>
              <a:rPr lang="en-US" baseline="30000" dirty="0"/>
              <a:t>+</a:t>
            </a:r>
            <a:r>
              <a:rPr lang="en-US" dirty="0"/>
              <a:t>, |), are 5 and 7 comparable?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The integers 5 and 7 are incomparable, because </a:t>
            </a:r>
            <a:br>
              <a:rPr lang="en-US" dirty="0"/>
            </a:br>
            <a:r>
              <a:rPr lang="en-US" dirty="0"/>
              <a:t>5 | 7 and 7 | 5.</a:t>
            </a: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1D82AF-CBDD-49AA-A857-F36F9AE6A8FB}"/>
              </a:ext>
            </a:extLst>
          </p:cNvPr>
          <p:cNvCxnSpPr/>
          <p:nvPr/>
        </p:nvCxnSpPr>
        <p:spPr>
          <a:xfrm flipV="1">
            <a:off x="725557" y="6023115"/>
            <a:ext cx="228600" cy="2484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6BB510-DA6D-4DBD-9392-B47C9D2DDC86}"/>
              </a:ext>
            </a:extLst>
          </p:cNvPr>
          <p:cNvCxnSpPr/>
          <p:nvPr/>
        </p:nvCxnSpPr>
        <p:spPr>
          <a:xfrm flipV="1">
            <a:off x="2120342" y="6056247"/>
            <a:ext cx="228600" cy="2484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537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Totally ordered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(S,  ) is a poset and </a:t>
            </a:r>
            <a:r>
              <a:rPr lang="en-US" dirty="0">
                <a:solidFill>
                  <a:srgbClr val="FF0000"/>
                </a:solidFill>
              </a:rPr>
              <a:t>every two elements </a:t>
            </a:r>
            <a:r>
              <a:rPr lang="en-US" dirty="0"/>
              <a:t>of S are comparable, S is called a totally ordered or linearly ordered set, and    is called a total order or a linear order.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 totally ordered set is also called a chain.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AE3C7F4-2102-4301-9535-08FCDE81F287}"/>
                  </a:ext>
                </a:extLst>
              </p14:cNvPr>
              <p14:cNvContentPartPr/>
              <p14:nvPr/>
            </p14:nvContentPartPr>
            <p14:xfrm>
              <a:off x="1267665" y="1533471"/>
              <a:ext cx="246396" cy="236703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AE3C7F4-2102-4301-9535-08FCDE81F2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8313" y="1524118"/>
                <a:ext cx="265101" cy="2554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652AAD1-E12B-4A87-B6FF-38DB8506B668}"/>
                  </a:ext>
                </a:extLst>
              </p14:cNvPr>
              <p14:cNvContentPartPr/>
              <p14:nvPr/>
            </p14:nvContentPartPr>
            <p14:xfrm>
              <a:off x="3205795" y="2815619"/>
              <a:ext cx="246396" cy="236703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652AAD1-E12B-4A87-B6FF-38DB8506B6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6443" y="2806266"/>
                <a:ext cx="265101" cy="2554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652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Totally ordered set</a:t>
            </a:r>
            <a:r>
              <a:rPr lang="en-IN" dirty="0"/>
              <a:t>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1:- </a:t>
            </a:r>
            <a:r>
              <a:rPr lang="en-US" dirty="0"/>
              <a:t>The poset (Z,≤) is totally ordered, because a ≤ b or b ≤ a whenever a and b are integers.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2:- </a:t>
            </a:r>
            <a:r>
              <a:rPr lang="en-US" dirty="0"/>
              <a:t>The poset (Z</a:t>
            </a:r>
            <a:r>
              <a:rPr lang="en-US" baseline="30000" dirty="0"/>
              <a:t>+</a:t>
            </a:r>
            <a:r>
              <a:rPr lang="en-US" dirty="0"/>
              <a:t>, | ) is not totally ordered because it contains elements that are incomparable, such as 5 and 7.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068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Well-ordered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(S,    ) is a well-ordered set if it is a poset such that       	is a total ordering, and every </a:t>
            </a:r>
            <a:r>
              <a:rPr lang="en-US" dirty="0">
                <a:solidFill>
                  <a:srgbClr val="FF0000"/>
                </a:solidFill>
              </a:rPr>
              <a:t>nonempty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subset</a:t>
            </a:r>
            <a:r>
              <a:rPr lang="en-US" dirty="0">
                <a:solidFill>
                  <a:srgbClr val="FF0000"/>
                </a:solidFill>
              </a:rPr>
              <a:t> of S has a least element.</a:t>
            </a:r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EBE2D6-7F26-4351-ABEC-37E27E0F0EB9}"/>
                  </a:ext>
                </a:extLst>
              </p14:cNvPr>
              <p14:cNvContentPartPr/>
              <p14:nvPr/>
            </p14:nvContentPartPr>
            <p14:xfrm>
              <a:off x="1019188" y="1533471"/>
              <a:ext cx="246396" cy="236703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EBE2D6-7F26-4351-ABEC-37E27E0F0E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9836" y="1524118"/>
                <a:ext cx="265101" cy="2554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0BC638-D1B8-4590-9D10-A4F1077CCF67}"/>
                  </a:ext>
                </a:extLst>
              </p14:cNvPr>
              <p14:cNvContentPartPr/>
              <p14:nvPr/>
            </p14:nvContentPartPr>
            <p14:xfrm>
              <a:off x="631561" y="2179726"/>
              <a:ext cx="246396" cy="236703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0BC638-D1B8-4590-9D10-A4F1077CCF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2209" y="2170373"/>
                <a:ext cx="265101" cy="2554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646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Well-ordered set – </a:t>
            </a:r>
            <a:r>
              <a:rPr lang="en-IN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1:- </a:t>
            </a:r>
            <a:r>
              <a:rPr lang="en-US" dirty="0"/>
              <a:t>The set of ordered pairs of positive integers, Z</a:t>
            </a:r>
            <a:r>
              <a:rPr lang="en-US" baseline="30000" dirty="0"/>
              <a:t>+</a:t>
            </a:r>
            <a:r>
              <a:rPr lang="en-US" dirty="0"/>
              <a:t>× Z</a:t>
            </a:r>
            <a:r>
              <a:rPr lang="en-US" baseline="30000" dirty="0"/>
              <a:t>+</a:t>
            </a:r>
            <a:r>
              <a:rPr lang="en-US" dirty="0"/>
              <a:t>, with (a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)   (b</a:t>
            </a:r>
            <a:r>
              <a:rPr lang="en-US" baseline="-25000" dirty="0"/>
              <a:t>1</a:t>
            </a:r>
            <a:r>
              <a:rPr lang="en-US" dirty="0"/>
              <a:t>, b</a:t>
            </a:r>
            <a:r>
              <a:rPr lang="en-US" baseline="-25000" dirty="0"/>
              <a:t>2</a:t>
            </a:r>
            <a:r>
              <a:rPr lang="en-US" dirty="0"/>
              <a:t>) if a</a:t>
            </a:r>
            <a:r>
              <a:rPr lang="en-US" baseline="-25000" dirty="0"/>
              <a:t>1</a:t>
            </a:r>
            <a:r>
              <a:rPr lang="en-US" dirty="0"/>
              <a:t> &lt; b</a:t>
            </a:r>
            <a:r>
              <a:rPr lang="en-US" baseline="-25000" dirty="0"/>
              <a:t>1</a:t>
            </a:r>
            <a:r>
              <a:rPr lang="en-US" dirty="0"/>
              <a:t>, or if a</a:t>
            </a:r>
            <a:r>
              <a:rPr lang="en-US" baseline="-25000" dirty="0"/>
              <a:t>1</a:t>
            </a:r>
            <a:r>
              <a:rPr lang="en-US" dirty="0"/>
              <a:t> = b</a:t>
            </a:r>
            <a:r>
              <a:rPr lang="en-US" baseline="-25000" dirty="0"/>
              <a:t>1</a:t>
            </a:r>
            <a:r>
              <a:rPr lang="en-US" dirty="0"/>
              <a:t> and a</a:t>
            </a:r>
            <a:r>
              <a:rPr lang="en-US" baseline="-25000" dirty="0"/>
              <a:t>2</a:t>
            </a:r>
            <a:r>
              <a:rPr lang="en-US" dirty="0"/>
              <a:t> ≤ b</a:t>
            </a:r>
            <a:r>
              <a:rPr lang="en-US" baseline="-25000" dirty="0"/>
              <a:t>2</a:t>
            </a:r>
            <a:r>
              <a:rPr lang="en-US" dirty="0"/>
              <a:t> (the lexicographic ordering), is a well-ordered set.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2:- </a:t>
            </a:r>
            <a:r>
              <a:rPr lang="en-US" dirty="0"/>
              <a:t>The set Z, with the usual ≤ ordering, is not well-ordered because the set of negative integers, which is a subset of Z, has </a:t>
            </a:r>
            <a:r>
              <a:rPr lang="en-US" dirty="0">
                <a:solidFill>
                  <a:srgbClr val="FF0000"/>
                </a:solidFill>
              </a:rPr>
              <a:t>no least element</a:t>
            </a:r>
            <a:r>
              <a:rPr lang="en-US" dirty="0"/>
              <a:t>.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1DDAED-43A7-4E81-ABBC-755079183CA5}"/>
                  </a:ext>
                </a:extLst>
              </p14:cNvPr>
              <p14:cNvContentPartPr/>
              <p14:nvPr/>
            </p14:nvContentPartPr>
            <p14:xfrm>
              <a:off x="4645742" y="1960854"/>
              <a:ext cx="246396" cy="236703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1DDAED-43A7-4E81-ABBC-755079183C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36390" y="1951501"/>
                <a:ext cx="265101" cy="2554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477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Lexicographic Order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words in 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dictionary </a:t>
            </a:r>
            <a:r>
              <a:rPr lang="en-US" dirty="0"/>
              <a:t>are listed in alphabetic, or lexicographic, order, which is based on the ordering of the letters in the alphabet.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Consider the set of strings of lowercase English letters.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discreet ≺ discrete,</a:t>
            </a:r>
          </a:p>
          <a:p>
            <a:pPr marL="0" indent="0">
              <a:buNone/>
            </a:pPr>
            <a:r>
              <a:rPr lang="en-US" dirty="0"/>
              <a:t>because these strings differ first in the seventh position, and e ≺ t 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312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Lexicographic Order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Also,</a:t>
            </a:r>
          </a:p>
          <a:p>
            <a:pPr marL="0" indent="0">
              <a:buNone/>
            </a:pPr>
            <a:r>
              <a:rPr lang="en-US" dirty="0"/>
              <a:t>discreet ≺ discreetness, because the first eight letters agree, but the second string is longer.</a:t>
            </a:r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Furthermore, discrete ≺ discretion, because discrete ≺ discreti.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4419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Lexicographic Order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1B75EA-5B9F-4902-901C-109A1879B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710" y="1549680"/>
            <a:ext cx="5448580" cy="5150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9C0DF4-2C09-424E-82E6-0229656FBBF0}"/>
              </a:ext>
            </a:extLst>
          </p:cNvPr>
          <p:cNvSpPr txBox="1"/>
          <p:nvPr/>
        </p:nvSpPr>
        <p:spPr>
          <a:xfrm>
            <a:off x="245806" y="1080001"/>
            <a:ext cx="865238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i="0" u="none" strike="noStrike" baseline="0" dirty="0">
                <a:latin typeface="Times New Roman" panose="02020603050405020304" pitchFamily="18" charset="0"/>
              </a:rPr>
              <a:t>The Ordered Pairs Less Than </a:t>
            </a:r>
            <a:r>
              <a:rPr lang="en-US" sz="2600" b="1" i="1" u="none" strike="noStrike" baseline="0" dirty="0">
                <a:latin typeface="MTMIB"/>
              </a:rPr>
              <a:t>(</a:t>
            </a:r>
            <a:r>
              <a:rPr lang="en-US" sz="2600" b="1" i="0" u="none" strike="noStrike" baseline="0" dirty="0">
                <a:latin typeface="Times New Roman" panose="02020603050405020304" pitchFamily="18" charset="0"/>
              </a:rPr>
              <a:t>3</a:t>
            </a:r>
            <a:r>
              <a:rPr lang="en-US" sz="2600" b="1" i="1" u="none" strike="noStrike" baseline="0" dirty="0">
                <a:latin typeface="MTMIB"/>
              </a:rPr>
              <a:t>, </a:t>
            </a:r>
            <a:r>
              <a:rPr lang="en-US" sz="2600" b="1" i="0" u="none" strike="noStrike" baseline="0" dirty="0">
                <a:latin typeface="Times New Roman" panose="02020603050405020304" pitchFamily="18" charset="0"/>
              </a:rPr>
              <a:t>4</a:t>
            </a:r>
            <a:r>
              <a:rPr lang="en-US" sz="2600" b="1" i="1" u="none" strike="noStrike" baseline="0" dirty="0">
                <a:latin typeface="MTMIB"/>
              </a:rPr>
              <a:t>) </a:t>
            </a:r>
            <a:r>
              <a:rPr lang="en-US" sz="2600" b="1" i="0" u="none" strike="noStrike" baseline="0" dirty="0">
                <a:latin typeface="Times New Roman" panose="02020603050405020304" pitchFamily="18" charset="0"/>
              </a:rPr>
              <a:t>in Lexicographic Order.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811521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326E-8DFB-42D2-BEE8-924790E8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Lexicographic Order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64B4-8B05-4B7B-9C53-2AD28B53C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Find the lexicographic ordering of these n-tuples:</a:t>
            </a:r>
          </a:p>
          <a:p>
            <a:pPr marL="0" indent="0">
              <a:buNone/>
            </a:pPr>
            <a:r>
              <a:rPr lang="en-US" dirty="0"/>
              <a:t>a) (1, 1, 2), (1, 2, 1) </a:t>
            </a: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(1, 1, 2) &lt; (1, 2, 1).</a:t>
            </a:r>
          </a:p>
          <a:p>
            <a:pPr marL="0" indent="0">
              <a:buNone/>
            </a:pPr>
            <a:r>
              <a:rPr lang="en-US" dirty="0"/>
              <a:t>b) (0, 1, 2, 3), (0, 1, 3, 2)</a:t>
            </a: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(0, 1, 2, 3) &lt; (0, 1, 3, 2).</a:t>
            </a:r>
          </a:p>
          <a:p>
            <a:pPr marL="0" indent="0">
              <a:buNone/>
            </a:pPr>
            <a:r>
              <a:rPr lang="en-US" dirty="0"/>
              <a:t>c) (1, 0, 1, 0, 1), (0, 1, 1, 1, 0)</a:t>
            </a: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IN" dirty="0"/>
              <a:t>(0, 1, 1, 1, 0) &lt; (1, 0, 1, 0, 1).</a:t>
            </a:r>
          </a:p>
        </p:txBody>
      </p:sp>
    </p:spTree>
    <p:extLst>
      <p:ext uri="{BB962C8B-B14F-4D97-AF65-F5344CB8AC3E}">
        <p14:creationId xmlns:p14="http://schemas.microsoft.com/office/powerpoint/2010/main" val="3553064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4974</TotalTime>
  <Words>1575</Words>
  <Application>Microsoft Office PowerPoint</Application>
  <PresentationFormat>On-screen Show (4:3)</PresentationFormat>
  <Paragraphs>104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</vt:lpstr>
      <vt:lpstr>Bahnschrift</vt:lpstr>
      <vt:lpstr>Bahnschrift SemiBold</vt:lpstr>
      <vt:lpstr>Calibri</vt:lpstr>
      <vt:lpstr>Cambria Math</vt:lpstr>
      <vt:lpstr>MTMIB</vt:lpstr>
      <vt:lpstr>Times New Roman</vt:lpstr>
      <vt:lpstr>Office Theme</vt:lpstr>
      <vt:lpstr>EMTH403</vt:lpstr>
      <vt:lpstr>Lecture Outcomes</vt:lpstr>
      <vt:lpstr>Partial Orderings</vt:lpstr>
      <vt:lpstr>Partial Orderings – Example 1</vt:lpstr>
      <vt:lpstr>Partial Orderings – Example 2</vt:lpstr>
      <vt:lpstr>Partial Orderings – Example 3</vt:lpstr>
      <vt:lpstr>Partial Orderings – Example 4</vt:lpstr>
      <vt:lpstr>Partial Orderings – Example 5</vt:lpstr>
      <vt:lpstr>Partial Orderings – Example 6</vt:lpstr>
      <vt:lpstr>Partial Orderings – Example 7</vt:lpstr>
      <vt:lpstr>Partial Orderings – Example 8</vt:lpstr>
      <vt:lpstr>Comparable</vt:lpstr>
      <vt:lpstr>Comparable – Example 1</vt:lpstr>
      <vt:lpstr>Comparable – Example 2</vt:lpstr>
      <vt:lpstr>Totally ordered set</vt:lpstr>
      <vt:lpstr>Totally ordered set - Example</vt:lpstr>
      <vt:lpstr>Well-ordered set</vt:lpstr>
      <vt:lpstr>Well-ordered set – Examples</vt:lpstr>
      <vt:lpstr>Lexicographic Order - Example</vt:lpstr>
      <vt:lpstr>Lexicographic Order - Example</vt:lpstr>
      <vt:lpstr>Lexicographic Order</vt:lpstr>
      <vt:lpstr>Lexicographic Order - Examples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727</cp:revision>
  <dcterms:created xsi:type="dcterms:W3CDTF">2020-12-04T05:20:56Z</dcterms:created>
  <dcterms:modified xsi:type="dcterms:W3CDTF">2020-12-20T11:40:09Z</dcterms:modified>
</cp:coreProperties>
</file>