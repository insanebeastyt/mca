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handoutMasterIdLst>
    <p:handoutMasterId r:id="rId40"/>
  </p:handoutMasterIdLst>
  <p:sldIdLst>
    <p:sldId id="256" r:id="rId2"/>
    <p:sldId id="257" r:id="rId3"/>
    <p:sldId id="260" r:id="rId4"/>
    <p:sldId id="261" r:id="rId5"/>
    <p:sldId id="262" r:id="rId6"/>
    <p:sldId id="271" r:id="rId7"/>
    <p:sldId id="293" r:id="rId8"/>
    <p:sldId id="263" r:id="rId9"/>
    <p:sldId id="264" r:id="rId10"/>
    <p:sldId id="265" r:id="rId11"/>
    <p:sldId id="266" r:id="rId12"/>
    <p:sldId id="267" r:id="rId13"/>
    <p:sldId id="268" r:id="rId14"/>
    <p:sldId id="269" r:id="rId15"/>
    <p:sldId id="274" r:id="rId16"/>
    <p:sldId id="272" r:id="rId17"/>
    <p:sldId id="270" r:id="rId18"/>
    <p:sldId id="273" r:id="rId19"/>
    <p:sldId id="275" r:id="rId20"/>
    <p:sldId id="276" r:id="rId21"/>
    <p:sldId id="277" r:id="rId22"/>
    <p:sldId id="278" r:id="rId23"/>
    <p:sldId id="280" r:id="rId24"/>
    <p:sldId id="279" r:id="rId25"/>
    <p:sldId id="282" r:id="rId26"/>
    <p:sldId id="283" r:id="rId27"/>
    <p:sldId id="281" r:id="rId28"/>
    <p:sldId id="284" r:id="rId29"/>
    <p:sldId id="285" r:id="rId30"/>
    <p:sldId id="286" r:id="rId31"/>
    <p:sldId id="287" r:id="rId32"/>
    <p:sldId id="288" r:id="rId33"/>
    <p:sldId id="289" r:id="rId34"/>
    <p:sldId id="290" r:id="rId35"/>
    <p:sldId id="291" r:id="rId36"/>
    <p:sldId id="292" r:id="rId37"/>
    <p:sldId id="25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451"/>
    <a:srgbClr val="BA202B"/>
    <a:srgbClr val="00A2B8"/>
    <a:srgbClr val="CA628C"/>
    <a:srgbClr val="71EEFF"/>
    <a:srgbClr val="00B6CC"/>
    <a:srgbClr val="89E2EB"/>
    <a:srgbClr val="79567A"/>
    <a:srgbClr val="D582A3"/>
    <a:srgbClr val="926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2342" y="758"/>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30-01-2021</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962EEB-06FF-4FC2-BF0A-0A7BC9621807}" type="datetimeFigureOut">
              <a:rPr lang="en-IN" smtClean="0"/>
              <a:t>30-01-2021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E252C-D6E4-4B63-B029-F29E54543B71}" type="slidenum">
              <a:rPr lang="en-IN" smtClean="0"/>
              <a:t>‹#›</a:t>
            </a:fld>
            <a:endParaRPr lang="en-IN"/>
          </a:p>
        </p:txBody>
      </p:sp>
    </p:spTree>
    <p:extLst>
      <p:ext uri="{BB962C8B-B14F-4D97-AF65-F5344CB8AC3E}">
        <p14:creationId xmlns:p14="http://schemas.microsoft.com/office/powerpoint/2010/main" val="892054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30-01-2021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30-01-2021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30-01-2021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30-01-2021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30-01-2021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30-01-2021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30-01-2021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30-01-2021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30-01-2021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30-01-2021</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p:txBody>
          <a:bodyPr/>
          <a:lstStyle/>
          <a:p>
            <a:r>
              <a:rPr lang="en-US" dirty="0"/>
              <a:t>Understand what </a:t>
            </a:r>
            <a:r>
              <a:rPr lang="en-US" altLang="en-US" dirty="0"/>
              <a:t>Spanning Trees</a:t>
            </a:r>
            <a:endParaRPr lang="en-US" dirty="0"/>
          </a:p>
          <a:p>
            <a:r>
              <a:rPr lang="en-US" dirty="0"/>
              <a:t>Understand what is </a:t>
            </a:r>
            <a:r>
              <a:rPr lang="en-US" altLang="en-US" dirty="0"/>
              <a:t>Kruskal’s Algorithm.</a:t>
            </a:r>
            <a:endParaRPr lang="en-IN" dirty="0"/>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Tree traversals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lgn="just">
              <a:buNone/>
            </a:pPr>
            <a:r>
              <a:rPr lang="en-US" dirty="0"/>
              <a:t>A binary tree is defined recursively: it consists of a root, a left subtree, and a right subtree</a:t>
            </a:r>
          </a:p>
          <a:p>
            <a:pPr marL="0" indent="0" algn="just">
              <a:buNone/>
            </a:pPr>
            <a:r>
              <a:rPr lang="en-US" dirty="0"/>
              <a:t>To traverse (or walk) the binary tree is to visit each node in the binary tree exactly once</a:t>
            </a:r>
          </a:p>
          <a:p>
            <a:pPr marL="0" indent="0" algn="just">
              <a:buNone/>
            </a:pPr>
            <a:r>
              <a:rPr lang="en-US" dirty="0"/>
              <a:t>Tree traversals are naturally recursive</a:t>
            </a:r>
          </a:p>
          <a:p>
            <a:pPr marL="0" indent="0" algn="just">
              <a:buNone/>
            </a:pPr>
            <a:r>
              <a:rPr lang="en-US" dirty="0"/>
              <a:t>Since a binary tree has three “parts,” there are six possible ways to traverse the binary tree: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12223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Tree traversals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fontScale="92500" lnSpcReduction="10000"/>
          </a:bodyPr>
          <a:lstStyle/>
          <a:p>
            <a:pPr marL="0" indent="0">
              <a:buNone/>
            </a:pPr>
            <a:r>
              <a:rPr lang="en-US" dirty="0"/>
              <a:t>Since a binary tree has three “parts,” there are six possible ways to traverse the binary tree:</a:t>
            </a:r>
          </a:p>
          <a:p>
            <a:pPr marL="0" indent="0">
              <a:buNone/>
            </a:pPr>
            <a:r>
              <a:rPr lang="en-US" dirty="0"/>
              <a:t>root, left, right</a:t>
            </a:r>
          </a:p>
          <a:p>
            <a:pPr marL="0" indent="0">
              <a:buNone/>
            </a:pPr>
            <a:r>
              <a:rPr lang="en-US" dirty="0"/>
              <a:t>left, root, right</a:t>
            </a:r>
          </a:p>
          <a:p>
            <a:pPr marL="0" indent="0">
              <a:buNone/>
            </a:pPr>
            <a:r>
              <a:rPr lang="en-US" dirty="0"/>
              <a:t>left, right, root</a:t>
            </a:r>
          </a:p>
          <a:p>
            <a:pPr marL="0" indent="0">
              <a:buNone/>
            </a:pPr>
            <a:r>
              <a:rPr lang="en-US" dirty="0"/>
              <a:t>root, right, left</a:t>
            </a:r>
          </a:p>
          <a:p>
            <a:pPr marL="0" indent="0">
              <a:buNone/>
            </a:pPr>
            <a:r>
              <a:rPr lang="en-US" dirty="0"/>
              <a:t>right, root, left</a:t>
            </a:r>
          </a:p>
          <a:p>
            <a:pPr marL="0" indent="0">
              <a:buNone/>
            </a:pPr>
            <a:r>
              <a:rPr lang="en-US" dirty="0"/>
              <a:t>right, left, root</a:t>
            </a: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722727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Autofit/>
          </a:bodyPr>
          <a:lstStyle/>
          <a:p>
            <a:pPr marL="0" indent="0">
              <a:buNone/>
            </a:pPr>
            <a:r>
              <a:rPr lang="en-US" sz="2400" dirty="0"/>
              <a:t>1.  Binary tree for representing arithmetic expressions. The underlying hierarchical relationship is that of an arithmetic operator and its two operands.</a:t>
            </a:r>
            <a:endParaRPr lang="en-IN" sz="2400" dirty="0"/>
          </a:p>
        </p:txBody>
      </p:sp>
    </p:spTree>
    <p:extLst>
      <p:ext uri="{BB962C8B-B14F-4D97-AF65-F5344CB8AC3E}">
        <p14:creationId xmlns:p14="http://schemas.microsoft.com/office/powerpoint/2010/main" val="1670209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a:xfrm>
            <a:off x="319548" y="1219199"/>
            <a:ext cx="8578646" cy="5199717"/>
          </a:xfrm>
        </p:spPr>
        <p:txBody>
          <a:bodyPr>
            <a:noAutofit/>
          </a:bodyPr>
          <a:lstStyle/>
          <a:p>
            <a:pPr marL="0" indent="0">
              <a:buNone/>
            </a:pPr>
            <a:r>
              <a:rPr lang="en-US" sz="2400" dirty="0"/>
              <a:t>2. Arithmetic expression in an infix form:    (A - B) + C * (E /  F) </a:t>
            </a:r>
          </a:p>
          <a:p>
            <a:pPr marL="0" indent="0">
              <a:buNone/>
            </a:pPr>
            <a:endParaRPr lang="en-IN" sz="2400" dirty="0"/>
          </a:p>
        </p:txBody>
      </p:sp>
      <p:sp>
        <p:nvSpPr>
          <p:cNvPr id="4" name="Line 4">
            <a:extLst>
              <a:ext uri="{FF2B5EF4-FFF2-40B4-BE49-F238E27FC236}">
                <a16:creationId xmlns:a16="http://schemas.microsoft.com/office/drawing/2014/main" id="{CEA2BC19-BF0B-4008-9299-6B1FC834292F}"/>
              </a:ext>
            </a:extLst>
          </p:cNvPr>
          <p:cNvSpPr>
            <a:spLocks noChangeShapeType="1"/>
          </p:cNvSpPr>
          <p:nvPr/>
        </p:nvSpPr>
        <p:spPr bwMode="auto">
          <a:xfrm flipH="1">
            <a:off x="5030470" y="2136010"/>
            <a:ext cx="57785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 name="Line 5">
            <a:extLst>
              <a:ext uri="{FF2B5EF4-FFF2-40B4-BE49-F238E27FC236}">
                <a16:creationId xmlns:a16="http://schemas.microsoft.com/office/drawing/2014/main" id="{D6661DE0-B324-4177-9436-53E5D2B2C5A6}"/>
              </a:ext>
            </a:extLst>
          </p:cNvPr>
          <p:cNvSpPr>
            <a:spLocks noChangeShapeType="1"/>
          </p:cNvSpPr>
          <p:nvPr/>
        </p:nvSpPr>
        <p:spPr bwMode="auto">
          <a:xfrm>
            <a:off x="5995670" y="2136010"/>
            <a:ext cx="47625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 name="Line 6">
            <a:extLst>
              <a:ext uri="{FF2B5EF4-FFF2-40B4-BE49-F238E27FC236}">
                <a16:creationId xmlns:a16="http://schemas.microsoft.com/office/drawing/2014/main" id="{DE8FBABA-C5D4-4D83-9811-32F643DA2687}"/>
              </a:ext>
            </a:extLst>
          </p:cNvPr>
          <p:cNvSpPr>
            <a:spLocks noChangeShapeType="1"/>
          </p:cNvSpPr>
          <p:nvPr/>
        </p:nvSpPr>
        <p:spPr bwMode="auto">
          <a:xfrm flipH="1">
            <a:off x="4344670" y="2898010"/>
            <a:ext cx="349250" cy="2476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 name="Line 7">
            <a:extLst>
              <a:ext uri="{FF2B5EF4-FFF2-40B4-BE49-F238E27FC236}">
                <a16:creationId xmlns:a16="http://schemas.microsoft.com/office/drawing/2014/main" id="{C46F4CA4-7706-4871-A705-C57CBB716987}"/>
              </a:ext>
            </a:extLst>
          </p:cNvPr>
          <p:cNvSpPr>
            <a:spLocks noChangeShapeType="1"/>
          </p:cNvSpPr>
          <p:nvPr/>
        </p:nvSpPr>
        <p:spPr bwMode="auto">
          <a:xfrm>
            <a:off x="4928870" y="2898010"/>
            <a:ext cx="247650" cy="2476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Line 8">
            <a:extLst>
              <a:ext uri="{FF2B5EF4-FFF2-40B4-BE49-F238E27FC236}">
                <a16:creationId xmlns:a16="http://schemas.microsoft.com/office/drawing/2014/main" id="{26F30E4C-7C87-4DFC-9E89-4C403B9C4ED0}"/>
              </a:ext>
            </a:extLst>
          </p:cNvPr>
          <p:cNvSpPr>
            <a:spLocks noChangeShapeType="1"/>
          </p:cNvSpPr>
          <p:nvPr/>
        </p:nvSpPr>
        <p:spPr bwMode="auto">
          <a:xfrm flipH="1">
            <a:off x="6325870" y="2821810"/>
            <a:ext cx="34925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 name="Line 9">
            <a:extLst>
              <a:ext uri="{FF2B5EF4-FFF2-40B4-BE49-F238E27FC236}">
                <a16:creationId xmlns:a16="http://schemas.microsoft.com/office/drawing/2014/main" id="{350CF0B1-82AA-4B6B-AD7D-14ACE9425C8A}"/>
              </a:ext>
            </a:extLst>
          </p:cNvPr>
          <p:cNvSpPr>
            <a:spLocks noChangeShapeType="1"/>
          </p:cNvSpPr>
          <p:nvPr/>
        </p:nvSpPr>
        <p:spPr bwMode="auto">
          <a:xfrm>
            <a:off x="6910070" y="2821810"/>
            <a:ext cx="24765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 name="Line 10">
            <a:extLst>
              <a:ext uri="{FF2B5EF4-FFF2-40B4-BE49-F238E27FC236}">
                <a16:creationId xmlns:a16="http://schemas.microsoft.com/office/drawing/2014/main" id="{F804EF42-4240-4CE9-878F-99BAFA1B7E06}"/>
              </a:ext>
            </a:extLst>
          </p:cNvPr>
          <p:cNvSpPr>
            <a:spLocks noChangeShapeType="1"/>
          </p:cNvSpPr>
          <p:nvPr/>
        </p:nvSpPr>
        <p:spPr bwMode="auto">
          <a:xfrm flipH="1">
            <a:off x="7011670" y="3660010"/>
            <a:ext cx="349250" cy="171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 name="Line 11">
            <a:extLst>
              <a:ext uri="{FF2B5EF4-FFF2-40B4-BE49-F238E27FC236}">
                <a16:creationId xmlns:a16="http://schemas.microsoft.com/office/drawing/2014/main" id="{3C69D895-0F81-4618-A7D5-64765579AAF6}"/>
              </a:ext>
            </a:extLst>
          </p:cNvPr>
          <p:cNvSpPr>
            <a:spLocks noChangeShapeType="1"/>
          </p:cNvSpPr>
          <p:nvPr/>
        </p:nvSpPr>
        <p:spPr bwMode="auto">
          <a:xfrm>
            <a:off x="7672070" y="3660010"/>
            <a:ext cx="323850" cy="2476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 name="TextBox 11">
            <a:extLst>
              <a:ext uri="{FF2B5EF4-FFF2-40B4-BE49-F238E27FC236}">
                <a16:creationId xmlns:a16="http://schemas.microsoft.com/office/drawing/2014/main" id="{E8657C5F-BAA2-4EF4-812D-58828D766591}"/>
              </a:ext>
            </a:extLst>
          </p:cNvPr>
          <p:cNvSpPr txBox="1"/>
          <p:nvPr/>
        </p:nvSpPr>
        <p:spPr>
          <a:xfrm>
            <a:off x="5621850" y="2198250"/>
            <a:ext cx="373820" cy="523220"/>
          </a:xfrm>
          <a:prstGeom prst="rect">
            <a:avLst/>
          </a:prstGeom>
          <a:noFill/>
        </p:spPr>
        <p:txBody>
          <a:bodyPr wrap="none" rtlCol="0">
            <a:spAutoFit/>
          </a:bodyPr>
          <a:lstStyle/>
          <a:p>
            <a:r>
              <a:rPr lang="en-IN" sz="2800" dirty="0"/>
              <a:t>+</a:t>
            </a:r>
          </a:p>
        </p:txBody>
      </p:sp>
      <p:sp>
        <p:nvSpPr>
          <p:cNvPr id="13" name="TextBox 12">
            <a:extLst>
              <a:ext uri="{FF2B5EF4-FFF2-40B4-BE49-F238E27FC236}">
                <a16:creationId xmlns:a16="http://schemas.microsoft.com/office/drawing/2014/main" id="{DFCE76E5-6A46-4923-8235-D1BEB03D8E0D}"/>
              </a:ext>
            </a:extLst>
          </p:cNvPr>
          <p:cNvSpPr txBox="1"/>
          <p:nvPr/>
        </p:nvSpPr>
        <p:spPr>
          <a:xfrm>
            <a:off x="6639193" y="2905780"/>
            <a:ext cx="338554" cy="523220"/>
          </a:xfrm>
          <a:prstGeom prst="rect">
            <a:avLst/>
          </a:prstGeom>
          <a:noFill/>
        </p:spPr>
        <p:txBody>
          <a:bodyPr wrap="none" rtlCol="0">
            <a:spAutoFit/>
          </a:bodyPr>
          <a:lstStyle/>
          <a:p>
            <a:r>
              <a:rPr lang="en-IN" sz="2800" dirty="0"/>
              <a:t>*</a:t>
            </a:r>
          </a:p>
        </p:txBody>
      </p:sp>
      <p:sp>
        <p:nvSpPr>
          <p:cNvPr id="14" name="TextBox 13">
            <a:extLst>
              <a:ext uri="{FF2B5EF4-FFF2-40B4-BE49-F238E27FC236}">
                <a16:creationId xmlns:a16="http://schemas.microsoft.com/office/drawing/2014/main" id="{FA882451-C304-426E-AFFD-9C9551E1C4EF}"/>
              </a:ext>
            </a:extLst>
          </p:cNvPr>
          <p:cNvSpPr txBox="1"/>
          <p:nvPr/>
        </p:nvSpPr>
        <p:spPr>
          <a:xfrm>
            <a:off x="4633301" y="2821810"/>
            <a:ext cx="356188" cy="523220"/>
          </a:xfrm>
          <a:prstGeom prst="rect">
            <a:avLst/>
          </a:prstGeom>
          <a:noFill/>
        </p:spPr>
        <p:txBody>
          <a:bodyPr wrap="none" rtlCol="0">
            <a:spAutoFit/>
          </a:bodyPr>
          <a:lstStyle/>
          <a:p>
            <a:r>
              <a:rPr lang="en-IN" sz="2800" dirty="0"/>
              <a:t>-</a:t>
            </a:r>
          </a:p>
        </p:txBody>
      </p:sp>
      <p:sp>
        <p:nvSpPr>
          <p:cNvPr id="15" name="TextBox 14">
            <a:extLst>
              <a:ext uri="{FF2B5EF4-FFF2-40B4-BE49-F238E27FC236}">
                <a16:creationId xmlns:a16="http://schemas.microsoft.com/office/drawing/2014/main" id="{D86BF247-DA5F-4851-8BA1-21A274FBAA89}"/>
              </a:ext>
            </a:extLst>
          </p:cNvPr>
          <p:cNvSpPr txBox="1"/>
          <p:nvPr/>
        </p:nvSpPr>
        <p:spPr>
          <a:xfrm>
            <a:off x="4102193" y="3523662"/>
            <a:ext cx="417102" cy="523220"/>
          </a:xfrm>
          <a:prstGeom prst="rect">
            <a:avLst/>
          </a:prstGeom>
          <a:noFill/>
        </p:spPr>
        <p:txBody>
          <a:bodyPr wrap="none" rtlCol="0">
            <a:spAutoFit/>
          </a:bodyPr>
          <a:lstStyle/>
          <a:p>
            <a:r>
              <a:rPr lang="en-IN" sz="2800" dirty="0"/>
              <a:t>A</a:t>
            </a:r>
          </a:p>
        </p:txBody>
      </p:sp>
      <p:sp>
        <p:nvSpPr>
          <p:cNvPr id="16" name="TextBox 15">
            <a:extLst>
              <a:ext uri="{FF2B5EF4-FFF2-40B4-BE49-F238E27FC236}">
                <a16:creationId xmlns:a16="http://schemas.microsoft.com/office/drawing/2014/main" id="{1AED38E0-88AD-438E-9DCB-486DF1D9D097}"/>
              </a:ext>
            </a:extLst>
          </p:cNvPr>
          <p:cNvSpPr txBox="1"/>
          <p:nvPr/>
        </p:nvSpPr>
        <p:spPr>
          <a:xfrm>
            <a:off x="4989489" y="3557713"/>
            <a:ext cx="417102" cy="523220"/>
          </a:xfrm>
          <a:prstGeom prst="rect">
            <a:avLst/>
          </a:prstGeom>
          <a:noFill/>
        </p:spPr>
        <p:txBody>
          <a:bodyPr wrap="none" rtlCol="0">
            <a:spAutoFit/>
          </a:bodyPr>
          <a:lstStyle/>
          <a:p>
            <a:r>
              <a:rPr lang="en-IN" sz="2800" dirty="0"/>
              <a:t>B</a:t>
            </a:r>
          </a:p>
        </p:txBody>
      </p:sp>
      <p:sp>
        <p:nvSpPr>
          <p:cNvPr id="17" name="TextBox 16">
            <a:extLst>
              <a:ext uri="{FF2B5EF4-FFF2-40B4-BE49-F238E27FC236}">
                <a16:creationId xmlns:a16="http://schemas.microsoft.com/office/drawing/2014/main" id="{EA97819E-DF0A-4D47-964E-4711CDB4B753}"/>
              </a:ext>
            </a:extLst>
          </p:cNvPr>
          <p:cNvSpPr txBox="1"/>
          <p:nvPr/>
        </p:nvSpPr>
        <p:spPr>
          <a:xfrm>
            <a:off x="6006011" y="3384440"/>
            <a:ext cx="417102" cy="523220"/>
          </a:xfrm>
          <a:prstGeom prst="rect">
            <a:avLst/>
          </a:prstGeom>
          <a:noFill/>
        </p:spPr>
        <p:txBody>
          <a:bodyPr wrap="none" rtlCol="0">
            <a:spAutoFit/>
          </a:bodyPr>
          <a:lstStyle/>
          <a:p>
            <a:r>
              <a:rPr lang="en-IN" sz="2800" dirty="0"/>
              <a:t>C</a:t>
            </a:r>
          </a:p>
        </p:txBody>
      </p:sp>
      <p:sp>
        <p:nvSpPr>
          <p:cNvPr id="18" name="TextBox 17">
            <a:extLst>
              <a:ext uri="{FF2B5EF4-FFF2-40B4-BE49-F238E27FC236}">
                <a16:creationId xmlns:a16="http://schemas.microsoft.com/office/drawing/2014/main" id="{32210EC1-46C5-47F8-91E4-2D10983758DC}"/>
              </a:ext>
            </a:extLst>
          </p:cNvPr>
          <p:cNvSpPr txBox="1"/>
          <p:nvPr/>
        </p:nvSpPr>
        <p:spPr>
          <a:xfrm>
            <a:off x="6957986" y="4225051"/>
            <a:ext cx="399468" cy="523220"/>
          </a:xfrm>
          <a:prstGeom prst="rect">
            <a:avLst/>
          </a:prstGeom>
          <a:noFill/>
        </p:spPr>
        <p:txBody>
          <a:bodyPr wrap="none" rtlCol="0">
            <a:spAutoFit/>
          </a:bodyPr>
          <a:lstStyle/>
          <a:p>
            <a:r>
              <a:rPr lang="en-IN" sz="2800" dirty="0"/>
              <a:t>E</a:t>
            </a:r>
          </a:p>
        </p:txBody>
      </p:sp>
      <p:sp>
        <p:nvSpPr>
          <p:cNvPr id="19" name="TextBox 18">
            <a:extLst>
              <a:ext uri="{FF2B5EF4-FFF2-40B4-BE49-F238E27FC236}">
                <a16:creationId xmlns:a16="http://schemas.microsoft.com/office/drawing/2014/main" id="{C1E7E9E5-7F3F-4108-8176-F50A43ACF039}"/>
              </a:ext>
            </a:extLst>
          </p:cNvPr>
          <p:cNvSpPr txBox="1"/>
          <p:nvPr/>
        </p:nvSpPr>
        <p:spPr>
          <a:xfrm>
            <a:off x="7935303" y="4080933"/>
            <a:ext cx="385042" cy="523220"/>
          </a:xfrm>
          <a:prstGeom prst="rect">
            <a:avLst/>
          </a:prstGeom>
          <a:noFill/>
        </p:spPr>
        <p:txBody>
          <a:bodyPr wrap="none" rtlCol="0">
            <a:spAutoFit/>
          </a:bodyPr>
          <a:lstStyle/>
          <a:p>
            <a:r>
              <a:rPr lang="en-IN" sz="2800" dirty="0"/>
              <a:t>F</a:t>
            </a:r>
          </a:p>
        </p:txBody>
      </p:sp>
    </p:spTree>
    <p:extLst>
      <p:ext uri="{BB962C8B-B14F-4D97-AF65-F5344CB8AC3E}">
        <p14:creationId xmlns:p14="http://schemas.microsoft.com/office/powerpoint/2010/main" val="4186529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a:xfrm>
            <a:off x="319548" y="1307763"/>
            <a:ext cx="8578646" cy="5199717"/>
          </a:xfrm>
        </p:spPr>
        <p:txBody>
          <a:bodyPr>
            <a:noAutofit/>
          </a:bodyPr>
          <a:lstStyle/>
          <a:p>
            <a:pPr marL="0" indent="0" algn="just">
              <a:buNone/>
            </a:pPr>
            <a:r>
              <a:rPr lang="en-US" dirty="0"/>
              <a:t>Note that a post-order traversal of this tree (i.e. visiting the left subtree first, right  subtree next, and finally the root) returns the postfix form of the arithmetic expression, while the pre-order traversal (root is visited first, then the left subtree, then the right subtree) returns the prefix form of the arithmetic expression.</a:t>
            </a:r>
          </a:p>
          <a:p>
            <a:pPr marL="0" indent="0">
              <a:buNone/>
            </a:pPr>
            <a:endParaRPr lang="en-IN" sz="2400" dirty="0"/>
          </a:p>
        </p:txBody>
      </p:sp>
    </p:spTree>
    <p:extLst>
      <p:ext uri="{BB962C8B-B14F-4D97-AF65-F5344CB8AC3E}">
        <p14:creationId xmlns:p14="http://schemas.microsoft.com/office/powerpoint/2010/main" val="2858922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lgn="just">
              <a:buNone/>
            </a:pPr>
            <a:r>
              <a:rPr lang="en-US" dirty="0"/>
              <a:t>3. Binary tree with a heap property. The underlying hierarchical relationship suggests that the datum in each node is greater than or equal to the data in its left and right subtrees. </a:t>
            </a:r>
          </a:p>
          <a:p>
            <a:pPr marL="0" indent="0">
              <a:buNone/>
            </a:pPr>
            <a:r>
              <a:rPr lang="en-US" dirty="0"/>
              <a:t>	</a:t>
            </a:r>
          </a:p>
          <a:p>
            <a:pPr marL="0" indent="0">
              <a:buNone/>
            </a:pPr>
            <a:r>
              <a:rPr lang="en-US" dirty="0"/>
              <a:t> </a:t>
            </a:r>
            <a:endParaRPr lang="en-IN" dirty="0"/>
          </a:p>
        </p:txBody>
      </p:sp>
      <p:pic>
        <p:nvPicPr>
          <p:cNvPr id="5" name="Picture 4">
            <a:extLst>
              <a:ext uri="{FF2B5EF4-FFF2-40B4-BE49-F238E27FC236}">
                <a16:creationId xmlns:a16="http://schemas.microsoft.com/office/drawing/2014/main" id="{A5C03EB9-479D-4091-A7A1-228F126062E5}"/>
              </a:ext>
            </a:extLst>
          </p:cNvPr>
          <p:cNvPicPr>
            <a:picLocks noChangeAspect="1"/>
          </p:cNvPicPr>
          <p:nvPr/>
        </p:nvPicPr>
        <p:blipFill>
          <a:blip r:embed="rId2"/>
          <a:stretch>
            <a:fillRect/>
          </a:stretch>
        </p:blipFill>
        <p:spPr>
          <a:xfrm>
            <a:off x="2041400" y="3759200"/>
            <a:ext cx="4858000" cy="2828414"/>
          </a:xfrm>
          <a:prstGeom prst="rect">
            <a:avLst/>
          </a:prstGeom>
        </p:spPr>
      </p:pic>
    </p:spTree>
    <p:extLst>
      <p:ext uri="{BB962C8B-B14F-4D97-AF65-F5344CB8AC3E}">
        <p14:creationId xmlns:p14="http://schemas.microsoft.com/office/powerpoint/2010/main" val="3782524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a:xfrm>
            <a:off x="393290" y="1248698"/>
            <a:ext cx="4646070" cy="5338916"/>
          </a:xfrm>
        </p:spPr>
        <p:txBody>
          <a:bodyPr>
            <a:normAutofit fontScale="92500" lnSpcReduction="10000"/>
          </a:bodyPr>
          <a:lstStyle/>
          <a:p>
            <a:pPr marL="0" indent="0" algn="just">
              <a:buNone/>
            </a:pPr>
            <a:r>
              <a:rPr lang="en-US" dirty="0"/>
              <a:t>4. Binary tree with an ordering property. The underlying hierarchical relationship suggests that the datum in each node is greater than the data in its left subtree, and less than or equal to the data in its right subtrees. </a:t>
            </a:r>
          </a:p>
          <a:p>
            <a:pPr marL="0" indent="0">
              <a:buNone/>
            </a:pPr>
            <a:endParaRPr lang="en-IN" dirty="0"/>
          </a:p>
        </p:txBody>
      </p:sp>
      <p:pic>
        <p:nvPicPr>
          <p:cNvPr id="5" name="Picture 4">
            <a:extLst>
              <a:ext uri="{FF2B5EF4-FFF2-40B4-BE49-F238E27FC236}">
                <a16:creationId xmlns:a16="http://schemas.microsoft.com/office/drawing/2014/main" id="{7C180D5B-7B74-4CB1-870D-9564DF00C69A}"/>
              </a:ext>
            </a:extLst>
          </p:cNvPr>
          <p:cNvPicPr>
            <a:picLocks noChangeAspect="1"/>
          </p:cNvPicPr>
          <p:nvPr/>
        </p:nvPicPr>
        <p:blipFill>
          <a:blip r:embed="rId2"/>
          <a:stretch>
            <a:fillRect/>
          </a:stretch>
        </p:blipFill>
        <p:spPr>
          <a:xfrm>
            <a:off x="4946434" y="2225040"/>
            <a:ext cx="4197566" cy="3759295"/>
          </a:xfrm>
          <a:prstGeom prst="rect">
            <a:avLst/>
          </a:prstGeom>
        </p:spPr>
      </p:pic>
    </p:spTree>
    <p:extLst>
      <p:ext uri="{BB962C8B-B14F-4D97-AF65-F5344CB8AC3E}">
        <p14:creationId xmlns:p14="http://schemas.microsoft.com/office/powerpoint/2010/main" val="831684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More binary trees examples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buNone/>
            </a:pPr>
            <a:r>
              <a:rPr lang="en-IN" dirty="0"/>
              <a:t>Decision trees. </a:t>
            </a:r>
          </a:p>
        </p:txBody>
      </p:sp>
      <p:pic>
        <p:nvPicPr>
          <p:cNvPr id="5" name="Picture 4">
            <a:extLst>
              <a:ext uri="{FF2B5EF4-FFF2-40B4-BE49-F238E27FC236}">
                <a16:creationId xmlns:a16="http://schemas.microsoft.com/office/drawing/2014/main" id="{D9CE14F9-FEE7-4C32-8D02-0B7A6AD6E0D9}"/>
              </a:ext>
            </a:extLst>
          </p:cNvPr>
          <p:cNvPicPr>
            <a:picLocks noChangeAspect="1"/>
          </p:cNvPicPr>
          <p:nvPr/>
        </p:nvPicPr>
        <p:blipFill>
          <a:blip r:embed="rId2"/>
          <a:stretch>
            <a:fillRect/>
          </a:stretch>
        </p:blipFill>
        <p:spPr>
          <a:xfrm>
            <a:off x="47995" y="2278968"/>
            <a:ext cx="5759746" cy="3499030"/>
          </a:xfrm>
          <a:prstGeom prst="rect">
            <a:avLst/>
          </a:prstGeom>
        </p:spPr>
      </p:pic>
      <p:pic>
        <p:nvPicPr>
          <p:cNvPr id="6" name="Picture 5">
            <a:extLst>
              <a:ext uri="{FF2B5EF4-FFF2-40B4-BE49-F238E27FC236}">
                <a16:creationId xmlns:a16="http://schemas.microsoft.com/office/drawing/2014/main" id="{39CA26D3-F3D0-48DB-B6E7-5FA10730CD96}"/>
              </a:ext>
            </a:extLst>
          </p:cNvPr>
          <p:cNvPicPr>
            <a:picLocks noChangeAspect="1"/>
          </p:cNvPicPr>
          <p:nvPr/>
        </p:nvPicPr>
        <p:blipFill>
          <a:blip r:embed="rId3"/>
          <a:stretch>
            <a:fillRect/>
          </a:stretch>
        </p:blipFill>
        <p:spPr>
          <a:xfrm>
            <a:off x="5807741" y="3914369"/>
            <a:ext cx="3288264" cy="2673245"/>
          </a:xfrm>
          <a:prstGeom prst="rect">
            <a:avLst/>
          </a:prstGeom>
        </p:spPr>
      </p:pic>
    </p:spTree>
    <p:extLst>
      <p:ext uri="{BB962C8B-B14F-4D97-AF65-F5344CB8AC3E}">
        <p14:creationId xmlns:p14="http://schemas.microsoft.com/office/powerpoint/2010/main" val="1987087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err="1"/>
              <a:t>Preoder</a:t>
            </a:r>
            <a:r>
              <a:rPr lang="en-IN" dirty="0"/>
              <a:t>, Inorder, Postorder</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a:xfrm>
            <a:off x="393290" y="1248698"/>
            <a:ext cx="4605430" cy="5338916"/>
          </a:xfrm>
        </p:spPr>
        <p:txBody>
          <a:bodyPr>
            <a:normAutofit fontScale="77500" lnSpcReduction="20000"/>
          </a:bodyPr>
          <a:lstStyle/>
          <a:p>
            <a:pPr marL="0" indent="0">
              <a:buNone/>
            </a:pPr>
            <a:r>
              <a:rPr lang="en-US" dirty="0"/>
              <a:t>In Preorder, the root</a:t>
            </a:r>
          </a:p>
          <a:p>
            <a:pPr marL="0" indent="0">
              <a:buNone/>
            </a:pPr>
            <a:r>
              <a:rPr lang="en-US" dirty="0"/>
              <a:t>	is visited before (pre)</a:t>
            </a:r>
          </a:p>
          <a:p>
            <a:pPr marL="0" indent="0">
              <a:buNone/>
            </a:pPr>
            <a:r>
              <a:rPr lang="en-US" dirty="0"/>
              <a:t>	the subtrees traversals</a:t>
            </a:r>
          </a:p>
          <a:p>
            <a:pPr marL="0" indent="0">
              <a:buNone/>
            </a:pPr>
            <a:r>
              <a:rPr lang="en-US" dirty="0"/>
              <a:t>In Inorder, the root is</a:t>
            </a:r>
          </a:p>
          <a:p>
            <a:pPr marL="0" indent="0">
              <a:buNone/>
            </a:pPr>
            <a:r>
              <a:rPr lang="en-US" dirty="0"/>
              <a:t>	visited in-between left </a:t>
            </a:r>
          </a:p>
          <a:p>
            <a:pPr marL="0" indent="0">
              <a:buNone/>
            </a:pPr>
            <a:r>
              <a:rPr lang="en-US" dirty="0"/>
              <a:t>	and right subtree traversal</a:t>
            </a:r>
          </a:p>
          <a:p>
            <a:pPr marL="0" indent="0">
              <a:buNone/>
            </a:pPr>
            <a:r>
              <a:rPr lang="en-US" dirty="0"/>
              <a:t>In Preorder, the root</a:t>
            </a:r>
          </a:p>
          <a:p>
            <a:pPr marL="0" indent="0">
              <a:buNone/>
            </a:pPr>
            <a:r>
              <a:rPr lang="en-US" dirty="0"/>
              <a:t>	is visited after (pre)</a:t>
            </a:r>
          </a:p>
          <a:p>
            <a:pPr marL="0" indent="0">
              <a:buNone/>
            </a:pPr>
            <a:r>
              <a:rPr lang="en-US" dirty="0"/>
              <a:t>	the subtrees traversals</a:t>
            </a:r>
          </a:p>
          <a:p>
            <a:pPr marL="0" indent="0">
              <a:buNone/>
            </a:pPr>
            <a:endParaRPr lang="en-IN" dirty="0"/>
          </a:p>
        </p:txBody>
      </p:sp>
      <p:sp>
        <p:nvSpPr>
          <p:cNvPr id="4" name="Rectangle 4">
            <a:extLst>
              <a:ext uri="{FF2B5EF4-FFF2-40B4-BE49-F238E27FC236}">
                <a16:creationId xmlns:a16="http://schemas.microsoft.com/office/drawing/2014/main" id="{C74C196C-0B69-4805-B865-F890D953E45C}"/>
              </a:ext>
            </a:extLst>
          </p:cNvPr>
          <p:cNvSpPr>
            <a:spLocks noChangeArrowheads="1"/>
          </p:cNvSpPr>
          <p:nvPr/>
        </p:nvSpPr>
        <p:spPr bwMode="auto">
          <a:xfrm>
            <a:off x="5471160" y="1371600"/>
            <a:ext cx="3672840" cy="1524000"/>
          </a:xfrm>
          <a:prstGeom prst="rect">
            <a:avLst/>
          </a:prstGeom>
          <a:solidFill>
            <a:srgbClr val="FFFF00"/>
          </a:solidFill>
          <a:ln w="9525">
            <a:solidFill>
              <a:schemeClr val="tx1"/>
            </a:solidFill>
            <a:miter lim="800000"/>
            <a:headEnd/>
            <a:tailEnd/>
          </a:ln>
          <a:effectLst/>
        </p:spPr>
        <p:txBody>
          <a:bodyPr wrap="none" anchor="ctr"/>
          <a:lstStyle>
            <a:lvl1pPr marL="457200" indent="-457200" algn="l">
              <a:defRPr sz="2400">
                <a:solidFill>
                  <a:schemeClr val="tx1"/>
                </a:solidFill>
                <a:latin typeface="Times New Roman" panose="02020603050405020304" pitchFamily="18" charset="0"/>
                <a:cs typeface="Arial" panose="020B0604020202020204" pitchFamily="34" charset="0"/>
              </a:defRPr>
            </a:lvl1pPr>
            <a:lvl2pPr marL="914400" indent="-457200" algn="l">
              <a:defRPr sz="2400">
                <a:solidFill>
                  <a:schemeClr val="tx1"/>
                </a:solidFill>
                <a:latin typeface="Times New Roman" panose="02020603050405020304" pitchFamily="18" charset="0"/>
                <a:cs typeface="Arial" panose="020B0604020202020204" pitchFamily="34" charset="0"/>
              </a:defRPr>
            </a:lvl2pPr>
            <a:lvl3pPr marL="1371600" indent="-457200" algn="l">
              <a:defRPr sz="2400">
                <a:solidFill>
                  <a:schemeClr val="tx1"/>
                </a:solidFill>
                <a:latin typeface="Times New Roman" panose="02020603050405020304" pitchFamily="18" charset="0"/>
                <a:cs typeface="Arial" panose="020B0604020202020204" pitchFamily="34" charset="0"/>
              </a:defRPr>
            </a:lvl3pPr>
            <a:lvl4pPr marL="1828800" indent="-457200" algn="l">
              <a:defRPr sz="2400">
                <a:solidFill>
                  <a:schemeClr val="tx1"/>
                </a:solidFill>
                <a:latin typeface="Times New Roman" panose="02020603050405020304" pitchFamily="18" charset="0"/>
                <a:cs typeface="Arial" panose="020B0604020202020204" pitchFamily="34" charset="0"/>
              </a:defRPr>
            </a:lvl4pPr>
            <a:lvl5pPr marL="2286000" indent="-457200" algn="l">
              <a:defRPr sz="2400">
                <a:solidFill>
                  <a:schemeClr val="tx1"/>
                </a:solidFill>
                <a:latin typeface="Times New Roman" panose="02020603050405020304" pitchFamily="18" charset="0"/>
                <a:cs typeface="Arial" panose="020B0604020202020204" pitchFamily="34" charset="0"/>
              </a:defRPr>
            </a:lvl5pPr>
            <a:lvl6pPr marL="27432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32004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6576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41148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r>
              <a:rPr lang="en-US" altLang="en-US" b="1" u="sng" dirty="0">
                <a:solidFill>
                  <a:srgbClr val="CC0000"/>
                </a:solidFill>
                <a:latin typeface="+mn-lt"/>
              </a:rPr>
              <a:t>Preorder Traversal</a:t>
            </a:r>
            <a:r>
              <a:rPr lang="en-US" altLang="en-US" dirty="0">
                <a:latin typeface="+mn-lt"/>
              </a:rPr>
              <a:t>:</a:t>
            </a:r>
          </a:p>
          <a:p>
            <a:pPr algn="just">
              <a:buFontTx/>
              <a:buAutoNum type="arabicPeriod"/>
            </a:pPr>
            <a:r>
              <a:rPr lang="en-US" altLang="en-US" dirty="0">
                <a:latin typeface="+mn-lt"/>
              </a:rPr>
              <a:t>Visit the root</a:t>
            </a:r>
          </a:p>
          <a:p>
            <a:pPr algn="just">
              <a:buFontTx/>
              <a:buAutoNum type="arabicPeriod"/>
            </a:pPr>
            <a:r>
              <a:rPr lang="en-US" altLang="en-US" dirty="0">
                <a:latin typeface="+mn-lt"/>
              </a:rPr>
              <a:t>Traverse left subtree</a:t>
            </a:r>
          </a:p>
          <a:p>
            <a:pPr algn="just">
              <a:buFontTx/>
              <a:buAutoNum type="arabicPeriod"/>
            </a:pPr>
            <a:r>
              <a:rPr lang="en-US" altLang="en-US" dirty="0">
                <a:latin typeface="+mn-lt"/>
              </a:rPr>
              <a:t>Traverse right subtree</a:t>
            </a:r>
          </a:p>
        </p:txBody>
      </p:sp>
      <p:sp>
        <p:nvSpPr>
          <p:cNvPr id="5" name="Rectangle 7">
            <a:extLst>
              <a:ext uri="{FF2B5EF4-FFF2-40B4-BE49-F238E27FC236}">
                <a16:creationId xmlns:a16="http://schemas.microsoft.com/office/drawing/2014/main" id="{1531280A-CCD5-48C6-B15D-371E2C12023B}"/>
              </a:ext>
            </a:extLst>
          </p:cNvPr>
          <p:cNvSpPr>
            <a:spLocks noChangeArrowheads="1"/>
          </p:cNvSpPr>
          <p:nvPr/>
        </p:nvSpPr>
        <p:spPr bwMode="auto">
          <a:xfrm>
            <a:off x="5471160" y="2971800"/>
            <a:ext cx="3672840" cy="1600200"/>
          </a:xfrm>
          <a:prstGeom prst="rect">
            <a:avLst/>
          </a:prstGeom>
          <a:solidFill>
            <a:srgbClr val="FFFF00"/>
          </a:solidFill>
          <a:ln w="9525">
            <a:solidFill>
              <a:schemeClr val="tx1"/>
            </a:solidFill>
            <a:miter lim="800000"/>
            <a:headEnd/>
            <a:tailEnd/>
          </a:ln>
          <a:effectLst/>
        </p:spPr>
        <p:txBody>
          <a:bodyPr wrap="none" anchor="ctr"/>
          <a:lstStyle>
            <a:lvl1pPr marL="457200" indent="-457200" algn="l">
              <a:defRPr sz="2400">
                <a:solidFill>
                  <a:schemeClr val="tx1"/>
                </a:solidFill>
                <a:latin typeface="Times New Roman" panose="02020603050405020304" pitchFamily="18" charset="0"/>
                <a:cs typeface="Arial" panose="020B0604020202020204" pitchFamily="34" charset="0"/>
              </a:defRPr>
            </a:lvl1pPr>
            <a:lvl2pPr marL="914400" indent="-457200" algn="l">
              <a:defRPr sz="2400">
                <a:solidFill>
                  <a:schemeClr val="tx1"/>
                </a:solidFill>
                <a:latin typeface="Times New Roman" panose="02020603050405020304" pitchFamily="18" charset="0"/>
                <a:cs typeface="Arial" panose="020B0604020202020204" pitchFamily="34" charset="0"/>
              </a:defRPr>
            </a:lvl2pPr>
            <a:lvl3pPr marL="1371600" indent="-457200" algn="l">
              <a:defRPr sz="2400">
                <a:solidFill>
                  <a:schemeClr val="tx1"/>
                </a:solidFill>
                <a:latin typeface="Times New Roman" panose="02020603050405020304" pitchFamily="18" charset="0"/>
                <a:cs typeface="Arial" panose="020B0604020202020204" pitchFamily="34" charset="0"/>
              </a:defRPr>
            </a:lvl3pPr>
            <a:lvl4pPr marL="1828800" indent="-457200" algn="l">
              <a:defRPr sz="2400">
                <a:solidFill>
                  <a:schemeClr val="tx1"/>
                </a:solidFill>
                <a:latin typeface="Times New Roman" panose="02020603050405020304" pitchFamily="18" charset="0"/>
                <a:cs typeface="Arial" panose="020B0604020202020204" pitchFamily="34" charset="0"/>
              </a:defRPr>
            </a:lvl4pPr>
            <a:lvl5pPr marL="2286000" indent="-457200" algn="l">
              <a:defRPr sz="2400">
                <a:solidFill>
                  <a:schemeClr val="tx1"/>
                </a:solidFill>
                <a:latin typeface="Times New Roman" panose="02020603050405020304" pitchFamily="18" charset="0"/>
                <a:cs typeface="Arial" panose="020B0604020202020204" pitchFamily="34" charset="0"/>
              </a:defRPr>
            </a:lvl5pPr>
            <a:lvl6pPr marL="27432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32004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6576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41148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r>
              <a:rPr lang="en-US" altLang="en-US" b="1" u="sng" dirty="0">
                <a:solidFill>
                  <a:srgbClr val="CC0000"/>
                </a:solidFill>
                <a:latin typeface="+mn-lt"/>
              </a:rPr>
              <a:t>Inorder Traversal</a:t>
            </a:r>
            <a:r>
              <a:rPr lang="en-US" altLang="en-US" dirty="0">
                <a:latin typeface="+mn-lt"/>
              </a:rPr>
              <a:t>:</a:t>
            </a:r>
          </a:p>
          <a:p>
            <a:pPr algn="just">
              <a:buFontTx/>
              <a:buAutoNum type="arabicPeriod"/>
            </a:pPr>
            <a:r>
              <a:rPr lang="en-US" altLang="en-US" dirty="0">
                <a:latin typeface="+mn-lt"/>
              </a:rPr>
              <a:t>Traverse left subtree</a:t>
            </a:r>
          </a:p>
          <a:p>
            <a:pPr algn="just">
              <a:buFontTx/>
              <a:buAutoNum type="arabicPeriod"/>
            </a:pPr>
            <a:r>
              <a:rPr lang="en-US" altLang="en-US" dirty="0">
                <a:latin typeface="+mn-lt"/>
              </a:rPr>
              <a:t>Visit the root</a:t>
            </a:r>
          </a:p>
          <a:p>
            <a:pPr algn="just">
              <a:buFontTx/>
              <a:buAutoNum type="arabicPeriod"/>
            </a:pPr>
            <a:r>
              <a:rPr lang="en-US" altLang="en-US" dirty="0">
                <a:latin typeface="+mn-lt"/>
              </a:rPr>
              <a:t>Traverse right subtree</a:t>
            </a:r>
          </a:p>
        </p:txBody>
      </p:sp>
      <p:sp>
        <p:nvSpPr>
          <p:cNvPr id="6" name="Rectangle 8">
            <a:extLst>
              <a:ext uri="{FF2B5EF4-FFF2-40B4-BE49-F238E27FC236}">
                <a16:creationId xmlns:a16="http://schemas.microsoft.com/office/drawing/2014/main" id="{A252130A-BAF5-4B92-BED9-A74196479FB4}"/>
              </a:ext>
            </a:extLst>
          </p:cNvPr>
          <p:cNvSpPr>
            <a:spLocks noChangeArrowheads="1"/>
          </p:cNvSpPr>
          <p:nvPr/>
        </p:nvSpPr>
        <p:spPr bwMode="auto">
          <a:xfrm>
            <a:off x="5471160" y="4648200"/>
            <a:ext cx="3672840" cy="1447800"/>
          </a:xfrm>
          <a:prstGeom prst="rect">
            <a:avLst/>
          </a:prstGeom>
          <a:solidFill>
            <a:srgbClr val="FFFF00"/>
          </a:solidFill>
          <a:ln w="9525">
            <a:solidFill>
              <a:schemeClr val="tx1"/>
            </a:solidFill>
            <a:miter lim="800000"/>
            <a:headEnd/>
            <a:tailEnd/>
          </a:ln>
          <a:effectLst/>
        </p:spPr>
        <p:txBody>
          <a:bodyPr wrap="none" anchor="ctr"/>
          <a:lstStyle>
            <a:lvl1pPr marL="457200" indent="-457200" algn="l">
              <a:defRPr sz="2400">
                <a:solidFill>
                  <a:schemeClr val="tx1"/>
                </a:solidFill>
                <a:latin typeface="Times New Roman" panose="02020603050405020304" pitchFamily="18" charset="0"/>
                <a:cs typeface="Arial" panose="020B0604020202020204" pitchFamily="34" charset="0"/>
              </a:defRPr>
            </a:lvl1pPr>
            <a:lvl2pPr marL="914400" indent="-457200" algn="l">
              <a:defRPr sz="2400">
                <a:solidFill>
                  <a:schemeClr val="tx1"/>
                </a:solidFill>
                <a:latin typeface="Times New Roman" panose="02020603050405020304" pitchFamily="18" charset="0"/>
                <a:cs typeface="Arial" panose="020B0604020202020204" pitchFamily="34" charset="0"/>
              </a:defRPr>
            </a:lvl2pPr>
            <a:lvl3pPr marL="1371600" indent="-457200" algn="l">
              <a:defRPr sz="2400">
                <a:solidFill>
                  <a:schemeClr val="tx1"/>
                </a:solidFill>
                <a:latin typeface="Times New Roman" panose="02020603050405020304" pitchFamily="18" charset="0"/>
                <a:cs typeface="Arial" panose="020B0604020202020204" pitchFamily="34" charset="0"/>
              </a:defRPr>
            </a:lvl3pPr>
            <a:lvl4pPr marL="1828800" indent="-457200" algn="l">
              <a:defRPr sz="2400">
                <a:solidFill>
                  <a:schemeClr val="tx1"/>
                </a:solidFill>
                <a:latin typeface="Times New Roman" panose="02020603050405020304" pitchFamily="18" charset="0"/>
                <a:cs typeface="Arial" panose="020B0604020202020204" pitchFamily="34" charset="0"/>
              </a:defRPr>
            </a:lvl4pPr>
            <a:lvl5pPr marL="2286000" indent="-457200" algn="l">
              <a:defRPr sz="2400">
                <a:solidFill>
                  <a:schemeClr val="tx1"/>
                </a:solidFill>
                <a:latin typeface="Times New Roman" panose="02020603050405020304" pitchFamily="18" charset="0"/>
                <a:cs typeface="Arial" panose="020B0604020202020204" pitchFamily="34" charset="0"/>
              </a:defRPr>
            </a:lvl5pPr>
            <a:lvl6pPr marL="27432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32004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6576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4114800" indent="-457200" fontAlgn="base">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r>
              <a:rPr lang="en-US" altLang="en-US" b="1" u="sng" dirty="0">
                <a:solidFill>
                  <a:srgbClr val="CC0000"/>
                </a:solidFill>
                <a:latin typeface="+mn-lt"/>
              </a:rPr>
              <a:t>Postorder Traversal</a:t>
            </a:r>
            <a:r>
              <a:rPr lang="en-US" altLang="en-US" dirty="0">
                <a:latin typeface="+mn-lt"/>
              </a:rPr>
              <a:t>:</a:t>
            </a:r>
          </a:p>
          <a:p>
            <a:pPr algn="just">
              <a:buFontTx/>
              <a:buAutoNum type="arabicPeriod"/>
            </a:pPr>
            <a:r>
              <a:rPr lang="en-US" altLang="en-US" dirty="0">
                <a:latin typeface="+mn-lt"/>
              </a:rPr>
              <a:t>Traverse left subtree</a:t>
            </a:r>
          </a:p>
          <a:p>
            <a:pPr algn="just">
              <a:buFontTx/>
              <a:buAutoNum type="arabicPeriod"/>
            </a:pPr>
            <a:r>
              <a:rPr lang="en-US" altLang="en-US" dirty="0">
                <a:latin typeface="+mn-lt"/>
              </a:rPr>
              <a:t>Traverse right subtree</a:t>
            </a:r>
          </a:p>
          <a:p>
            <a:pPr algn="just">
              <a:buFontTx/>
              <a:buAutoNum type="arabicPeriod"/>
            </a:pPr>
            <a:r>
              <a:rPr lang="en-US" altLang="en-US" dirty="0">
                <a:latin typeface="+mn-lt"/>
              </a:rPr>
              <a:t>Visit the root</a:t>
            </a:r>
          </a:p>
        </p:txBody>
      </p:sp>
    </p:spTree>
    <p:extLst>
      <p:ext uri="{BB962C8B-B14F-4D97-AF65-F5344CB8AC3E}">
        <p14:creationId xmlns:p14="http://schemas.microsoft.com/office/powerpoint/2010/main" val="167771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Tree traversals using “flags”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buNone/>
            </a:pPr>
            <a:r>
              <a:rPr lang="en-US" sz="2400" dirty="0"/>
              <a:t>The order in which the nodes are visited during a tree traversal can be easily determined by imagining there is a “flag” attached to each node, as follows:</a:t>
            </a:r>
          </a:p>
          <a:p>
            <a:pPr marL="0" indent="0">
              <a:buNone/>
            </a:pPr>
            <a:endParaRPr lang="en-IN" sz="2400" dirty="0"/>
          </a:p>
        </p:txBody>
      </p:sp>
      <p:sp>
        <p:nvSpPr>
          <p:cNvPr id="5" name="Rectangle 4">
            <a:extLst>
              <a:ext uri="{FF2B5EF4-FFF2-40B4-BE49-F238E27FC236}">
                <a16:creationId xmlns:a16="http://schemas.microsoft.com/office/drawing/2014/main" id="{B0F21091-4CD9-49E0-9000-073ADD2B388D}"/>
              </a:ext>
            </a:extLst>
          </p:cNvPr>
          <p:cNvSpPr txBox="1">
            <a:spLocks noChangeArrowheads="1"/>
          </p:cNvSpPr>
          <p:nvPr/>
        </p:nvSpPr>
        <p:spPr>
          <a:xfrm>
            <a:off x="853440" y="4114800"/>
            <a:ext cx="7848600" cy="533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a:t>To traverse the tree, collect the flags:</a:t>
            </a:r>
            <a:endParaRPr lang="en-US" altLang="en-US" sz="2400" dirty="0"/>
          </a:p>
        </p:txBody>
      </p:sp>
      <p:grpSp>
        <p:nvGrpSpPr>
          <p:cNvPr id="6" name="Group 117">
            <a:extLst>
              <a:ext uri="{FF2B5EF4-FFF2-40B4-BE49-F238E27FC236}">
                <a16:creationId xmlns:a16="http://schemas.microsoft.com/office/drawing/2014/main" id="{8E71BA2E-2CF2-41E0-9C24-A04CE3EFD392}"/>
              </a:ext>
            </a:extLst>
          </p:cNvPr>
          <p:cNvGrpSpPr>
            <a:grpSpLocks/>
          </p:cNvGrpSpPr>
          <p:nvPr/>
        </p:nvGrpSpPr>
        <p:grpSpPr bwMode="auto">
          <a:xfrm>
            <a:off x="1920240" y="3048001"/>
            <a:ext cx="1219200" cy="976313"/>
            <a:chOff x="720" y="1728"/>
            <a:chExt cx="768" cy="615"/>
          </a:xfrm>
        </p:grpSpPr>
        <p:sp>
          <p:nvSpPr>
            <p:cNvPr id="7" name="Oval 5">
              <a:extLst>
                <a:ext uri="{FF2B5EF4-FFF2-40B4-BE49-F238E27FC236}">
                  <a16:creationId xmlns:a16="http://schemas.microsoft.com/office/drawing/2014/main" id="{6036F1B7-F8D6-4307-BE80-B649EDB7CC52}"/>
                </a:ext>
              </a:extLst>
            </p:cNvPr>
            <p:cNvSpPr>
              <a:spLocks noChangeArrowheads="1"/>
            </p:cNvSpPr>
            <p:nvPr/>
          </p:nvSpPr>
          <p:spPr bwMode="auto">
            <a:xfrm>
              <a:off x="105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 name="Line 6">
              <a:extLst>
                <a:ext uri="{FF2B5EF4-FFF2-40B4-BE49-F238E27FC236}">
                  <a16:creationId xmlns:a16="http://schemas.microsoft.com/office/drawing/2014/main" id="{4634ACD7-A5D5-439E-A9D0-8CA229D36FB3}"/>
                </a:ext>
              </a:extLst>
            </p:cNvPr>
            <p:cNvSpPr>
              <a:spLocks noChangeShapeType="1"/>
            </p:cNvSpPr>
            <p:nvPr/>
          </p:nvSpPr>
          <p:spPr bwMode="auto">
            <a:xfrm flipH="1">
              <a:off x="91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 name="Line 7">
              <a:extLst>
                <a:ext uri="{FF2B5EF4-FFF2-40B4-BE49-F238E27FC236}">
                  <a16:creationId xmlns:a16="http://schemas.microsoft.com/office/drawing/2014/main" id="{7480793A-B404-4585-BF34-E74E7683F1E5}"/>
                </a:ext>
              </a:extLst>
            </p:cNvPr>
            <p:cNvSpPr>
              <a:spLocks noChangeShapeType="1"/>
            </p:cNvSpPr>
            <p:nvPr/>
          </p:nvSpPr>
          <p:spPr bwMode="auto">
            <a:xfrm>
              <a:off x="120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 name="AutoShape 14">
              <a:extLst>
                <a:ext uri="{FF2B5EF4-FFF2-40B4-BE49-F238E27FC236}">
                  <a16:creationId xmlns:a16="http://schemas.microsoft.com/office/drawing/2014/main" id="{3FF277BF-9A32-482E-A19F-42854D9F8E54}"/>
                </a:ext>
              </a:extLst>
            </p:cNvPr>
            <p:cNvSpPr>
              <a:spLocks noChangeArrowheads="1"/>
            </p:cNvSpPr>
            <p:nvPr/>
          </p:nvSpPr>
          <p:spPr bwMode="auto">
            <a:xfrm>
              <a:off x="912" y="179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5">
              <a:extLst>
                <a:ext uri="{FF2B5EF4-FFF2-40B4-BE49-F238E27FC236}">
                  <a16:creationId xmlns:a16="http://schemas.microsoft.com/office/drawing/2014/main" id="{1B0794F2-1DF7-40C3-A5A5-9279F618DB0B}"/>
                </a:ext>
              </a:extLst>
            </p:cNvPr>
            <p:cNvSpPr>
              <a:spLocks noChangeShapeType="1"/>
            </p:cNvSpPr>
            <p:nvPr/>
          </p:nvSpPr>
          <p:spPr bwMode="auto">
            <a:xfrm flipH="1">
              <a:off x="960" y="1824"/>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Text Box 21">
              <a:extLst>
                <a:ext uri="{FF2B5EF4-FFF2-40B4-BE49-F238E27FC236}">
                  <a16:creationId xmlns:a16="http://schemas.microsoft.com/office/drawing/2014/main" id="{6C46FFA7-DBB9-471C-961A-1F7B77F94196}"/>
                </a:ext>
              </a:extLst>
            </p:cNvPr>
            <p:cNvSpPr txBox="1">
              <a:spLocks noChangeArrowheads="1"/>
            </p:cNvSpPr>
            <p:nvPr/>
          </p:nvSpPr>
          <p:spPr bwMode="auto">
            <a:xfrm>
              <a:off x="72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dirty="0">
                  <a:latin typeface="Trebuchet MS" panose="020B0603020202020204" pitchFamily="34" charset="0"/>
                </a:rPr>
                <a:t>preorder</a:t>
              </a:r>
            </a:p>
          </p:txBody>
        </p:sp>
      </p:grpSp>
      <p:grpSp>
        <p:nvGrpSpPr>
          <p:cNvPr id="13" name="Group 118">
            <a:extLst>
              <a:ext uri="{FF2B5EF4-FFF2-40B4-BE49-F238E27FC236}">
                <a16:creationId xmlns:a16="http://schemas.microsoft.com/office/drawing/2014/main" id="{FB873E1B-790A-468E-AC81-2085783F188E}"/>
              </a:ext>
            </a:extLst>
          </p:cNvPr>
          <p:cNvGrpSpPr>
            <a:grpSpLocks/>
          </p:cNvGrpSpPr>
          <p:nvPr/>
        </p:nvGrpSpPr>
        <p:grpSpPr bwMode="auto">
          <a:xfrm>
            <a:off x="4434840" y="3048001"/>
            <a:ext cx="1219200" cy="976313"/>
            <a:chOff x="1680" y="1728"/>
            <a:chExt cx="768" cy="615"/>
          </a:xfrm>
        </p:grpSpPr>
        <p:sp>
          <p:nvSpPr>
            <p:cNvPr id="14" name="Oval 8">
              <a:extLst>
                <a:ext uri="{FF2B5EF4-FFF2-40B4-BE49-F238E27FC236}">
                  <a16:creationId xmlns:a16="http://schemas.microsoft.com/office/drawing/2014/main" id="{867672AE-FEC8-4AE5-96A0-EB641E106776}"/>
                </a:ext>
              </a:extLst>
            </p:cNvPr>
            <p:cNvSpPr>
              <a:spLocks noChangeArrowheads="1"/>
            </p:cNvSpPr>
            <p:nvPr/>
          </p:nvSpPr>
          <p:spPr bwMode="auto">
            <a:xfrm>
              <a:off x="201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9">
              <a:extLst>
                <a:ext uri="{FF2B5EF4-FFF2-40B4-BE49-F238E27FC236}">
                  <a16:creationId xmlns:a16="http://schemas.microsoft.com/office/drawing/2014/main" id="{540F6397-DA55-4081-BAF4-BB73ACD66F9E}"/>
                </a:ext>
              </a:extLst>
            </p:cNvPr>
            <p:cNvSpPr>
              <a:spLocks noChangeShapeType="1"/>
            </p:cNvSpPr>
            <p:nvPr/>
          </p:nvSpPr>
          <p:spPr bwMode="auto">
            <a:xfrm flipH="1">
              <a:off x="187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0">
              <a:extLst>
                <a:ext uri="{FF2B5EF4-FFF2-40B4-BE49-F238E27FC236}">
                  <a16:creationId xmlns:a16="http://schemas.microsoft.com/office/drawing/2014/main" id="{ECAAB488-6586-414A-A2C8-D9E117381E3F}"/>
                </a:ext>
              </a:extLst>
            </p:cNvPr>
            <p:cNvSpPr>
              <a:spLocks noChangeShapeType="1"/>
            </p:cNvSpPr>
            <p:nvPr/>
          </p:nvSpPr>
          <p:spPr bwMode="auto">
            <a:xfrm>
              <a:off x="216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AutoShape 16">
              <a:extLst>
                <a:ext uri="{FF2B5EF4-FFF2-40B4-BE49-F238E27FC236}">
                  <a16:creationId xmlns:a16="http://schemas.microsoft.com/office/drawing/2014/main" id="{75871E5E-AEC6-466B-B5F6-005CFA32F78D}"/>
                </a:ext>
              </a:extLst>
            </p:cNvPr>
            <p:cNvSpPr>
              <a:spLocks noChangeArrowheads="1"/>
            </p:cNvSpPr>
            <p:nvPr/>
          </p:nvSpPr>
          <p:spPr bwMode="auto">
            <a:xfrm rot="-5400000">
              <a:off x="2089" y="20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17">
              <a:extLst>
                <a:ext uri="{FF2B5EF4-FFF2-40B4-BE49-F238E27FC236}">
                  <a16:creationId xmlns:a16="http://schemas.microsoft.com/office/drawing/2014/main" id="{0D89A866-4CEC-41D3-9810-21B260013696}"/>
                </a:ext>
              </a:extLst>
            </p:cNvPr>
            <p:cNvSpPr>
              <a:spLocks noChangeShapeType="1"/>
            </p:cNvSpPr>
            <p:nvPr/>
          </p:nvSpPr>
          <p:spPr bwMode="auto">
            <a:xfrm rot="16200000" flipH="1">
              <a:off x="2064" y="1968"/>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Text Box 22">
              <a:extLst>
                <a:ext uri="{FF2B5EF4-FFF2-40B4-BE49-F238E27FC236}">
                  <a16:creationId xmlns:a16="http://schemas.microsoft.com/office/drawing/2014/main" id="{913BB2D5-036F-45C5-B2E3-ED5EE56F11AE}"/>
                </a:ext>
              </a:extLst>
            </p:cNvPr>
            <p:cNvSpPr txBox="1">
              <a:spLocks noChangeArrowheads="1"/>
            </p:cNvSpPr>
            <p:nvPr/>
          </p:nvSpPr>
          <p:spPr bwMode="auto">
            <a:xfrm>
              <a:off x="168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inorder</a:t>
              </a:r>
            </a:p>
          </p:txBody>
        </p:sp>
      </p:grpSp>
      <p:grpSp>
        <p:nvGrpSpPr>
          <p:cNvPr id="20" name="Group 119">
            <a:extLst>
              <a:ext uri="{FF2B5EF4-FFF2-40B4-BE49-F238E27FC236}">
                <a16:creationId xmlns:a16="http://schemas.microsoft.com/office/drawing/2014/main" id="{23C6BB81-457B-41EB-90C9-D258B9184926}"/>
              </a:ext>
            </a:extLst>
          </p:cNvPr>
          <p:cNvGrpSpPr>
            <a:grpSpLocks/>
          </p:cNvGrpSpPr>
          <p:nvPr/>
        </p:nvGrpSpPr>
        <p:grpSpPr bwMode="auto">
          <a:xfrm>
            <a:off x="6873240" y="3048001"/>
            <a:ext cx="1219200" cy="976313"/>
            <a:chOff x="2688" y="1728"/>
            <a:chExt cx="768" cy="615"/>
          </a:xfrm>
        </p:grpSpPr>
        <p:sp>
          <p:nvSpPr>
            <p:cNvPr id="21" name="Oval 11">
              <a:extLst>
                <a:ext uri="{FF2B5EF4-FFF2-40B4-BE49-F238E27FC236}">
                  <a16:creationId xmlns:a16="http://schemas.microsoft.com/office/drawing/2014/main" id="{8AB9E000-C545-4669-8922-DD4F64239ABE}"/>
                </a:ext>
              </a:extLst>
            </p:cNvPr>
            <p:cNvSpPr>
              <a:spLocks noChangeArrowheads="1"/>
            </p:cNvSpPr>
            <p:nvPr/>
          </p:nvSpPr>
          <p:spPr bwMode="auto">
            <a:xfrm>
              <a:off x="297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Line 12">
              <a:extLst>
                <a:ext uri="{FF2B5EF4-FFF2-40B4-BE49-F238E27FC236}">
                  <a16:creationId xmlns:a16="http://schemas.microsoft.com/office/drawing/2014/main" id="{9F5444FA-8486-4C2F-ACDF-F655C62C6AD4}"/>
                </a:ext>
              </a:extLst>
            </p:cNvPr>
            <p:cNvSpPr>
              <a:spLocks noChangeShapeType="1"/>
            </p:cNvSpPr>
            <p:nvPr/>
          </p:nvSpPr>
          <p:spPr bwMode="auto">
            <a:xfrm flipH="1">
              <a:off x="283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 name="Line 13">
              <a:extLst>
                <a:ext uri="{FF2B5EF4-FFF2-40B4-BE49-F238E27FC236}">
                  <a16:creationId xmlns:a16="http://schemas.microsoft.com/office/drawing/2014/main" id="{9E76E20C-615D-416C-A39F-C3E33999C057}"/>
                </a:ext>
              </a:extLst>
            </p:cNvPr>
            <p:cNvSpPr>
              <a:spLocks noChangeShapeType="1"/>
            </p:cNvSpPr>
            <p:nvPr/>
          </p:nvSpPr>
          <p:spPr bwMode="auto">
            <a:xfrm>
              <a:off x="312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4" name="Group 20">
              <a:extLst>
                <a:ext uri="{FF2B5EF4-FFF2-40B4-BE49-F238E27FC236}">
                  <a16:creationId xmlns:a16="http://schemas.microsoft.com/office/drawing/2014/main" id="{DBCAC740-E078-4717-9F17-9B5FFD3837B8}"/>
                </a:ext>
              </a:extLst>
            </p:cNvPr>
            <p:cNvGrpSpPr>
              <a:grpSpLocks/>
            </p:cNvGrpSpPr>
            <p:nvPr/>
          </p:nvGrpSpPr>
          <p:grpSpPr bwMode="auto">
            <a:xfrm flipH="1">
              <a:off x="3178" y="1804"/>
              <a:ext cx="144" cy="48"/>
              <a:chOff x="1008" y="1895"/>
              <a:chExt cx="144" cy="48"/>
            </a:xfrm>
          </p:grpSpPr>
          <p:sp>
            <p:nvSpPr>
              <p:cNvPr id="26" name="AutoShape 18">
                <a:extLst>
                  <a:ext uri="{FF2B5EF4-FFF2-40B4-BE49-F238E27FC236}">
                    <a16:creationId xmlns:a16="http://schemas.microsoft.com/office/drawing/2014/main" id="{96495A2B-AF37-46D0-B807-3EAD941E5346}"/>
                  </a:ext>
                </a:extLst>
              </p:cNvPr>
              <p:cNvSpPr>
                <a:spLocks noChangeArrowheads="1"/>
              </p:cNvSpPr>
              <p:nvPr/>
            </p:nvSpPr>
            <p:spPr bwMode="auto">
              <a:xfrm>
                <a:off x="1008" y="189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Line 19">
                <a:extLst>
                  <a:ext uri="{FF2B5EF4-FFF2-40B4-BE49-F238E27FC236}">
                    <a16:creationId xmlns:a16="http://schemas.microsoft.com/office/drawing/2014/main" id="{2F92EA70-FFB6-41B4-AD04-FEF68C5F050A}"/>
                  </a:ext>
                </a:extLst>
              </p:cNvPr>
              <p:cNvSpPr>
                <a:spLocks noChangeShapeType="1"/>
              </p:cNvSpPr>
              <p:nvPr/>
            </p:nvSpPr>
            <p:spPr bwMode="auto">
              <a:xfrm flipH="1">
                <a:off x="1056" y="1920"/>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5" name="Text Box 23">
              <a:extLst>
                <a:ext uri="{FF2B5EF4-FFF2-40B4-BE49-F238E27FC236}">
                  <a16:creationId xmlns:a16="http://schemas.microsoft.com/office/drawing/2014/main" id="{97630139-C120-42AB-8F89-E3C206274B4F}"/>
                </a:ext>
              </a:extLst>
            </p:cNvPr>
            <p:cNvSpPr txBox="1">
              <a:spLocks noChangeArrowheads="1"/>
            </p:cNvSpPr>
            <p:nvPr/>
          </p:nvSpPr>
          <p:spPr bwMode="auto">
            <a:xfrm>
              <a:off x="2688"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postorder</a:t>
              </a:r>
            </a:p>
          </p:txBody>
        </p:sp>
      </p:grpSp>
      <p:grpSp>
        <p:nvGrpSpPr>
          <p:cNvPr id="28" name="Group 120">
            <a:extLst>
              <a:ext uri="{FF2B5EF4-FFF2-40B4-BE49-F238E27FC236}">
                <a16:creationId xmlns:a16="http://schemas.microsoft.com/office/drawing/2014/main" id="{C3C9ECC7-67BB-49A2-B91F-789476A2EC95}"/>
              </a:ext>
            </a:extLst>
          </p:cNvPr>
          <p:cNvGrpSpPr>
            <a:grpSpLocks/>
          </p:cNvGrpSpPr>
          <p:nvPr/>
        </p:nvGrpSpPr>
        <p:grpSpPr bwMode="auto">
          <a:xfrm>
            <a:off x="1229678" y="4800600"/>
            <a:ext cx="2290762" cy="1371600"/>
            <a:chOff x="621" y="2832"/>
            <a:chExt cx="1443" cy="864"/>
          </a:xfrm>
        </p:grpSpPr>
        <p:sp>
          <p:nvSpPr>
            <p:cNvPr id="29" name="Oval 24">
              <a:extLst>
                <a:ext uri="{FF2B5EF4-FFF2-40B4-BE49-F238E27FC236}">
                  <a16:creationId xmlns:a16="http://schemas.microsoft.com/office/drawing/2014/main" id="{19F7ED52-0B82-4C11-9E00-249DBCD959C3}"/>
                </a:ext>
              </a:extLst>
            </p:cNvPr>
            <p:cNvSpPr>
              <a:spLocks noChangeArrowheads="1"/>
            </p:cNvSpPr>
            <p:nvPr/>
          </p:nvSpPr>
          <p:spPr bwMode="auto">
            <a:xfrm>
              <a:off x="134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30" name="Oval 25">
              <a:extLst>
                <a:ext uri="{FF2B5EF4-FFF2-40B4-BE49-F238E27FC236}">
                  <a16:creationId xmlns:a16="http://schemas.microsoft.com/office/drawing/2014/main" id="{0EA07759-0C9E-45A5-9A23-4D279D0678F2}"/>
                </a:ext>
              </a:extLst>
            </p:cNvPr>
            <p:cNvSpPr>
              <a:spLocks noChangeArrowheads="1"/>
            </p:cNvSpPr>
            <p:nvPr/>
          </p:nvSpPr>
          <p:spPr bwMode="auto">
            <a:xfrm>
              <a:off x="91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dirty="0">
                  <a:latin typeface="Trebuchet MS" panose="020B0603020202020204" pitchFamily="34" charset="0"/>
                </a:rPr>
                <a:t>B</a:t>
              </a:r>
            </a:p>
          </p:txBody>
        </p:sp>
        <p:sp>
          <p:nvSpPr>
            <p:cNvPr id="31" name="Oval 26">
              <a:extLst>
                <a:ext uri="{FF2B5EF4-FFF2-40B4-BE49-F238E27FC236}">
                  <a16:creationId xmlns:a16="http://schemas.microsoft.com/office/drawing/2014/main" id="{C9861B6D-684C-45A0-ADE0-25320527C72A}"/>
                </a:ext>
              </a:extLst>
            </p:cNvPr>
            <p:cNvSpPr>
              <a:spLocks noChangeArrowheads="1"/>
            </p:cNvSpPr>
            <p:nvPr/>
          </p:nvSpPr>
          <p:spPr bwMode="auto">
            <a:xfrm>
              <a:off x="168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32" name="Oval 27">
              <a:extLst>
                <a:ext uri="{FF2B5EF4-FFF2-40B4-BE49-F238E27FC236}">
                  <a16:creationId xmlns:a16="http://schemas.microsoft.com/office/drawing/2014/main" id="{22CEFF0C-072F-4E7D-9097-ED97FF98F1C2}"/>
                </a:ext>
              </a:extLst>
            </p:cNvPr>
            <p:cNvSpPr>
              <a:spLocks noChangeArrowheads="1"/>
            </p:cNvSpPr>
            <p:nvPr/>
          </p:nvSpPr>
          <p:spPr bwMode="auto">
            <a:xfrm>
              <a:off x="72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33" name="Oval 28">
              <a:extLst>
                <a:ext uri="{FF2B5EF4-FFF2-40B4-BE49-F238E27FC236}">
                  <a16:creationId xmlns:a16="http://schemas.microsoft.com/office/drawing/2014/main" id="{0B66BDF6-05FD-40B8-BC6C-728574F181D8}"/>
                </a:ext>
              </a:extLst>
            </p:cNvPr>
            <p:cNvSpPr>
              <a:spLocks noChangeArrowheads="1"/>
            </p:cNvSpPr>
            <p:nvPr/>
          </p:nvSpPr>
          <p:spPr bwMode="auto">
            <a:xfrm>
              <a:off x="11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34" name="Oval 29">
              <a:extLst>
                <a:ext uri="{FF2B5EF4-FFF2-40B4-BE49-F238E27FC236}">
                  <a16:creationId xmlns:a16="http://schemas.microsoft.com/office/drawing/2014/main" id="{73F98B71-065B-4047-BC92-F6F55422BC28}"/>
                </a:ext>
              </a:extLst>
            </p:cNvPr>
            <p:cNvSpPr>
              <a:spLocks noChangeArrowheads="1"/>
            </p:cNvSpPr>
            <p:nvPr/>
          </p:nvSpPr>
          <p:spPr bwMode="auto">
            <a:xfrm>
              <a:off x="14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35" name="Oval 30">
              <a:extLst>
                <a:ext uri="{FF2B5EF4-FFF2-40B4-BE49-F238E27FC236}">
                  <a16:creationId xmlns:a16="http://schemas.microsoft.com/office/drawing/2014/main" id="{9B341781-8401-4784-8E65-48ED853471A3}"/>
                </a:ext>
              </a:extLst>
            </p:cNvPr>
            <p:cNvSpPr>
              <a:spLocks noChangeArrowheads="1"/>
            </p:cNvSpPr>
            <p:nvPr/>
          </p:nvSpPr>
          <p:spPr bwMode="auto">
            <a:xfrm>
              <a:off x="18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36" name="AutoShape 31">
              <a:extLst>
                <a:ext uri="{FF2B5EF4-FFF2-40B4-BE49-F238E27FC236}">
                  <a16:creationId xmlns:a16="http://schemas.microsoft.com/office/drawing/2014/main" id="{573303F1-6E76-41C4-AA00-630D9DE292C4}"/>
                </a:ext>
              </a:extLst>
            </p:cNvPr>
            <p:cNvCxnSpPr>
              <a:cxnSpLocks noChangeShapeType="1"/>
              <a:stCxn id="29" idx="3"/>
              <a:endCxn id="30" idx="7"/>
            </p:cNvCxnSpPr>
            <p:nvPr/>
          </p:nvCxnSpPr>
          <p:spPr bwMode="auto">
            <a:xfrm flipH="1">
              <a:off x="107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32">
              <a:extLst>
                <a:ext uri="{FF2B5EF4-FFF2-40B4-BE49-F238E27FC236}">
                  <a16:creationId xmlns:a16="http://schemas.microsoft.com/office/drawing/2014/main" id="{6B45A3A6-AAC0-4566-900F-35B3117C656E}"/>
                </a:ext>
              </a:extLst>
            </p:cNvPr>
            <p:cNvCxnSpPr>
              <a:cxnSpLocks noChangeShapeType="1"/>
              <a:stCxn id="29" idx="5"/>
              <a:endCxn id="31" idx="1"/>
            </p:cNvCxnSpPr>
            <p:nvPr/>
          </p:nvCxnSpPr>
          <p:spPr bwMode="auto">
            <a:xfrm>
              <a:off x="150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3">
              <a:extLst>
                <a:ext uri="{FF2B5EF4-FFF2-40B4-BE49-F238E27FC236}">
                  <a16:creationId xmlns:a16="http://schemas.microsoft.com/office/drawing/2014/main" id="{2DEFA948-D663-49B1-B526-85A1CA9A9967}"/>
                </a:ext>
              </a:extLst>
            </p:cNvPr>
            <p:cNvCxnSpPr>
              <a:cxnSpLocks noChangeShapeType="1"/>
              <a:stCxn id="30" idx="3"/>
              <a:endCxn id="32" idx="0"/>
            </p:cNvCxnSpPr>
            <p:nvPr/>
          </p:nvCxnSpPr>
          <p:spPr bwMode="auto">
            <a:xfrm flipH="1">
              <a:off x="81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4">
              <a:extLst>
                <a:ext uri="{FF2B5EF4-FFF2-40B4-BE49-F238E27FC236}">
                  <a16:creationId xmlns:a16="http://schemas.microsoft.com/office/drawing/2014/main" id="{BD146F65-5AE8-4479-BA55-FBFA1E3A2366}"/>
                </a:ext>
              </a:extLst>
            </p:cNvPr>
            <p:cNvCxnSpPr>
              <a:cxnSpLocks noChangeShapeType="1"/>
              <a:stCxn id="30" idx="5"/>
              <a:endCxn id="33" idx="0"/>
            </p:cNvCxnSpPr>
            <p:nvPr/>
          </p:nvCxnSpPr>
          <p:spPr bwMode="auto">
            <a:xfrm>
              <a:off x="107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5">
              <a:extLst>
                <a:ext uri="{FF2B5EF4-FFF2-40B4-BE49-F238E27FC236}">
                  <a16:creationId xmlns:a16="http://schemas.microsoft.com/office/drawing/2014/main" id="{B04BDCBC-38E3-4045-A1DF-BD6CD4CE9347}"/>
                </a:ext>
              </a:extLst>
            </p:cNvPr>
            <p:cNvCxnSpPr>
              <a:cxnSpLocks noChangeShapeType="1"/>
              <a:stCxn id="31" idx="3"/>
              <a:endCxn id="34" idx="0"/>
            </p:cNvCxnSpPr>
            <p:nvPr/>
          </p:nvCxnSpPr>
          <p:spPr bwMode="auto">
            <a:xfrm flipH="1">
              <a:off x="158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36">
              <a:extLst>
                <a:ext uri="{FF2B5EF4-FFF2-40B4-BE49-F238E27FC236}">
                  <a16:creationId xmlns:a16="http://schemas.microsoft.com/office/drawing/2014/main" id="{E044A574-22C6-4CE0-BCF2-51B793C97C16}"/>
                </a:ext>
              </a:extLst>
            </p:cNvPr>
            <p:cNvCxnSpPr>
              <a:cxnSpLocks noChangeShapeType="1"/>
              <a:stCxn id="31" idx="5"/>
              <a:endCxn id="35" idx="0"/>
            </p:cNvCxnSpPr>
            <p:nvPr/>
          </p:nvCxnSpPr>
          <p:spPr bwMode="auto">
            <a:xfrm>
              <a:off x="184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37">
              <a:extLst>
                <a:ext uri="{FF2B5EF4-FFF2-40B4-BE49-F238E27FC236}">
                  <a16:creationId xmlns:a16="http://schemas.microsoft.com/office/drawing/2014/main" id="{F14F984E-17B6-4705-A354-024C71C55E52}"/>
                </a:ext>
              </a:extLst>
            </p:cNvPr>
            <p:cNvSpPr>
              <a:spLocks noChangeArrowheads="1"/>
            </p:cNvSpPr>
            <p:nvPr/>
          </p:nvSpPr>
          <p:spPr bwMode="auto">
            <a:xfrm>
              <a:off x="998" y="357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3" name="AutoShape 43">
              <a:extLst>
                <a:ext uri="{FF2B5EF4-FFF2-40B4-BE49-F238E27FC236}">
                  <a16:creationId xmlns:a16="http://schemas.microsoft.com/office/drawing/2014/main" id="{B69D02FD-D2FD-4500-99D0-4E5C301B1420}"/>
                </a:ext>
              </a:extLst>
            </p:cNvPr>
            <p:cNvCxnSpPr>
              <a:cxnSpLocks noChangeShapeType="1"/>
              <a:stCxn id="42" idx="6"/>
              <a:endCxn id="33" idx="2"/>
            </p:cNvCxnSpPr>
            <p:nvPr/>
          </p:nvCxnSpPr>
          <p:spPr bwMode="auto">
            <a:xfrm>
              <a:off x="1053"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44">
              <a:extLst>
                <a:ext uri="{FF2B5EF4-FFF2-40B4-BE49-F238E27FC236}">
                  <a16:creationId xmlns:a16="http://schemas.microsoft.com/office/drawing/2014/main" id="{D320361C-F80F-47A8-9EFF-9C090ACD3346}"/>
                </a:ext>
              </a:extLst>
            </p:cNvPr>
            <p:cNvSpPr>
              <a:spLocks noChangeArrowheads="1"/>
            </p:cNvSpPr>
            <p:nvPr/>
          </p:nvSpPr>
          <p:spPr bwMode="auto">
            <a:xfrm>
              <a:off x="1387" y="3567"/>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5" name="AutoShape 45">
              <a:extLst>
                <a:ext uri="{FF2B5EF4-FFF2-40B4-BE49-F238E27FC236}">
                  <a16:creationId xmlns:a16="http://schemas.microsoft.com/office/drawing/2014/main" id="{DE261F78-19F5-4E00-8AB2-2509D5DE3775}"/>
                </a:ext>
              </a:extLst>
            </p:cNvPr>
            <p:cNvCxnSpPr>
              <a:cxnSpLocks noChangeShapeType="1"/>
              <a:stCxn id="44" idx="6"/>
            </p:cNvCxnSpPr>
            <p:nvPr/>
          </p:nvCxnSpPr>
          <p:spPr bwMode="auto">
            <a:xfrm>
              <a:off x="1442" y="3591"/>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AutoShape 46">
              <a:extLst>
                <a:ext uri="{FF2B5EF4-FFF2-40B4-BE49-F238E27FC236}">
                  <a16:creationId xmlns:a16="http://schemas.microsoft.com/office/drawing/2014/main" id="{C9A899F5-3099-42FC-A5EF-F2F199775154}"/>
                </a:ext>
              </a:extLst>
            </p:cNvPr>
            <p:cNvSpPr>
              <a:spLocks noChangeArrowheads="1"/>
            </p:cNvSpPr>
            <p:nvPr/>
          </p:nvSpPr>
          <p:spPr bwMode="auto">
            <a:xfrm>
              <a:off x="1773" y="356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7" name="AutoShape 47">
              <a:extLst>
                <a:ext uri="{FF2B5EF4-FFF2-40B4-BE49-F238E27FC236}">
                  <a16:creationId xmlns:a16="http://schemas.microsoft.com/office/drawing/2014/main" id="{D2037FA6-E945-44D9-8244-7F2227887938}"/>
                </a:ext>
              </a:extLst>
            </p:cNvPr>
            <p:cNvCxnSpPr>
              <a:cxnSpLocks noChangeShapeType="1"/>
              <a:stCxn id="46" idx="6"/>
            </p:cNvCxnSpPr>
            <p:nvPr/>
          </p:nvCxnSpPr>
          <p:spPr bwMode="auto">
            <a:xfrm>
              <a:off x="1828" y="358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48">
              <a:extLst>
                <a:ext uri="{FF2B5EF4-FFF2-40B4-BE49-F238E27FC236}">
                  <a16:creationId xmlns:a16="http://schemas.microsoft.com/office/drawing/2014/main" id="{2C99BCDC-2BA6-439C-9D18-5DB1CD8EA31B}"/>
                </a:ext>
              </a:extLst>
            </p:cNvPr>
            <p:cNvSpPr>
              <a:spLocks noChangeArrowheads="1"/>
            </p:cNvSpPr>
            <p:nvPr/>
          </p:nvSpPr>
          <p:spPr bwMode="auto">
            <a:xfrm>
              <a:off x="621"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9" name="AutoShape 49">
              <a:extLst>
                <a:ext uri="{FF2B5EF4-FFF2-40B4-BE49-F238E27FC236}">
                  <a16:creationId xmlns:a16="http://schemas.microsoft.com/office/drawing/2014/main" id="{DCA289D1-D334-4FC9-88F9-538914D97191}"/>
                </a:ext>
              </a:extLst>
            </p:cNvPr>
            <p:cNvCxnSpPr>
              <a:cxnSpLocks noChangeShapeType="1"/>
              <a:stCxn id="48" idx="6"/>
            </p:cNvCxnSpPr>
            <p:nvPr/>
          </p:nvCxnSpPr>
          <p:spPr bwMode="auto">
            <a:xfrm>
              <a:off x="676" y="359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0">
              <a:extLst>
                <a:ext uri="{FF2B5EF4-FFF2-40B4-BE49-F238E27FC236}">
                  <a16:creationId xmlns:a16="http://schemas.microsoft.com/office/drawing/2014/main" id="{2A33275B-0BDD-4BFA-BE5E-23C3070EF524}"/>
                </a:ext>
              </a:extLst>
            </p:cNvPr>
            <p:cNvSpPr>
              <a:spLocks noChangeArrowheads="1"/>
            </p:cNvSpPr>
            <p:nvPr/>
          </p:nvSpPr>
          <p:spPr bwMode="auto">
            <a:xfrm>
              <a:off x="1581" y="324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1" name="AutoShape 51">
              <a:extLst>
                <a:ext uri="{FF2B5EF4-FFF2-40B4-BE49-F238E27FC236}">
                  <a16:creationId xmlns:a16="http://schemas.microsoft.com/office/drawing/2014/main" id="{ADC62879-1371-47E5-BC41-6CB70A2DBDE3}"/>
                </a:ext>
              </a:extLst>
            </p:cNvPr>
            <p:cNvCxnSpPr>
              <a:cxnSpLocks noChangeShapeType="1"/>
              <a:stCxn id="50" idx="6"/>
            </p:cNvCxnSpPr>
            <p:nvPr/>
          </p:nvCxnSpPr>
          <p:spPr bwMode="auto">
            <a:xfrm>
              <a:off x="1636" y="326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AutoShape 52">
              <a:extLst>
                <a:ext uri="{FF2B5EF4-FFF2-40B4-BE49-F238E27FC236}">
                  <a16:creationId xmlns:a16="http://schemas.microsoft.com/office/drawing/2014/main" id="{F193E7EF-2E4E-4862-9C18-92B6DD3E7FF9}"/>
                </a:ext>
              </a:extLst>
            </p:cNvPr>
            <p:cNvSpPr>
              <a:spLocks noChangeArrowheads="1"/>
            </p:cNvSpPr>
            <p:nvPr/>
          </p:nvSpPr>
          <p:spPr bwMode="auto">
            <a:xfrm>
              <a:off x="1245" y="2903"/>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3" name="AutoShape 53">
              <a:extLst>
                <a:ext uri="{FF2B5EF4-FFF2-40B4-BE49-F238E27FC236}">
                  <a16:creationId xmlns:a16="http://schemas.microsoft.com/office/drawing/2014/main" id="{162C3B4F-083F-42FE-B12C-DE1D264B87AB}"/>
                </a:ext>
              </a:extLst>
            </p:cNvPr>
            <p:cNvCxnSpPr>
              <a:cxnSpLocks noChangeShapeType="1"/>
              <a:stCxn id="52" idx="6"/>
            </p:cNvCxnSpPr>
            <p:nvPr/>
          </p:nvCxnSpPr>
          <p:spPr bwMode="auto">
            <a:xfrm>
              <a:off x="1300" y="2927"/>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54">
              <a:extLst>
                <a:ext uri="{FF2B5EF4-FFF2-40B4-BE49-F238E27FC236}">
                  <a16:creationId xmlns:a16="http://schemas.microsoft.com/office/drawing/2014/main" id="{8F133A81-4E99-46C8-A965-FC109A52D51C}"/>
                </a:ext>
              </a:extLst>
            </p:cNvPr>
            <p:cNvSpPr>
              <a:spLocks noChangeArrowheads="1"/>
            </p:cNvSpPr>
            <p:nvPr/>
          </p:nvSpPr>
          <p:spPr bwMode="auto">
            <a:xfrm>
              <a:off x="808" y="324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5" name="AutoShape 55">
              <a:extLst>
                <a:ext uri="{FF2B5EF4-FFF2-40B4-BE49-F238E27FC236}">
                  <a16:creationId xmlns:a16="http://schemas.microsoft.com/office/drawing/2014/main" id="{C28ECFA3-488D-4C06-A045-C92C3821D75E}"/>
                </a:ext>
              </a:extLst>
            </p:cNvPr>
            <p:cNvCxnSpPr>
              <a:cxnSpLocks noChangeShapeType="1"/>
              <a:stCxn id="54" idx="6"/>
            </p:cNvCxnSpPr>
            <p:nvPr/>
          </p:nvCxnSpPr>
          <p:spPr bwMode="auto">
            <a:xfrm>
              <a:off x="863" y="3268"/>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6" name="Group 124">
            <a:extLst>
              <a:ext uri="{FF2B5EF4-FFF2-40B4-BE49-F238E27FC236}">
                <a16:creationId xmlns:a16="http://schemas.microsoft.com/office/drawing/2014/main" id="{92A78123-403C-416A-83AC-93A4E527E7B0}"/>
              </a:ext>
            </a:extLst>
          </p:cNvPr>
          <p:cNvGrpSpPr>
            <a:grpSpLocks/>
          </p:cNvGrpSpPr>
          <p:nvPr/>
        </p:nvGrpSpPr>
        <p:grpSpPr bwMode="auto">
          <a:xfrm>
            <a:off x="6339840" y="4800600"/>
            <a:ext cx="2292350" cy="1371600"/>
            <a:chOff x="3840" y="2832"/>
            <a:chExt cx="1444" cy="864"/>
          </a:xfrm>
        </p:grpSpPr>
        <p:sp>
          <p:nvSpPr>
            <p:cNvPr id="57" name="Oval 69">
              <a:extLst>
                <a:ext uri="{FF2B5EF4-FFF2-40B4-BE49-F238E27FC236}">
                  <a16:creationId xmlns:a16="http://schemas.microsoft.com/office/drawing/2014/main" id="{B3FFF215-4FBA-420A-8BFB-7D862A47E377}"/>
                </a:ext>
              </a:extLst>
            </p:cNvPr>
            <p:cNvSpPr>
              <a:spLocks noChangeArrowheads="1"/>
            </p:cNvSpPr>
            <p:nvPr/>
          </p:nvSpPr>
          <p:spPr bwMode="auto">
            <a:xfrm>
              <a:off x="446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58" name="Oval 70">
              <a:extLst>
                <a:ext uri="{FF2B5EF4-FFF2-40B4-BE49-F238E27FC236}">
                  <a16:creationId xmlns:a16="http://schemas.microsoft.com/office/drawing/2014/main" id="{9FA5AE70-E6E4-44CD-A732-B76D055F9AB6}"/>
                </a:ext>
              </a:extLst>
            </p:cNvPr>
            <p:cNvSpPr>
              <a:spLocks noChangeArrowheads="1"/>
            </p:cNvSpPr>
            <p:nvPr/>
          </p:nvSpPr>
          <p:spPr bwMode="auto">
            <a:xfrm>
              <a:off x="403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59" name="Oval 71">
              <a:extLst>
                <a:ext uri="{FF2B5EF4-FFF2-40B4-BE49-F238E27FC236}">
                  <a16:creationId xmlns:a16="http://schemas.microsoft.com/office/drawing/2014/main" id="{FB4B66A6-EE9E-4B70-A254-B5C8DA9734B8}"/>
                </a:ext>
              </a:extLst>
            </p:cNvPr>
            <p:cNvSpPr>
              <a:spLocks noChangeArrowheads="1"/>
            </p:cNvSpPr>
            <p:nvPr/>
          </p:nvSpPr>
          <p:spPr bwMode="auto">
            <a:xfrm>
              <a:off x="480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60" name="Oval 72">
              <a:extLst>
                <a:ext uri="{FF2B5EF4-FFF2-40B4-BE49-F238E27FC236}">
                  <a16:creationId xmlns:a16="http://schemas.microsoft.com/office/drawing/2014/main" id="{5012DED9-69A5-4539-AF73-67687957F34A}"/>
                </a:ext>
              </a:extLst>
            </p:cNvPr>
            <p:cNvSpPr>
              <a:spLocks noChangeArrowheads="1"/>
            </p:cNvSpPr>
            <p:nvPr/>
          </p:nvSpPr>
          <p:spPr bwMode="auto">
            <a:xfrm>
              <a:off x="384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61" name="Oval 73">
              <a:extLst>
                <a:ext uri="{FF2B5EF4-FFF2-40B4-BE49-F238E27FC236}">
                  <a16:creationId xmlns:a16="http://schemas.microsoft.com/office/drawing/2014/main" id="{6928053F-1C92-448E-8148-8FF4D059578D}"/>
                </a:ext>
              </a:extLst>
            </p:cNvPr>
            <p:cNvSpPr>
              <a:spLocks noChangeArrowheads="1"/>
            </p:cNvSpPr>
            <p:nvPr/>
          </p:nvSpPr>
          <p:spPr bwMode="auto">
            <a:xfrm>
              <a:off x="422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62" name="Oval 74">
              <a:extLst>
                <a:ext uri="{FF2B5EF4-FFF2-40B4-BE49-F238E27FC236}">
                  <a16:creationId xmlns:a16="http://schemas.microsoft.com/office/drawing/2014/main" id="{FF281510-7A8A-451C-AD41-0E09FAB5AD1C}"/>
                </a:ext>
              </a:extLst>
            </p:cNvPr>
            <p:cNvSpPr>
              <a:spLocks noChangeArrowheads="1"/>
            </p:cNvSpPr>
            <p:nvPr/>
          </p:nvSpPr>
          <p:spPr bwMode="auto">
            <a:xfrm>
              <a:off x="460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63" name="Oval 75">
              <a:extLst>
                <a:ext uri="{FF2B5EF4-FFF2-40B4-BE49-F238E27FC236}">
                  <a16:creationId xmlns:a16="http://schemas.microsoft.com/office/drawing/2014/main" id="{BE81BDE2-D220-4EF9-82D2-FDDFA8BE28D1}"/>
                </a:ext>
              </a:extLst>
            </p:cNvPr>
            <p:cNvSpPr>
              <a:spLocks noChangeArrowheads="1"/>
            </p:cNvSpPr>
            <p:nvPr/>
          </p:nvSpPr>
          <p:spPr bwMode="auto">
            <a:xfrm>
              <a:off x="499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64" name="AutoShape 76">
              <a:extLst>
                <a:ext uri="{FF2B5EF4-FFF2-40B4-BE49-F238E27FC236}">
                  <a16:creationId xmlns:a16="http://schemas.microsoft.com/office/drawing/2014/main" id="{47EB6FAD-7698-409C-A566-374EF20AE638}"/>
                </a:ext>
              </a:extLst>
            </p:cNvPr>
            <p:cNvCxnSpPr>
              <a:cxnSpLocks noChangeShapeType="1"/>
              <a:stCxn id="57" idx="3"/>
              <a:endCxn id="58" idx="7"/>
            </p:cNvCxnSpPr>
            <p:nvPr/>
          </p:nvCxnSpPr>
          <p:spPr bwMode="auto">
            <a:xfrm flipH="1">
              <a:off x="419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AutoShape 77">
              <a:extLst>
                <a:ext uri="{FF2B5EF4-FFF2-40B4-BE49-F238E27FC236}">
                  <a16:creationId xmlns:a16="http://schemas.microsoft.com/office/drawing/2014/main" id="{83BC089A-B026-47BB-A61C-D0AA88811646}"/>
                </a:ext>
              </a:extLst>
            </p:cNvPr>
            <p:cNvCxnSpPr>
              <a:cxnSpLocks noChangeShapeType="1"/>
              <a:stCxn id="57" idx="5"/>
              <a:endCxn id="59" idx="1"/>
            </p:cNvCxnSpPr>
            <p:nvPr/>
          </p:nvCxnSpPr>
          <p:spPr bwMode="auto">
            <a:xfrm>
              <a:off x="462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AutoShape 78">
              <a:extLst>
                <a:ext uri="{FF2B5EF4-FFF2-40B4-BE49-F238E27FC236}">
                  <a16:creationId xmlns:a16="http://schemas.microsoft.com/office/drawing/2014/main" id="{295BF5F7-0EE4-40B8-AE65-9BA7D3D95B91}"/>
                </a:ext>
              </a:extLst>
            </p:cNvPr>
            <p:cNvCxnSpPr>
              <a:cxnSpLocks noChangeShapeType="1"/>
              <a:stCxn id="58" idx="3"/>
              <a:endCxn id="60" idx="0"/>
            </p:cNvCxnSpPr>
            <p:nvPr/>
          </p:nvCxnSpPr>
          <p:spPr bwMode="auto">
            <a:xfrm flipH="1">
              <a:off x="393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79">
              <a:extLst>
                <a:ext uri="{FF2B5EF4-FFF2-40B4-BE49-F238E27FC236}">
                  <a16:creationId xmlns:a16="http://schemas.microsoft.com/office/drawing/2014/main" id="{A67DF294-E5BD-42F8-AAD4-34654CA5FC9E}"/>
                </a:ext>
              </a:extLst>
            </p:cNvPr>
            <p:cNvCxnSpPr>
              <a:cxnSpLocks noChangeShapeType="1"/>
              <a:stCxn id="58" idx="5"/>
              <a:endCxn id="61" idx="0"/>
            </p:cNvCxnSpPr>
            <p:nvPr/>
          </p:nvCxnSpPr>
          <p:spPr bwMode="auto">
            <a:xfrm>
              <a:off x="419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80">
              <a:extLst>
                <a:ext uri="{FF2B5EF4-FFF2-40B4-BE49-F238E27FC236}">
                  <a16:creationId xmlns:a16="http://schemas.microsoft.com/office/drawing/2014/main" id="{E175E61B-9455-4BBF-A416-6895A452383A}"/>
                </a:ext>
              </a:extLst>
            </p:cNvPr>
            <p:cNvCxnSpPr>
              <a:cxnSpLocks noChangeShapeType="1"/>
              <a:stCxn id="59" idx="3"/>
              <a:endCxn id="62" idx="0"/>
            </p:cNvCxnSpPr>
            <p:nvPr/>
          </p:nvCxnSpPr>
          <p:spPr bwMode="auto">
            <a:xfrm flipH="1">
              <a:off x="470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81">
              <a:extLst>
                <a:ext uri="{FF2B5EF4-FFF2-40B4-BE49-F238E27FC236}">
                  <a16:creationId xmlns:a16="http://schemas.microsoft.com/office/drawing/2014/main" id="{2114740E-BB64-41A5-8424-3C89A82513BE}"/>
                </a:ext>
              </a:extLst>
            </p:cNvPr>
            <p:cNvCxnSpPr>
              <a:cxnSpLocks noChangeShapeType="1"/>
              <a:stCxn id="59" idx="5"/>
              <a:endCxn id="63" idx="0"/>
            </p:cNvCxnSpPr>
            <p:nvPr/>
          </p:nvCxnSpPr>
          <p:spPr bwMode="auto">
            <a:xfrm>
              <a:off x="496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AutoShape 82">
              <a:extLst>
                <a:ext uri="{FF2B5EF4-FFF2-40B4-BE49-F238E27FC236}">
                  <a16:creationId xmlns:a16="http://schemas.microsoft.com/office/drawing/2014/main" id="{5FAD1AF5-0E85-4963-A5FF-9BBCBA8FC835}"/>
                </a:ext>
              </a:extLst>
            </p:cNvPr>
            <p:cNvSpPr>
              <a:spLocks noChangeArrowheads="1"/>
            </p:cNvSpPr>
            <p:nvPr/>
          </p:nvSpPr>
          <p:spPr bwMode="auto">
            <a:xfrm flipH="1">
              <a:off x="4707" y="2900"/>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1" name="AutoShape 83">
              <a:extLst>
                <a:ext uri="{FF2B5EF4-FFF2-40B4-BE49-F238E27FC236}">
                  <a16:creationId xmlns:a16="http://schemas.microsoft.com/office/drawing/2014/main" id="{49248391-9B68-42B3-A894-38D94DCB3CA3}"/>
                </a:ext>
              </a:extLst>
            </p:cNvPr>
            <p:cNvCxnSpPr>
              <a:cxnSpLocks noChangeShapeType="1"/>
              <a:stCxn id="70" idx="6"/>
            </p:cNvCxnSpPr>
            <p:nvPr/>
          </p:nvCxnSpPr>
          <p:spPr bwMode="auto">
            <a:xfrm flipH="1">
              <a:off x="4656" y="2923"/>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AutoShape 84">
              <a:extLst>
                <a:ext uri="{FF2B5EF4-FFF2-40B4-BE49-F238E27FC236}">
                  <a16:creationId xmlns:a16="http://schemas.microsoft.com/office/drawing/2014/main" id="{C39CB252-8F55-4AA5-AE2B-D2C69BEAF1A9}"/>
                </a:ext>
              </a:extLst>
            </p:cNvPr>
            <p:cNvSpPr>
              <a:spLocks noChangeArrowheads="1"/>
            </p:cNvSpPr>
            <p:nvPr/>
          </p:nvSpPr>
          <p:spPr bwMode="auto">
            <a:xfrm flipH="1">
              <a:off x="4275" y="323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3" name="AutoShape 85">
              <a:extLst>
                <a:ext uri="{FF2B5EF4-FFF2-40B4-BE49-F238E27FC236}">
                  <a16:creationId xmlns:a16="http://schemas.microsoft.com/office/drawing/2014/main" id="{CAB9B1DE-DB1D-4A27-8CE5-560E969E653D}"/>
                </a:ext>
              </a:extLst>
            </p:cNvPr>
            <p:cNvCxnSpPr>
              <a:cxnSpLocks noChangeShapeType="1"/>
              <a:stCxn id="72" idx="6"/>
            </p:cNvCxnSpPr>
            <p:nvPr/>
          </p:nvCxnSpPr>
          <p:spPr bwMode="auto">
            <a:xfrm flipH="1">
              <a:off x="4224" y="325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AutoShape 86">
              <a:extLst>
                <a:ext uri="{FF2B5EF4-FFF2-40B4-BE49-F238E27FC236}">
                  <a16:creationId xmlns:a16="http://schemas.microsoft.com/office/drawing/2014/main" id="{8AB261C4-9534-4AF5-9E5C-154C75EF9A34}"/>
                </a:ext>
              </a:extLst>
            </p:cNvPr>
            <p:cNvSpPr>
              <a:spLocks noChangeArrowheads="1"/>
            </p:cNvSpPr>
            <p:nvPr/>
          </p:nvSpPr>
          <p:spPr bwMode="auto">
            <a:xfrm flipH="1">
              <a:off x="5045" y="324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5" name="AutoShape 87">
              <a:extLst>
                <a:ext uri="{FF2B5EF4-FFF2-40B4-BE49-F238E27FC236}">
                  <a16:creationId xmlns:a16="http://schemas.microsoft.com/office/drawing/2014/main" id="{33F67843-A8C8-4519-88AE-17B61C41A4AD}"/>
                </a:ext>
              </a:extLst>
            </p:cNvPr>
            <p:cNvCxnSpPr>
              <a:cxnSpLocks noChangeShapeType="1"/>
              <a:stCxn id="74" idx="6"/>
            </p:cNvCxnSpPr>
            <p:nvPr/>
          </p:nvCxnSpPr>
          <p:spPr bwMode="auto">
            <a:xfrm flipH="1">
              <a:off x="4994" y="3272"/>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AutoShape 88">
              <a:extLst>
                <a:ext uri="{FF2B5EF4-FFF2-40B4-BE49-F238E27FC236}">
                  <a16:creationId xmlns:a16="http://schemas.microsoft.com/office/drawing/2014/main" id="{2D87CAB4-93ED-40D2-B9FB-7107ED259D5D}"/>
                </a:ext>
              </a:extLst>
            </p:cNvPr>
            <p:cNvSpPr>
              <a:spLocks noChangeArrowheads="1"/>
            </p:cNvSpPr>
            <p:nvPr/>
          </p:nvSpPr>
          <p:spPr bwMode="auto">
            <a:xfrm flipH="1">
              <a:off x="4084"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7" name="AutoShape 89">
              <a:extLst>
                <a:ext uri="{FF2B5EF4-FFF2-40B4-BE49-F238E27FC236}">
                  <a16:creationId xmlns:a16="http://schemas.microsoft.com/office/drawing/2014/main" id="{E6A7E440-E1A7-4505-B5D3-47E8B9A4BA24}"/>
                </a:ext>
              </a:extLst>
            </p:cNvPr>
            <p:cNvCxnSpPr>
              <a:cxnSpLocks noChangeShapeType="1"/>
              <a:stCxn id="76" idx="6"/>
            </p:cNvCxnSpPr>
            <p:nvPr/>
          </p:nvCxnSpPr>
          <p:spPr bwMode="auto">
            <a:xfrm flipH="1">
              <a:off x="4033" y="359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AutoShape 90">
              <a:extLst>
                <a:ext uri="{FF2B5EF4-FFF2-40B4-BE49-F238E27FC236}">
                  <a16:creationId xmlns:a16="http://schemas.microsoft.com/office/drawing/2014/main" id="{A6FE1C20-602A-45F4-934C-97DA29513E57}"/>
                </a:ext>
              </a:extLst>
            </p:cNvPr>
            <p:cNvSpPr>
              <a:spLocks noChangeArrowheads="1"/>
            </p:cNvSpPr>
            <p:nvPr/>
          </p:nvSpPr>
          <p:spPr bwMode="auto">
            <a:xfrm flipH="1">
              <a:off x="4464" y="357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9" name="AutoShape 91">
              <a:extLst>
                <a:ext uri="{FF2B5EF4-FFF2-40B4-BE49-F238E27FC236}">
                  <a16:creationId xmlns:a16="http://schemas.microsoft.com/office/drawing/2014/main" id="{A0121687-B464-4995-B240-F1A3749710D5}"/>
                </a:ext>
              </a:extLst>
            </p:cNvPr>
            <p:cNvCxnSpPr>
              <a:cxnSpLocks noChangeShapeType="1"/>
              <a:stCxn id="78" idx="6"/>
            </p:cNvCxnSpPr>
            <p:nvPr/>
          </p:nvCxnSpPr>
          <p:spPr bwMode="auto">
            <a:xfrm flipH="1">
              <a:off x="4413" y="359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92">
              <a:extLst>
                <a:ext uri="{FF2B5EF4-FFF2-40B4-BE49-F238E27FC236}">
                  <a16:creationId xmlns:a16="http://schemas.microsoft.com/office/drawing/2014/main" id="{24BEFBB9-524E-4F79-9DAC-52B7AFCDEC26}"/>
                </a:ext>
              </a:extLst>
            </p:cNvPr>
            <p:cNvSpPr>
              <a:spLocks noChangeArrowheads="1"/>
            </p:cNvSpPr>
            <p:nvPr/>
          </p:nvSpPr>
          <p:spPr bwMode="auto">
            <a:xfrm flipH="1">
              <a:off x="4851" y="356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1" name="AutoShape 93">
              <a:extLst>
                <a:ext uri="{FF2B5EF4-FFF2-40B4-BE49-F238E27FC236}">
                  <a16:creationId xmlns:a16="http://schemas.microsoft.com/office/drawing/2014/main" id="{ABAB9F63-3E63-4EA4-9A88-7F3568BAF1C7}"/>
                </a:ext>
              </a:extLst>
            </p:cNvPr>
            <p:cNvCxnSpPr>
              <a:cxnSpLocks noChangeShapeType="1"/>
              <a:stCxn id="80" idx="6"/>
            </p:cNvCxnSpPr>
            <p:nvPr/>
          </p:nvCxnSpPr>
          <p:spPr bwMode="auto">
            <a:xfrm flipH="1">
              <a:off x="4800" y="358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AutoShape 94">
              <a:extLst>
                <a:ext uri="{FF2B5EF4-FFF2-40B4-BE49-F238E27FC236}">
                  <a16:creationId xmlns:a16="http://schemas.microsoft.com/office/drawing/2014/main" id="{720BE973-C442-47B9-8C51-961F7D674330}"/>
                </a:ext>
              </a:extLst>
            </p:cNvPr>
            <p:cNvSpPr>
              <a:spLocks noChangeArrowheads="1"/>
            </p:cNvSpPr>
            <p:nvPr/>
          </p:nvSpPr>
          <p:spPr bwMode="auto">
            <a:xfrm flipH="1">
              <a:off x="5236" y="357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3" name="AutoShape 95">
              <a:extLst>
                <a:ext uri="{FF2B5EF4-FFF2-40B4-BE49-F238E27FC236}">
                  <a16:creationId xmlns:a16="http://schemas.microsoft.com/office/drawing/2014/main" id="{C4CF4743-3451-4F2C-9F60-AF9B640FFAE2}"/>
                </a:ext>
              </a:extLst>
            </p:cNvPr>
            <p:cNvCxnSpPr>
              <a:cxnSpLocks noChangeShapeType="1"/>
              <a:stCxn id="82" idx="6"/>
            </p:cNvCxnSpPr>
            <p:nvPr/>
          </p:nvCxnSpPr>
          <p:spPr bwMode="auto">
            <a:xfrm flipH="1">
              <a:off x="5185"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4" name="Group 122">
            <a:extLst>
              <a:ext uri="{FF2B5EF4-FFF2-40B4-BE49-F238E27FC236}">
                <a16:creationId xmlns:a16="http://schemas.microsoft.com/office/drawing/2014/main" id="{1E07820A-7EB9-4213-B27C-24DA5FC8FEA9}"/>
              </a:ext>
            </a:extLst>
          </p:cNvPr>
          <p:cNvGrpSpPr>
            <a:grpSpLocks/>
          </p:cNvGrpSpPr>
          <p:nvPr/>
        </p:nvGrpSpPr>
        <p:grpSpPr bwMode="auto">
          <a:xfrm>
            <a:off x="3901440" y="4805364"/>
            <a:ext cx="2133600" cy="1557337"/>
            <a:chOff x="2304" y="2832"/>
            <a:chExt cx="1344" cy="981"/>
          </a:xfrm>
        </p:grpSpPr>
        <p:sp>
          <p:nvSpPr>
            <p:cNvPr id="85" name="Oval 56">
              <a:extLst>
                <a:ext uri="{FF2B5EF4-FFF2-40B4-BE49-F238E27FC236}">
                  <a16:creationId xmlns:a16="http://schemas.microsoft.com/office/drawing/2014/main" id="{C2DE48E0-001E-4659-9C65-3DEB04C54917}"/>
                </a:ext>
              </a:extLst>
            </p:cNvPr>
            <p:cNvSpPr>
              <a:spLocks noChangeArrowheads="1"/>
            </p:cNvSpPr>
            <p:nvPr/>
          </p:nvSpPr>
          <p:spPr bwMode="auto">
            <a:xfrm>
              <a:off x="2928"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86" name="Oval 57">
              <a:extLst>
                <a:ext uri="{FF2B5EF4-FFF2-40B4-BE49-F238E27FC236}">
                  <a16:creationId xmlns:a16="http://schemas.microsoft.com/office/drawing/2014/main" id="{919D83C9-1F07-4830-8DC6-55491375F90D}"/>
                </a:ext>
              </a:extLst>
            </p:cNvPr>
            <p:cNvSpPr>
              <a:spLocks noChangeArrowheads="1"/>
            </p:cNvSpPr>
            <p:nvPr/>
          </p:nvSpPr>
          <p:spPr bwMode="auto">
            <a:xfrm>
              <a:off x="2496"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87" name="Oval 58">
              <a:extLst>
                <a:ext uri="{FF2B5EF4-FFF2-40B4-BE49-F238E27FC236}">
                  <a16:creationId xmlns:a16="http://schemas.microsoft.com/office/drawing/2014/main" id="{7C2E651A-DCAA-4ECB-A88B-C381A71BA8F3}"/>
                </a:ext>
              </a:extLst>
            </p:cNvPr>
            <p:cNvSpPr>
              <a:spLocks noChangeArrowheads="1"/>
            </p:cNvSpPr>
            <p:nvPr/>
          </p:nvSpPr>
          <p:spPr bwMode="auto">
            <a:xfrm>
              <a:off x="3264"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88" name="Oval 59">
              <a:extLst>
                <a:ext uri="{FF2B5EF4-FFF2-40B4-BE49-F238E27FC236}">
                  <a16:creationId xmlns:a16="http://schemas.microsoft.com/office/drawing/2014/main" id="{68B406AC-D036-40FF-9077-518FFB6312C8}"/>
                </a:ext>
              </a:extLst>
            </p:cNvPr>
            <p:cNvSpPr>
              <a:spLocks noChangeArrowheads="1"/>
            </p:cNvSpPr>
            <p:nvPr/>
          </p:nvSpPr>
          <p:spPr bwMode="auto">
            <a:xfrm>
              <a:off x="23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89" name="Oval 60">
              <a:extLst>
                <a:ext uri="{FF2B5EF4-FFF2-40B4-BE49-F238E27FC236}">
                  <a16:creationId xmlns:a16="http://schemas.microsoft.com/office/drawing/2014/main" id="{7DC0053C-5203-4FBD-B293-626CD01876CD}"/>
                </a:ext>
              </a:extLst>
            </p:cNvPr>
            <p:cNvSpPr>
              <a:spLocks noChangeArrowheads="1"/>
            </p:cNvSpPr>
            <p:nvPr/>
          </p:nvSpPr>
          <p:spPr bwMode="auto">
            <a:xfrm>
              <a:off x="26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90" name="Oval 61">
              <a:extLst>
                <a:ext uri="{FF2B5EF4-FFF2-40B4-BE49-F238E27FC236}">
                  <a16:creationId xmlns:a16="http://schemas.microsoft.com/office/drawing/2014/main" id="{283DC446-B426-4B87-B394-6E59B6C7FD69}"/>
                </a:ext>
              </a:extLst>
            </p:cNvPr>
            <p:cNvSpPr>
              <a:spLocks noChangeArrowheads="1"/>
            </p:cNvSpPr>
            <p:nvPr/>
          </p:nvSpPr>
          <p:spPr bwMode="auto">
            <a:xfrm>
              <a:off x="30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91" name="Oval 62">
              <a:extLst>
                <a:ext uri="{FF2B5EF4-FFF2-40B4-BE49-F238E27FC236}">
                  <a16:creationId xmlns:a16="http://schemas.microsoft.com/office/drawing/2014/main" id="{A28BFC19-3462-42A3-BD66-BAD65869CB19}"/>
                </a:ext>
              </a:extLst>
            </p:cNvPr>
            <p:cNvSpPr>
              <a:spLocks noChangeArrowheads="1"/>
            </p:cNvSpPr>
            <p:nvPr/>
          </p:nvSpPr>
          <p:spPr bwMode="auto">
            <a:xfrm>
              <a:off x="3456"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92" name="AutoShape 63">
              <a:extLst>
                <a:ext uri="{FF2B5EF4-FFF2-40B4-BE49-F238E27FC236}">
                  <a16:creationId xmlns:a16="http://schemas.microsoft.com/office/drawing/2014/main" id="{9056B8AE-CC75-4E0C-BF25-BE3117421917}"/>
                </a:ext>
              </a:extLst>
            </p:cNvPr>
            <p:cNvCxnSpPr>
              <a:cxnSpLocks noChangeShapeType="1"/>
              <a:stCxn id="85" idx="3"/>
              <a:endCxn id="86" idx="7"/>
            </p:cNvCxnSpPr>
            <p:nvPr/>
          </p:nvCxnSpPr>
          <p:spPr bwMode="auto">
            <a:xfrm flipH="1">
              <a:off x="2660"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64">
              <a:extLst>
                <a:ext uri="{FF2B5EF4-FFF2-40B4-BE49-F238E27FC236}">
                  <a16:creationId xmlns:a16="http://schemas.microsoft.com/office/drawing/2014/main" id="{B11BFA60-A455-4330-A470-5EE2901F134D}"/>
                </a:ext>
              </a:extLst>
            </p:cNvPr>
            <p:cNvCxnSpPr>
              <a:cxnSpLocks noChangeShapeType="1"/>
              <a:stCxn id="85" idx="5"/>
              <a:endCxn id="87" idx="1"/>
            </p:cNvCxnSpPr>
            <p:nvPr/>
          </p:nvCxnSpPr>
          <p:spPr bwMode="auto">
            <a:xfrm>
              <a:off x="3092"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65">
              <a:extLst>
                <a:ext uri="{FF2B5EF4-FFF2-40B4-BE49-F238E27FC236}">
                  <a16:creationId xmlns:a16="http://schemas.microsoft.com/office/drawing/2014/main" id="{38D860D8-37BA-43EA-A108-0376F82B6761}"/>
                </a:ext>
              </a:extLst>
            </p:cNvPr>
            <p:cNvCxnSpPr>
              <a:cxnSpLocks noChangeShapeType="1"/>
              <a:stCxn id="86" idx="3"/>
              <a:endCxn id="88" idx="0"/>
            </p:cNvCxnSpPr>
            <p:nvPr/>
          </p:nvCxnSpPr>
          <p:spPr bwMode="auto">
            <a:xfrm flipH="1">
              <a:off x="240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AutoShape 66">
              <a:extLst>
                <a:ext uri="{FF2B5EF4-FFF2-40B4-BE49-F238E27FC236}">
                  <a16:creationId xmlns:a16="http://schemas.microsoft.com/office/drawing/2014/main" id="{639E0C6D-9E0D-44F1-BD61-497BE79B068A}"/>
                </a:ext>
              </a:extLst>
            </p:cNvPr>
            <p:cNvCxnSpPr>
              <a:cxnSpLocks noChangeShapeType="1"/>
              <a:stCxn id="86" idx="5"/>
              <a:endCxn id="89" idx="0"/>
            </p:cNvCxnSpPr>
            <p:nvPr/>
          </p:nvCxnSpPr>
          <p:spPr bwMode="auto">
            <a:xfrm>
              <a:off x="266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67">
              <a:extLst>
                <a:ext uri="{FF2B5EF4-FFF2-40B4-BE49-F238E27FC236}">
                  <a16:creationId xmlns:a16="http://schemas.microsoft.com/office/drawing/2014/main" id="{6FFE8ED7-5666-4922-9EF6-A95A173220EC}"/>
                </a:ext>
              </a:extLst>
            </p:cNvPr>
            <p:cNvCxnSpPr>
              <a:cxnSpLocks noChangeShapeType="1"/>
              <a:stCxn id="87" idx="3"/>
              <a:endCxn id="90" idx="0"/>
            </p:cNvCxnSpPr>
            <p:nvPr/>
          </p:nvCxnSpPr>
          <p:spPr bwMode="auto">
            <a:xfrm flipH="1">
              <a:off x="316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68">
              <a:extLst>
                <a:ext uri="{FF2B5EF4-FFF2-40B4-BE49-F238E27FC236}">
                  <a16:creationId xmlns:a16="http://schemas.microsoft.com/office/drawing/2014/main" id="{36B18998-7CB8-4F24-B2BA-4586A56D405D}"/>
                </a:ext>
              </a:extLst>
            </p:cNvPr>
            <p:cNvCxnSpPr>
              <a:cxnSpLocks noChangeShapeType="1"/>
              <a:stCxn id="87" idx="5"/>
              <a:endCxn id="91" idx="0"/>
            </p:cNvCxnSpPr>
            <p:nvPr/>
          </p:nvCxnSpPr>
          <p:spPr bwMode="auto">
            <a:xfrm>
              <a:off x="342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96">
              <a:extLst>
                <a:ext uri="{FF2B5EF4-FFF2-40B4-BE49-F238E27FC236}">
                  <a16:creationId xmlns:a16="http://schemas.microsoft.com/office/drawing/2014/main" id="{C4B63A0A-DB3F-46FD-B2AE-F88F6D88E6A6}"/>
                </a:ext>
              </a:extLst>
            </p:cNvPr>
            <p:cNvSpPr>
              <a:spLocks noChangeArrowheads="1"/>
            </p:cNvSpPr>
            <p:nvPr/>
          </p:nvSpPr>
          <p:spPr bwMode="auto">
            <a:xfrm rot="5400000" flipH="1">
              <a:off x="3000" y="309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99" name="AutoShape 98">
              <a:extLst>
                <a:ext uri="{FF2B5EF4-FFF2-40B4-BE49-F238E27FC236}">
                  <a16:creationId xmlns:a16="http://schemas.microsoft.com/office/drawing/2014/main" id="{B6AB897B-8B3D-4C8C-BBD8-AB7A49002F73}"/>
                </a:ext>
              </a:extLst>
            </p:cNvPr>
            <p:cNvCxnSpPr>
              <a:cxnSpLocks noChangeShapeType="1"/>
              <a:stCxn id="98" idx="6"/>
              <a:endCxn id="85" idx="4"/>
            </p:cNvCxnSpPr>
            <p:nvPr/>
          </p:nvCxnSpPr>
          <p:spPr bwMode="auto">
            <a:xfrm flipV="1">
              <a:off x="3024" y="3031"/>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AutoShape 99">
              <a:extLst>
                <a:ext uri="{FF2B5EF4-FFF2-40B4-BE49-F238E27FC236}">
                  <a16:creationId xmlns:a16="http://schemas.microsoft.com/office/drawing/2014/main" id="{30703014-CB34-4469-8AAD-A2675C0F0C6C}"/>
                </a:ext>
              </a:extLst>
            </p:cNvPr>
            <p:cNvSpPr>
              <a:spLocks noChangeArrowheads="1"/>
            </p:cNvSpPr>
            <p:nvPr/>
          </p:nvSpPr>
          <p:spPr bwMode="auto">
            <a:xfrm rot="5400000" flipH="1">
              <a:off x="2560" y="342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1" name="AutoShape 100">
              <a:extLst>
                <a:ext uri="{FF2B5EF4-FFF2-40B4-BE49-F238E27FC236}">
                  <a16:creationId xmlns:a16="http://schemas.microsoft.com/office/drawing/2014/main" id="{3A88327A-1F6C-474E-8F9B-BEBB29A200D3}"/>
                </a:ext>
              </a:extLst>
            </p:cNvPr>
            <p:cNvCxnSpPr>
              <a:cxnSpLocks noChangeShapeType="1"/>
              <a:stCxn id="100" idx="6"/>
            </p:cNvCxnSpPr>
            <p:nvPr/>
          </p:nvCxnSpPr>
          <p:spPr bwMode="auto">
            <a:xfrm flipV="1">
              <a:off x="2584" y="335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101">
              <a:extLst>
                <a:ext uri="{FF2B5EF4-FFF2-40B4-BE49-F238E27FC236}">
                  <a16:creationId xmlns:a16="http://schemas.microsoft.com/office/drawing/2014/main" id="{4DA1A7C3-B510-4418-840F-B88C044419F8}"/>
                </a:ext>
              </a:extLst>
            </p:cNvPr>
            <p:cNvSpPr>
              <a:spLocks noChangeArrowheads="1"/>
            </p:cNvSpPr>
            <p:nvPr/>
          </p:nvSpPr>
          <p:spPr bwMode="auto">
            <a:xfrm rot="5400000" flipH="1">
              <a:off x="3344" y="34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3" name="AutoShape 102">
              <a:extLst>
                <a:ext uri="{FF2B5EF4-FFF2-40B4-BE49-F238E27FC236}">
                  <a16:creationId xmlns:a16="http://schemas.microsoft.com/office/drawing/2014/main" id="{29AE9DAB-BFBC-4D14-AC8D-7DCC5BA65571}"/>
                </a:ext>
              </a:extLst>
            </p:cNvPr>
            <p:cNvCxnSpPr>
              <a:cxnSpLocks noChangeShapeType="1"/>
              <a:stCxn id="102" idx="6"/>
            </p:cNvCxnSpPr>
            <p:nvPr/>
          </p:nvCxnSpPr>
          <p:spPr bwMode="auto">
            <a:xfrm flipV="1">
              <a:off x="3368" y="335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03">
              <a:extLst>
                <a:ext uri="{FF2B5EF4-FFF2-40B4-BE49-F238E27FC236}">
                  <a16:creationId xmlns:a16="http://schemas.microsoft.com/office/drawing/2014/main" id="{A1358134-5206-43EE-8FE0-50B129BD3B84}"/>
                </a:ext>
              </a:extLst>
            </p:cNvPr>
            <p:cNvSpPr>
              <a:spLocks noChangeArrowheads="1"/>
            </p:cNvSpPr>
            <p:nvPr/>
          </p:nvSpPr>
          <p:spPr bwMode="auto">
            <a:xfrm rot="5400000" flipH="1">
              <a:off x="2380" y="376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5" name="AutoShape 104">
              <a:extLst>
                <a:ext uri="{FF2B5EF4-FFF2-40B4-BE49-F238E27FC236}">
                  <a16:creationId xmlns:a16="http://schemas.microsoft.com/office/drawing/2014/main" id="{5FFA664A-929E-45D7-BA89-F435944A60EF}"/>
                </a:ext>
              </a:extLst>
            </p:cNvPr>
            <p:cNvCxnSpPr>
              <a:cxnSpLocks noChangeShapeType="1"/>
              <a:stCxn id="104" idx="6"/>
            </p:cNvCxnSpPr>
            <p:nvPr/>
          </p:nvCxnSpPr>
          <p:spPr bwMode="auto">
            <a:xfrm flipV="1">
              <a:off x="2404" y="369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05">
              <a:extLst>
                <a:ext uri="{FF2B5EF4-FFF2-40B4-BE49-F238E27FC236}">
                  <a16:creationId xmlns:a16="http://schemas.microsoft.com/office/drawing/2014/main" id="{35C521F3-8D7E-42BB-B7C8-77BFF321ED95}"/>
                </a:ext>
              </a:extLst>
            </p:cNvPr>
            <p:cNvSpPr>
              <a:spLocks noChangeArrowheads="1"/>
            </p:cNvSpPr>
            <p:nvPr/>
          </p:nvSpPr>
          <p:spPr bwMode="auto">
            <a:xfrm rot="5400000" flipH="1">
              <a:off x="276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7" name="AutoShape 106">
              <a:extLst>
                <a:ext uri="{FF2B5EF4-FFF2-40B4-BE49-F238E27FC236}">
                  <a16:creationId xmlns:a16="http://schemas.microsoft.com/office/drawing/2014/main" id="{AC062F76-C443-47CA-A524-2190F3BE691F}"/>
                </a:ext>
              </a:extLst>
            </p:cNvPr>
            <p:cNvCxnSpPr>
              <a:cxnSpLocks noChangeShapeType="1"/>
              <a:stCxn id="106" idx="6"/>
            </p:cNvCxnSpPr>
            <p:nvPr/>
          </p:nvCxnSpPr>
          <p:spPr bwMode="auto">
            <a:xfrm flipV="1">
              <a:off x="278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107">
              <a:extLst>
                <a:ext uri="{FF2B5EF4-FFF2-40B4-BE49-F238E27FC236}">
                  <a16:creationId xmlns:a16="http://schemas.microsoft.com/office/drawing/2014/main" id="{2D97534D-9922-4AF8-94A6-D8F3D967EAE9}"/>
                </a:ext>
              </a:extLst>
            </p:cNvPr>
            <p:cNvSpPr>
              <a:spLocks noChangeArrowheads="1"/>
            </p:cNvSpPr>
            <p:nvPr/>
          </p:nvSpPr>
          <p:spPr bwMode="auto">
            <a:xfrm rot="5400000" flipH="1">
              <a:off x="314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9" name="AutoShape 108">
              <a:extLst>
                <a:ext uri="{FF2B5EF4-FFF2-40B4-BE49-F238E27FC236}">
                  <a16:creationId xmlns:a16="http://schemas.microsoft.com/office/drawing/2014/main" id="{5CD55594-0709-41F9-B430-FD0E2364B90D}"/>
                </a:ext>
              </a:extLst>
            </p:cNvPr>
            <p:cNvCxnSpPr>
              <a:cxnSpLocks noChangeShapeType="1"/>
              <a:stCxn id="108" idx="6"/>
            </p:cNvCxnSpPr>
            <p:nvPr/>
          </p:nvCxnSpPr>
          <p:spPr bwMode="auto">
            <a:xfrm flipV="1">
              <a:off x="316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109">
              <a:extLst>
                <a:ext uri="{FF2B5EF4-FFF2-40B4-BE49-F238E27FC236}">
                  <a16:creationId xmlns:a16="http://schemas.microsoft.com/office/drawing/2014/main" id="{2AB5DC6D-007E-4D62-8971-6F33DAAB24B0}"/>
                </a:ext>
              </a:extLst>
            </p:cNvPr>
            <p:cNvSpPr>
              <a:spLocks noChangeArrowheads="1"/>
            </p:cNvSpPr>
            <p:nvPr/>
          </p:nvSpPr>
          <p:spPr bwMode="auto">
            <a:xfrm rot="5400000" flipH="1">
              <a:off x="3536" y="376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11" name="AutoShape 110">
              <a:extLst>
                <a:ext uri="{FF2B5EF4-FFF2-40B4-BE49-F238E27FC236}">
                  <a16:creationId xmlns:a16="http://schemas.microsoft.com/office/drawing/2014/main" id="{E8A38EF0-D370-4F37-90BF-110DC810D59D}"/>
                </a:ext>
              </a:extLst>
            </p:cNvPr>
            <p:cNvCxnSpPr>
              <a:cxnSpLocks noChangeShapeType="1"/>
              <a:stCxn id="110" idx="6"/>
            </p:cNvCxnSpPr>
            <p:nvPr/>
          </p:nvCxnSpPr>
          <p:spPr bwMode="auto">
            <a:xfrm flipV="1">
              <a:off x="3560" y="3700"/>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2" name="Group 126">
            <a:extLst>
              <a:ext uri="{FF2B5EF4-FFF2-40B4-BE49-F238E27FC236}">
                <a16:creationId xmlns:a16="http://schemas.microsoft.com/office/drawing/2014/main" id="{EA239B7B-25E3-4301-B78F-6D8A9820AAAD}"/>
              </a:ext>
            </a:extLst>
          </p:cNvPr>
          <p:cNvGrpSpPr>
            <a:grpSpLocks/>
          </p:cNvGrpSpPr>
          <p:nvPr/>
        </p:nvGrpSpPr>
        <p:grpSpPr bwMode="auto">
          <a:xfrm>
            <a:off x="1158240" y="4695825"/>
            <a:ext cx="2438400" cy="2101850"/>
            <a:chOff x="576" y="2766"/>
            <a:chExt cx="1536" cy="1324"/>
          </a:xfrm>
        </p:grpSpPr>
        <p:sp>
          <p:nvSpPr>
            <p:cNvPr id="113" name="Freeform 111">
              <a:extLst>
                <a:ext uri="{FF2B5EF4-FFF2-40B4-BE49-F238E27FC236}">
                  <a16:creationId xmlns:a16="http://schemas.microsoft.com/office/drawing/2014/main" id="{2A1FB780-116A-4922-9DC5-95F09015887D}"/>
                </a:ext>
              </a:extLst>
            </p:cNvPr>
            <p:cNvSpPr>
              <a:spLocks/>
            </p:cNvSpPr>
            <p:nvPr/>
          </p:nvSpPr>
          <p:spPr bwMode="auto">
            <a:xfrm>
              <a:off x="597" y="2766"/>
              <a:ext cx="1391" cy="1055"/>
            </a:xfrm>
            <a:custGeom>
              <a:avLst/>
              <a:gdLst>
                <a:gd name="T0" fmla="*/ 683 w 1391"/>
                <a:gd name="T1" fmla="*/ 0 h 1055"/>
                <a:gd name="T2" fmla="*/ 678 w 1391"/>
                <a:gd name="T3" fmla="*/ 70 h 1055"/>
                <a:gd name="T4" fmla="*/ 661 w 1391"/>
                <a:gd name="T5" fmla="*/ 167 h 1055"/>
                <a:gd name="T6" fmla="*/ 555 w 1391"/>
                <a:gd name="T7" fmla="*/ 242 h 1055"/>
                <a:gd name="T8" fmla="*/ 485 w 1391"/>
                <a:gd name="T9" fmla="*/ 277 h 1055"/>
                <a:gd name="T10" fmla="*/ 458 w 1391"/>
                <a:gd name="T11" fmla="*/ 285 h 1055"/>
                <a:gd name="T12" fmla="*/ 406 w 1391"/>
                <a:gd name="T13" fmla="*/ 316 h 1055"/>
                <a:gd name="T14" fmla="*/ 326 w 1391"/>
                <a:gd name="T15" fmla="*/ 391 h 1055"/>
                <a:gd name="T16" fmla="*/ 291 w 1391"/>
                <a:gd name="T17" fmla="*/ 417 h 1055"/>
                <a:gd name="T18" fmla="*/ 238 w 1391"/>
                <a:gd name="T19" fmla="*/ 457 h 1055"/>
                <a:gd name="T20" fmla="*/ 216 w 1391"/>
                <a:gd name="T21" fmla="*/ 510 h 1055"/>
                <a:gd name="T22" fmla="*/ 177 w 1391"/>
                <a:gd name="T23" fmla="*/ 576 h 1055"/>
                <a:gd name="T24" fmla="*/ 85 w 1391"/>
                <a:gd name="T25" fmla="*/ 734 h 1055"/>
                <a:gd name="T26" fmla="*/ 32 w 1391"/>
                <a:gd name="T27" fmla="*/ 822 h 1055"/>
                <a:gd name="T28" fmla="*/ 1 w 1391"/>
                <a:gd name="T29" fmla="*/ 914 h 1055"/>
                <a:gd name="T30" fmla="*/ 5 w 1391"/>
                <a:gd name="T31" fmla="*/ 998 h 1055"/>
                <a:gd name="T32" fmla="*/ 120 w 1391"/>
                <a:gd name="T33" fmla="*/ 1055 h 1055"/>
                <a:gd name="T34" fmla="*/ 247 w 1391"/>
                <a:gd name="T35" fmla="*/ 1033 h 1055"/>
                <a:gd name="T36" fmla="*/ 300 w 1391"/>
                <a:gd name="T37" fmla="*/ 1002 h 1055"/>
                <a:gd name="T38" fmla="*/ 331 w 1391"/>
                <a:gd name="T39" fmla="*/ 963 h 1055"/>
                <a:gd name="T40" fmla="*/ 401 w 1391"/>
                <a:gd name="T41" fmla="*/ 857 h 1055"/>
                <a:gd name="T42" fmla="*/ 432 w 1391"/>
                <a:gd name="T43" fmla="*/ 861 h 1055"/>
                <a:gd name="T44" fmla="*/ 449 w 1391"/>
                <a:gd name="T45" fmla="*/ 888 h 1055"/>
                <a:gd name="T46" fmla="*/ 476 w 1391"/>
                <a:gd name="T47" fmla="*/ 971 h 1055"/>
                <a:gd name="T48" fmla="*/ 489 w 1391"/>
                <a:gd name="T49" fmla="*/ 998 h 1055"/>
                <a:gd name="T50" fmla="*/ 529 w 1391"/>
                <a:gd name="T51" fmla="*/ 1011 h 1055"/>
                <a:gd name="T52" fmla="*/ 691 w 1391"/>
                <a:gd name="T53" fmla="*/ 989 h 1055"/>
                <a:gd name="T54" fmla="*/ 735 w 1391"/>
                <a:gd name="T55" fmla="*/ 923 h 1055"/>
                <a:gd name="T56" fmla="*/ 735 w 1391"/>
                <a:gd name="T57" fmla="*/ 800 h 1055"/>
                <a:gd name="T58" fmla="*/ 713 w 1391"/>
                <a:gd name="T59" fmla="*/ 760 h 1055"/>
                <a:gd name="T60" fmla="*/ 704 w 1391"/>
                <a:gd name="T61" fmla="*/ 747 h 1055"/>
                <a:gd name="T62" fmla="*/ 669 w 1391"/>
                <a:gd name="T63" fmla="*/ 668 h 1055"/>
                <a:gd name="T64" fmla="*/ 661 w 1391"/>
                <a:gd name="T65" fmla="*/ 633 h 1055"/>
                <a:gd name="T66" fmla="*/ 665 w 1391"/>
                <a:gd name="T67" fmla="*/ 541 h 1055"/>
                <a:gd name="T68" fmla="*/ 810 w 1391"/>
                <a:gd name="T69" fmla="*/ 448 h 1055"/>
                <a:gd name="T70" fmla="*/ 986 w 1391"/>
                <a:gd name="T71" fmla="*/ 483 h 1055"/>
                <a:gd name="T72" fmla="*/ 986 w 1391"/>
                <a:gd name="T73" fmla="*/ 562 h 1055"/>
                <a:gd name="T74" fmla="*/ 968 w 1391"/>
                <a:gd name="T75" fmla="*/ 589 h 1055"/>
                <a:gd name="T76" fmla="*/ 920 w 1391"/>
                <a:gd name="T77" fmla="*/ 655 h 1055"/>
                <a:gd name="T78" fmla="*/ 854 w 1391"/>
                <a:gd name="T79" fmla="*/ 725 h 1055"/>
                <a:gd name="T80" fmla="*/ 823 w 1391"/>
                <a:gd name="T81" fmla="*/ 760 h 1055"/>
                <a:gd name="T82" fmla="*/ 801 w 1391"/>
                <a:gd name="T83" fmla="*/ 800 h 1055"/>
                <a:gd name="T84" fmla="*/ 788 w 1391"/>
                <a:gd name="T85" fmla="*/ 839 h 1055"/>
                <a:gd name="T86" fmla="*/ 792 w 1391"/>
                <a:gd name="T87" fmla="*/ 897 h 1055"/>
                <a:gd name="T88" fmla="*/ 938 w 1391"/>
                <a:gd name="T89" fmla="*/ 1029 h 1055"/>
                <a:gd name="T90" fmla="*/ 1043 w 1391"/>
                <a:gd name="T91" fmla="*/ 1011 h 1055"/>
                <a:gd name="T92" fmla="*/ 1091 w 1391"/>
                <a:gd name="T93" fmla="*/ 963 h 1055"/>
                <a:gd name="T94" fmla="*/ 1105 w 1391"/>
                <a:gd name="T95" fmla="*/ 949 h 1055"/>
                <a:gd name="T96" fmla="*/ 1109 w 1391"/>
                <a:gd name="T97" fmla="*/ 787 h 1055"/>
                <a:gd name="T98" fmla="*/ 1135 w 1391"/>
                <a:gd name="T99" fmla="*/ 690 h 1055"/>
                <a:gd name="T100" fmla="*/ 1166 w 1391"/>
                <a:gd name="T101" fmla="*/ 694 h 1055"/>
                <a:gd name="T102" fmla="*/ 1184 w 1391"/>
                <a:gd name="T103" fmla="*/ 752 h 1055"/>
                <a:gd name="T104" fmla="*/ 1206 w 1391"/>
                <a:gd name="T105" fmla="*/ 839 h 1055"/>
                <a:gd name="T106" fmla="*/ 1228 w 1391"/>
                <a:gd name="T107" fmla="*/ 936 h 1055"/>
                <a:gd name="T108" fmla="*/ 1259 w 1391"/>
                <a:gd name="T109" fmla="*/ 989 h 1055"/>
                <a:gd name="T110" fmla="*/ 1324 w 1391"/>
                <a:gd name="T111" fmla="*/ 1033 h 1055"/>
                <a:gd name="T112" fmla="*/ 1382 w 1391"/>
                <a:gd name="T113" fmla="*/ 1051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91" h="1055">
                  <a:moveTo>
                    <a:pt x="683" y="0"/>
                  </a:moveTo>
                  <a:cubicBezTo>
                    <a:pt x="690" y="24"/>
                    <a:pt x="684" y="47"/>
                    <a:pt x="678" y="70"/>
                  </a:cubicBezTo>
                  <a:cubicBezTo>
                    <a:pt x="677" y="83"/>
                    <a:pt x="671" y="154"/>
                    <a:pt x="661" y="167"/>
                  </a:cubicBezTo>
                  <a:cubicBezTo>
                    <a:pt x="639" y="194"/>
                    <a:pt x="585" y="224"/>
                    <a:pt x="555" y="242"/>
                  </a:cubicBezTo>
                  <a:cubicBezTo>
                    <a:pt x="534" y="255"/>
                    <a:pt x="508" y="268"/>
                    <a:pt x="485" y="277"/>
                  </a:cubicBezTo>
                  <a:cubicBezTo>
                    <a:pt x="476" y="280"/>
                    <a:pt x="458" y="285"/>
                    <a:pt x="458" y="285"/>
                  </a:cubicBezTo>
                  <a:cubicBezTo>
                    <a:pt x="440" y="298"/>
                    <a:pt x="426" y="310"/>
                    <a:pt x="406" y="316"/>
                  </a:cubicBezTo>
                  <a:cubicBezTo>
                    <a:pt x="379" y="341"/>
                    <a:pt x="358" y="371"/>
                    <a:pt x="326" y="391"/>
                  </a:cubicBezTo>
                  <a:cubicBezTo>
                    <a:pt x="316" y="407"/>
                    <a:pt x="307" y="407"/>
                    <a:pt x="291" y="417"/>
                  </a:cubicBezTo>
                  <a:cubicBezTo>
                    <a:pt x="272" y="430"/>
                    <a:pt x="257" y="445"/>
                    <a:pt x="238" y="457"/>
                  </a:cubicBezTo>
                  <a:cubicBezTo>
                    <a:pt x="232" y="477"/>
                    <a:pt x="228" y="493"/>
                    <a:pt x="216" y="510"/>
                  </a:cubicBezTo>
                  <a:cubicBezTo>
                    <a:pt x="209" y="533"/>
                    <a:pt x="190" y="555"/>
                    <a:pt x="177" y="576"/>
                  </a:cubicBezTo>
                  <a:cubicBezTo>
                    <a:pt x="144" y="628"/>
                    <a:pt x="130" y="689"/>
                    <a:pt x="85" y="734"/>
                  </a:cubicBezTo>
                  <a:cubicBezTo>
                    <a:pt x="73" y="766"/>
                    <a:pt x="48" y="792"/>
                    <a:pt x="32" y="822"/>
                  </a:cubicBezTo>
                  <a:cubicBezTo>
                    <a:pt x="18" y="848"/>
                    <a:pt x="10" y="885"/>
                    <a:pt x="1" y="914"/>
                  </a:cubicBezTo>
                  <a:cubicBezTo>
                    <a:pt x="2" y="942"/>
                    <a:pt x="0" y="971"/>
                    <a:pt x="5" y="998"/>
                  </a:cubicBezTo>
                  <a:cubicBezTo>
                    <a:pt x="13" y="1038"/>
                    <a:pt x="89" y="1045"/>
                    <a:pt x="120" y="1055"/>
                  </a:cubicBezTo>
                  <a:cubicBezTo>
                    <a:pt x="168" y="1052"/>
                    <a:pt x="203" y="1047"/>
                    <a:pt x="247" y="1033"/>
                  </a:cubicBezTo>
                  <a:cubicBezTo>
                    <a:pt x="265" y="1021"/>
                    <a:pt x="280" y="1010"/>
                    <a:pt x="300" y="1002"/>
                  </a:cubicBezTo>
                  <a:cubicBezTo>
                    <a:pt x="312" y="990"/>
                    <a:pt x="331" y="963"/>
                    <a:pt x="331" y="963"/>
                  </a:cubicBezTo>
                  <a:cubicBezTo>
                    <a:pt x="342" y="924"/>
                    <a:pt x="360" y="870"/>
                    <a:pt x="401" y="857"/>
                  </a:cubicBezTo>
                  <a:cubicBezTo>
                    <a:pt x="411" y="858"/>
                    <a:pt x="422" y="857"/>
                    <a:pt x="432" y="861"/>
                  </a:cubicBezTo>
                  <a:cubicBezTo>
                    <a:pt x="445" y="866"/>
                    <a:pt x="445" y="877"/>
                    <a:pt x="449" y="888"/>
                  </a:cubicBezTo>
                  <a:cubicBezTo>
                    <a:pt x="458" y="915"/>
                    <a:pt x="467" y="943"/>
                    <a:pt x="476" y="971"/>
                  </a:cubicBezTo>
                  <a:cubicBezTo>
                    <a:pt x="479" y="981"/>
                    <a:pt x="479" y="991"/>
                    <a:pt x="489" y="998"/>
                  </a:cubicBezTo>
                  <a:cubicBezTo>
                    <a:pt x="497" y="1005"/>
                    <a:pt x="519" y="1008"/>
                    <a:pt x="529" y="1011"/>
                  </a:cubicBezTo>
                  <a:cubicBezTo>
                    <a:pt x="590" y="1008"/>
                    <a:pt x="635" y="1006"/>
                    <a:pt x="691" y="989"/>
                  </a:cubicBezTo>
                  <a:cubicBezTo>
                    <a:pt x="706" y="967"/>
                    <a:pt x="720" y="945"/>
                    <a:pt x="735" y="923"/>
                  </a:cubicBezTo>
                  <a:cubicBezTo>
                    <a:pt x="749" y="873"/>
                    <a:pt x="743" y="902"/>
                    <a:pt x="735" y="800"/>
                  </a:cubicBezTo>
                  <a:cubicBezTo>
                    <a:pt x="734" y="786"/>
                    <a:pt x="719" y="769"/>
                    <a:pt x="713" y="760"/>
                  </a:cubicBezTo>
                  <a:cubicBezTo>
                    <a:pt x="710" y="756"/>
                    <a:pt x="704" y="747"/>
                    <a:pt x="704" y="747"/>
                  </a:cubicBezTo>
                  <a:cubicBezTo>
                    <a:pt x="695" y="719"/>
                    <a:pt x="686" y="692"/>
                    <a:pt x="669" y="668"/>
                  </a:cubicBezTo>
                  <a:cubicBezTo>
                    <a:pt x="667" y="656"/>
                    <a:pt x="661" y="645"/>
                    <a:pt x="661" y="633"/>
                  </a:cubicBezTo>
                  <a:cubicBezTo>
                    <a:pt x="661" y="602"/>
                    <a:pt x="663" y="572"/>
                    <a:pt x="665" y="541"/>
                  </a:cubicBezTo>
                  <a:cubicBezTo>
                    <a:pt x="670" y="481"/>
                    <a:pt x="767" y="465"/>
                    <a:pt x="810" y="448"/>
                  </a:cubicBezTo>
                  <a:cubicBezTo>
                    <a:pt x="880" y="452"/>
                    <a:pt x="929" y="448"/>
                    <a:pt x="986" y="483"/>
                  </a:cubicBezTo>
                  <a:cubicBezTo>
                    <a:pt x="1005" y="512"/>
                    <a:pt x="996" y="530"/>
                    <a:pt x="986" y="562"/>
                  </a:cubicBezTo>
                  <a:cubicBezTo>
                    <a:pt x="983" y="572"/>
                    <a:pt x="968" y="589"/>
                    <a:pt x="968" y="589"/>
                  </a:cubicBezTo>
                  <a:cubicBezTo>
                    <a:pt x="960" y="614"/>
                    <a:pt x="935" y="633"/>
                    <a:pt x="920" y="655"/>
                  </a:cubicBezTo>
                  <a:cubicBezTo>
                    <a:pt x="911" y="684"/>
                    <a:pt x="878" y="708"/>
                    <a:pt x="854" y="725"/>
                  </a:cubicBezTo>
                  <a:cubicBezTo>
                    <a:pt x="833" y="756"/>
                    <a:pt x="845" y="746"/>
                    <a:pt x="823" y="760"/>
                  </a:cubicBezTo>
                  <a:cubicBezTo>
                    <a:pt x="819" y="775"/>
                    <a:pt x="801" y="800"/>
                    <a:pt x="801" y="800"/>
                  </a:cubicBezTo>
                  <a:cubicBezTo>
                    <a:pt x="797" y="813"/>
                    <a:pt x="792" y="826"/>
                    <a:pt x="788" y="839"/>
                  </a:cubicBezTo>
                  <a:cubicBezTo>
                    <a:pt x="789" y="858"/>
                    <a:pt x="790" y="878"/>
                    <a:pt x="792" y="897"/>
                  </a:cubicBezTo>
                  <a:cubicBezTo>
                    <a:pt x="802" y="994"/>
                    <a:pt x="856" y="1006"/>
                    <a:pt x="938" y="1029"/>
                  </a:cubicBezTo>
                  <a:cubicBezTo>
                    <a:pt x="978" y="1025"/>
                    <a:pt x="1007" y="1022"/>
                    <a:pt x="1043" y="1011"/>
                  </a:cubicBezTo>
                  <a:cubicBezTo>
                    <a:pt x="1061" y="998"/>
                    <a:pt x="1075" y="979"/>
                    <a:pt x="1091" y="963"/>
                  </a:cubicBezTo>
                  <a:cubicBezTo>
                    <a:pt x="1096" y="958"/>
                    <a:pt x="1105" y="949"/>
                    <a:pt x="1105" y="949"/>
                  </a:cubicBezTo>
                  <a:cubicBezTo>
                    <a:pt x="1126" y="880"/>
                    <a:pt x="1113" y="932"/>
                    <a:pt x="1109" y="787"/>
                  </a:cubicBezTo>
                  <a:cubicBezTo>
                    <a:pt x="1112" y="731"/>
                    <a:pt x="1098" y="716"/>
                    <a:pt x="1135" y="690"/>
                  </a:cubicBezTo>
                  <a:cubicBezTo>
                    <a:pt x="1145" y="691"/>
                    <a:pt x="1156" y="690"/>
                    <a:pt x="1166" y="694"/>
                  </a:cubicBezTo>
                  <a:cubicBezTo>
                    <a:pt x="1181" y="701"/>
                    <a:pt x="1180" y="738"/>
                    <a:pt x="1184" y="752"/>
                  </a:cubicBezTo>
                  <a:cubicBezTo>
                    <a:pt x="1191" y="781"/>
                    <a:pt x="1201" y="809"/>
                    <a:pt x="1206" y="839"/>
                  </a:cubicBezTo>
                  <a:cubicBezTo>
                    <a:pt x="1211" y="870"/>
                    <a:pt x="1213" y="908"/>
                    <a:pt x="1228" y="936"/>
                  </a:cubicBezTo>
                  <a:cubicBezTo>
                    <a:pt x="1236" y="950"/>
                    <a:pt x="1247" y="978"/>
                    <a:pt x="1259" y="989"/>
                  </a:cubicBezTo>
                  <a:cubicBezTo>
                    <a:pt x="1277" y="1005"/>
                    <a:pt x="1304" y="1019"/>
                    <a:pt x="1324" y="1033"/>
                  </a:cubicBezTo>
                  <a:cubicBezTo>
                    <a:pt x="1337" y="1042"/>
                    <a:pt x="1391" y="1039"/>
                    <a:pt x="1382" y="1051"/>
                  </a:cubicBezTo>
                </a:path>
              </a:pathLst>
            </a:custGeom>
            <a:noFill/>
            <a:ln w="9525" cap="flat" cmpd="sng">
              <a:solidFill>
                <a:schemeClr val="folHlink"/>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4" name="Text Box 114">
              <a:extLst>
                <a:ext uri="{FF2B5EF4-FFF2-40B4-BE49-F238E27FC236}">
                  <a16:creationId xmlns:a16="http://schemas.microsoft.com/office/drawing/2014/main" id="{C152E080-5E82-4B58-BED5-05B62E1DD85B}"/>
                </a:ext>
              </a:extLst>
            </p:cNvPr>
            <p:cNvSpPr txBox="1">
              <a:spLocks noChangeArrowheads="1"/>
            </p:cNvSpPr>
            <p:nvPr/>
          </p:nvSpPr>
          <p:spPr bwMode="auto">
            <a:xfrm>
              <a:off x="57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A B D E C F G</a:t>
              </a:r>
            </a:p>
          </p:txBody>
        </p:sp>
      </p:grpSp>
      <p:grpSp>
        <p:nvGrpSpPr>
          <p:cNvPr id="115" name="Group 127">
            <a:extLst>
              <a:ext uri="{FF2B5EF4-FFF2-40B4-BE49-F238E27FC236}">
                <a16:creationId xmlns:a16="http://schemas.microsoft.com/office/drawing/2014/main" id="{98EDB5A6-D427-4C9D-8AD6-F550A6B1711B}"/>
              </a:ext>
            </a:extLst>
          </p:cNvPr>
          <p:cNvGrpSpPr>
            <a:grpSpLocks/>
          </p:cNvGrpSpPr>
          <p:nvPr/>
        </p:nvGrpSpPr>
        <p:grpSpPr bwMode="auto">
          <a:xfrm>
            <a:off x="3712528" y="4813301"/>
            <a:ext cx="2551112" cy="1984375"/>
            <a:chOff x="2185" y="2840"/>
            <a:chExt cx="1607" cy="1250"/>
          </a:xfrm>
        </p:grpSpPr>
        <p:sp>
          <p:nvSpPr>
            <p:cNvPr id="116" name="Freeform 112">
              <a:extLst>
                <a:ext uri="{FF2B5EF4-FFF2-40B4-BE49-F238E27FC236}">
                  <a16:creationId xmlns:a16="http://schemas.microsoft.com/office/drawing/2014/main" id="{9109F0F7-15A5-48A2-8FD1-EC670639DE15}"/>
                </a:ext>
              </a:extLst>
            </p:cNvPr>
            <p:cNvSpPr>
              <a:spLocks/>
            </p:cNvSpPr>
            <p:nvPr/>
          </p:nvSpPr>
          <p:spPr bwMode="auto">
            <a:xfrm>
              <a:off x="2185" y="2840"/>
              <a:ext cx="1517" cy="1007"/>
            </a:xfrm>
            <a:custGeom>
              <a:avLst/>
              <a:gdLst>
                <a:gd name="T0" fmla="*/ 625 w 1517"/>
                <a:gd name="T1" fmla="*/ 0 h 1007"/>
                <a:gd name="T2" fmla="*/ 589 w 1517"/>
                <a:gd name="T3" fmla="*/ 58 h 1007"/>
                <a:gd name="T4" fmla="*/ 576 w 1517"/>
                <a:gd name="T5" fmla="*/ 66 h 1007"/>
                <a:gd name="T6" fmla="*/ 537 w 1517"/>
                <a:gd name="T7" fmla="*/ 106 h 1007"/>
                <a:gd name="T8" fmla="*/ 462 w 1517"/>
                <a:gd name="T9" fmla="*/ 172 h 1007"/>
                <a:gd name="T10" fmla="*/ 374 w 1517"/>
                <a:gd name="T11" fmla="*/ 229 h 1007"/>
                <a:gd name="T12" fmla="*/ 167 w 1517"/>
                <a:gd name="T13" fmla="*/ 414 h 1007"/>
                <a:gd name="T14" fmla="*/ 141 w 1517"/>
                <a:gd name="T15" fmla="*/ 462 h 1007"/>
                <a:gd name="T16" fmla="*/ 84 w 1517"/>
                <a:gd name="T17" fmla="*/ 546 h 1007"/>
                <a:gd name="T18" fmla="*/ 71 w 1517"/>
                <a:gd name="T19" fmla="*/ 581 h 1007"/>
                <a:gd name="T20" fmla="*/ 57 w 1517"/>
                <a:gd name="T21" fmla="*/ 616 h 1007"/>
                <a:gd name="T22" fmla="*/ 5 w 1517"/>
                <a:gd name="T23" fmla="*/ 840 h 1007"/>
                <a:gd name="T24" fmla="*/ 13 w 1517"/>
                <a:gd name="T25" fmla="*/ 902 h 1007"/>
                <a:gd name="T26" fmla="*/ 57 w 1517"/>
                <a:gd name="T27" fmla="*/ 919 h 1007"/>
                <a:gd name="T28" fmla="*/ 172 w 1517"/>
                <a:gd name="T29" fmla="*/ 946 h 1007"/>
                <a:gd name="T30" fmla="*/ 304 w 1517"/>
                <a:gd name="T31" fmla="*/ 928 h 1007"/>
                <a:gd name="T32" fmla="*/ 378 w 1517"/>
                <a:gd name="T33" fmla="*/ 823 h 1007"/>
                <a:gd name="T34" fmla="*/ 356 w 1517"/>
                <a:gd name="T35" fmla="*/ 678 h 1007"/>
                <a:gd name="T36" fmla="*/ 343 w 1517"/>
                <a:gd name="T37" fmla="*/ 634 h 1007"/>
                <a:gd name="T38" fmla="*/ 392 w 1517"/>
                <a:gd name="T39" fmla="*/ 603 h 1007"/>
                <a:gd name="T40" fmla="*/ 422 w 1517"/>
                <a:gd name="T41" fmla="*/ 638 h 1007"/>
                <a:gd name="T42" fmla="*/ 418 w 1517"/>
                <a:gd name="T43" fmla="*/ 748 h 1007"/>
                <a:gd name="T44" fmla="*/ 422 w 1517"/>
                <a:gd name="T45" fmla="*/ 823 h 1007"/>
                <a:gd name="T46" fmla="*/ 559 w 1517"/>
                <a:gd name="T47" fmla="*/ 915 h 1007"/>
                <a:gd name="T48" fmla="*/ 607 w 1517"/>
                <a:gd name="T49" fmla="*/ 928 h 1007"/>
                <a:gd name="T50" fmla="*/ 691 w 1517"/>
                <a:gd name="T51" fmla="*/ 919 h 1007"/>
                <a:gd name="T52" fmla="*/ 726 w 1517"/>
                <a:gd name="T53" fmla="*/ 875 h 1007"/>
                <a:gd name="T54" fmla="*/ 735 w 1517"/>
                <a:gd name="T55" fmla="*/ 862 h 1007"/>
                <a:gd name="T56" fmla="*/ 774 w 1517"/>
                <a:gd name="T57" fmla="*/ 735 h 1007"/>
                <a:gd name="T58" fmla="*/ 664 w 1517"/>
                <a:gd name="T59" fmla="*/ 445 h 1007"/>
                <a:gd name="T60" fmla="*/ 743 w 1517"/>
                <a:gd name="T61" fmla="*/ 295 h 1007"/>
                <a:gd name="T62" fmla="*/ 853 w 1517"/>
                <a:gd name="T63" fmla="*/ 299 h 1007"/>
                <a:gd name="T64" fmla="*/ 880 w 1517"/>
                <a:gd name="T65" fmla="*/ 339 h 1007"/>
                <a:gd name="T66" fmla="*/ 902 w 1517"/>
                <a:gd name="T67" fmla="*/ 396 h 1007"/>
                <a:gd name="T68" fmla="*/ 866 w 1517"/>
                <a:gd name="T69" fmla="*/ 541 h 1007"/>
                <a:gd name="T70" fmla="*/ 805 w 1517"/>
                <a:gd name="T71" fmla="*/ 730 h 1007"/>
                <a:gd name="T72" fmla="*/ 836 w 1517"/>
                <a:gd name="T73" fmla="*/ 893 h 1007"/>
                <a:gd name="T74" fmla="*/ 915 w 1517"/>
                <a:gd name="T75" fmla="*/ 928 h 1007"/>
                <a:gd name="T76" fmla="*/ 963 w 1517"/>
                <a:gd name="T77" fmla="*/ 941 h 1007"/>
                <a:gd name="T78" fmla="*/ 1078 w 1517"/>
                <a:gd name="T79" fmla="*/ 928 h 1007"/>
                <a:gd name="T80" fmla="*/ 1152 w 1517"/>
                <a:gd name="T81" fmla="*/ 836 h 1007"/>
                <a:gd name="T82" fmla="*/ 1117 w 1517"/>
                <a:gd name="T83" fmla="*/ 673 h 1007"/>
                <a:gd name="T84" fmla="*/ 1170 w 1517"/>
                <a:gd name="T85" fmla="*/ 616 h 1007"/>
                <a:gd name="T86" fmla="*/ 1196 w 1517"/>
                <a:gd name="T87" fmla="*/ 620 h 1007"/>
                <a:gd name="T88" fmla="*/ 1201 w 1517"/>
                <a:gd name="T89" fmla="*/ 634 h 1007"/>
                <a:gd name="T90" fmla="*/ 1218 w 1517"/>
                <a:gd name="T91" fmla="*/ 695 h 1007"/>
                <a:gd name="T92" fmla="*/ 1262 w 1517"/>
                <a:gd name="T93" fmla="*/ 893 h 1007"/>
                <a:gd name="T94" fmla="*/ 1328 w 1517"/>
                <a:gd name="T95" fmla="*/ 928 h 1007"/>
                <a:gd name="T96" fmla="*/ 1372 w 1517"/>
                <a:gd name="T97" fmla="*/ 946 h 1007"/>
                <a:gd name="T98" fmla="*/ 1385 w 1517"/>
                <a:gd name="T99" fmla="*/ 950 h 1007"/>
                <a:gd name="T100" fmla="*/ 1456 w 1517"/>
                <a:gd name="T101" fmla="*/ 985 h 1007"/>
                <a:gd name="T102" fmla="*/ 1517 w 1517"/>
                <a:gd name="T103" fmla="*/ 1007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17" h="1007">
                  <a:moveTo>
                    <a:pt x="625" y="0"/>
                  </a:moveTo>
                  <a:cubicBezTo>
                    <a:pt x="612" y="20"/>
                    <a:pt x="606" y="41"/>
                    <a:pt x="589" y="58"/>
                  </a:cubicBezTo>
                  <a:cubicBezTo>
                    <a:pt x="585" y="62"/>
                    <a:pt x="580" y="63"/>
                    <a:pt x="576" y="66"/>
                  </a:cubicBezTo>
                  <a:cubicBezTo>
                    <a:pt x="562" y="79"/>
                    <a:pt x="549" y="92"/>
                    <a:pt x="537" y="106"/>
                  </a:cubicBezTo>
                  <a:cubicBezTo>
                    <a:pt x="515" y="133"/>
                    <a:pt x="497" y="161"/>
                    <a:pt x="462" y="172"/>
                  </a:cubicBezTo>
                  <a:cubicBezTo>
                    <a:pt x="438" y="196"/>
                    <a:pt x="400" y="205"/>
                    <a:pt x="374" y="229"/>
                  </a:cubicBezTo>
                  <a:cubicBezTo>
                    <a:pt x="305" y="291"/>
                    <a:pt x="227" y="343"/>
                    <a:pt x="167" y="414"/>
                  </a:cubicBezTo>
                  <a:cubicBezTo>
                    <a:pt x="155" y="428"/>
                    <a:pt x="151" y="446"/>
                    <a:pt x="141" y="462"/>
                  </a:cubicBezTo>
                  <a:cubicBezTo>
                    <a:pt x="124" y="490"/>
                    <a:pt x="102" y="517"/>
                    <a:pt x="84" y="546"/>
                  </a:cubicBezTo>
                  <a:cubicBezTo>
                    <a:pt x="77" y="557"/>
                    <a:pt x="76" y="569"/>
                    <a:pt x="71" y="581"/>
                  </a:cubicBezTo>
                  <a:cubicBezTo>
                    <a:pt x="66" y="593"/>
                    <a:pt x="57" y="616"/>
                    <a:pt x="57" y="616"/>
                  </a:cubicBezTo>
                  <a:cubicBezTo>
                    <a:pt x="45" y="692"/>
                    <a:pt x="17" y="764"/>
                    <a:pt x="5" y="840"/>
                  </a:cubicBezTo>
                  <a:cubicBezTo>
                    <a:pt x="7" y="861"/>
                    <a:pt x="0" y="886"/>
                    <a:pt x="13" y="902"/>
                  </a:cubicBezTo>
                  <a:cubicBezTo>
                    <a:pt x="23" y="914"/>
                    <a:pt x="43" y="915"/>
                    <a:pt x="57" y="919"/>
                  </a:cubicBezTo>
                  <a:cubicBezTo>
                    <a:pt x="97" y="931"/>
                    <a:pt x="130" y="941"/>
                    <a:pt x="172" y="946"/>
                  </a:cubicBezTo>
                  <a:cubicBezTo>
                    <a:pt x="220" y="943"/>
                    <a:pt x="259" y="941"/>
                    <a:pt x="304" y="928"/>
                  </a:cubicBezTo>
                  <a:cubicBezTo>
                    <a:pt x="347" y="898"/>
                    <a:pt x="369" y="874"/>
                    <a:pt x="378" y="823"/>
                  </a:cubicBezTo>
                  <a:cubicBezTo>
                    <a:pt x="376" y="777"/>
                    <a:pt x="384" y="719"/>
                    <a:pt x="356" y="678"/>
                  </a:cubicBezTo>
                  <a:cubicBezTo>
                    <a:pt x="352" y="663"/>
                    <a:pt x="349" y="648"/>
                    <a:pt x="343" y="634"/>
                  </a:cubicBezTo>
                  <a:cubicBezTo>
                    <a:pt x="351" y="611"/>
                    <a:pt x="369" y="608"/>
                    <a:pt x="392" y="603"/>
                  </a:cubicBezTo>
                  <a:cubicBezTo>
                    <a:pt x="413" y="609"/>
                    <a:pt x="417" y="617"/>
                    <a:pt x="422" y="638"/>
                  </a:cubicBezTo>
                  <a:cubicBezTo>
                    <a:pt x="421" y="675"/>
                    <a:pt x="418" y="711"/>
                    <a:pt x="418" y="748"/>
                  </a:cubicBezTo>
                  <a:cubicBezTo>
                    <a:pt x="418" y="773"/>
                    <a:pt x="420" y="798"/>
                    <a:pt x="422" y="823"/>
                  </a:cubicBezTo>
                  <a:cubicBezTo>
                    <a:pt x="430" y="908"/>
                    <a:pt x="485" y="910"/>
                    <a:pt x="559" y="915"/>
                  </a:cubicBezTo>
                  <a:cubicBezTo>
                    <a:pt x="575" y="919"/>
                    <a:pt x="591" y="923"/>
                    <a:pt x="607" y="928"/>
                  </a:cubicBezTo>
                  <a:cubicBezTo>
                    <a:pt x="635" y="926"/>
                    <a:pt x="668" y="935"/>
                    <a:pt x="691" y="919"/>
                  </a:cubicBezTo>
                  <a:cubicBezTo>
                    <a:pt x="703" y="911"/>
                    <a:pt x="721" y="882"/>
                    <a:pt x="726" y="875"/>
                  </a:cubicBezTo>
                  <a:cubicBezTo>
                    <a:pt x="729" y="871"/>
                    <a:pt x="735" y="862"/>
                    <a:pt x="735" y="862"/>
                  </a:cubicBezTo>
                  <a:cubicBezTo>
                    <a:pt x="748" y="819"/>
                    <a:pt x="764" y="779"/>
                    <a:pt x="774" y="735"/>
                  </a:cubicBezTo>
                  <a:cubicBezTo>
                    <a:pt x="764" y="628"/>
                    <a:pt x="684" y="550"/>
                    <a:pt x="664" y="445"/>
                  </a:cubicBezTo>
                  <a:cubicBezTo>
                    <a:pt x="669" y="374"/>
                    <a:pt x="661" y="310"/>
                    <a:pt x="743" y="295"/>
                  </a:cubicBezTo>
                  <a:cubicBezTo>
                    <a:pt x="780" y="296"/>
                    <a:pt x="817" y="290"/>
                    <a:pt x="853" y="299"/>
                  </a:cubicBezTo>
                  <a:cubicBezTo>
                    <a:pt x="869" y="303"/>
                    <a:pt x="880" y="339"/>
                    <a:pt x="880" y="339"/>
                  </a:cubicBezTo>
                  <a:cubicBezTo>
                    <a:pt x="886" y="358"/>
                    <a:pt x="895" y="377"/>
                    <a:pt x="902" y="396"/>
                  </a:cubicBezTo>
                  <a:cubicBezTo>
                    <a:pt x="898" y="440"/>
                    <a:pt x="893" y="502"/>
                    <a:pt x="866" y="541"/>
                  </a:cubicBezTo>
                  <a:cubicBezTo>
                    <a:pt x="847" y="604"/>
                    <a:pt x="820" y="666"/>
                    <a:pt x="805" y="730"/>
                  </a:cubicBezTo>
                  <a:cubicBezTo>
                    <a:pt x="805" y="736"/>
                    <a:pt x="793" y="880"/>
                    <a:pt x="836" y="893"/>
                  </a:cubicBezTo>
                  <a:cubicBezTo>
                    <a:pt x="859" y="909"/>
                    <a:pt x="889" y="919"/>
                    <a:pt x="915" y="928"/>
                  </a:cubicBezTo>
                  <a:cubicBezTo>
                    <a:pt x="931" y="933"/>
                    <a:pt x="963" y="941"/>
                    <a:pt x="963" y="941"/>
                  </a:cubicBezTo>
                  <a:cubicBezTo>
                    <a:pt x="1024" y="938"/>
                    <a:pt x="1035" y="943"/>
                    <a:pt x="1078" y="928"/>
                  </a:cubicBezTo>
                  <a:cubicBezTo>
                    <a:pt x="1115" y="901"/>
                    <a:pt x="1141" y="882"/>
                    <a:pt x="1152" y="836"/>
                  </a:cubicBezTo>
                  <a:cubicBezTo>
                    <a:pt x="1148" y="777"/>
                    <a:pt x="1138" y="728"/>
                    <a:pt x="1117" y="673"/>
                  </a:cubicBezTo>
                  <a:cubicBezTo>
                    <a:pt x="1124" y="641"/>
                    <a:pt x="1138" y="626"/>
                    <a:pt x="1170" y="616"/>
                  </a:cubicBezTo>
                  <a:cubicBezTo>
                    <a:pt x="1179" y="617"/>
                    <a:pt x="1188" y="616"/>
                    <a:pt x="1196" y="620"/>
                  </a:cubicBezTo>
                  <a:cubicBezTo>
                    <a:pt x="1200" y="622"/>
                    <a:pt x="1200" y="629"/>
                    <a:pt x="1201" y="634"/>
                  </a:cubicBezTo>
                  <a:cubicBezTo>
                    <a:pt x="1207" y="656"/>
                    <a:pt x="1212" y="674"/>
                    <a:pt x="1218" y="695"/>
                  </a:cubicBezTo>
                  <a:cubicBezTo>
                    <a:pt x="1215" y="748"/>
                    <a:pt x="1188" y="870"/>
                    <a:pt x="1262" y="893"/>
                  </a:cubicBezTo>
                  <a:cubicBezTo>
                    <a:pt x="1280" y="906"/>
                    <a:pt x="1307" y="921"/>
                    <a:pt x="1328" y="928"/>
                  </a:cubicBezTo>
                  <a:cubicBezTo>
                    <a:pt x="1350" y="943"/>
                    <a:pt x="1335" y="935"/>
                    <a:pt x="1372" y="946"/>
                  </a:cubicBezTo>
                  <a:cubicBezTo>
                    <a:pt x="1376" y="947"/>
                    <a:pt x="1385" y="950"/>
                    <a:pt x="1385" y="950"/>
                  </a:cubicBezTo>
                  <a:cubicBezTo>
                    <a:pt x="1406" y="964"/>
                    <a:pt x="1432" y="976"/>
                    <a:pt x="1456" y="985"/>
                  </a:cubicBezTo>
                  <a:cubicBezTo>
                    <a:pt x="1471" y="990"/>
                    <a:pt x="1505" y="995"/>
                    <a:pt x="1517" y="1007"/>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7" name="Text Box 115">
              <a:extLst>
                <a:ext uri="{FF2B5EF4-FFF2-40B4-BE49-F238E27FC236}">
                  <a16:creationId xmlns:a16="http://schemas.microsoft.com/office/drawing/2014/main" id="{F6D409EC-7EE3-4D01-923F-51F316BB73F7}"/>
                </a:ext>
              </a:extLst>
            </p:cNvPr>
            <p:cNvSpPr txBox="1">
              <a:spLocks noChangeArrowheads="1"/>
            </p:cNvSpPr>
            <p:nvPr/>
          </p:nvSpPr>
          <p:spPr bwMode="auto">
            <a:xfrm>
              <a:off x="225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B E A F C G</a:t>
              </a:r>
            </a:p>
          </p:txBody>
        </p:sp>
      </p:grpSp>
      <p:grpSp>
        <p:nvGrpSpPr>
          <p:cNvPr id="118" name="Group 128">
            <a:extLst>
              <a:ext uri="{FF2B5EF4-FFF2-40B4-BE49-F238E27FC236}">
                <a16:creationId xmlns:a16="http://schemas.microsoft.com/office/drawing/2014/main" id="{4CB61BF2-259C-4419-AC0F-E4169A8D75D5}"/>
              </a:ext>
            </a:extLst>
          </p:cNvPr>
          <p:cNvGrpSpPr>
            <a:grpSpLocks/>
          </p:cNvGrpSpPr>
          <p:nvPr/>
        </p:nvGrpSpPr>
        <p:grpSpPr bwMode="auto">
          <a:xfrm>
            <a:off x="6187440" y="4735513"/>
            <a:ext cx="2514600" cy="2062162"/>
            <a:chOff x="3744" y="2791"/>
            <a:chExt cx="1584" cy="1299"/>
          </a:xfrm>
        </p:grpSpPr>
        <p:sp>
          <p:nvSpPr>
            <p:cNvPr id="119" name="Freeform 113">
              <a:extLst>
                <a:ext uri="{FF2B5EF4-FFF2-40B4-BE49-F238E27FC236}">
                  <a16:creationId xmlns:a16="http://schemas.microsoft.com/office/drawing/2014/main" id="{CAE3FFEA-D7F8-419B-BF4D-729A7D4529FF}"/>
                </a:ext>
              </a:extLst>
            </p:cNvPr>
            <p:cNvSpPr>
              <a:spLocks/>
            </p:cNvSpPr>
            <p:nvPr/>
          </p:nvSpPr>
          <p:spPr bwMode="auto">
            <a:xfrm>
              <a:off x="3744" y="2791"/>
              <a:ext cx="1559" cy="1098"/>
            </a:xfrm>
            <a:custGeom>
              <a:avLst/>
              <a:gdLst>
                <a:gd name="T0" fmla="*/ 569 w 1559"/>
                <a:gd name="T1" fmla="*/ 120 h 1098"/>
                <a:gd name="T2" fmla="*/ 341 w 1559"/>
                <a:gd name="T3" fmla="*/ 278 h 1098"/>
                <a:gd name="T4" fmla="*/ 139 w 1559"/>
                <a:gd name="T5" fmla="*/ 454 h 1098"/>
                <a:gd name="T6" fmla="*/ 59 w 1559"/>
                <a:gd name="T7" fmla="*/ 564 h 1098"/>
                <a:gd name="T8" fmla="*/ 15 w 1559"/>
                <a:gd name="T9" fmla="*/ 836 h 1098"/>
                <a:gd name="T10" fmla="*/ 191 w 1559"/>
                <a:gd name="T11" fmla="*/ 1012 h 1098"/>
                <a:gd name="T12" fmla="*/ 345 w 1559"/>
                <a:gd name="T13" fmla="*/ 933 h 1098"/>
                <a:gd name="T14" fmla="*/ 358 w 1559"/>
                <a:gd name="T15" fmla="*/ 810 h 1098"/>
                <a:gd name="T16" fmla="*/ 328 w 1559"/>
                <a:gd name="T17" fmla="*/ 696 h 1098"/>
                <a:gd name="T18" fmla="*/ 424 w 1559"/>
                <a:gd name="T19" fmla="*/ 674 h 1098"/>
                <a:gd name="T20" fmla="*/ 508 w 1559"/>
                <a:gd name="T21" fmla="*/ 1043 h 1098"/>
                <a:gd name="T22" fmla="*/ 706 w 1559"/>
                <a:gd name="T23" fmla="*/ 1039 h 1098"/>
                <a:gd name="T24" fmla="*/ 745 w 1559"/>
                <a:gd name="T25" fmla="*/ 819 h 1098"/>
                <a:gd name="T26" fmla="*/ 710 w 1559"/>
                <a:gd name="T27" fmla="*/ 766 h 1098"/>
                <a:gd name="T28" fmla="*/ 605 w 1559"/>
                <a:gd name="T29" fmla="*/ 595 h 1098"/>
                <a:gd name="T30" fmla="*/ 565 w 1559"/>
                <a:gd name="T31" fmla="*/ 498 h 1098"/>
                <a:gd name="T32" fmla="*/ 591 w 1559"/>
                <a:gd name="T33" fmla="*/ 419 h 1098"/>
                <a:gd name="T34" fmla="*/ 873 w 1559"/>
                <a:gd name="T35" fmla="*/ 379 h 1098"/>
                <a:gd name="T36" fmla="*/ 868 w 1559"/>
                <a:gd name="T37" fmla="*/ 612 h 1098"/>
                <a:gd name="T38" fmla="*/ 833 w 1559"/>
                <a:gd name="T39" fmla="*/ 709 h 1098"/>
                <a:gd name="T40" fmla="*/ 816 w 1559"/>
                <a:gd name="T41" fmla="*/ 920 h 1098"/>
                <a:gd name="T42" fmla="*/ 978 w 1559"/>
                <a:gd name="T43" fmla="*/ 1083 h 1098"/>
                <a:gd name="T44" fmla="*/ 1167 w 1559"/>
                <a:gd name="T45" fmla="*/ 973 h 1098"/>
                <a:gd name="T46" fmla="*/ 1106 w 1559"/>
                <a:gd name="T47" fmla="*/ 775 h 1098"/>
                <a:gd name="T48" fmla="*/ 1141 w 1559"/>
                <a:gd name="T49" fmla="*/ 661 h 1098"/>
                <a:gd name="T50" fmla="*/ 1181 w 1559"/>
                <a:gd name="T51" fmla="*/ 691 h 1098"/>
                <a:gd name="T52" fmla="*/ 1229 w 1559"/>
                <a:gd name="T53" fmla="*/ 964 h 1098"/>
                <a:gd name="T54" fmla="*/ 1321 w 1559"/>
                <a:gd name="T55" fmla="*/ 1043 h 1098"/>
                <a:gd name="T56" fmla="*/ 1524 w 1559"/>
                <a:gd name="T57" fmla="*/ 1004 h 1098"/>
                <a:gd name="T58" fmla="*/ 1537 w 1559"/>
                <a:gd name="T59" fmla="*/ 819 h 1098"/>
                <a:gd name="T60" fmla="*/ 1484 w 1559"/>
                <a:gd name="T61" fmla="*/ 749 h 1098"/>
                <a:gd name="T62" fmla="*/ 1330 w 1559"/>
                <a:gd name="T63" fmla="*/ 494 h 1098"/>
                <a:gd name="T64" fmla="*/ 1216 w 1559"/>
                <a:gd name="T65" fmla="*/ 353 h 1098"/>
                <a:gd name="T66" fmla="*/ 1027 w 1559"/>
                <a:gd name="T67" fmla="*/ 203 h 1098"/>
                <a:gd name="T68" fmla="*/ 974 w 1559"/>
                <a:gd name="T69" fmla="*/ 137 h 1098"/>
                <a:gd name="T70" fmla="*/ 1009 w 1559"/>
                <a:gd name="T71" fmla="*/ 1 h 1098"/>
                <a:gd name="T72" fmla="*/ 1141 w 1559"/>
                <a:gd name="T73" fmla="*/ 32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59" h="1098">
                  <a:moveTo>
                    <a:pt x="644" y="45"/>
                  </a:moveTo>
                  <a:cubicBezTo>
                    <a:pt x="634" y="76"/>
                    <a:pt x="596" y="102"/>
                    <a:pt x="569" y="120"/>
                  </a:cubicBezTo>
                  <a:cubicBezTo>
                    <a:pt x="552" y="148"/>
                    <a:pt x="513" y="163"/>
                    <a:pt x="486" y="181"/>
                  </a:cubicBezTo>
                  <a:cubicBezTo>
                    <a:pt x="438" y="214"/>
                    <a:pt x="389" y="245"/>
                    <a:pt x="341" y="278"/>
                  </a:cubicBezTo>
                  <a:cubicBezTo>
                    <a:pt x="293" y="311"/>
                    <a:pt x="254" y="357"/>
                    <a:pt x="209" y="392"/>
                  </a:cubicBezTo>
                  <a:cubicBezTo>
                    <a:pt x="186" y="410"/>
                    <a:pt x="157" y="431"/>
                    <a:pt x="139" y="454"/>
                  </a:cubicBezTo>
                  <a:cubicBezTo>
                    <a:pt x="119" y="480"/>
                    <a:pt x="100" y="514"/>
                    <a:pt x="77" y="537"/>
                  </a:cubicBezTo>
                  <a:cubicBezTo>
                    <a:pt x="68" y="569"/>
                    <a:pt x="81" y="532"/>
                    <a:pt x="59" y="564"/>
                  </a:cubicBezTo>
                  <a:cubicBezTo>
                    <a:pt x="44" y="585"/>
                    <a:pt x="35" y="612"/>
                    <a:pt x="20" y="634"/>
                  </a:cubicBezTo>
                  <a:cubicBezTo>
                    <a:pt x="0" y="707"/>
                    <a:pt x="10" y="726"/>
                    <a:pt x="15" y="836"/>
                  </a:cubicBezTo>
                  <a:cubicBezTo>
                    <a:pt x="18" y="899"/>
                    <a:pt x="58" y="937"/>
                    <a:pt x="108" y="968"/>
                  </a:cubicBezTo>
                  <a:cubicBezTo>
                    <a:pt x="148" y="993"/>
                    <a:pt x="137" y="1005"/>
                    <a:pt x="191" y="1012"/>
                  </a:cubicBezTo>
                  <a:cubicBezTo>
                    <a:pt x="242" y="1009"/>
                    <a:pt x="255" y="1013"/>
                    <a:pt x="292" y="999"/>
                  </a:cubicBezTo>
                  <a:cubicBezTo>
                    <a:pt x="316" y="976"/>
                    <a:pt x="327" y="959"/>
                    <a:pt x="345" y="933"/>
                  </a:cubicBezTo>
                  <a:cubicBezTo>
                    <a:pt x="351" y="914"/>
                    <a:pt x="356" y="895"/>
                    <a:pt x="363" y="876"/>
                  </a:cubicBezTo>
                  <a:cubicBezTo>
                    <a:pt x="361" y="854"/>
                    <a:pt x="361" y="832"/>
                    <a:pt x="358" y="810"/>
                  </a:cubicBezTo>
                  <a:cubicBezTo>
                    <a:pt x="354" y="781"/>
                    <a:pt x="333" y="758"/>
                    <a:pt x="323" y="731"/>
                  </a:cubicBezTo>
                  <a:cubicBezTo>
                    <a:pt x="325" y="719"/>
                    <a:pt x="322" y="706"/>
                    <a:pt x="328" y="696"/>
                  </a:cubicBezTo>
                  <a:cubicBezTo>
                    <a:pt x="339" y="678"/>
                    <a:pt x="371" y="673"/>
                    <a:pt x="389" y="669"/>
                  </a:cubicBezTo>
                  <a:cubicBezTo>
                    <a:pt x="401" y="671"/>
                    <a:pt x="413" y="670"/>
                    <a:pt x="424" y="674"/>
                  </a:cubicBezTo>
                  <a:cubicBezTo>
                    <a:pt x="443" y="682"/>
                    <a:pt x="444" y="740"/>
                    <a:pt x="446" y="753"/>
                  </a:cubicBezTo>
                  <a:cubicBezTo>
                    <a:pt x="447" y="797"/>
                    <a:pt x="424" y="998"/>
                    <a:pt x="508" y="1043"/>
                  </a:cubicBezTo>
                  <a:cubicBezTo>
                    <a:pt x="528" y="1054"/>
                    <a:pt x="552" y="1054"/>
                    <a:pt x="574" y="1056"/>
                  </a:cubicBezTo>
                  <a:cubicBezTo>
                    <a:pt x="635" y="1053"/>
                    <a:pt x="657" y="1054"/>
                    <a:pt x="706" y="1039"/>
                  </a:cubicBezTo>
                  <a:cubicBezTo>
                    <a:pt x="738" y="1006"/>
                    <a:pt x="756" y="975"/>
                    <a:pt x="772" y="933"/>
                  </a:cubicBezTo>
                  <a:cubicBezTo>
                    <a:pt x="765" y="899"/>
                    <a:pt x="761" y="849"/>
                    <a:pt x="745" y="819"/>
                  </a:cubicBezTo>
                  <a:cubicBezTo>
                    <a:pt x="734" y="799"/>
                    <a:pt x="738" y="812"/>
                    <a:pt x="723" y="793"/>
                  </a:cubicBezTo>
                  <a:cubicBezTo>
                    <a:pt x="684" y="743"/>
                    <a:pt x="741" y="811"/>
                    <a:pt x="710" y="766"/>
                  </a:cubicBezTo>
                  <a:cubicBezTo>
                    <a:pt x="701" y="753"/>
                    <a:pt x="686" y="738"/>
                    <a:pt x="675" y="727"/>
                  </a:cubicBezTo>
                  <a:cubicBezTo>
                    <a:pt x="662" y="680"/>
                    <a:pt x="626" y="639"/>
                    <a:pt x="605" y="595"/>
                  </a:cubicBezTo>
                  <a:cubicBezTo>
                    <a:pt x="597" y="579"/>
                    <a:pt x="597" y="566"/>
                    <a:pt x="587" y="551"/>
                  </a:cubicBezTo>
                  <a:cubicBezTo>
                    <a:pt x="582" y="532"/>
                    <a:pt x="576" y="514"/>
                    <a:pt x="565" y="498"/>
                  </a:cubicBezTo>
                  <a:cubicBezTo>
                    <a:pt x="562" y="489"/>
                    <a:pt x="556" y="481"/>
                    <a:pt x="556" y="472"/>
                  </a:cubicBezTo>
                  <a:cubicBezTo>
                    <a:pt x="556" y="449"/>
                    <a:pt x="576" y="432"/>
                    <a:pt x="591" y="419"/>
                  </a:cubicBezTo>
                  <a:cubicBezTo>
                    <a:pt x="643" y="376"/>
                    <a:pt x="696" y="362"/>
                    <a:pt x="763" y="353"/>
                  </a:cubicBezTo>
                  <a:cubicBezTo>
                    <a:pt x="812" y="356"/>
                    <a:pt x="835" y="353"/>
                    <a:pt x="873" y="379"/>
                  </a:cubicBezTo>
                  <a:cubicBezTo>
                    <a:pt x="886" y="397"/>
                    <a:pt x="895" y="418"/>
                    <a:pt x="908" y="436"/>
                  </a:cubicBezTo>
                  <a:cubicBezTo>
                    <a:pt x="924" y="492"/>
                    <a:pt x="901" y="564"/>
                    <a:pt x="868" y="612"/>
                  </a:cubicBezTo>
                  <a:cubicBezTo>
                    <a:pt x="862" y="633"/>
                    <a:pt x="853" y="645"/>
                    <a:pt x="846" y="665"/>
                  </a:cubicBezTo>
                  <a:cubicBezTo>
                    <a:pt x="841" y="680"/>
                    <a:pt x="839" y="695"/>
                    <a:pt x="833" y="709"/>
                  </a:cubicBezTo>
                  <a:cubicBezTo>
                    <a:pt x="827" y="742"/>
                    <a:pt x="817" y="773"/>
                    <a:pt x="811" y="806"/>
                  </a:cubicBezTo>
                  <a:cubicBezTo>
                    <a:pt x="813" y="844"/>
                    <a:pt x="813" y="882"/>
                    <a:pt x="816" y="920"/>
                  </a:cubicBezTo>
                  <a:cubicBezTo>
                    <a:pt x="820" y="977"/>
                    <a:pt x="870" y="1042"/>
                    <a:pt x="921" y="1065"/>
                  </a:cubicBezTo>
                  <a:cubicBezTo>
                    <a:pt x="939" y="1073"/>
                    <a:pt x="960" y="1076"/>
                    <a:pt x="978" y="1083"/>
                  </a:cubicBezTo>
                  <a:cubicBezTo>
                    <a:pt x="1101" y="1078"/>
                    <a:pt x="1091" y="1098"/>
                    <a:pt x="1150" y="1034"/>
                  </a:cubicBezTo>
                  <a:cubicBezTo>
                    <a:pt x="1156" y="1013"/>
                    <a:pt x="1163" y="995"/>
                    <a:pt x="1167" y="973"/>
                  </a:cubicBezTo>
                  <a:cubicBezTo>
                    <a:pt x="1164" y="927"/>
                    <a:pt x="1164" y="870"/>
                    <a:pt x="1141" y="828"/>
                  </a:cubicBezTo>
                  <a:cubicBezTo>
                    <a:pt x="1131" y="810"/>
                    <a:pt x="1116" y="793"/>
                    <a:pt x="1106" y="775"/>
                  </a:cubicBezTo>
                  <a:cubicBezTo>
                    <a:pt x="1097" y="759"/>
                    <a:pt x="1095" y="739"/>
                    <a:pt x="1088" y="722"/>
                  </a:cubicBezTo>
                  <a:cubicBezTo>
                    <a:pt x="1095" y="678"/>
                    <a:pt x="1099" y="670"/>
                    <a:pt x="1141" y="661"/>
                  </a:cubicBezTo>
                  <a:cubicBezTo>
                    <a:pt x="1151" y="662"/>
                    <a:pt x="1163" y="660"/>
                    <a:pt x="1172" y="665"/>
                  </a:cubicBezTo>
                  <a:cubicBezTo>
                    <a:pt x="1180" y="669"/>
                    <a:pt x="1178" y="682"/>
                    <a:pt x="1181" y="691"/>
                  </a:cubicBezTo>
                  <a:cubicBezTo>
                    <a:pt x="1188" y="712"/>
                    <a:pt x="1190" y="726"/>
                    <a:pt x="1203" y="744"/>
                  </a:cubicBezTo>
                  <a:cubicBezTo>
                    <a:pt x="1225" y="814"/>
                    <a:pt x="1208" y="892"/>
                    <a:pt x="1229" y="964"/>
                  </a:cubicBezTo>
                  <a:cubicBezTo>
                    <a:pt x="1235" y="986"/>
                    <a:pt x="1242" y="1014"/>
                    <a:pt x="1264" y="1026"/>
                  </a:cubicBezTo>
                  <a:cubicBezTo>
                    <a:pt x="1277" y="1033"/>
                    <a:pt x="1306" y="1040"/>
                    <a:pt x="1321" y="1043"/>
                  </a:cubicBezTo>
                  <a:cubicBezTo>
                    <a:pt x="1406" y="1040"/>
                    <a:pt x="1420" y="1043"/>
                    <a:pt x="1480" y="1030"/>
                  </a:cubicBezTo>
                  <a:cubicBezTo>
                    <a:pt x="1511" y="1008"/>
                    <a:pt x="1496" y="1016"/>
                    <a:pt x="1524" y="1004"/>
                  </a:cubicBezTo>
                  <a:cubicBezTo>
                    <a:pt x="1543" y="984"/>
                    <a:pt x="1550" y="971"/>
                    <a:pt x="1559" y="946"/>
                  </a:cubicBezTo>
                  <a:cubicBezTo>
                    <a:pt x="1555" y="911"/>
                    <a:pt x="1557" y="850"/>
                    <a:pt x="1537" y="819"/>
                  </a:cubicBezTo>
                  <a:cubicBezTo>
                    <a:pt x="1534" y="814"/>
                    <a:pt x="1527" y="811"/>
                    <a:pt x="1524" y="806"/>
                  </a:cubicBezTo>
                  <a:cubicBezTo>
                    <a:pt x="1508" y="781"/>
                    <a:pt x="1508" y="764"/>
                    <a:pt x="1484" y="749"/>
                  </a:cubicBezTo>
                  <a:cubicBezTo>
                    <a:pt x="1448" y="693"/>
                    <a:pt x="1417" y="632"/>
                    <a:pt x="1387" y="573"/>
                  </a:cubicBezTo>
                  <a:cubicBezTo>
                    <a:pt x="1372" y="544"/>
                    <a:pt x="1349" y="520"/>
                    <a:pt x="1330" y="494"/>
                  </a:cubicBezTo>
                  <a:cubicBezTo>
                    <a:pt x="1314" y="472"/>
                    <a:pt x="1306" y="443"/>
                    <a:pt x="1286" y="423"/>
                  </a:cubicBezTo>
                  <a:cubicBezTo>
                    <a:pt x="1268" y="405"/>
                    <a:pt x="1239" y="365"/>
                    <a:pt x="1216" y="353"/>
                  </a:cubicBezTo>
                  <a:cubicBezTo>
                    <a:pt x="1199" y="344"/>
                    <a:pt x="1182" y="333"/>
                    <a:pt x="1167" y="322"/>
                  </a:cubicBezTo>
                  <a:cubicBezTo>
                    <a:pt x="1116" y="286"/>
                    <a:pt x="1072" y="245"/>
                    <a:pt x="1027" y="203"/>
                  </a:cubicBezTo>
                  <a:cubicBezTo>
                    <a:pt x="1014" y="191"/>
                    <a:pt x="1002" y="178"/>
                    <a:pt x="992" y="164"/>
                  </a:cubicBezTo>
                  <a:cubicBezTo>
                    <a:pt x="985" y="155"/>
                    <a:pt x="980" y="146"/>
                    <a:pt x="974" y="137"/>
                  </a:cubicBezTo>
                  <a:cubicBezTo>
                    <a:pt x="971" y="133"/>
                    <a:pt x="965" y="124"/>
                    <a:pt x="965" y="124"/>
                  </a:cubicBezTo>
                  <a:cubicBezTo>
                    <a:pt x="953" y="73"/>
                    <a:pt x="953" y="11"/>
                    <a:pt x="1009" y="1"/>
                  </a:cubicBezTo>
                  <a:cubicBezTo>
                    <a:pt x="1081" y="4"/>
                    <a:pt x="1078" y="0"/>
                    <a:pt x="1123" y="14"/>
                  </a:cubicBezTo>
                  <a:cubicBezTo>
                    <a:pt x="1137" y="23"/>
                    <a:pt x="1159" y="22"/>
                    <a:pt x="1141" y="32"/>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0" name="Text Box 116">
              <a:extLst>
                <a:ext uri="{FF2B5EF4-FFF2-40B4-BE49-F238E27FC236}">
                  <a16:creationId xmlns:a16="http://schemas.microsoft.com/office/drawing/2014/main" id="{26C9C38A-A0F3-400D-82F5-D43B1AD46CEB}"/>
                </a:ext>
              </a:extLst>
            </p:cNvPr>
            <p:cNvSpPr txBox="1">
              <a:spLocks noChangeArrowheads="1"/>
            </p:cNvSpPr>
            <p:nvPr/>
          </p:nvSpPr>
          <p:spPr bwMode="auto">
            <a:xfrm>
              <a:off x="3792"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E B F G C A</a:t>
              </a:r>
            </a:p>
          </p:txBody>
        </p:sp>
      </p:grpSp>
    </p:spTree>
    <p:extLst>
      <p:ext uri="{BB962C8B-B14F-4D97-AF65-F5344CB8AC3E}">
        <p14:creationId xmlns:p14="http://schemas.microsoft.com/office/powerpoint/2010/main" val="396380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left)">
                                      <p:cBhvr>
                                        <p:cTn id="32" dur="500"/>
                                        <p:tgtEl>
                                          <p:spTgt spid="1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dissolve">
                                      <p:cBhvr>
                                        <p:cTn id="37" dur="500"/>
                                        <p:tgtEl>
                                          <p:spTgt spid="8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wipe(left)">
                                      <p:cBhvr>
                                        <p:cTn id="42" dur="500"/>
                                        <p:tgtEl>
                                          <p:spTgt spid="11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dissolve">
                                      <p:cBhvr>
                                        <p:cTn id="47" dur="500"/>
                                        <p:tgtEl>
                                          <p:spTgt spid="5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8"/>
                                        </p:tgtEl>
                                        <p:attrNameLst>
                                          <p:attrName>style.visibility</p:attrName>
                                        </p:attrNameLst>
                                      </p:cBhvr>
                                      <p:to>
                                        <p:strVal val="visible"/>
                                      </p:to>
                                    </p:set>
                                    <p:animEffect transition="in" filter="wipe(left)">
                                      <p:cBhvr>
                                        <p:cTn id="5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err="1"/>
              <a:t>Preorder</a:t>
            </a:r>
            <a:r>
              <a:rPr lang="en-IN" dirty="0"/>
              <a:t> Depth-first Traversal - </a:t>
            </a:r>
            <a:r>
              <a:rPr lang="en-US" altLang="en-US" sz="3600" b="1" dirty="0"/>
              <a:t>N-L-R</a:t>
            </a:r>
            <a:r>
              <a:rPr lang="en-IN" dirty="0"/>
              <a:t> </a:t>
            </a:r>
          </a:p>
        </p:txBody>
      </p:sp>
      <p:pic>
        <p:nvPicPr>
          <p:cNvPr id="4" name="Picture 142">
            <a:extLst>
              <a:ext uri="{FF2B5EF4-FFF2-40B4-BE49-F238E27FC236}">
                <a16:creationId xmlns:a16="http://schemas.microsoft.com/office/drawing/2014/main" id="{F08799B4-03D4-4394-9747-7990C3FA5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9" y="1674179"/>
            <a:ext cx="4494211" cy="32875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3">
            <a:extLst>
              <a:ext uri="{FF2B5EF4-FFF2-40B4-BE49-F238E27FC236}">
                <a16:creationId xmlns:a16="http://schemas.microsoft.com/office/drawing/2014/main" id="{53D75081-15B7-46D3-ABD3-8418F5DAE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817" y="3078479"/>
            <a:ext cx="4176393" cy="3182979"/>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144">
            <a:extLst>
              <a:ext uri="{FF2B5EF4-FFF2-40B4-BE49-F238E27FC236}">
                <a16:creationId xmlns:a16="http://schemas.microsoft.com/office/drawing/2014/main" id="{5524CA03-4E65-4362-8928-6F241EFC4CE9}"/>
              </a:ext>
            </a:extLst>
          </p:cNvPr>
          <p:cNvSpPr txBox="1">
            <a:spLocks noChangeArrowheads="1"/>
          </p:cNvSpPr>
          <p:nvPr/>
        </p:nvSpPr>
        <p:spPr bwMode="auto">
          <a:xfrm>
            <a:off x="2977773" y="1332592"/>
            <a:ext cx="59204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t>“A node is visited when passing on its left in the visit path”</a:t>
            </a:r>
          </a:p>
        </p:txBody>
      </p:sp>
      <p:sp>
        <p:nvSpPr>
          <p:cNvPr id="7" name="Line 145">
            <a:extLst>
              <a:ext uri="{FF2B5EF4-FFF2-40B4-BE49-F238E27FC236}">
                <a16:creationId xmlns:a16="http://schemas.microsoft.com/office/drawing/2014/main" id="{EE55DE43-9AD1-45D4-83FD-DC74E26CBFBB}"/>
              </a:ext>
            </a:extLst>
          </p:cNvPr>
          <p:cNvSpPr>
            <a:spLocks noChangeShapeType="1"/>
          </p:cNvSpPr>
          <p:nvPr/>
        </p:nvSpPr>
        <p:spPr bwMode="auto">
          <a:xfrm>
            <a:off x="4170681" y="2573656"/>
            <a:ext cx="1008063" cy="576263"/>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Text Box 146">
            <a:extLst>
              <a:ext uri="{FF2B5EF4-FFF2-40B4-BE49-F238E27FC236}">
                <a16:creationId xmlns:a16="http://schemas.microsoft.com/office/drawing/2014/main" id="{E76C11A1-D858-4DF8-93A0-66CDD8D399E3}"/>
              </a:ext>
            </a:extLst>
          </p:cNvPr>
          <p:cNvSpPr txBox="1">
            <a:spLocks noChangeArrowheads="1"/>
          </p:cNvSpPr>
          <p:nvPr/>
        </p:nvSpPr>
        <p:spPr bwMode="auto">
          <a:xfrm>
            <a:off x="5034281" y="6247131"/>
            <a:ext cx="32242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rtl="0">
              <a:spcBef>
                <a:spcPct val="50000"/>
              </a:spcBef>
            </a:pPr>
            <a:r>
              <a:rPr lang="en-US" altLang="en-US" dirty="0"/>
              <a:t>K   F   P   M   A   U   S   R   T</a:t>
            </a:r>
          </a:p>
        </p:txBody>
      </p:sp>
    </p:spTree>
    <p:extLst>
      <p:ext uri="{BB962C8B-B14F-4D97-AF65-F5344CB8AC3E}">
        <p14:creationId xmlns:p14="http://schemas.microsoft.com/office/powerpoint/2010/main" val="229040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err="1"/>
              <a:t>Preorder</a:t>
            </a:r>
            <a:r>
              <a:rPr lang="en-IN" dirty="0"/>
              <a:t> Depth-first Traversal - N-L-R </a:t>
            </a:r>
          </a:p>
        </p:txBody>
      </p:sp>
      <p:sp>
        <p:nvSpPr>
          <p:cNvPr id="5" name="Oval 3">
            <a:extLst>
              <a:ext uri="{FF2B5EF4-FFF2-40B4-BE49-F238E27FC236}">
                <a16:creationId xmlns:a16="http://schemas.microsoft.com/office/drawing/2014/main" id="{03F22028-8FBD-4431-8747-1CFF5D7514D9}"/>
              </a:ext>
            </a:extLst>
          </p:cNvPr>
          <p:cNvSpPr>
            <a:spLocks noChangeArrowheads="1"/>
          </p:cNvSpPr>
          <p:nvPr/>
        </p:nvSpPr>
        <p:spPr bwMode="auto">
          <a:xfrm>
            <a:off x="1608138"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A</a:t>
            </a:r>
          </a:p>
        </p:txBody>
      </p:sp>
      <p:sp>
        <p:nvSpPr>
          <p:cNvPr id="6" name="Oval 4">
            <a:extLst>
              <a:ext uri="{FF2B5EF4-FFF2-40B4-BE49-F238E27FC236}">
                <a16:creationId xmlns:a16="http://schemas.microsoft.com/office/drawing/2014/main" id="{F614A97B-25D0-4FF1-9FA7-17FC7D65084D}"/>
              </a:ext>
            </a:extLst>
          </p:cNvPr>
          <p:cNvSpPr>
            <a:spLocks noChangeArrowheads="1"/>
          </p:cNvSpPr>
          <p:nvPr/>
        </p:nvSpPr>
        <p:spPr bwMode="auto">
          <a:xfrm>
            <a:off x="3995738"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R</a:t>
            </a:r>
          </a:p>
        </p:txBody>
      </p:sp>
      <p:sp>
        <p:nvSpPr>
          <p:cNvPr id="7" name="Oval 5">
            <a:extLst>
              <a:ext uri="{FF2B5EF4-FFF2-40B4-BE49-F238E27FC236}">
                <a16:creationId xmlns:a16="http://schemas.microsoft.com/office/drawing/2014/main" id="{0532DD73-5DC8-4B7A-9F18-C15FA1C033DA}"/>
              </a:ext>
            </a:extLst>
          </p:cNvPr>
          <p:cNvSpPr>
            <a:spLocks noChangeArrowheads="1"/>
          </p:cNvSpPr>
          <p:nvPr/>
        </p:nvSpPr>
        <p:spPr bwMode="auto">
          <a:xfrm>
            <a:off x="797560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E</a:t>
            </a:r>
          </a:p>
        </p:txBody>
      </p:sp>
      <p:sp>
        <p:nvSpPr>
          <p:cNvPr id="8" name="Oval 6">
            <a:extLst>
              <a:ext uri="{FF2B5EF4-FFF2-40B4-BE49-F238E27FC236}">
                <a16:creationId xmlns:a16="http://schemas.microsoft.com/office/drawing/2014/main" id="{25DAEFA4-7BFA-4DBF-9C1D-4F8F5CD093F7}"/>
              </a:ext>
            </a:extLst>
          </p:cNvPr>
          <p:cNvSpPr>
            <a:spLocks noChangeArrowheads="1"/>
          </p:cNvSpPr>
          <p:nvPr/>
        </p:nvSpPr>
        <p:spPr bwMode="auto">
          <a:xfrm>
            <a:off x="320040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Y</a:t>
            </a:r>
          </a:p>
        </p:txBody>
      </p:sp>
      <p:sp>
        <p:nvSpPr>
          <p:cNvPr id="9" name="Oval 7">
            <a:extLst>
              <a:ext uri="{FF2B5EF4-FFF2-40B4-BE49-F238E27FC236}">
                <a16:creationId xmlns:a16="http://schemas.microsoft.com/office/drawing/2014/main" id="{3C84B948-1A67-45D5-AEE5-57FE2A63719C}"/>
              </a:ext>
            </a:extLst>
          </p:cNvPr>
          <p:cNvSpPr>
            <a:spLocks noChangeArrowheads="1"/>
          </p:cNvSpPr>
          <p:nvPr/>
        </p:nvSpPr>
        <p:spPr bwMode="auto">
          <a:xfrm>
            <a:off x="558800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P</a:t>
            </a:r>
          </a:p>
        </p:txBody>
      </p:sp>
      <p:sp>
        <p:nvSpPr>
          <p:cNvPr id="10" name="Oval 8">
            <a:extLst>
              <a:ext uri="{FF2B5EF4-FFF2-40B4-BE49-F238E27FC236}">
                <a16:creationId xmlns:a16="http://schemas.microsoft.com/office/drawing/2014/main" id="{29484B2A-E0EF-46D9-9368-C41927C27E7C}"/>
              </a:ext>
            </a:extLst>
          </p:cNvPr>
          <p:cNvSpPr>
            <a:spLocks noChangeArrowheads="1"/>
          </p:cNvSpPr>
          <p:nvPr/>
        </p:nvSpPr>
        <p:spPr bwMode="auto">
          <a:xfrm>
            <a:off x="81280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M</a:t>
            </a:r>
          </a:p>
        </p:txBody>
      </p:sp>
      <p:sp>
        <p:nvSpPr>
          <p:cNvPr id="11" name="Oval 9">
            <a:extLst>
              <a:ext uri="{FF2B5EF4-FFF2-40B4-BE49-F238E27FC236}">
                <a16:creationId xmlns:a16="http://schemas.microsoft.com/office/drawing/2014/main" id="{7A8E0F0A-CB11-4115-91B7-F577AB25B8A6}"/>
              </a:ext>
            </a:extLst>
          </p:cNvPr>
          <p:cNvSpPr>
            <a:spLocks noChangeArrowheads="1"/>
          </p:cNvSpPr>
          <p:nvPr/>
        </p:nvSpPr>
        <p:spPr bwMode="auto">
          <a:xfrm>
            <a:off x="4791075"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H</a:t>
            </a:r>
          </a:p>
        </p:txBody>
      </p:sp>
      <p:sp>
        <p:nvSpPr>
          <p:cNvPr id="12" name="Oval 10">
            <a:extLst>
              <a:ext uri="{FF2B5EF4-FFF2-40B4-BE49-F238E27FC236}">
                <a16:creationId xmlns:a16="http://schemas.microsoft.com/office/drawing/2014/main" id="{ADBE85C1-DBC5-4556-BBC4-5E0532F9E84B}"/>
              </a:ext>
            </a:extLst>
          </p:cNvPr>
          <p:cNvSpPr>
            <a:spLocks noChangeArrowheads="1"/>
          </p:cNvSpPr>
          <p:nvPr/>
        </p:nvSpPr>
        <p:spPr bwMode="auto">
          <a:xfrm>
            <a:off x="2403475"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J</a:t>
            </a:r>
          </a:p>
        </p:txBody>
      </p:sp>
      <p:sp>
        <p:nvSpPr>
          <p:cNvPr id="13" name="Oval 11">
            <a:extLst>
              <a:ext uri="{FF2B5EF4-FFF2-40B4-BE49-F238E27FC236}">
                <a16:creationId xmlns:a16="http://schemas.microsoft.com/office/drawing/2014/main" id="{2F7F8094-5FF6-43A2-BD4D-4ACEC4C0B96E}"/>
              </a:ext>
            </a:extLst>
          </p:cNvPr>
          <p:cNvSpPr>
            <a:spLocks noChangeArrowheads="1"/>
          </p:cNvSpPr>
          <p:nvPr/>
        </p:nvSpPr>
        <p:spPr bwMode="auto">
          <a:xfrm>
            <a:off x="6383338"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Q</a:t>
            </a:r>
          </a:p>
        </p:txBody>
      </p:sp>
      <p:sp>
        <p:nvSpPr>
          <p:cNvPr id="14" name="Oval 12">
            <a:extLst>
              <a:ext uri="{FF2B5EF4-FFF2-40B4-BE49-F238E27FC236}">
                <a16:creationId xmlns:a16="http://schemas.microsoft.com/office/drawing/2014/main" id="{3391948C-4339-4E56-ACBD-025209AEB729}"/>
              </a:ext>
            </a:extLst>
          </p:cNvPr>
          <p:cNvSpPr>
            <a:spLocks noChangeArrowheads="1"/>
          </p:cNvSpPr>
          <p:nvPr/>
        </p:nvSpPr>
        <p:spPr bwMode="auto">
          <a:xfrm>
            <a:off x="7178675"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T</a:t>
            </a:r>
          </a:p>
        </p:txBody>
      </p:sp>
      <p:grpSp>
        <p:nvGrpSpPr>
          <p:cNvPr id="15" name="Group 13">
            <a:extLst>
              <a:ext uri="{FF2B5EF4-FFF2-40B4-BE49-F238E27FC236}">
                <a16:creationId xmlns:a16="http://schemas.microsoft.com/office/drawing/2014/main" id="{2933736D-E17E-4BDE-9696-067A58525784}"/>
              </a:ext>
            </a:extLst>
          </p:cNvPr>
          <p:cNvGrpSpPr>
            <a:grpSpLocks/>
          </p:cNvGrpSpPr>
          <p:nvPr/>
        </p:nvGrpSpPr>
        <p:grpSpPr bwMode="auto">
          <a:xfrm>
            <a:off x="2830513" y="1491615"/>
            <a:ext cx="3352800" cy="3124200"/>
            <a:chOff x="1824" y="1056"/>
            <a:chExt cx="2112" cy="1968"/>
          </a:xfrm>
        </p:grpSpPr>
        <p:sp>
          <p:nvSpPr>
            <p:cNvPr id="16" name="Oval 14">
              <a:extLst>
                <a:ext uri="{FF2B5EF4-FFF2-40B4-BE49-F238E27FC236}">
                  <a16:creationId xmlns:a16="http://schemas.microsoft.com/office/drawing/2014/main" id="{39368FE9-3924-4256-A0A3-0EF4710868DF}"/>
                </a:ext>
              </a:extLst>
            </p:cNvPr>
            <p:cNvSpPr>
              <a:spLocks noChangeArrowheads="1"/>
            </p:cNvSpPr>
            <p:nvPr/>
          </p:nvSpPr>
          <p:spPr bwMode="auto">
            <a:xfrm>
              <a:off x="1824"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A</a:t>
              </a:r>
            </a:p>
          </p:txBody>
        </p:sp>
        <p:sp>
          <p:nvSpPr>
            <p:cNvPr id="17" name="Oval 15">
              <a:extLst>
                <a:ext uri="{FF2B5EF4-FFF2-40B4-BE49-F238E27FC236}">
                  <a16:creationId xmlns:a16="http://schemas.microsoft.com/office/drawing/2014/main" id="{AECDC0A3-3643-4CBB-ADD4-4182B16559B3}"/>
                </a:ext>
              </a:extLst>
            </p:cNvPr>
            <p:cNvSpPr>
              <a:spLocks noChangeArrowheads="1"/>
            </p:cNvSpPr>
            <p:nvPr/>
          </p:nvSpPr>
          <p:spPr bwMode="auto">
            <a:xfrm>
              <a:off x="2448"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R</a:t>
              </a:r>
            </a:p>
          </p:txBody>
        </p:sp>
        <p:sp>
          <p:nvSpPr>
            <p:cNvPr id="18" name="Oval 16">
              <a:extLst>
                <a:ext uri="{FF2B5EF4-FFF2-40B4-BE49-F238E27FC236}">
                  <a16:creationId xmlns:a16="http://schemas.microsoft.com/office/drawing/2014/main" id="{BB190E90-BEEA-47F3-A791-3C518EB9323D}"/>
                </a:ext>
              </a:extLst>
            </p:cNvPr>
            <p:cNvSpPr>
              <a:spLocks noChangeArrowheads="1"/>
            </p:cNvSpPr>
            <p:nvPr/>
          </p:nvSpPr>
          <p:spPr bwMode="auto">
            <a:xfrm>
              <a:off x="3648"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E</a:t>
              </a:r>
            </a:p>
          </p:txBody>
        </p:sp>
        <p:sp>
          <p:nvSpPr>
            <p:cNvPr id="19" name="Oval 17">
              <a:extLst>
                <a:ext uri="{FF2B5EF4-FFF2-40B4-BE49-F238E27FC236}">
                  <a16:creationId xmlns:a16="http://schemas.microsoft.com/office/drawing/2014/main" id="{79063874-41B4-49BB-93BB-1E2F0E8FE2DF}"/>
                </a:ext>
              </a:extLst>
            </p:cNvPr>
            <p:cNvSpPr>
              <a:spLocks noChangeArrowheads="1"/>
            </p:cNvSpPr>
            <p:nvPr/>
          </p:nvSpPr>
          <p:spPr bwMode="auto">
            <a:xfrm>
              <a:off x="2688"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Y</a:t>
              </a:r>
            </a:p>
          </p:txBody>
        </p:sp>
        <p:sp>
          <p:nvSpPr>
            <p:cNvPr id="20" name="Oval 18">
              <a:extLst>
                <a:ext uri="{FF2B5EF4-FFF2-40B4-BE49-F238E27FC236}">
                  <a16:creationId xmlns:a16="http://schemas.microsoft.com/office/drawing/2014/main" id="{8F918A76-DAF9-4AE8-8E7B-88001FAE47AA}"/>
                </a:ext>
              </a:extLst>
            </p:cNvPr>
            <p:cNvSpPr>
              <a:spLocks noChangeArrowheads="1"/>
            </p:cNvSpPr>
            <p:nvPr/>
          </p:nvSpPr>
          <p:spPr bwMode="auto">
            <a:xfrm>
              <a:off x="2592"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P</a:t>
              </a:r>
            </a:p>
          </p:txBody>
        </p:sp>
        <p:sp>
          <p:nvSpPr>
            <p:cNvPr id="21" name="Oval 19">
              <a:extLst>
                <a:ext uri="{FF2B5EF4-FFF2-40B4-BE49-F238E27FC236}">
                  <a16:creationId xmlns:a16="http://schemas.microsoft.com/office/drawing/2014/main" id="{577EB7A6-6EB8-4B22-8470-69ABECA33FE1}"/>
                </a:ext>
              </a:extLst>
            </p:cNvPr>
            <p:cNvSpPr>
              <a:spLocks noChangeArrowheads="1"/>
            </p:cNvSpPr>
            <p:nvPr/>
          </p:nvSpPr>
          <p:spPr bwMode="auto">
            <a:xfrm>
              <a:off x="2688" y="105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M</a:t>
              </a:r>
            </a:p>
          </p:txBody>
        </p:sp>
        <p:sp>
          <p:nvSpPr>
            <p:cNvPr id="22" name="Oval 20">
              <a:extLst>
                <a:ext uri="{FF2B5EF4-FFF2-40B4-BE49-F238E27FC236}">
                  <a16:creationId xmlns:a16="http://schemas.microsoft.com/office/drawing/2014/main" id="{2D22F89B-C1AE-4F8B-9A4B-BCFCF50B0271}"/>
                </a:ext>
              </a:extLst>
            </p:cNvPr>
            <p:cNvSpPr>
              <a:spLocks noChangeArrowheads="1"/>
            </p:cNvSpPr>
            <p:nvPr/>
          </p:nvSpPr>
          <p:spPr bwMode="auto">
            <a:xfrm>
              <a:off x="2928"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H</a:t>
              </a:r>
            </a:p>
          </p:txBody>
        </p:sp>
        <p:sp>
          <p:nvSpPr>
            <p:cNvPr id="23" name="Oval 21">
              <a:extLst>
                <a:ext uri="{FF2B5EF4-FFF2-40B4-BE49-F238E27FC236}">
                  <a16:creationId xmlns:a16="http://schemas.microsoft.com/office/drawing/2014/main" id="{821211DE-5F8F-4135-920B-A96EEE0B217F}"/>
                </a:ext>
              </a:extLst>
            </p:cNvPr>
            <p:cNvSpPr>
              <a:spLocks noChangeArrowheads="1"/>
            </p:cNvSpPr>
            <p:nvPr/>
          </p:nvSpPr>
          <p:spPr bwMode="auto">
            <a:xfrm>
              <a:off x="1824"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J</a:t>
              </a:r>
            </a:p>
          </p:txBody>
        </p:sp>
        <p:sp>
          <p:nvSpPr>
            <p:cNvPr id="24" name="Oval 22">
              <a:extLst>
                <a:ext uri="{FF2B5EF4-FFF2-40B4-BE49-F238E27FC236}">
                  <a16:creationId xmlns:a16="http://schemas.microsoft.com/office/drawing/2014/main" id="{8D102944-29AA-4D91-B039-585DC5272AFF}"/>
                </a:ext>
              </a:extLst>
            </p:cNvPr>
            <p:cNvSpPr>
              <a:spLocks noChangeArrowheads="1"/>
            </p:cNvSpPr>
            <p:nvPr/>
          </p:nvSpPr>
          <p:spPr bwMode="auto">
            <a:xfrm>
              <a:off x="2928"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Q</a:t>
              </a:r>
            </a:p>
          </p:txBody>
        </p:sp>
        <p:sp>
          <p:nvSpPr>
            <p:cNvPr id="25" name="Oval 23">
              <a:extLst>
                <a:ext uri="{FF2B5EF4-FFF2-40B4-BE49-F238E27FC236}">
                  <a16:creationId xmlns:a16="http://schemas.microsoft.com/office/drawing/2014/main" id="{EDFCA0F2-FA4B-4D44-917A-EEBFBB91A776}"/>
                </a:ext>
              </a:extLst>
            </p:cNvPr>
            <p:cNvSpPr>
              <a:spLocks noChangeArrowheads="1"/>
            </p:cNvSpPr>
            <p:nvPr/>
          </p:nvSpPr>
          <p:spPr bwMode="auto">
            <a:xfrm>
              <a:off x="3312"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T</a:t>
              </a:r>
            </a:p>
          </p:txBody>
        </p:sp>
        <p:cxnSp>
          <p:nvCxnSpPr>
            <p:cNvPr id="26" name="AutoShape 24">
              <a:extLst>
                <a:ext uri="{FF2B5EF4-FFF2-40B4-BE49-F238E27FC236}">
                  <a16:creationId xmlns:a16="http://schemas.microsoft.com/office/drawing/2014/main" id="{F9C0B5F8-1AC4-4FA9-9320-356D4E4C1F6A}"/>
                </a:ext>
              </a:extLst>
            </p:cNvPr>
            <p:cNvCxnSpPr>
              <a:cxnSpLocks noChangeShapeType="1"/>
              <a:stCxn id="21" idx="4"/>
              <a:endCxn id="16" idx="7"/>
            </p:cNvCxnSpPr>
            <p:nvPr/>
          </p:nvCxnSpPr>
          <p:spPr bwMode="auto">
            <a:xfrm flipH="1">
              <a:off x="2070" y="1344"/>
              <a:ext cx="762" cy="33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5">
              <a:extLst>
                <a:ext uri="{FF2B5EF4-FFF2-40B4-BE49-F238E27FC236}">
                  <a16:creationId xmlns:a16="http://schemas.microsoft.com/office/drawing/2014/main" id="{44418B29-D970-4F46-9A3A-3E5D223E2863}"/>
                </a:ext>
              </a:extLst>
            </p:cNvPr>
            <p:cNvCxnSpPr>
              <a:cxnSpLocks noChangeShapeType="1"/>
              <a:stCxn id="21" idx="4"/>
              <a:endCxn id="19" idx="0"/>
            </p:cNvCxnSpPr>
            <p:nvPr/>
          </p:nvCxnSpPr>
          <p:spPr bwMode="auto">
            <a:xfrm>
              <a:off x="2832" y="1344"/>
              <a:ext cx="0"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6">
              <a:extLst>
                <a:ext uri="{FF2B5EF4-FFF2-40B4-BE49-F238E27FC236}">
                  <a16:creationId xmlns:a16="http://schemas.microsoft.com/office/drawing/2014/main" id="{422F4828-C2B3-4EC8-935E-54F061196083}"/>
                </a:ext>
              </a:extLst>
            </p:cNvPr>
            <p:cNvCxnSpPr>
              <a:cxnSpLocks noChangeShapeType="1"/>
              <a:stCxn id="21" idx="4"/>
              <a:endCxn id="18" idx="1"/>
            </p:cNvCxnSpPr>
            <p:nvPr/>
          </p:nvCxnSpPr>
          <p:spPr bwMode="auto">
            <a:xfrm>
              <a:off x="2832" y="1344"/>
              <a:ext cx="858" cy="33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7">
              <a:extLst>
                <a:ext uri="{FF2B5EF4-FFF2-40B4-BE49-F238E27FC236}">
                  <a16:creationId xmlns:a16="http://schemas.microsoft.com/office/drawing/2014/main" id="{22A6E096-08B5-420D-8A9F-D1ED48EF73DC}"/>
                </a:ext>
              </a:extLst>
            </p:cNvPr>
            <p:cNvCxnSpPr>
              <a:cxnSpLocks noChangeShapeType="1"/>
              <a:stCxn id="19" idx="4"/>
              <a:endCxn id="17" idx="0"/>
            </p:cNvCxnSpPr>
            <p:nvPr/>
          </p:nvCxnSpPr>
          <p:spPr bwMode="auto">
            <a:xfrm flipH="1">
              <a:off x="2592" y="1920"/>
              <a:ext cx="24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28">
              <a:extLst>
                <a:ext uri="{FF2B5EF4-FFF2-40B4-BE49-F238E27FC236}">
                  <a16:creationId xmlns:a16="http://schemas.microsoft.com/office/drawing/2014/main" id="{B5CB06AC-1D66-46A0-AD3B-9E3FC5635EC3}"/>
                </a:ext>
              </a:extLst>
            </p:cNvPr>
            <p:cNvCxnSpPr>
              <a:cxnSpLocks noChangeShapeType="1"/>
              <a:stCxn id="19" idx="4"/>
              <a:endCxn id="22" idx="0"/>
            </p:cNvCxnSpPr>
            <p:nvPr/>
          </p:nvCxnSpPr>
          <p:spPr bwMode="auto">
            <a:xfrm>
              <a:off x="2832" y="1920"/>
              <a:ext cx="24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29">
              <a:extLst>
                <a:ext uri="{FF2B5EF4-FFF2-40B4-BE49-F238E27FC236}">
                  <a16:creationId xmlns:a16="http://schemas.microsoft.com/office/drawing/2014/main" id="{601B065F-586D-4F00-8C5C-E7E12B22D597}"/>
                </a:ext>
              </a:extLst>
            </p:cNvPr>
            <p:cNvCxnSpPr>
              <a:cxnSpLocks noChangeShapeType="1"/>
              <a:stCxn id="16" idx="4"/>
              <a:endCxn id="23" idx="0"/>
            </p:cNvCxnSpPr>
            <p:nvPr/>
          </p:nvCxnSpPr>
          <p:spPr bwMode="auto">
            <a:xfrm>
              <a:off x="1968" y="1920"/>
              <a:ext cx="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30">
              <a:extLst>
                <a:ext uri="{FF2B5EF4-FFF2-40B4-BE49-F238E27FC236}">
                  <a16:creationId xmlns:a16="http://schemas.microsoft.com/office/drawing/2014/main" id="{D2BD14E4-773E-4CD4-9F02-759C122065EB}"/>
                </a:ext>
              </a:extLst>
            </p:cNvPr>
            <p:cNvCxnSpPr>
              <a:cxnSpLocks noChangeShapeType="1"/>
              <a:stCxn id="22" idx="4"/>
              <a:endCxn id="20" idx="0"/>
            </p:cNvCxnSpPr>
            <p:nvPr/>
          </p:nvCxnSpPr>
          <p:spPr bwMode="auto">
            <a:xfrm flipH="1">
              <a:off x="2736" y="2448"/>
              <a:ext cx="336"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31">
              <a:extLst>
                <a:ext uri="{FF2B5EF4-FFF2-40B4-BE49-F238E27FC236}">
                  <a16:creationId xmlns:a16="http://schemas.microsoft.com/office/drawing/2014/main" id="{3BFD0D7E-5E31-4E50-8EA3-40E7F317FACD}"/>
                </a:ext>
              </a:extLst>
            </p:cNvPr>
            <p:cNvCxnSpPr>
              <a:cxnSpLocks noChangeShapeType="1"/>
              <a:stCxn id="22" idx="4"/>
              <a:endCxn id="24" idx="0"/>
            </p:cNvCxnSpPr>
            <p:nvPr/>
          </p:nvCxnSpPr>
          <p:spPr bwMode="auto">
            <a:xfrm>
              <a:off x="3072" y="2448"/>
              <a:ext cx="0"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32">
              <a:extLst>
                <a:ext uri="{FF2B5EF4-FFF2-40B4-BE49-F238E27FC236}">
                  <a16:creationId xmlns:a16="http://schemas.microsoft.com/office/drawing/2014/main" id="{8D9FDBC7-9EC2-4A2A-9BD9-CC8EEFEC686D}"/>
                </a:ext>
              </a:extLst>
            </p:cNvPr>
            <p:cNvCxnSpPr>
              <a:cxnSpLocks noChangeShapeType="1"/>
              <a:stCxn id="22" idx="4"/>
              <a:endCxn id="25" idx="0"/>
            </p:cNvCxnSpPr>
            <p:nvPr/>
          </p:nvCxnSpPr>
          <p:spPr bwMode="auto">
            <a:xfrm>
              <a:off x="3072" y="2448"/>
              <a:ext cx="384"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428856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ox(ou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ou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ox(ou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ou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ox(ou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ox(ou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ox(out)">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A8A43-77F4-4AE7-B99C-BC50AC602F06}"/>
              </a:ext>
            </a:extLst>
          </p:cNvPr>
          <p:cNvSpPr>
            <a:spLocks noGrp="1"/>
          </p:cNvSpPr>
          <p:nvPr>
            <p:ph type="title"/>
          </p:nvPr>
        </p:nvSpPr>
        <p:spPr/>
        <p:txBody>
          <a:bodyPr/>
          <a:lstStyle/>
          <a:p>
            <a:r>
              <a:rPr lang="en-IN" dirty="0" err="1"/>
              <a:t>Preorder</a:t>
            </a:r>
            <a:r>
              <a:rPr lang="en-IN" dirty="0"/>
              <a:t> Depth-first Traversal - N-L-R </a:t>
            </a:r>
          </a:p>
        </p:txBody>
      </p:sp>
      <p:sp>
        <p:nvSpPr>
          <p:cNvPr id="3" name="Content Placeholder 2">
            <a:extLst>
              <a:ext uri="{FF2B5EF4-FFF2-40B4-BE49-F238E27FC236}">
                <a16:creationId xmlns:a16="http://schemas.microsoft.com/office/drawing/2014/main" id="{9CA0860F-E8DC-446F-AD3A-0378662E174B}"/>
              </a:ext>
            </a:extLst>
          </p:cNvPr>
          <p:cNvSpPr>
            <a:spLocks noGrp="1"/>
          </p:cNvSpPr>
          <p:nvPr>
            <p:ph idx="1"/>
          </p:nvPr>
        </p:nvSpPr>
        <p:spPr>
          <a:xfrm>
            <a:off x="393290" y="1248697"/>
            <a:ext cx="8750710" cy="5338916"/>
          </a:xfrm>
        </p:spPr>
        <p:txBody>
          <a:bodyPr/>
          <a:lstStyle/>
          <a:p>
            <a:pPr marL="0" indent="0">
              <a:buNone/>
            </a:pPr>
            <a:r>
              <a:rPr lang="en-US" dirty="0"/>
              <a:t>Preorder traversal node, left, right prefix expression?</a:t>
            </a:r>
          </a:p>
          <a:p>
            <a:pPr marL="0" indent="0">
              <a:buNone/>
            </a:pPr>
            <a:r>
              <a:rPr lang="en-US" dirty="0"/>
              <a:t>Expression tree for ++a*</a:t>
            </a:r>
            <a:r>
              <a:rPr lang="en-US" dirty="0" err="1"/>
              <a:t>bc</a:t>
            </a:r>
            <a:r>
              <a:rPr lang="en-US" dirty="0"/>
              <a:t>*+*defg</a:t>
            </a:r>
          </a:p>
          <a:p>
            <a:pPr marL="0" indent="0">
              <a:buNone/>
            </a:pPr>
            <a:endParaRPr lang="en-IN" dirty="0"/>
          </a:p>
        </p:txBody>
      </p:sp>
      <p:pic>
        <p:nvPicPr>
          <p:cNvPr id="4" name="Picture 4" descr="fig4_14">
            <a:extLst>
              <a:ext uri="{FF2B5EF4-FFF2-40B4-BE49-F238E27FC236}">
                <a16:creationId xmlns:a16="http://schemas.microsoft.com/office/drawing/2014/main" id="{D8A2B71F-CE36-426E-83DF-D035B83A60F0}"/>
              </a:ext>
            </a:extLst>
          </p:cNvPr>
          <p:cNvPicPr>
            <a:picLocks noChangeAspect="1" noChangeArrowheads="1"/>
          </p:cNvPicPr>
          <p:nvPr/>
        </p:nvPicPr>
        <p:blipFill rotWithShape="1">
          <a:blip r:embed="rId2">
            <a:lum bright="-20000" contrast="40000"/>
            <a:extLst>
              <a:ext uri="{28A0092B-C50C-407E-A947-70E740481C1C}">
                <a14:useLocalDpi xmlns:a14="http://schemas.microsoft.com/office/drawing/2010/main" val="0"/>
              </a:ext>
            </a:extLst>
          </a:blip>
          <a:srcRect l="5010" t="-3472" r="2024" b="15519"/>
          <a:stretch/>
        </p:blipFill>
        <p:spPr>
          <a:xfrm>
            <a:off x="352650" y="2895601"/>
            <a:ext cx="8067040" cy="3454400"/>
          </a:xfrm>
          <a:prstGeom prst="rect">
            <a:avLst/>
          </a:prstGeom>
          <a:noFill/>
        </p:spPr>
      </p:pic>
    </p:spTree>
    <p:extLst>
      <p:ext uri="{BB962C8B-B14F-4D97-AF65-F5344CB8AC3E}">
        <p14:creationId xmlns:p14="http://schemas.microsoft.com/office/powerpoint/2010/main" val="2320487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Tree traversals using “flags”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buNone/>
            </a:pPr>
            <a:r>
              <a:rPr lang="en-US" sz="2400" dirty="0"/>
              <a:t>The order in which the nodes are visited during a tree traversal can be easily determined by imagining there is a “flag” attached to each node, as follows:</a:t>
            </a:r>
          </a:p>
          <a:p>
            <a:pPr marL="0" indent="0">
              <a:buNone/>
            </a:pPr>
            <a:endParaRPr lang="en-IN" sz="2400" dirty="0"/>
          </a:p>
        </p:txBody>
      </p:sp>
      <p:sp>
        <p:nvSpPr>
          <p:cNvPr id="5" name="Rectangle 4">
            <a:extLst>
              <a:ext uri="{FF2B5EF4-FFF2-40B4-BE49-F238E27FC236}">
                <a16:creationId xmlns:a16="http://schemas.microsoft.com/office/drawing/2014/main" id="{B0F21091-4CD9-49E0-9000-073ADD2B388D}"/>
              </a:ext>
            </a:extLst>
          </p:cNvPr>
          <p:cNvSpPr txBox="1">
            <a:spLocks noChangeArrowheads="1"/>
          </p:cNvSpPr>
          <p:nvPr/>
        </p:nvSpPr>
        <p:spPr>
          <a:xfrm>
            <a:off x="853440" y="4114800"/>
            <a:ext cx="7848600" cy="533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a:t>To traverse the tree, collect the flags:</a:t>
            </a:r>
            <a:endParaRPr lang="en-US" altLang="en-US" sz="2400" dirty="0"/>
          </a:p>
        </p:txBody>
      </p:sp>
      <p:grpSp>
        <p:nvGrpSpPr>
          <p:cNvPr id="6" name="Group 117">
            <a:extLst>
              <a:ext uri="{FF2B5EF4-FFF2-40B4-BE49-F238E27FC236}">
                <a16:creationId xmlns:a16="http://schemas.microsoft.com/office/drawing/2014/main" id="{8E71BA2E-2CF2-41E0-9C24-A04CE3EFD392}"/>
              </a:ext>
            </a:extLst>
          </p:cNvPr>
          <p:cNvGrpSpPr>
            <a:grpSpLocks/>
          </p:cNvGrpSpPr>
          <p:nvPr/>
        </p:nvGrpSpPr>
        <p:grpSpPr bwMode="auto">
          <a:xfrm>
            <a:off x="1920240" y="3048001"/>
            <a:ext cx="1219200" cy="976313"/>
            <a:chOff x="720" y="1728"/>
            <a:chExt cx="768" cy="615"/>
          </a:xfrm>
        </p:grpSpPr>
        <p:sp>
          <p:nvSpPr>
            <p:cNvPr id="7" name="Oval 5">
              <a:extLst>
                <a:ext uri="{FF2B5EF4-FFF2-40B4-BE49-F238E27FC236}">
                  <a16:creationId xmlns:a16="http://schemas.microsoft.com/office/drawing/2014/main" id="{6036F1B7-F8D6-4307-BE80-B649EDB7CC52}"/>
                </a:ext>
              </a:extLst>
            </p:cNvPr>
            <p:cNvSpPr>
              <a:spLocks noChangeArrowheads="1"/>
            </p:cNvSpPr>
            <p:nvPr/>
          </p:nvSpPr>
          <p:spPr bwMode="auto">
            <a:xfrm>
              <a:off x="105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 name="Line 6">
              <a:extLst>
                <a:ext uri="{FF2B5EF4-FFF2-40B4-BE49-F238E27FC236}">
                  <a16:creationId xmlns:a16="http://schemas.microsoft.com/office/drawing/2014/main" id="{4634ACD7-A5D5-439E-A9D0-8CA229D36FB3}"/>
                </a:ext>
              </a:extLst>
            </p:cNvPr>
            <p:cNvSpPr>
              <a:spLocks noChangeShapeType="1"/>
            </p:cNvSpPr>
            <p:nvPr/>
          </p:nvSpPr>
          <p:spPr bwMode="auto">
            <a:xfrm flipH="1">
              <a:off x="91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 name="Line 7">
              <a:extLst>
                <a:ext uri="{FF2B5EF4-FFF2-40B4-BE49-F238E27FC236}">
                  <a16:creationId xmlns:a16="http://schemas.microsoft.com/office/drawing/2014/main" id="{7480793A-B404-4585-BF34-E74E7683F1E5}"/>
                </a:ext>
              </a:extLst>
            </p:cNvPr>
            <p:cNvSpPr>
              <a:spLocks noChangeShapeType="1"/>
            </p:cNvSpPr>
            <p:nvPr/>
          </p:nvSpPr>
          <p:spPr bwMode="auto">
            <a:xfrm>
              <a:off x="120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 name="AutoShape 14">
              <a:extLst>
                <a:ext uri="{FF2B5EF4-FFF2-40B4-BE49-F238E27FC236}">
                  <a16:creationId xmlns:a16="http://schemas.microsoft.com/office/drawing/2014/main" id="{3FF277BF-9A32-482E-A19F-42854D9F8E54}"/>
                </a:ext>
              </a:extLst>
            </p:cNvPr>
            <p:cNvSpPr>
              <a:spLocks noChangeArrowheads="1"/>
            </p:cNvSpPr>
            <p:nvPr/>
          </p:nvSpPr>
          <p:spPr bwMode="auto">
            <a:xfrm>
              <a:off x="912" y="179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5">
              <a:extLst>
                <a:ext uri="{FF2B5EF4-FFF2-40B4-BE49-F238E27FC236}">
                  <a16:creationId xmlns:a16="http://schemas.microsoft.com/office/drawing/2014/main" id="{1B0794F2-1DF7-40C3-A5A5-9279F618DB0B}"/>
                </a:ext>
              </a:extLst>
            </p:cNvPr>
            <p:cNvSpPr>
              <a:spLocks noChangeShapeType="1"/>
            </p:cNvSpPr>
            <p:nvPr/>
          </p:nvSpPr>
          <p:spPr bwMode="auto">
            <a:xfrm flipH="1">
              <a:off x="960" y="1824"/>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Text Box 21">
              <a:extLst>
                <a:ext uri="{FF2B5EF4-FFF2-40B4-BE49-F238E27FC236}">
                  <a16:creationId xmlns:a16="http://schemas.microsoft.com/office/drawing/2014/main" id="{6C46FFA7-DBB9-471C-961A-1F7B77F94196}"/>
                </a:ext>
              </a:extLst>
            </p:cNvPr>
            <p:cNvSpPr txBox="1">
              <a:spLocks noChangeArrowheads="1"/>
            </p:cNvSpPr>
            <p:nvPr/>
          </p:nvSpPr>
          <p:spPr bwMode="auto">
            <a:xfrm>
              <a:off x="72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dirty="0">
                  <a:latin typeface="Trebuchet MS" panose="020B0603020202020204" pitchFamily="34" charset="0"/>
                </a:rPr>
                <a:t>preorder</a:t>
              </a:r>
            </a:p>
          </p:txBody>
        </p:sp>
      </p:grpSp>
      <p:grpSp>
        <p:nvGrpSpPr>
          <p:cNvPr id="13" name="Group 118">
            <a:extLst>
              <a:ext uri="{FF2B5EF4-FFF2-40B4-BE49-F238E27FC236}">
                <a16:creationId xmlns:a16="http://schemas.microsoft.com/office/drawing/2014/main" id="{FB873E1B-790A-468E-AC81-2085783F188E}"/>
              </a:ext>
            </a:extLst>
          </p:cNvPr>
          <p:cNvGrpSpPr>
            <a:grpSpLocks/>
          </p:cNvGrpSpPr>
          <p:nvPr/>
        </p:nvGrpSpPr>
        <p:grpSpPr bwMode="auto">
          <a:xfrm>
            <a:off x="4434840" y="3048001"/>
            <a:ext cx="1219200" cy="976313"/>
            <a:chOff x="1680" y="1728"/>
            <a:chExt cx="768" cy="615"/>
          </a:xfrm>
        </p:grpSpPr>
        <p:sp>
          <p:nvSpPr>
            <p:cNvPr id="14" name="Oval 8">
              <a:extLst>
                <a:ext uri="{FF2B5EF4-FFF2-40B4-BE49-F238E27FC236}">
                  <a16:creationId xmlns:a16="http://schemas.microsoft.com/office/drawing/2014/main" id="{867672AE-FEC8-4AE5-96A0-EB641E106776}"/>
                </a:ext>
              </a:extLst>
            </p:cNvPr>
            <p:cNvSpPr>
              <a:spLocks noChangeArrowheads="1"/>
            </p:cNvSpPr>
            <p:nvPr/>
          </p:nvSpPr>
          <p:spPr bwMode="auto">
            <a:xfrm>
              <a:off x="201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9">
              <a:extLst>
                <a:ext uri="{FF2B5EF4-FFF2-40B4-BE49-F238E27FC236}">
                  <a16:creationId xmlns:a16="http://schemas.microsoft.com/office/drawing/2014/main" id="{540F6397-DA55-4081-BAF4-BB73ACD66F9E}"/>
                </a:ext>
              </a:extLst>
            </p:cNvPr>
            <p:cNvSpPr>
              <a:spLocks noChangeShapeType="1"/>
            </p:cNvSpPr>
            <p:nvPr/>
          </p:nvSpPr>
          <p:spPr bwMode="auto">
            <a:xfrm flipH="1">
              <a:off x="187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0">
              <a:extLst>
                <a:ext uri="{FF2B5EF4-FFF2-40B4-BE49-F238E27FC236}">
                  <a16:creationId xmlns:a16="http://schemas.microsoft.com/office/drawing/2014/main" id="{ECAAB488-6586-414A-A2C8-D9E117381E3F}"/>
                </a:ext>
              </a:extLst>
            </p:cNvPr>
            <p:cNvSpPr>
              <a:spLocks noChangeShapeType="1"/>
            </p:cNvSpPr>
            <p:nvPr/>
          </p:nvSpPr>
          <p:spPr bwMode="auto">
            <a:xfrm>
              <a:off x="216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AutoShape 16">
              <a:extLst>
                <a:ext uri="{FF2B5EF4-FFF2-40B4-BE49-F238E27FC236}">
                  <a16:creationId xmlns:a16="http://schemas.microsoft.com/office/drawing/2014/main" id="{75871E5E-AEC6-466B-B5F6-005CFA32F78D}"/>
                </a:ext>
              </a:extLst>
            </p:cNvPr>
            <p:cNvSpPr>
              <a:spLocks noChangeArrowheads="1"/>
            </p:cNvSpPr>
            <p:nvPr/>
          </p:nvSpPr>
          <p:spPr bwMode="auto">
            <a:xfrm rot="-5400000">
              <a:off x="2089" y="20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17">
              <a:extLst>
                <a:ext uri="{FF2B5EF4-FFF2-40B4-BE49-F238E27FC236}">
                  <a16:creationId xmlns:a16="http://schemas.microsoft.com/office/drawing/2014/main" id="{0D89A866-4CEC-41D3-9810-21B260013696}"/>
                </a:ext>
              </a:extLst>
            </p:cNvPr>
            <p:cNvSpPr>
              <a:spLocks noChangeShapeType="1"/>
            </p:cNvSpPr>
            <p:nvPr/>
          </p:nvSpPr>
          <p:spPr bwMode="auto">
            <a:xfrm rot="16200000" flipH="1">
              <a:off x="2064" y="1968"/>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Text Box 22">
              <a:extLst>
                <a:ext uri="{FF2B5EF4-FFF2-40B4-BE49-F238E27FC236}">
                  <a16:creationId xmlns:a16="http://schemas.microsoft.com/office/drawing/2014/main" id="{913BB2D5-036F-45C5-B2E3-ED5EE56F11AE}"/>
                </a:ext>
              </a:extLst>
            </p:cNvPr>
            <p:cNvSpPr txBox="1">
              <a:spLocks noChangeArrowheads="1"/>
            </p:cNvSpPr>
            <p:nvPr/>
          </p:nvSpPr>
          <p:spPr bwMode="auto">
            <a:xfrm>
              <a:off x="168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inorder</a:t>
              </a:r>
            </a:p>
          </p:txBody>
        </p:sp>
      </p:grpSp>
      <p:grpSp>
        <p:nvGrpSpPr>
          <p:cNvPr id="20" name="Group 119">
            <a:extLst>
              <a:ext uri="{FF2B5EF4-FFF2-40B4-BE49-F238E27FC236}">
                <a16:creationId xmlns:a16="http://schemas.microsoft.com/office/drawing/2014/main" id="{23C6BB81-457B-41EB-90C9-D258B9184926}"/>
              </a:ext>
            </a:extLst>
          </p:cNvPr>
          <p:cNvGrpSpPr>
            <a:grpSpLocks/>
          </p:cNvGrpSpPr>
          <p:nvPr/>
        </p:nvGrpSpPr>
        <p:grpSpPr bwMode="auto">
          <a:xfrm>
            <a:off x="6873240" y="3048001"/>
            <a:ext cx="1219200" cy="976313"/>
            <a:chOff x="2688" y="1728"/>
            <a:chExt cx="768" cy="615"/>
          </a:xfrm>
        </p:grpSpPr>
        <p:sp>
          <p:nvSpPr>
            <p:cNvPr id="21" name="Oval 11">
              <a:extLst>
                <a:ext uri="{FF2B5EF4-FFF2-40B4-BE49-F238E27FC236}">
                  <a16:creationId xmlns:a16="http://schemas.microsoft.com/office/drawing/2014/main" id="{8AB9E000-C545-4669-8922-DD4F64239ABE}"/>
                </a:ext>
              </a:extLst>
            </p:cNvPr>
            <p:cNvSpPr>
              <a:spLocks noChangeArrowheads="1"/>
            </p:cNvSpPr>
            <p:nvPr/>
          </p:nvSpPr>
          <p:spPr bwMode="auto">
            <a:xfrm>
              <a:off x="297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Line 12">
              <a:extLst>
                <a:ext uri="{FF2B5EF4-FFF2-40B4-BE49-F238E27FC236}">
                  <a16:creationId xmlns:a16="http://schemas.microsoft.com/office/drawing/2014/main" id="{9F5444FA-8486-4C2F-ACDF-F655C62C6AD4}"/>
                </a:ext>
              </a:extLst>
            </p:cNvPr>
            <p:cNvSpPr>
              <a:spLocks noChangeShapeType="1"/>
            </p:cNvSpPr>
            <p:nvPr/>
          </p:nvSpPr>
          <p:spPr bwMode="auto">
            <a:xfrm flipH="1">
              <a:off x="283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 name="Line 13">
              <a:extLst>
                <a:ext uri="{FF2B5EF4-FFF2-40B4-BE49-F238E27FC236}">
                  <a16:creationId xmlns:a16="http://schemas.microsoft.com/office/drawing/2014/main" id="{9E76E20C-615D-416C-A39F-C3E33999C057}"/>
                </a:ext>
              </a:extLst>
            </p:cNvPr>
            <p:cNvSpPr>
              <a:spLocks noChangeShapeType="1"/>
            </p:cNvSpPr>
            <p:nvPr/>
          </p:nvSpPr>
          <p:spPr bwMode="auto">
            <a:xfrm>
              <a:off x="312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4" name="Group 20">
              <a:extLst>
                <a:ext uri="{FF2B5EF4-FFF2-40B4-BE49-F238E27FC236}">
                  <a16:creationId xmlns:a16="http://schemas.microsoft.com/office/drawing/2014/main" id="{DBCAC740-E078-4717-9F17-9B5FFD3837B8}"/>
                </a:ext>
              </a:extLst>
            </p:cNvPr>
            <p:cNvGrpSpPr>
              <a:grpSpLocks/>
            </p:cNvGrpSpPr>
            <p:nvPr/>
          </p:nvGrpSpPr>
          <p:grpSpPr bwMode="auto">
            <a:xfrm flipH="1">
              <a:off x="3178" y="1804"/>
              <a:ext cx="144" cy="48"/>
              <a:chOff x="1008" y="1895"/>
              <a:chExt cx="144" cy="48"/>
            </a:xfrm>
          </p:grpSpPr>
          <p:sp>
            <p:nvSpPr>
              <p:cNvPr id="26" name="AutoShape 18">
                <a:extLst>
                  <a:ext uri="{FF2B5EF4-FFF2-40B4-BE49-F238E27FC236}">
                    <a16:creationId xmlns:a16="http://schemas.microsoft.com/office/drawing/2014/main" id="{96495A2B-AF37-46D0-B807-3EAD941E5346}"/>
                  </a:ext>
                </a:extLst>
              </p:cNvPr>
              <p:cNvSpPr>
                <a:spLocks noChangeArrowheads="1"/>
              </p:cNvSpPr>
              <p:nvPr/>
            </p:nvSpPr>
            <p:spPr bwMode="auto">
              <a:xfrm>
                <a:off x="1008" y="189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Line 19">
                <a:extLst>
                  <a:ext uri="{FF2B5EF4-FFF2-40B4-BE49-F238E27FC236}">
                    <a16:creationId xmlns:a16="http://schemas.microsoft.com/office/drawing/2014/main" id="{2F92EA70-FFB6-41B4-AD04-FEF68C5F050A}"/>
                  </a:ext>
                </a:extLst>
              </p:cNvPr>
              <p:cNvSpPr>
                <a:spLocks noChangeShapeType="1"/>
              </p:cNvSpPr>
              <p:nvPr/>
            </p:nvSpPr>
            <p:spPr bwMode="auto">
              <a:xfrm flipH="1">
                <a:off x="1056" y="1920"/>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5" name="Text Box 23">
              <a:extLst>
                <a:ext uri="{FF2B5EF4-FFF2-40B4-BE49-F238E27FC236}">
                  <a16:creationId xmlns:a16="http://schemas.microsoft.com/office/drawing/2014/main" id="{97630139-C120-42AB-8F89-E3C206274B4F}"/>
                </a:ext>
              </a:extLst>
            </p:cNvPr>
            <p:cNvSpPr txBox="1">
              <a:spLocks noChangeArrowheads="1"/>
            </p:cNvSpPr>
            <p:nvPr/>
          </p:nvSpPr>
          <p:spPr bwMode="auto">
            <a:xfrm>
              <a:off x="2688"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postorder</a:t>
              </a:r>
            </a:p>
          </p:txBody>
        </p:sp>
      </p:grpSp>
      <p:grpSp>
        <p:nvGrpSpPr>
          <p:cNvPr id="28" name="Group 120">
            <a:extLst>
              <a:ext uri="{FF2B5EF4-FFF2-40B4-BE49-F238E27FC236}">
                <a16:creationId xmlns:a16="http://schemas.microsoft.com/office/drawing/2014/main" id="{C3C9ECC7-67BB-49A2-B91F-789476A2EC95}"/>
              </a:ext>
            </a:extLst>
          </p:cNvPr>
          <p:cNvGrpSpPr>
            <a:grpSpLocks/>
          </p:cNvGrpSpPr>
          <p:nvPr/>
        </p:nvGrpSpPr>
        <p:grpSpPr bwMode="auto">
          <a:xfrm>
            <a:off x="1229678" y="4739640"/>
            <a:ext cx="2290762" cy="1371600"/>
            <a:chOff x="621" y="2832"/>
            <a:chExt cx="1443" cy="864"/>
          </a:xfrm>
        </p:grpSpPr>
        <p:sp>
          <p:nvSpPr>
            <p:cNvPr id="29" name="Oval 24">
              <a:extLst>
                <a:ext uri="{FF2B5EF4-FFF2-40B4-BE49-F238E27FC236}">
                  <a16:creationId xmlns:a16="http://schemas.microsoft.com/office/drawing/2014/main" id="{19F7ED52-0B82-4C11-9E00-249DBCD959C3}"/>
                </a:ext>
              </a:extLst>
            </p:cNvPr>
            <p:cNvSpPr>
              <a:spLocks noChangeArrowheads="1"/>
            </p:cNvSpPr>
            <p:nvPr/>
          </p:nvSpPr>
          <p:spPr bwMode="auto">
            <a:xfrm>
              <a:off x="134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30" name="Oval 25">
              <a:extLst>
                <a:ext uri="{FF2B5EF4-FFF2-40B4-BE49-F238E27FC236}">
                  <a16:creationId xmlns:a16="http://schemas.microsoft.com/office/drawing/2014/main" id="{0EA07759-0C9E-45A5-9A23-4D279D0678F2}"/>
                </a:ext>
              </a:extLst>
            </p:cNvPr>
            <p:cNvSpPr>
              <a:spLocks noChangeArrowheads="1"/>
            </p:cNvSpPr>
            <p:nvPr/>
          </p:nvSpPr>
          <p:spPr bwMode="auto">
            <a:xfrm>
              <a:off x="91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dirty="0">
                  <a:latin typeface="Trebuchet MS" panose="020B0603020202020204" pitchFamily="34" charset="0"/>
                </a:rPr>
                <a:t>B</a:t>
              </a:r>
            </a:p>
          </p:txBody>
        </p:sp>
        <p:sp>
          <p:nvSpPr>
            <p:cNvPr id="31" name="Oval 26">
              <a:extLst>
                <a:ext uri="{FF2B5EF4-FFF2-40B4-BE49-F238E27FC236}">
                  <a16:creationId xmlns:a16="http://schemas.microsoft.com/office/drawing/2014/main" id="{C9861B6D-684C-45A0-ADE0-25320527C72A}"/>
                </a:ext>
              </a:extLst>
            </p:cNvPr>
            <p:cNvSpPr>
              <a:spLocks noChangeArrowheads="1"/>
            </p:cNvSpPr>
            <p:nvPr/>
          </p:nvSpPr>
          <p:spPr bwMode="auto">
            <a:xfrm>
              <a:off x="168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32" name="Oval 27">
              <a:extLst>
                <a:ext uri="{FF2B5EF4-FFF2-40B4-BE49-F238E27FC236}">
                  <a16:creationId xmlns:a16="http://schemas.microsoft.com/office/drawing/2014/main" id="{22CEFF0C-072F-4E7D-9097-ED97FF98F1C2}"/>
                </a:ext>
              </a:extLst>
            </p:cNvPr>
            <p:cNvSpPr>
              <a:spLocks noChangeArrowheads="1"/>
            </p:cNvSpPr>
            <p:nvPr/>
          </p:nvSpPr>
          <p:spPr bwMode="auto">
            <a:xfrm>
              <a:off x="72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33" name="Oval 28">
              <a:extLst>
                <a:ext uri="{FF2B5EF4-FFF2-40B4-BE49-F238E27FC236}">
                  <a16:creationId xmlns:a16="http://schemas.microsoft.com/office/drawing/2014/main" id="{0B66BDF6-05FD-40B8-BC6C-728574F181D8}"/>
                </a:ext>
              </a:extLst>
            </p:cNvPr>
            <p:cNvSpPr>
              <a:spLocks noChangeArrowheads="1"/>
            </p:cNvSpPr>
            <p:nvPr/>
          </p:nvSpPr>
          <p:spPr bwMode="auto">
            <a:xfrm>
              <a:off x="11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34" name="Oval 29">
              <a:extLst>
                <a:ext uri="{FF2B5EF4-FFF2-40B4-BE49-F238E27FC236}">
                  <a16:creationId xmlns:a16="http://schemas.microsoft.com/office/drawing/2014/main" id="{73F98B71-065B-4047-BC92-F6F55422BC28}"/>
                </a:ext>
              </a:extLst>
            </p:cNvPr>
            <p:cNvSpPr>
              <a:spLocks noChangeArrowheads="1"/>
            </p:cNvSpPr>
            <p:nvPr/>
          </p:nvSpPr>
          <p:spPr bwMode="auto">
            <a:xfrm>
              <a:off x="14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35" name="Oval 30">
              <a:extLst>
                <a:ext uri="{FF2B5EF4-FFF2-40B4-BE49-F238E27FC236}">
                  <a16:creationId xmlns:a16="http://schemas.microsoft.com/office/drawing/2014/main" id="{9B341781-8401-4784-8E65-48ED853471A3}"/>
                </a:ext>
              </a:extLst>
            </p:cNvPr>
            <p:cNvSpPr>
              <a:spLocks noChangeArrowheads="1"/>
            </p:cNvSpPr>
            <p:nvPr/>
          </p:nvSpPr>
          <p:spPr bwMode="auto">
            <a:xfrm>
              <a:off x="18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36" name="AutoShape 31">
              <a:extLst>
                <a:ext uri="{FF2B5EF4-FFF2-40B4-BE49-F238E27FC236}">
                  <a16:creationId xmlns:a16="http://schemas.microsoft.com/office/drawing/2014/main" id="{573303F1-6E76-41C4-AA00-630D9DE292C4}"/>
                </a:ext>
              </a:extLst>
            </p:cNvPr>
            <p:cNvCxnSpPr>
              <a:cxnSpLocks noChangeShapeType="1"/>
              <a:stCxn id="29" idx="3"/>
              <a:endCxn id="30" idx="7"/>
            </p:cNvCxnSpPr>
            <p:nvPr/>
          </p:nvCxnSpPr>
          <p:spPr bwMode="auto">
            <a:xfrm flipH="1">
              <a:off x="107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32">
              <a:extLst>
                <a:ext uri="{FF2B5EF4-FFF2-40B4-BE49-F238E27FC236}">
                  <a16:creationId xmlns:a16="http://schemas.microsoft.com/office/drawing/2014/main" id="{6B45A3A6-AAC0-4566-900F-35B3117C656E}"/>
                </a:ext>
              </a:extLst>
            </p:cNvPr>
            <p:cNvCxnSpPr>
              <a:cxnSpLocks noChangeShapeType="1"/>
              <a:stCxn id="29" idx="5"/>
              <a:endCxn id="31" idx="1"/>
            </p:cNvCxnSpPr>
            <p:nvPr/>
          </p:nvCxnSpPr>
          <p:spPr bwMode="auto">
            <a:xfrm>
              <a:off x="150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3">
              <a:extLst>
                <a:ext uri="{FF2B5EF4-FFF2-40B4-BE49-F238E27FC236}">
                  <a16:creationId xmlns:a16="http://schemas.microsoft.com/office/drawing/2014/main" id="{2DEFA948-D663-49B1-B526-85A1CA9A9967}"/>
                </a:ext>
              </a:extLst>
            </p:cNvPr>
            <p:cNvCxnSpPr>
              <a:cxnSpLocks noChangeShapeType="1"/>
              <a:stCxn id="30" idx="3"/>
              <a:endCxn id="32" idx="0"/>
            </p:cNvCxnSpPr>
            <p:nvPr/>
          </p:nvCxnSpPr>
          <p:spPr bwMode="auto">
            <a:xfrm flipH="1">
              <a:off x="81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4">
              <a:extLst>
                <a:ext uri="{FF2B5EF4-FFF2-40B4-BE49-F238E27FC236}">
                  <a16:creationId xmlns:a16="http://schemas.microsoft.com/office/drawing/2014/main" id="{BD146F65-5AE8-4479-BA55-FBFA1E3A2366}"/>
                </a:ext>
              </a:extLst>
            </p:cNvPr>
            <p:cNvCxnSpPr>
              <a:cxnSpLocks noChangeShapeType="1"/>
              <a:stCxn id="30" idx="5"/>
              <a:endCxn id="33" idx="0"/>
            </p:cNvCxnSpPr>
            <p:nvPr/>
          </p:nvCxnSpPr>
          <p:spPr bwMode="auto">
            <a:xfrm>
              <a:off x="107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5">
              <a:extLst>
                <a:ext uri="{FF2B5EF4-FFF2-40B4-BE49-F238E27FC236}">
                  <a16:creationId xmlns:a16="http://schemas.microsoft.com/office/drawing/2014/main" id="{B04BDCBC-38E3-4045-A1DF-BD6CD4CE9347}"/>
                </a:ext>
              </a:extLst>
            </p:cNvPr>
            <p:cNvCxnSpPr>
              <a:cxnSpLocks noChangeShapeType="1"/>
              <a:stCxn id="31" idx="3"/>
              <a:endCxn id="34" idx="0"/>
            </p:cNvCxnSpPr>
            <p:nvPr/>
          </p:nvCxnSpPr>
          <p:spPr bwMode="auto">
            <a:xfrm flipH="1">
              <a:off x="158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36">
              <a:extLst>
                <a:ext uri="{FF2B5EF4-FFF2-40B4-BE49-F238E27FC236}">
                  <a16:creationId xmlns:a16="http://schemas.microsoft.com/office/drawing/2014/main" id="{E044A574-22C6-4CE0-BCF2-51B793C97C16}"/>
                </a:ext>
              </a:extLst>
            </p:cNvPr>
            <p:cNvCxnSpPr>
              <a:cxnSpLocks noChangeShapeType="1"/>
              <a:stCxn id="31" idx="5"/>
              <a:endCxn id="35" idx="0"/>
            </p:cNvCxnSpPr>
            <p:nvPr/>
          </p:nvCxnSpPr>
          <p:spPr bwMode="auto">
            <a:xfrm>
              <a:off x="184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37">
              <a:extLst>
                <a:ext uri="{FF2B5EF4-FFF2-40B4-BE49-F238E27FC236}">
                  <a16:creationId xmlns:a16="http://schemas.microsoft.com/office/drawing/2014/main" id="{F14F984E-17B6-4705-A354-024C71C55E52}"/>
                </a:ext>
              </a:extLst>
            </p:cNvPr>
            <p:cNvSpPr>
              <a:spLocks noChangeArrowheads="1"/>
            </p:cNvSpPr>
            <p:nvPr/>
          </p:nvSpPr>
          <p:spPr bwMode="auto">
            <a:xfrm>
              <a:off x="998" y="357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3" name="AutoShape 43">
              <a:extLst>
                <a:ext uri="{FF2B5EF4-FFF2-40B4-BE49-F238E27FC236}">
                  <a16:creationId xmlns:a16="http://schemas.microsoft.com/office/drawing/2014/main" id="{B69D02FD-D2FD-4500-99D0-4E5C301B1420}"/>
                </a:ext>
              </a:extLst>
            </p:cNvPr>
            <p:cNvCxnSpPr>
              <a:cxnSpLocks noChangeShapeType="1"/>
              <a:stCxn id="42" idx="6"/>
              <a:endCxn id="33" idx="2"/>
            </p:cNvCxnSpPr>
            <p:nvPr/>
          </p:nvCxnSpPr>
          <p:spPr bwMode="auto">
            <a:xfrm>
              <a:off x="1053"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44">
              <a:extLst>
                <a:ext uri="{FF2B5EF4-FFF2-40B4-BE49-F238E27FC236}">
                  <a16:creationId xmlns:a16="http://schemas.microsoft.com/office/drawing/2014/main" id="{D320361C-F80F-47A8-9EFF-9C090ACD3346}"/>
                </a:ext>
              </a:extLst>
            </p:cNvPr>
            <p:cNvSpPr>
              <a:spLocks noChangeArrowheads="1"/>
            </p:cNvSpPr>
            <p:nvPr/>
          </p:nvSpPr>
          <p:spPr bwMode="auto">
            <a:xfrm>
              <a:off x="1387" y="3567"/>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5" name="AutoShape 45">
              <a:extLst>
                <a:ext uri="{FF2B5EF4-FFF2-40B4-BE49-F238E27FC236}">
                  <a16:creationId xmlns:a16="http://schemas.microsoft.com/office/drawing/2014/main" id="{DE261F78-19F5-4E00-8AB2-2509D5DE3775}"/>
                </a:ext>
              </a:extLst>
            </p:cNvPr>
            <p:cNvCxnSpPr>
              <a:cxnSpLocks noChangeShapeType="1"/>
              <a:stCxn id="44" idx="6"/>
            </p:cNvCxnSpPr>
            <p:nvPr/>
          </p:nvCxnSpPr>
          <p:spPr bwMode="auto">
            <a:xfrm>
              <a:off x="1442" y="3591"/>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AutoShape 46">
              <a:extLst>
                <a:ext uri="{FF2B5EF4-FFF2-40B4-BE49-F238E27FC236}">
                  <a16:creationId xmlns:a16="http://schemas.microsoft.com/office/drawing/2014/main" id="{C9A899F5-3099-42FC-A5EF-F2F199775154}"/>
                </a:ext>
              </a:extLst>
            </p:cNvPr>
            <p:cNvSpPr>
              <a:spLocks noChangeArrowheads="1"/>
            </p:cNvSpPr>
            <p:nvPr/>
          </p:nvSpPr>
          <p:spPr bwMode="auto">
            <a:xfrm>
              <a:off x="1773" y="356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7" name="AutoShape 47">
              <a:extLst>
                <a:ext uri="{FF2B5EF4-FFF2-40B4-BE49-F238E27FC236}">
                  <a16:creationId xmlns:a16="http://schemas.microsoft.com/office/drawing/2014/main" id="{D2037FA6-E945-44D9-8244-7F2227887938}"/>
                </a:ext>
              </a:extLst>
            </p:cNvPr>
            <p:cNvCxnSpPr>
              <a:cxnSpLocks noChangeShapeType="1"/>
              <a:stCxn id="46" idx="6"/>
            </p:cNvCxnSpPr>
            <p:nvPr/>
          </p:nvCxnSpPr>
          <p:spPr bwMode="auto">
            <a:xfrm>
              <a:off x="1828" y="358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48">
              <a:extLst>
                <a:ext uri="{FF2B5EF4-FFF2-40B4-BE49-F238E27FC236}">
                  <a16:creationId xmlns:a16="http://schemas.microsoft.com/office/drawing/2014/main" id="{2C99BCDC-2BA6-439C-9D18-5DB1CD8EA31B}"/>
                </a:ext>
              </a:extLst>
            </p:cNvPr>
            <p:cNvSpPr>
              <a:spLocks noChangeArrowheads="1"/>
            </p:cNvSpPr>
            <p:nvPr/>
          </p:nvSpPr>
          <p:spPr bwMode="auto">
            <a:xfrm>
              <a:off x="621"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9" name="AutoShape 49">
              <a:extLst>
                <a:ext uri="{FF2B5EF4-FFF2-40B4-BE49-F238E27FC236}">
                  <a16:creationId xmlns:a16="http://schemas.microsoft.com/office/drawing/2014/main" id="{DCA289D1-D334-4FC9-88F9-538914D97191}"/>
                </a:ext>
              </a:extLst>
            </p:cNvPr>
            <p:cNvCxnSpPr>
              <a:cxnSpLocks noChangeShapeType="1"/>
              <a:stCxn id="48" idx="6"/>
            </p:cNvCxnSpPr>
            <p:nvPr/>
          </p:nvCxnSpPr>
          <p:spPr bwMode="auto">
            <a:xfrm>
              <a:off x="676" y="359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0">
              <a:extLst>
                <a:ext uri="{FF2B5EF4-FFF2-40B4-BE49-F238E27FC236}">
                  <a16:creationId xmlns:a16="http://schemas.microsoft.com/office/drawing/2014/main" id="{2A33275B-0BDD-4BFA-BE5E-23C3070EF524}"/>
                </a:ext>
              </a:extLst>
            </p:cNvPr>
            <p:cNvSpPr>
              <a:spLocks noChangeArrowheads="1"/>
            </p:cNvSpPr>
            <p:nvPr/>
          </p:nvSpPr>
          <p:spPr bwMode="auto">
            <a:xfrm>
              <a:off x="1581" y="324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1" name="AutoShape 51">
              <a:extLst>
                <a:ext uri="{FF2B5EF4-FFF2-40B4-BE49-F238E27FC236}">
                  <a16:creationId xmlns:a16="http://schemas.microsoft.com/office/drawing/2014/main" id="{ADC62879-1371-47E5-BC41-6CB70A2DBDE3}"/>
                </a:ext>
              </a:extLst>
            </p:cNvPr>
            <p:cNvCxnSpPr>
              <a:cxnSpLocks noChangeShapeType="1"/>
              <a:stCxn id="50" idx="6"/>
            </p:cNvCxnSpPr>
            <p:nvPr/>
          </p:nvCxnSpPr>
          <p:spPr bwMode="auto">
            <a:xfrm>
              <a:off x="1636" y="326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AutoShape 52">
              <a:extLst>
                <a:ext uri="{FF2B5EF4-FFF2-40B4-BE49-F238E27FC236}">
                  <a16:creationId xmlns:a16="http://schemas.microsoft.com/office/drawing/2014/main" id="{F193E7EF-2E4E-4862-9C18-92B6DD3E7FF9}"/>
                </a:ext>
              </a:extLst>
            </p:cNvPr>
            <p:cNvSpPr>
              <a:spLocks noChangeArrowheads="1"/>
            </p:cNvSpPr>
            <p:nvPr/>
          </p:nvSpPr>
          <p:spPr bwMode="auto">
            <a:xfrm>
              <a:off x="1245" y="2903"/>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3" name="AutoShape 53">
              <a:extLst>
                <a:ext uri="{FF2B5EF4-FFF2-40B4-BE49-F238E27FC236}">
                  <a16:creationId xmlns:a16="http://schemas.microsoft.com/office/drawing/2014/main" id="{162C3B4F-083F-42FE-B12C-DE1D264B87AB}"/>
                </a:ext>
              </a:extLst>
            </p:cNvPr>
            <p:cNvCxnSpPr>
              <a:cxnSpLocks noChangeShapeType="1"/>
              <a:stCxn id="52" idx="6"/>
            </p:cNvCxnSpPr>
            <p:nvPr/>
          </p:nvCxnSpPr>
          <p:spPr bwMode="auto">
            <a:xfrm>
              <a:off x="1300" y="2927"/>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54">
              <a:extLst>
                <a:ext uri="{FF2B5EF4-FFF2-40B4-BE49-F238E27FC236}">
                  <a16:creationId xmlns:a16="http://schemas.microsoft.com/office/drawing/2014/main" id="{8F133A81-4E99-46C8-A965-FC109A52D51C}"/>
                </a:ext>
              </a:extLst>
            </p:cNvPr>
            <p:cNvSpPr>
              <a:spLocks noChangeArrowheads="1"/>
            </p:cNvSpPr>
            <p:nvPr/>
          </p:nvSpPr>
          <p:spPr bwMode="auto">
            <a:xfrm>
              <a:off x="808" y="324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5" name="AutoShape 55">
              <a:extLst>
                <a:ext uri="{FF2B5EF4-FFF2-40B4-BE49-F238E27FC236}">
                  <a16:creationId xmlns:a16="http://schemas.microsoft.com/office/drawing/2014/main" id="{C28ECFA3-488D-4C06-A045-C92C3821D75E}"/>
                </a:ext>
              </a:extLst>
            </p:cNvPr>
            <p:cNvCxnSpPr>
              <a:cxnSpLocks noChangeShapeType="1"/>
              <a:stCxn id="54" idx="6"/>
            </p:cNvCxnSpPr>
            <p:nvPr/>
          </p:nvCxnSpPr>
          <p:spPr bwMode="auto">
            <a:xfrm>
              <a:off x="863" y="3268"/>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6" name="Group 124">
            <a:extLst>
              <a:ext uri="{FF2B5EF4-FFF2-40B4-BE49-F238E27FC236}">
                <a16:creationId xmlns:a16="http://schemas.microsoft.com/office/drawing/2014/main" id="{92A78123-403C-416A-83AC-93A4E527E7B0}"/>
              </a:ext>
            </a:extLst>
          </p:cNvPr>
          <p:cNvGrpSpPr>
            <a:grpSpLocks/>
          </p:cNvGrpSpPr>
          <p:nvPr/>
        </p:nvGrpSpPr>
        <p:grpSpPr bwMode="auto">
          <a:xfrm>
            <a:off x="6339840" y="4739640"/>
            <a:ext cx="2292350" cy="1371600"/>
            <a:chOff x="3840" y="2832"/>
            <a:chExt cx="1444" cy="864"/>
          </a:xfrm>
        </p:grpSpPr>
        <p:sp>
          <p:nvSpPr>
            <p:cNvPr id="57" name="Oval 69">
              <a:extLst>
                <a:ext uri="{FF2B5EF4-FFF2-40B4-BE49-F238E27FC236}">
                  <a16:creationId xmlns:a16="http://schemas.microsoft.com/office/drawing/2014/main" id="{B3FFF215-4FBA-420A-8BFB-7D862A47E377}"/>
                </a:ext>
              </a:extLst>
            </p:cNvPr>
            <p:cNvSpPr>
              <a:spLocks noChangeArrowheads="1"/>
            </p:cNvSpPr>
            <p:nvPr/>
          </p:nvSpPr>
          <p:spPr bwMode="auto">
            <a:xfrm>
              <a:off x="446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58" name="Oval 70">
              <a:extLst>
                <a:ext uri="{FF2B5EF4-FFF2-40B4-BE49-F238E27FC236}">
                  <a16:creationId xmlns:a16="http://schemas.microsoft.com/office/drawing/2014/main" id="{9FA5AE70-E6E4-44CD-A732-B76D055F9AB6}"/>
                </a:ext>
              </a:extLst>
            </p:cNvPr>
            <p:cNvSpPr>
              <a:spLocks noChangeArrowheads="1"/>
            </p:cNvSpPr>
            <p:nvPr/>
          </p:nvSpPr>
          <p:spPr bwMode="auto">
            <a:xfrm>
              <a:off x="403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59" name="Oval 71">
              <a:extLst>
                <a:ext uri="{FF2B5EF4-FFF2-40B4-BE49-F238E27FC236}">
                  <a16:creationId xmlns:a16="http://schemas.microsoft.com/office/drawing/2014/main" id="{FB4B66A6-EE9E-4B70-A254-B5C8DA9734B8}"/>
                </a:ext>
              </a:extLst>
            </p:cNvPr>
            <p:cNvSpPr>
              <a:spLocks noChangeArrowheads="1"/>
            </p:cNvSpPr>
            <p:nvPr/>
          </p:nvSpPr>
          <p:spPr bwMode="auto">
            <a:xfrm>
              <a:off x="480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60" name="Oval 72">
              <a:extLst>
                <a:ext uri="{FF2B5EF4-FFF2-40B4-BE49-F238E27FC236}">
                  <a16:creationId xmlns:a16="http://schemas.microsoft.com/office/drawing/2014/main" id="{5012DED9-69A5-4539-AF73-67687957F34A}"/>
                </a:ext>
              </a:extLst>
            </p:cNvPr>
            <p:cNvSpPr>
              <a:spLocks noChangeArrowheads="1"/>
            </p:cNvSpPr>
            <p:nvPr/>
          </p:nvSpPr>
          <p:spPr bwMode="auto">
            <a:xfrm>
              <a:off x="384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61" name="Oval 73">
              <a:extLst>
                <a:ext uri="{FF2B5EF4-FFF2-40B4-BE49-F238E27FC236}">
                  <a16:creationId xmlns:a16="http://schemas.microsoft.com/office/drawing/2014/main" id="{6928053F-1C92-448E-8148-8FF4D059578D}"/>
                </a:ext>
              </a:extLst>
            </p:cNvPr>
            <p:cNvSpPr>
              <a:spLocks noChangeArrowheads="1"/>
            </p:cNvSpPr>
            <p:nvPr/>
          </p:nvSpPr>
          <p:spPr bwMode="auto">
            <a:xfrm>
              <a:off x="422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62" name="Oval 74">
              <a:extLst>
                <a:ext uri="{FF2B5EF4-FFF2-40B4-BE49-F238E27FC236}">
                  <a16:creationId xmlns:a16="http://schemas.microsoft.com/office/drawing/2014/main" id="{FF281510-7A8A-451C-AD41-0E09FAB5AD1C}"/>
                </a:ext>
              </a:extLst>
            </p:cNvPr>
            <p:cNvSpPr>
              <a:spLocks noChangeArrowheads="1"/>
            </p:cNvSpPr>
            <p:nvPr/>
          </p:nvSpPr>
          <p:spPr bwMode="auto">
            <a:xfrm>
              <a:off x="460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63" name="Oval 75">
              <a:extLst>
                <a:ext uri="{FF2B5EF4-FFF2-40B4-BE49-F238E27FC236}">
                  <a16:creationId xmlns:a16="http://schemas.microsoft.com/office/drawing/2014/main" id="{BE81BDE2-D220-4EF9-82D2-FDDFA8BE28D1}"/>
                </a:ext>
              </a:extLst>
            </p:cNvPr>
            <p:cNvSpPr>
              <a:spLocks noChangeArrowheads="1"/>
            </p:cNvSpPr>
            <p:nvPr/>
          </p:nvSpPr>
          <p:spPr bwMode="auto">
            <a:xfrm>
              <a:off x="499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64" name="AutoShape 76">
              <a:extLst>
                <a:ext uri="{FF2B5EF4-FFF2-40B4-BE49-F238E27FC236}">
                  <a16:creationId xmlns:a16="http://schemas.microsoft.com/office/drawing/2014/main" id="{47EB6FAD-7698-409C-A566-374EF20AE638}"/>
                </a:ext>
              </a:extLst>
            </p:cNvPr>
            <p:cNvCxnSpPr>
              <a:cxnSpLocks noChangeShapeType="1"/>
              <a:stCxn id="57" idx="3"/>
              <a:endCxn id="58" idx="7"/>
            </p:cNvCxnSpPr>
            <p:nvPr/>
          </p:nvCxnSpPr>
          <p:spPr bwMode="auto">
            <a:xfrm flipH="1">
              <a:off x="419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AutoShape 77">
              <a:extLst>
                <a:ext uri="{FF2B5EF4-FFF2-40B4-BE49-F238E27FC236}">
                  <a16:creationId xmlns:a16="http://schemas.microsoft.com/office/drawing/2014/main" id="{83BC089A-B026-47BB-A61C-D0AA88811646}"/>
                </a:ext>
              </a:extLst>
            </p:cNvPr>
            <p:cNvCxnSpPr>
              <a:cxnSpLocks noChangeShapeType="1"/>
              <a:stCxn id="57" idx="5"/>
              <a:endCxn id="59" idx="1"/>
            </p:cNvCxnSpPr>
            <p:nvPr/>
          </p:nvCxnSpPr>
          <p:spPr bwMode="auto">
            <a:xfrm>
              <a:off x="462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AutoShape 78">
              <a:extLst>
                <a:ext uri="{FF2B5EF4-FFF2-40B4-BE49-F238E27FC236}">
                  <a16:creationId xmlns:a16="http://schemas.microsoft.com/office/drawing/2014/main" id="{295BF5F7-0EE4-40B8-AE65-9BA7D3D95B91}"/>
                </a:ext>
              </a:extLst>
            </p:cNvPr>
            <p:cNvCxnSpPr>
              <a:cxnSpLocks noChangeShapeType="1"/>
              <a:stCxn id="58" idx="3"/>
              <a:endCxn id="60" idx="0"/>
            </p:cNvCxnSpPr>
            <p:nvPr/>
          </p:nvCxnSpPr>
          <p:spPr bwMode="auto">
            <a:xfrm flipH="1">
              <a:off x="393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79">
              <a:extLst>
                <a:ext uri="{FF2B5EF4-FFF2-40B4-BE49-F238E27FC236}">
                  <a16:creationId xmlns:a16="http://schemas.microsoft.com/office/drawing/2014/main" id="{A67DF294-E5BD-42F8-AAD4-34654CA5FC9E}"/>
                </a:ext>
              </a:extLst>
            </p:cNvPr>
            <p:cNvCxnSpPr>
              <a:cxnSpLocks noChangeShapeType="1"/>
              <a:stCxn id="58" idx="5"/>
              <a:endCxn id="61" idx="0"/>
            </p:cNvCxnSpPr>
            <p:nvPr/>
          </p:nvCxnSpPr>
          <p:spPr bwMode="auto">
            <a:xfrm>
              <a:off x="419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80">
              <a:extLst>
                <a:ext uri="{FF2B5EF4-FFF2-40B4-BE49-F238E27FC236}">
                  <a16:creationId xmlns:a16="http://schemas.microsoft.com/office/drawing/2014/main" id="{E175E61B-9455-4BBF-A416-6895A452383A}"/>
                </a:ext>
              </a:extLst>
            </p:cNvPr>
            <p:cNvCxnSpPr>
              <a:cxnSpLocks noChangeShapeType="1"/>
              <a:stCxn id="59" idx="3"/>
              <a:endCxn id="62" idx="0"/>
            </p:cNvCxnSpPr>
            <p:nvPr/>
          </p:nvCxnSpPr>
          <p:spPr bwMode="auto">
            <a:xfrm flipH="1">
              <a:off x="470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81">
              <a:extLst>
                <a:ext uri="{FF2B5EF4-FFF2-40B4-BE49-F238E27FC236}">
                  <a16:creationId xmlns:a16="http://schemas.microsoft.com/office/drawing/2014/main" id="{2114740E-BB64-41A5-8424-3C89A82513BE}"/>
                </a:ext>
              </a:extLst>
            </p:cNvPr>
            <p:cNvCxnSpPr>
              <a:cxnSpLocks noChangeShapeType="1"/>
              <a:stCxn id="59" idx="5"/>
              <a:endCxn id="63" idx="0"/>
            </p:cNvCxnSpPr>
            <p:nvPr/>
          </p:nvCxnSpPr>
          <p:spPr bwMode="auto">
            <a:xfrm>
              <a:off x="496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AutoShape 82">
              <a:extLst>
                <a:ext uri="{FF2B5EF4-FFF2-40B4-BE49-F238E27FC236}">
                  <a16:creationId xmlns:a16="http://schemas.microsoft.com/office/drawing/2014/main" id="{5FAD1AF5-0E85-4963-A5FF-9BBCBA8FC835}"/>
                </a:ext>
              </a:extLst>
            </p:cNvPr>
            <p:cNvSpPr>
              <a:spLocks noChangeArrowheads="1"/>
            </p:cNvSpPr>
            <p:nvPr/>
          </p:nvSpPr>
          <p:spPr bwMode="auto">
            <a:xfrm flipH="1">
              <a:off x="4707" y="2900"/>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1" name="AutoShape 83">
              <a:extLst>
                <a:ext uri="{FF2B5EF4-FFF2-40B4-BE49-F238E27FC236}">
                  <a16:creationId xmlns:a16="http://schemas.microsoft.com/office/drawing/2014/main" id="{49248391-9B68-42B3-A894-38D94DCB3CA3}"/>
                </a:ext>
              </a:extLst>
            </p:cNvPr>
            <p:cNvCxnSpPr>
              <a:cxnSpLocks noChangeShapeType="1"/>
              <a:stCxn id="70" idx="6"/>
            </p:cNvCxnSpPr>
            <p:nvPr/>
          </p:nvCxnSpPr>
          <p:spPr bwMode="auto">
            <a:xfrm flipH="1">
              <a:off x="4656" y="2923"/>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AutoShape 84">
              <a:extLst>
                <a:ext uri="{FF2B5EF4-FFF2-40B4-BE49-F238E27FC236}">
                  <a16:creationId xmlns:a16="http://schemas.microsoft.com/office/drawing/2014/main" id="{C39CB252-8F55-4AA5-AE2B-D2C69BEAF1A9}"/>
                </a:ext>
              </a:extLst>
            </p:cNvPr>
            <p:cNvSpPr>
              <a:spLocks noChangeArrowheads="1"/>
            </p:cNvSpPr>
            <p:nvPr/>
          </p:nvSpPr>
          <p:spPr bwMode="auto">
            <a:xfrm flipH="1">
              <a:off x="4275" y="323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3" name="AutoShape 85">
              <a:extLst>
                <a:ext uri="{FF2B5EF4-FFF2-40B4-BE49-F238E27FC236}">
                  <a16:creationId xmlns:a16="http://schemas.microsoft.com/office/drawing/2014/main" id="{CAB9B1DE-DB1D-4A27-8CE5-560E969E653D}"/>
                </a:ext>
              </a:extLst>
            </p:cNvPr>
            <p:cNvCxnSpPr>
              <a:cxnSpLocks noChangeShapeType="1"/>
              <a:stCxn id="72" idx="6"/>
            </p:cNvCxnSpPr>
            <p:nvPr/>
          </p:nvCxnSpPr>
          <p:spPr bwMode="auto">
            <a:xfrm flipH="1">
              <a:off x="4224" y="325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AutoShape 86">
              <a:extLst>
                <a:ext uri="{FF2B5EF4-FFF2-40B4-BE49-F238E27FC236}">
                  <a16:creationId xmlns:a16="http://schemas.microsoft.com/office/drawing/2014/main" id="{8AB261C4-9534-4AF5-9E5C-154C75EF9A34}"/>
                </a:ext>
              </a:extLst>
            </p:cNvPr>
            <p:cNvSpPr>
              <a:spLocks noChangeArrowheads="1"/>
            </p:cNvSpPr>
            <p:nvPr/>
          </p:nvSpPr>
          <p:spPr bwMode="auto">
            <a:xfrm flipH="1">
              <a:off x="5045" y="324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5" name="AutoShape 87">
              <a:extLst>
                <a:ext uri="{FF2B5EF4-FFF2-40B4-BE49-F238E27FC236}">
                  <a16:creationId xmlns:a16="http://schemas.microsoft.com/office/drawing/2014/main" id="{33F67843-A8C8-4519-88AE-17B61C41A4AD}"/>
                </a:ext>
              </a:extLst>
            </p:cNvPr>
            <p:cNvCxnSpPr>
              <a:cxnSpLocks noChangeShapeType="1"/>
              <a:stCxn id="74" idx="6"/>
            </p:cNvCxnSpPr>
            <p:nvPr/>
          </p:nvCxnSpPr>
          <p:spPr bwMode="auto">
            <a:xfrm flipH="1">
              <a:off x="4994" y="3272"/>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AutoShape 88">
              <a:extLst>
                <a:ext uri="{FF2B5EF4-FFF2-40B4-BE49-F238E27FC236}">
                  <a16:creationId xmlns:a16="http://schemas.microsoft.com/office/drawing/2014/main" id="{2D87CAB4-93ED-40D2-B9FB-7107ED259D5D}"/>
                </a:ext>
              </a:extLst>
            </p:cNvPr>
            <p:cNvSpPr>
              <a:spLocks noChangeArrowheads="1"/>
            </p:cNvSpPr>
            <p:nvPr/>
          </p:nvSpPr>
          <p:spPr bwMode="auto">
            <a:xfrm flipH="1">
              <a:off x="4084"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7" name="AutoShape 89">
              <a:extLst>
                <a:ext uri="{FF2B5EF4-FFF2-40B4-BE49-F238E27FC236}">
                  <a16:creationId xmlns:a16="http://schemas.microsoft.com/office/drawing/2014/main" id="{E6A7E440-E1A7-4505-B5D3-47E8B9A4BA24}"/>
                </a:ext>
              </a:extLst>
            </p:cNvPr>
            <p:cNvCxnSpPr>
              <a:cxnSpLocks noChangeShapeType="1"/>
              <a:stCxn id="76" idx="6"/>
            </p:cNvCxnSpPr>
            <p:nvPr/>
          </p:nvCxnSpPr>
          <p:spPr bwMode="auto">
            <a:xfrm flipH="1">
              <a:off x="4033" y="359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AutoShape 90">
              <a:extLst>
                <a:ext uri="{FF2B5EF4-FFF2-40B4-BE49-F238E27FC236}">
                  <a16:creationId xmlns:a16="http://schemas.microsoft.com/office/drawing/2014/main" id="{A6FE1C20-602A-45F4-934C-97DA29513E57}"/>
                </a:ext>
              </a:extLst>
            </p:cNvPr>
            <p:cNvSpPr>
              <a:spLocks noChangeArrowheads="1"/>
            </p:cNvSpPr>
            <p:nvPr/>
          </p:nvSpPr>
          <p:spPr bwMode="auto">
            <a:xfrm flipH="1">
              <a:off x="4464" y="357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9" name="AutoShape 91">
              <a:extLst>
                <a:ext uri="{FF2B5EF4-FFF2-40B4-BE49-F238E27FC236}">
                  <a16:creationId xmlns:a16="http://schemas.microsoft.com/office/drawing/2014/main" id="{A0121687-B464-4995-B240-F1A3749710D5}"/>
                </a:ext>
              </a:extLst>
            </p:cNvPr>
            <p:cNvCxnSpPr>
              <a:cxnSpLocks noChangeShapeType="1"/>
              <a:stCxn id="78" idx="6"/>
            </p:cNvCxnSpPr>
            <p:nvPr/>
          </p:nvCxnSpPr>
          <p:spPr bwMode="auto">
            <a:xfrm flipH="1">
              <a:off x="4413" y="359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92">
              <a:extLst>
                <a:ext uri="{FF2B5EF4-FFF2-40B4-BE49-F238E27FC236}">
                  <a16:creationId xmlns:a16="http://schemas.microsoft.com/office/drawing/2014/main" id="{24BEFBB9-524E-4F79-9DAC-52B7AFCDEC26}"/>
                </a:ext>
              </a:extLst>
            </p:cNvPr>
            <p:cNvSpPr>
              <a:spLocks noChangeArrowheads="1"/>
            </p:cNvSpPr>
            <p:nvPr/>
          </p:nvSpPr>
          <p:spPr bwMode="auto">
            <a:xfrm flipH="1">
              <a:off x="4851" y="356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1" name="AutoShape 93">
              <a:extLst>
                <a:ext uri="{FF2B5EF4-FFF2-40B4-BE49-F238E27FC236}">
                  <a16:creationId xmlns:a16="http://schemas.microsoft.com/office/drawing/2014/main" id="{ABAB9F63-3E63-4EA4-9A88-7F3568BAF1C7}"/>
                </a:ext>
              </a:extLst>
            </p:cNvPr>
            <p:cNvCxnSpPr>
              <a:cxnSpLocks noChangeShapeType="1"/>
              <a:stCxn id="80" idx="6"/>
            </p:cNvCxnSpPr>
            <p:nvPr/>
          </p:nvCxnSpPr>
          <p:spPr bwMode="auto">
            <a:xfrm flipH="1">
              <a:off x="4800" y="358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AutoShape 94">
              <a:extLst>
                <a:ext uri="{FF2B5EF4-FFF2-40B4-BE49-F238E27FC236}">
                  <a16:creationId xmlns:a16="http://schemas.microsoft.com/office/drawing/2014/main" id="{720BE973-C442-47B9-8C51-961F7D674330}"/>
                </a:ext>
              </a:extLst>
            </p:cNvPr>
            <p:cNvSpPr>
              <a:spLocks noChangeArrowheads="1"/>
            </p:cNvSpPr>
            <p:nvPr/>
          </p:nvSpPr>
          <p:spPr bwMode="auto">
            <a:xfrm flipH="1">
              <a:off x="5236" y="357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3" name="AutoShape 95">
              <a:extLst>
                <a:ext uri="{FF2B5EF4-FFF2-40B4-BE49-F238E27FC236}">
                  <a16:creationId xmlns:a16="http://schemas.microsoft.com/office/drawing/2014/main" id="{C4CF4743-3451-4F2C-9F60-AF9B640FFAE2}"/>
                </a:ext>
              </a:extLst>
            </p:cNvPr>
            <p:cNvCxnSpPr>
              <a:cxnSpLocks noChangeShapeType="1"/>
              <a:stCxn id="82" idx="6"/>
            </p:cNvCxnSpPr>
            <p:nvPr/>
          </p:nvCxnSpPr>
          <p:spPr bwMode="auto">
            <a:xfrm flipH="1">
              <a:off x="5185"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4" name="Group 122">
            <a:extLst>
              <a:ext uri="{FF2B5EF4-FFF2-40B4-BE49-F238E27FC236}">
                <a16:creationId xmlns:a16="http://schemas.microsoft.com/office/drawing/2014/main" id="{1E07820A-7EB9-4213-B27C-24DA5FC8FEA9}"/>
              </a:ext>
            </a:extLst>
          </p:cNvPr>
          <p:cNvGrpSpPr>
            <a:grpSpLocks/>
          </p:cNvGrpSpPr>
          <p:nvPr/>
        </p:nvGrpSpPr>
        <p:grpSpPr bwMode="auto">
          <a:xfrm>
            <a:off x="3901440" y="4744404"/>
            <a:ext cx="2133600" cy="1557337"/>
            <a:chOff x="2304" y="2832"/>
            <a:chExt cx="1344" cy="981"/>
          </a:xfrm>
        </p:grpSpPr>
        <p:sp>
          <p:nvSpPr>
            <p:cNvPr id="85" name="Oval 56">
              <a:extLst>
                <a:ext uri="{FF2B5EF4-FFF2-40B4-BE49-F238E27FC236}">
                  <a16:creationId xmlns:a16="http://schemas.microsoft.com/office/drawing/2014/main" id="{C2DE48E0-001E-4659-9C65-3DEB04C54917}"/>
                </a:ext>
              </a:extLst>
            </p:cNvPr>
            <p:cNvSpPr>
              <a:spLocks noChangeArrowheads="1"/>
            </p:cNvSpPr>
            <p:nvPr/>
          </p:nvSpPr>
          <p:spPr bwMode="auto">
            <a:xfrm>
              <a:off x="2928"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86" name="Oval 57">
              <a:extLst>
                <a:ext uri="{FF2B5EF4-FFF2-40B4-BE49-F238E27FC236}">
                  <a16:creationId xmlns:a16="http://schemas.microsoft.com/office/drawing/2014/main" id="{919D83C9-1F07-4830-8DC6-55491375F90D}"/>
                </a:ext>
              </a:extLst>
            </p:cNvPr>
            <p:cNvSpPr>
              <a:spLocks noChangeArrowheads="1"/>
            </p:cNvSpPr>
            <p:nvPr/>
          </p:nvSpPr>
          <p:spPr bwMode="auto">
            <a:xfrm>
              <a:off x="2496"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87" name="Oval 58">
              <a:extLst>
                <a:ext uri="{FF2B5EF4-FFF2-40B4-BE49-F238E27FC236}">
                  <a16:creationId xmlns:a16="http://schemas.microsoft.com/office/drawing/2014/main" id="{7C2E651A-DCAA-4ECB-A88B-C381A71BA8F3}"/>
                </a:ext>
              </a:extLst>
            </p:cNvPr>
            <p:cNvSpPr>
              <a:spLocks noChangeArrowheads="1"/>
            </p:cNvSpPr>
            <p:nvPr/>
          </p:nvSpPr>
          <p:spPr bwMode="auto">
            <a:xfrm>
              <a:off x="3264"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88" name="Oval 59">
              <a:extLst>
                <a:ext uri="{FF2B5EF4-FFF2-40B4-BE49-F238E27FC236}">
                  <a16:creationId xmlns:a16="http://schemas.microsoft.com/office/drawing/2014/main" id="{68B406AC-D036-40FF-9077-518FFB6312C8}"/>
                </a:ext>
              </a:extLst>
            </p:cNvPr>
            <p:cNvSpPr>
              <a:spLocks noChangeArrowheads="1"/>
            </p:cNvSpPr>
            <p:nvPr/>
          </p:nvSpPr>
          <p:spPr bwMode="auto">
            <a:xfrm>
              <a:off x="23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89" name="Oval 60">
              <a:extLst>
                <a:ext uri="{FF2B5EF4-FFF2-40B4-BE49-F238E27FC236}">
                  <a16:creationId xmlns:a16="http://schemas.microsoft.com/office/drawing/2014/main" id="{7DC0053C-5203-4FBD-B293-626CD01876CD}"/>
                </a:ext>
              </a:extLst>
            </p:cNvPr>
            <p:cNvSpPr>
              <a:spLocks noChangeArrowheads="1"/>
            </p:cNvSpPr>
            <p:nvPr/>
          </p:nvSpPr>
          <p:spPr bwMode="auto">
            <a:xfrm>
              <a:off x="26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90" name="Oval 61">
              <a:extLst>
                <a:ext uri="{FF2B5EF4-FFF2-40B4-BE49-F238E27FC236}">
                  <a16:creationId xmlns:a16="http://schemas.microsoft.com/office/drawing/2014/main" id="{283DC446-B426-4B87-B394-6E59B6C7FD69}"/>
                </a:ext>
              </a:extLst>
            </p:cNvPr>
            <p:cNvSpPr>
              <a:spLocks noChangeArrowheads="1"/>
            </p:cNvSpPr>
            <p:nvPr/>
          </p:nvSpPr>
          <p:spPr bwMode="auto">
            <a:xfrm>
              <a:off x="30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91" name="Oval 62">
              <a:extLst>
                <a:ext uri="{FF2B5EF4-FFF2-40B4-BE49-F238E27FC236}">
                  <a16:creationId xmlns:a16="http://schemas.microsoft.com/office/drawing/2014/main" id="{A28BFC19-3462-42A3-BD66-BAD65869CB19}"/>
                </a:ext>
              </a:extLst>
            </p:cNvPr>
            <p:cNvSpPr>
              <a:spLocks noChangeArrowheads="1"/>
            </p:cNvSpPr>
            <p:nvPr/>
          </p:nvSpPr>
          <p:spPr bwMode="auto">
            <a:xfrm>
              <a:off x="3456"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92" name="AutoShape 63">
              <a:extLst>
                <a:ext uri="{FF2B5EF4-FFF2-40B4-BE49-F238E27FC236}">
                  <a16:creationId xmlns:a16="http://schemas.microsoft.com/office/drawing/2014/main" id="{9056B8AE-CC75-4E0C-BF25-BE3117421917}"/>
                </a:ext>
              </a:extLst>
            </p:cNvPr>
            <p:cNvCxnSpPr>
              <a:cxnSpLocks noChangeShapeType="1"/>
              <a:stCxn id="85" idx="3"/>
              <a:endCxn id="86" idx="7"/>
            </p:cNvCxnSpPr>
            <p:nvPr/>
          </p:nvCxnSpPr>
          <p:spPr bwMode="auto">
            <a:xfrm flipH="1">
              <a:off x="2660"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64">
              <a:extLst>
                <a:ext uri="{FF2B5EF4-FFF2-40B4-BE49-F238E27FC236}">
                  <a16:creationId xmlns:a16="http://schemas.microsoft.com/office/drawing/2014/main" id="{B11BFA60-A455-4330-A470-5EE2901F134D}"/>
                </a:ext>
              </a:extLst>
            </p:cNvPr>
            <p:cNvCxnSpPr>
              <a:cxnSpLocks noChangeShapeType="1"/>
              <a:stCxn id="85" idx="5"/>
              <a:endCxn id="87" idx="1"/>
            </p:cNvCxnSpPr>
            <p:nvPr/>
          </p:nvCxnSpPr>
          <p:spPr bwMode="auto">
            <a:xfrm>
              <a:off x="3092"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65">
              <a:extLst>
                <a:ext uri="{FF2B5EF4-FFF2-40B4-BE49-F238E27FC236}">
                  <a16:creationId xmlns:a16="http://schemas.microsoft.com/office/drawing/2014/main" id="{38D860D8-37BA-43EA-A108-0376F82B6761}"/>
                </a:ext>
              </a:extLst>
            </p:cNvPr>
            <p:cNvCxnSpPr>
              <a:cxnSpLocks noChangeShapeType="1"/>
              <a:stCxn id="86" idx="3"/>
              <a:endCxn id="88" idx="0"/>
            </p:cNvCxnSpPr>
            <p:nvPr/>
          </p:nvCxnSpPr>
          <p:spPr bwMode="auto">
            <a:xfrm flipH="1">
              <a:off x="240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AutoShape 66">
              <a:extLst>
                <a:ext uri="{FF2B5EF4-FFF2-40B4-BE49-F238E27FC236}">
                  <a16:creationId xmlns:a16="http://schemas.microsoft.com/office/drawing/2014/main" id="{639E0C6D-9E0D-44F1-BD61-497BE79B068A}"/>
                </a:ext>
              </a:extLst>
            </p:cNvPr>
            <p:cNvCxnSpPr>
              <a:cxnSpLocks noChangeShapeType="1"/>
              <a:stCxn id="86" idx="5"/>
              <a:endCxn id="89" idx="0"/>
            </p:cNvCxnSpPr>
            <p:nvPr/>
          </p:nvCxnSpPr>
          <p:spPr bwMode="auto">
            <a:xfrm>
              <a:off x="266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67">
              <a:extLst>
                <a:ext uri="{FF2B5EF4-FFF2-40B4-BE49-F238E27FC236}">
                  <a16:creationId xmlns:a16="http://schemas.microsoft.com/office/drawing/2014/main" id="{6FFE8ED7-5666-4922-9EF6-A95A173220EC}"/>
                </a:ext>
              </a:extLst>
            </p:cNvPr>
            <p:cNvCxnSpPr>
              <a:cxnSpLocks noChangeShapeType="1"/>
              <a:stCxn id="87" idx="3"/>
              <a:endCxn id="90" idx="0"/>
            </p:cNvCxnSpPr>
            <p:nvPr/>
          </p:nvCxnSpPr>
          <p:spPr bwMode="auto">
            <a:xfrm flipH="1">
              <a:off x="316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68">
              <a:extLst>
                <a:ext uri="{FF2B5EF4-FFF2-40B4-BE49-F238E27FC236}">
                  <a16:creationId xmlns:a16="http://schemas.microsoft.com/office/drawing/2014/main" id="{36B18998-7CB8-4F24-B2BA-4586A56D405D}"/>
                </a:ext>
              </a:extLst>
            </p:cNvPr>
            <p:cNvCxnSpPr>
              <a:cxnSpLocks noChangeShapeType="1"/>
              <a:stCxn id="87" idx="5"/>
              <a:endCxn id="91" idx="0"/>
            </p:cNvCxnSpPr>
            <p:nvPr/>
          </p:nvCxnSpPr>
          <p:spPr bwMode="auto">
            <a:xfrm>
              <a:off x="342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96">
              <a:extLst>
                <a:ext uri="{FF2B5EF4-FFF2-40B4-BE49-F238E27FC236}">
                  <a16:creationId xmlns:a16="http://schemas.microsoft.com/office/drawing/2014/main" id="{C4B63A0A-DB3F-46FD-B2AE-F88F6D88E6A6}"/>
                </a:ext>
              </a:extLst>
            </p:cNvPr>
            <p:cNvSpPr>
              <a:spLocks noChangeArrowheads="1"/>
            </p:cNvSpPr>
            <p:nvPr/>
          </p:nvSpPr>
          <p:spPr bwMode="auto">
            <a:xfrm rot="5400000" flipH="1">
              <a:off x="3000" y="309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99" name="AutoShape 98">
              <a:extLst>
                <a:ext uri="{FF2B5EF4-FFF2-40B4-BE49-F238E27FC236}">
                  <a16:creationId xmlns:a16="http://schemas.microsoft.com/office/drawing/2014/main" id="{B6AB897B-8B3D-4C8C-BBD8-AB7A49002F73}"/>
                </a:ext>
              </a:extLst>
            </p:cNvPr>
            <p:cNvCxnSpPr>
              <a:cxnSpLocks noChangeShapeType="1"/>
              <a:stCxn id="98" idx="6"/>
              <a:endCxn id="85" idx="4"/>
            </p:cNvCxnSpPr>
            <p:nvPr/>
          </p:nvCxnSpPr>
          <p:spPr bwMode="auto">
            <a:xfrm flipV="1">
              <a:off x="3024" y="3031"/>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AutoShape 99">
              <a:extLst>
                <a:ext uri="{FF2B5EF4-FFF2-40B4-BE49-F238E27FC236}">
                  <a16:creationId xmlns:a16="http://schemas.microsoft.com/office/drawing/2014/main" id="{30703014-CB34-4469-8AAD-A2675C0F0C6C}"/>
                </a:ext>
              </a:extLst>
            </p:cNvPr>
            <p:cNvSpPr>
              <a:spLocks noChangeArrowheads="1"/>
            </p:cNvSpPr>
            <p:nvPr/>
          </p:nvSpPr>
          <p:spPr bwMode="auto">
            <a:xfrm rot="5400000" flipH="1">
              <a:off x="2560" y="342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1" name="AutoShape 100">
              <a:extLst>
                <a:ext uri="{FF2B5EF4-FFF2-40B4-BE49-F238E27FC236}">
                  <a16:creationId xmlns:a16="http://schemas.microsoft.com/office/drawing/2014/main" id="{3A88327A-1F6C-474E-8F9B-BEBB29A200D3}"/>
                </a:ext>
              </a:extLst>
            </p:cNvPr>
            <p:cNvCxnSpPr>
              <a:cxnSpLocks noChangeShapeType="1"/>
              <a:stCxn id="100" idx="6"/>
            </p:cNvCxnSpPr>
            <p:nvPr/>
          </p:nvCxnSpPr>
          <p:spPr bwMode="auto">
            <a:xfrm flipV="1">
              <a:off x="2584" y="335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101">
              <a:extLst>
                <a:ext uri="{FF2B5EF4-FFF2-40B4-BE49-F238E27FC236}">
                  <a16:creationId xmlns:a16="http://schemas.microsoft.com/office/drawing/2014/main" id="{4DA1A7C3-B510-4418-840F-B88C044419F8}"/>
                </a:ext>
              </a:extLst>
            </p:cNvPr>
            <p:cNvSpPr>
              <a:spLocks noChangeArrowheads="1"/>
            </p:cNvSpPr>
            <p:nvPr/>
          </p:nvSpPr>
          <p:spPr bwMode="auto">
            <a:xfrm rot="5400000" flipH="1">
              <a:off x="3344" y="34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3" name="AutoShape 102">
              <a:extLst>
                <a:ext uri="{FF2B5EF4-FFF2-40B4-BE49-F238E27FC236}">
                  <a16:creationId xmlns:a16="http://schemas.microsoft.com/office/drawing/2014/main" id="{29AE9DAB-BFBC-4D14-AC8D-7DCC5BA65571}"/>
                </a:ext>
              </a:extLst>
            </p:cNvPr>
            <p:cNvCxnSpPr>
              <a:cxnSpLocks noChangeShapeType="1"/>
              <a:stCxn id="102" idx="6"/>
            </p:cNvCxnSpPr>
            <p:nvPr/>
          </p:nvCxnSpPr>
          <p:spPr bwMode="auto">
            <a:xfrm flipV="1">
              <a:off x="3368" y="335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03">
              <a:extLst>
                <a:ext uri="{FF2B5EF4-FFF2-40B4-BE49-F238E27FC236}">
                  <a16:creationId xmlns:a16="http://schemas.microsoft.com/office/drawing/2014/main" id="{A1358134-5206-43EE-8FE0-50B129BD3B84}"/>
                </a:ext>
              </a:extLst>
            </p:cNvPr>
            <p:cNvSpPr>
              <a:spLocks noChangeArrowheads="1"/>
            </p:cNvSpPr>
            <p:nvPr/>
          </p:nvSpPr>
          <p:spPr bwMode="auto">
            <a:xfrm rot="5400000" flipH="1">
              <a:off x="2380" y="376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5" name="AutoShape 104">
              <a:extLst>
                <a:ext uri="{FF2B5EF4-FFF2-40B4-BE49-F238E27FC236}">
                  <a16:creationId xmlns:a16="http://schemas.microsoft.com/office/drawing/2014/main" id="{5FFA664A-929E-45D7-BA89-F435944A60EF}"/>
                </a:ext>
              </a:extLst>
            </p:cNvPr>
            <p:cNvCxnSpPr>
              <a:cxnSpLocks noChangeShapeType="1"/>
              <a:stCxn id="104" idx="6"/>
            </p:cNvCxnSpPr>
            <p:nvPr/>
          </p:nvCxnSpPr>
          <p:spPr bwMode="auto">
            <a:xfrm flipV="1">
              <a:off x="2404" y="369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05">
              <a:extLst>
                <a:ext uri="{FF2B5EF4-FFF2-40B4-BE49-F238E27FC236}">
                  <a16:creationId xmlns:a16="http://schemas.microsoft.com/office/drawing/2014/main" id="{35C521F3-8D7E-42BB-B7C8-77BFF321ED95}"/>
                </a:ext>
              </a:extLst>
            </p:cNvPr>
            <p:cNvSpPr>
              <a:spLocks noChangeArrowheads="1"/>
            </p:cNvSpPr>
            <p:nvPr/>
          </p:nvSpPr>
          <p:spPr bwMode="auto">
            <a:xfrm rot="5400000" flipH="1">
              <a:off x="276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7" name="AutoShape 106">
              <a:extLst>
                <a:ext uri="{FF2B5EF4-FFF2-40B4-BE49-F238E27FC236}">
                  <a16:creationId xmlns:a16="http://schemas.microsoft.com/office/drawing/2014/main" id="{AC062F76-C443-47CA-A524-2190F3BE691F}"/>
                </a:ext>
              </a:extLst>
            </p:cNvPr>
            <p:cNvCxnSpPr>
              <a:cxnSpLocks noChangeShapeType="1"/>
              <a:stCxn id="106" idx="6"/>
            </p:cNvCxnSpPr>
            <p:nvPr/>
          </p:nvCxnSpPr>
          <p:spPr bwMode="auto">
            <a:xfrm flipV="1">
              <a:off x="278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107">
              <a:extLst>
                <a:ext uri="{FF2B5EF4-FFF2-40B4-BE49-F238E27FC236}">
                  <a16:creationId xmlns:a16="http://schemas.microsoft.com/office/drawing/2014/main" id="{2D97534D-9922-4AF8-94A6-D8F3D967EAE9}"/>
                </a:ext>
              </a:extLst>
            </p:cNvPr>
            <p:cNvSpPr>
              <a:spLocks noChangeArrowheads="1"/>
            </p:cNvSpPr>
            <p:nvPr/>
          </p:nvSpPr>
          <p:spPr bwMode="auto">
            <a:xfrm rot="5400000" flipH="1">
              <a:off x="314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9" name="AutoShape 108">
              <a:extLst>
                <a:ext uri="{FF2B5EF4-FFF2-40B4-BE49-F238E27FC236}">
                  <a16:creationId xmlns:a16="http://schemas.microsoft.com/office/drawing/2014/main" id="{5CD55594-0709-41F9-B430-FD0E2364B90D}"/>
                </a:ext>
              </a:extLst>
            </p:cNvPr>
            <p:cNvCxnSpPr>
              <a:cxnSpLocks noChangeShapeType="1"/>
              <a:stCxn id="108" idx="6"/>
            </p:cNvCxnSpPr>
            <p:nvPr/>
          </p:nvCxnSpPr>
          <p:spPr bwMode="auto">
            <a:xfrm flipV="1">
              <a:off x="316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109">
              <a:extLst>
                <a:ext uri="{FF2B5EF4-FFF2-40B4-BE49-F238E27FC236}">
                  <a16:creationId xmlns:a16="http://schemas.microsoft.com/office/drawing/2014/main" id="{2AB5DC6D-007E-4D62-8971-6F33DAAB24B0}"/>
                </a:ext>
              </a:extLst>
            </p:cNvPr>
            <p:cNvSpPr>
              <a:spLocks noChangeArrowheads="1"/>
            </p:cNvSpPr>
            <p:nvPr/>
          </p:nvSpPr>
          <p:spPr bwMode="auto">
            <a:xfrm rot="5400000" flipH="1">
              <a:off x="3536" y="376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11" name="AutoShape 110">
              <a:extLst>
                <a:ext uri="{FF2B5EF4-FFF2-40B4-BE49-F238E27FC236}">
                  <a16:creationId xmlns:a16="http://schemas.microsoft.com/office/drawing/2014/main" id="{E8A38EF0-D370-4F37-90BF-110DC810D59D}"/>
                </a:ext>
              </a:extLst>
            </p:cNvPr>
            <p:cNvCxnSpPr>
              <a:cxnSpLocks noChangeShapeType="1"/>
              <a:stCxn id="110" idx="6"/>
            </p:cNvCxnSpPr>
            <p:nvPr/>
          </p:nvCxnSpPr>
          <p:spPr bwMode="auto">
            <a:xfrm flipV="1">
              <a:off x="3560" y="3700"/>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2" name="Group 126">
            <a:extLst>
              <a:ext uri="{FF2B5EF4-FFF2-40B4-BE49-F238E27FC236}">
                <a16:creationId xmlns:a16="http://schemas.microsoft.com/office/drawing/2014/main" id="{EA239B7B-25E3-4301-B78F-6D8A9820AAAD}"/>
              </a:ext>
            </a:extLst>
          </p:cNvPr>
          <p:cNvGrpSpPr>
            <a:grpSpLocks/>
          </p:cNvGrpSpPr>
          <p:nvPr/>
        </p:nvGrpSpPr>
        <p:grpSpPr bwMode="auto">
          <a:xfrm>
            <a:off x="1158240" y="4634865"/>
            <a:ext cx="2438400" cy="2101850"/>
            <a:chOff x="576" y="2766"/>
            <a:chExt cx="1536" cy="1324"/>
          </a:xfrm>
        </p:grpSpPr>
        <p:sp>
          <p:nvSpPr>
            <p:cNvPr id="113" name="Freeform 111">
              <a:extLst>
                <a:ext uri="{FF2B5EF4-FFF2-40B4-BE49-F238E27FC236}">
                  <a16:creationId xmlns:a16="http://schemas.microsoft.com/office/drawing/2014/main" id="{2A1FB780-116A-4922-9DC5-95F09015887D}"/>
                </a:ext>
              </a:extLst>
            </p:cNvPr>
            <p:cNvSpPr>
              <a:spLocks/>
            </p:cNvSpPr>
            <p:nvPr/>
          </p:nvSpPr>
          <p:spPr bwMode="auto">
            <a:xfrm>
              <a:off x="597" y="2766"/>
              <a:ext cx="1391" cy="1055"/>
            </a:xfrm>
            <a:custGeom>
              <a:avLst/>
              <a:gdLst>
                <a:gd name="T0" fmla="*/ 683 w 1391"/>
                <a:gd name="T1" fmla="*/ 0 h 1055"/>
                <a:gd name="T2" fmla="*/ 678 w 1391"/>
                <a:gd name="T3" fmla="*/ 70 h 1055"/>
                <a:gd name="T4" fmla="*/ 661 w 1391"/>
                <a:gd name="T5" fmla="*/ 167 h 1055"/>
                <a:gd name="T6" fmla="*/ 555 w 1391"/>
                <a:gd name="T7" fmla="*/ 242 h 1055"/>
                <a:gd name="T8" fmla="*/ 485 w 1391"/>
                <a:gd name="T9" fmla="*/ 277 h 1055"/>
                <a:gd name="T10" fmla="*/ 458 w 1391"/>
                <a:gd name="T11" fmla="*/ 285 h 1055"/>
                <a:gd name="T12" fmla="*/ 406 w 1391"/>
                <a:gd name="T13" fmla="*/ 316 h 1055"/>
                <a:gd name="T14" fmla="*/ 326 w 1391"/>
                <a:gd name="T15" fmla="*/ 391 h 1055"/>
                <a:gd name="T16" fmla="*/ 291 w 1391"/>
                <a:gd name="T17" fmla="*/ 417 h 1055"/>
                <a:gd name="T18" fmla="*/ 238 w 1391"/>
                <a:gd name="T19" fmla="*/ 457 h 1055"/>
                <a:gd name="T20" fmla="*/ 216 w 1391"/>
                <a:gd name="T21" fmla="*/ 510 h 1055"/>
                <a:gd name="T22" fmla="*/ 177 w 1391"/>
                <a:gd name="T23" fmla="*/ 576 h 1055"/>
                <a:gd name="T24" fmla="*/ 85 w 1391"/>
                <a:gd name="T25" fmla="*/ 734 h 1055"/>
                <a:gd name="T26" fmla="*/ 32 w 1391"/>
                <a:gd name="T27" fmla="*/ 822 h 1055"/>
                <a:gd name="T28" fmla="*/ 1 w 1391"/>
                <a:gd name="T29" fmla="*/ 914 h 1055"/>
                <a:gd name="T30" fmla="*/ 5 w 1391"/>
                <a:gd name="T31" fmla="*/ 998 h 1055"/>
                <a:gd name="T32" fmla="*/ 120 w 1391"/>
                <a:gd name="T33" fmla="*/ 1055 h 1055"/>
                <a:gd name="T34" fmla="*/ 247 w 1391"/>
                <a:gd name="T35" fmla="*/ 1033 h 1055"/>
                <a:gd name="T36" fmla="*/ 300 w 1391"/>
                <a:gd name="T37" fmla="*/ 1002 h 1055"/>
                <a:gd name="T38" fmla="*/ 331 w 1391"/>
                <a:gd name="T39" fmla="*/ 963 h 1055"/>
                <a:gd name="T40" fmla="*/ 401 w 1391"/>
                <a:gd name="T41" fmla="*/ 857 h 1055"/>
                <a:gd name="T42" fmla="*/ 432 w 1391"/>
                <a:gd name="T43" fmla="*/ 861 h 1055"/>
                <a:gd name="T44" fmla="*/ 449 w 1391"/>
                <a:gd name="T45" fmla="*/ 888 h 1055"/>
                <a:gd name="T46" fmla="*/ 476 w 1391"/>
                <a:gd name="T47" fmla="*/ 971 h 1055"/>
                <a:gd name="T48" fmla="*/ 489 w 1391"/>
                <a:gd name="T49" fmla="*/ 998 h 1055"/>
                <a:gd name="T50" fmla="*/ 529 w 1391"/>
                <a:gd name="T51" fmla="*/ 1011 h 1055"/>
                <a:gd name="T52" fmla="*/ 691 w 1391"/>
                <a:gd name="T53" fmla="*/ 989 h 1055"/>
                <a:gd name="T54" fmla="*/ 735 w 1391"/>
                <a:gd name="T55" fmla="*/ 923 h 1055"/>
                <a:gd name="T56" fmla="*/ 735 w 1391"/>
                <a:gd name="T57" fmla="*/ 800 h 1055"/>
                <a:gd name="T58" fmla="*/ 713 w 1391"/>
                <a:gd name="T59" fmla="*/ 760 h 1055"/>
                <a:gd name="T60" fmla="*/ 704 w 1391"/>
                <a:gd name="T61" fmla="*/ 747 h 1055"/>
                <a:gd name="T62" fmla="*/ 669 w 1391"/>
                <a:gd name="T63" fmla="*/ 668 h 1055"/>
                <a:gd name="T64" fmla="*/ 661 w 1391"/>
                <a:gd name="T65" fmla="*/ 633 h 1055"/>
                <a:gd name="T66" fmla="*/ 665 w 1391"/>
                <a:gd name="T67" fmla="*/ 541 h 1055"/>
                <a:gd name="T68" fmla="*/ 810 w 1391"/>
                <a:gd name="T69" fmla="*/ 448 h 1055"/>
                <a:gd name="T70" fmla="*/ 986 w 1391"/>
                <a:gd name="T71" fmla="*/ 483 h 1055"/>
                <a:gd name="T72" fmla="*/ 986 w 1391"/>
                <a:gd name="T73" fmla="*/ 562 h 1055"/>
                <a:gd name="T74" fmla="*/ 968 w 1391"/>
                <a:gd name="T75" fmla="*/ 589 h 1055"/>
                <a:gd name="T76" fmla="*/ 920 w 1391"/>
                <a:gd name="T77" fmla="*/ 655 h 1055"/>
                <a:gd name="T78" fmla="*/ 854 w 1391"/>
                <a:gd name="T79" fmla="*/ 725 h 1055"/>
                <a:gd name="T80" fmla="*/ 823 w 1391"/>
                <a:gd name="T81" fmla="*/ 760 h 1055"/>
                <a:gd name="T82" fmla="*/ 801 w 1391"/>
                <a:gd name="T83" fmla="*/ 800 h 1055"/>
                <a:gd name="T84" fmla="*/ 788 w 1391"/>
                <a:gd name="T85" fmla="*/ 839 h 1055"/>
                <a:gd name="T86" fmla="*/ 792 w 1391"/>
                <a:gd name="T87" fmla="*/ 897 h 1055"/>
                <a:gd name="T88" fmla="*/ 938 w 1391"/>
                <a:gd name="T89" fmla="*/ 1029 h 1055"/>
                <a:gd name="T90" fmla="*/ 1043 w 1391"/>
                <a:gd name="T91" fmla="*/ 1011 h 1055"/>
                <a:gd name="T92" fmla="*/ 1091 w 1391"/>
                <a:gd name="T93" fmla="*/ 963 h 1055"/>
                <a:gd name="T94" fmla="*/ 1105 w 1391"/>
                <a:gd name="T95" fmla="*/ 949 h 1055"/>
                <a:gd name="T96" fmla="*/ 1109 w 1391"/>
                <a:gd name="T97" fmla="*/ 787 h 1055"/>
                <a:gd name="T98" fmla="*/ 1135 w 1391"/>
                <a:gd name="T99" fmla="*/ 690 h 1055"/>
                <a:gd name="T100" fmla="*/ 1166 w 1391"/>
                <a:gd name="T101" fmla="*/ 694 h 1055"/>
                <a:gd name="T102" fmla="*/ 1184 w 1391"/>
                <a:gd name="T103" fmla="*/ 752 h 1055"/>
                <a:gd name="T104" fmla="*/ 1206 w 1391"/>
                <a:gd name="T105" fmla="*/ 839 h 1055"/>
                <a:gd name="T106" fmla="*/ 1228 w 1391"/>
                <a:gd name="T107" fmla="*/ 936 h 1055"/>
                <a:gd name="T108" fmla="*/ 1259 w 1391"/>
                <a:gd name="T109" fmla="*/ 989 h 1055"/>
                <a:gd name="T110" fmla="*/ 1324 w 1391"/>
                <a:gd name="T111" fmla="*/ 1033 h 1055"/>
                <a:gd name="T112" fmla="*/ 1382 w 1391"/>
                <a:gd name="T113" fmla="*/ 1051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91" h="1055">
                  <a:moveTo>
                    <a:pt x="683" y="0"/>
                  </a:moveTo>
                  <a:cubicBezTo>
                    <a:pt x="690" y="24"/>
                    <a:pt x="684" y="47"/>
                    <a:pt x="678" y="70"/>
                  </a:cubicBezTo>
                  <a:cubicBezTo>
                    <a:pt x="677" y="83"/>
                    <a:pt x="671" y="154"/>
                    <a:pt x="661" y="167"/>
                  </a:cubicBezTo>
                  <a:cubicBezTo>
                    <a:pt x="639" y="194"/>
                    <a:pt x="585" y="224"/>
                    <a:pt x="555" y="242"/>
                  </a:cubicBezTo>
                  <a:cubicBezTo>
                    <a:pt x="534" y="255"/>
                    <a:pt x="508" y="268"/>
                    <a:pt x="485" y="277"/>
                  </a:cubicBezTo>
                  <a:cubicBezTo>
                    <a:pt x="476" y="280"/>
                    <a:pt x="458" y="285"/>
                    <a:pt x="458" y="285"/>
                  </a:cubicBezTo>
                  <a:cubicBezTo>
                    <a:pt x="440" y="298"/>
                    <a:pt x="426" y="310"/>
                    <a:pt x="406" y="316"/>
                  </a:cubicBezTo>
                  <a:cubicBezTo>
                    <a:pt x="379" y="341"/>
                    <a:pt x="358" y="371"/>
                    <a:pt x="326" y="391"/>
                  </a:cubicBezTo>
                  <a:cubicBezTo>
                    <a:pt x="316" y="407"/>
                    <a:pt x="307" y="407"/>
                    <a:pt x="291" y="417"/>
                  </a:cubicBezTo>
                  <a:cubicBezTo>
                    <a:pt x="272" y="430"/>
                    <a:pt x="257" y="445"/>
                    <a:pt x="238" y="457"/>
                  </a:cubicBezTo>
                  <a:cubicBezTo>
                    <a:pt x="232" y="477"/>
                    <a:pt x="228" y="493"/>
                    <a:pt x="216" y="510"/>
                  </a:cubicBezTo>
                  <a:cubicBezTo>
                    <a:pt x="209" y="533"/>
                    <a:pt x="190" y="555"/>
                    <a:pt x="177" y="576"/>
                  </a:cubicBezTo>
                  <a:cubicBezTo>
                    <a:pt x="144" y="628"/>
                    <a:pt x="130" y="689"/>
                    <a:pt x="85" y="734"/>
                  </a:cubicBezTo>
                  <a:cubicBezTo>
                    <a:pt x="73" y="766"/>
                    <a:pt x="48" y="792"/>
                    <a:pt x="32" y="822"/>
                  </a:cubicBezTo>
                  <a:cubicBezTo>
                    <a:pt x="18" y="848"/>
                    <a:pt x="10" y="885"/>
                    <a:pt x="1" y="914"/>
                  </a:cubicBezTo>
                  <a:cubicBezTo>
                    <a:pt x="2" y="942"/>
                    <a:pt x="0" y="971"/>
                    <a:pt x="5" y="998"/>
                  </a:cubicBezTo>
                  <a:cubicBezTo>
                    <a:pt x="13" y="1038"/>
                    <a:pt x="89" y="1045"/>
                    <a:pt x="120" y="1055"/>
                  </a:cubicBezTo>
                  <a:cubicBezTo>
                    <a:pt x="168" y="1052"/>
                    <a:pt x="203" y="1047"/>
                    <a:pt x="247" y="1033"/>
                  </a:cubicBezTo>
                  <a:cubicBezTo>
                    <a:pt x="265" y="1021"/>
                    <a:pt x="280" y="1010"/>
                    <a:pt x="300" y="1002"/>
                  </a:cubicBezTo>
                  <a:cubicBezTo>
                    <a:pt x="312" y="990"/>
                    <a:pt x="331" y="963"/>
                    <a:pt x="331" y="963"/>
                  </a:cubicBezTo>
                  <a:cubicBezTo>
                    <a:pt x="342" y="924"/>
                    <a:pt x="360" y="870"/>
                    <a:pt x="401" y="857"/>
                  </a:cubicBezTo>
                  <a:cubicBezTo>
                    <a:pt x="411" y="858"/>
                    <a:pt x="422" y="857"/>
                    <a:pt x="432" y="861"/>
                  </a:cubicBezTo>
                  <a:cubicBezTo>
                    <a:pt x="445" y="866"/>
                    <a:pt x="445" y="877"/>
                    <a:pt x="449" y="888"/>
                  </a:cubicBezTo>
                  <a:cubicBezTo>
                    <a:pt x="458" y="915"/>
                    <a:pt x="467" y="943"/>
                    <a:pt x="476" y="971"/>
                  </a:cubicBezTo>
                  <a:cubicBezTo>
                    <a:pt x="479" y="981"/>
                    <a:pt x="479" y="991"/>
                    <a:pt x="489" y="998"/>
                  </a:cubicBezTo>
                  <a:cubicBezTo>
                    <a:pt x="497" y="1005"/>
                    <a:pt x="519" y="1008"/>
                    <a:pt x="529" y="1011"/>
                  </a:cubicBezTo>
                  <a:cubicBezTo>
                    <a:pt x="590" y="1008"/>
                    <a:pt x="635" y="1006"/>
                    <a:pt x="691" y="989"/>
                  </a:cubicBezTo>
                  <a:cubicBezTo>
                    <a:pt x="706" y="967"/>
                    <a:pt x="720" y="945"/>
                    <a:pt x="735" y="923"/>
                  </a:cubicBezTo>
                  <a:cubicBezTo>
                    <a:pt x="749" y="873"/>
                    <a:pt x="743" y="902"/>
                    <a:pt x="735" y="800"/>
                  </a:cubicBezTo>
                  <a:cubicBezTo>
                    <a:pt x="734" y="786"/>
                    <a:pt x="719" y="769"/>
                    <a:pt x="713" y="760"/>
                  </a:cubicBezTo>
                  <a:cubicBezTo>
                    <a:pt x="710" y="756"/>
                    <a:pt x="704" y="747"/>
                    <a:pt x="704" y="747"/>
                  </a:cubicBezTo>
                  <a:cubicBezTo>
                    <a:pt x="695" y="719"/>
                    <a:pt x="686" y="692"/>
                    <a:pt x="669" y="668"/>
                  </a:cubicBezTo>
                  <a:cubicBezTo>
                    <a:pt x="667" y="656"/>
                    <a:pt x="661" y="645"/>
                    <a:pt x="661" y="633"/>
                  </a:cubicBezTo>
                  <a:cubicBezTo>
                    <a:pt x="661" y="602"/>
                    <a:pt x="663" y="572"/>
                    <a:pt x="665" y="541"/>
                  </a:cubicBezTo>
                  <a:cubicBezTo>
                    <a:pt x="670" y="481"/>
                    <a:pt x="767" y="465"/>
                    <a:pt x="810" y="448"/>
                  </a:cubicBezTo>
                  <a:cubicBezTo>
                    <a:pt x="880" y="452"/>
                    <a:pt x="929" y="448"/>
                    <a:pt x="986" y="483"/>
                  </a:cubicBezTo>
                  <a:cubicBezTo>
                    <a:pt x="1005" y="512"/>
                    <a:pt x="996" y="530"/>
                    <a:pt x="986" y="562"/>
                  </a:cubicBezTo>
                  <a:cubicBezTo>
                    <a:pt x="983" y="572"/>
                    <a:pt x="968" y="589"/>
                    <a:pt x="968" y="589"/>
                  </a:cubicBezTo>
                  <a:cubicBezTo>
                    <a:pt x="960" y="614"/>
                    <a:pt x="935" y="633"/>
                    <a:pt x="920" y="655"/>
                  </a:cubicBezTo>
                  <a:cubicBezTo>
                    <a:pt x="911" y="684"/>
                    <a:pt x="878" y="708"/>
                    <a:pt x="854" y="725"/>
                  </a:cubicBezTo>
                  <a:cubicBezTo>
                    <a:pt x="833" y="756"/>
                    <a:pt x="845" y="746"/>
                    <a:pt x="823" y="760"/>
                  </a:cubicBezTo>
                  <a:cubicBezTo>
                    <a:pt x="819" y="775"/>
                    <a:pt x="801" y="800"/>
                    <a:pt x="801" y="800"/>
                  </a:cubicBezTo>
                  <a:cubicBezTo>
                    <a:pt x="797" y="813"/>
                    <a:pt x="792" y="826"/>
                    <a:pt x="788" y="839"/>
                  </a:cubicBezTo>
                  <a:cubicBezTo>
                    <a:pt x="789" y="858"/>
                    <a:pt x="790" y="878"/>
                    <a:pt x="792" y="897"/>
                  </a:cubicBezTo>
                  <a:cubicBezTo>
                    <a:pt x="802" y="994"/>
                    <a:pt x="856" y="1006"/>
                    <a:pt x="938" y="1029"/>
                  </a:cubicBezTo>
                  <a:cubicBezTo>
                    <a:pt x="978" y="1025"/>
                    <a:pt x="1007" y="1022"/>
                    <a:pt x="1043" y="1011"/>
                  </a:cubicBezTo>
                  <a:cubicBezTo>
                    <a:pt x="1061" y="998"/>
                    <a:pt x="1075" y="979"/>
                    <a:pt x="1091" y="963"/>
                  </a:cubicBezTo>
                  <a:cubicBezTo>
                    <a:pt x="1096" y="958"/>
                    <a:pt x="1105" y="949"/>
                    <a:pt x="1105" y="949"/>
                  </a:cubicBezTo>
                  <a:cubicBezTo>
                    <a:pt x="1126" y="880"/>
                    <a:pt x="1113" y="932"/>
                    <a:pt x="1109" y="787"/>
                  </a:cubicBezTo>
                  <a:cubicBezTo>
                    <a:pt x="1112" y="731"/>
                    <a:pt x="1098" y="716"/>
                    <a:pt x="1135" y="690"/>
                  </a:cubicBezTo>
                  <a:cubicBezTo>
                    <a:pt x="1145" y="691"/>
                    <a:pt x="1156" y="690"/>
                    <a:pt x="1166" y="694"/>
                  </a:cubicBezTo>
                  <a:cubicBezTo>
                    <a:pt x="1181" y="701"/>
                    <a:pt x="1180" y="738"/>
                    <a:pt x="1184" y="752"/>
                  </a:cubicBezTo>
                  <a:cubicBezTo>
                    <a:pt x="1191" y="781"/>
                    <a:pt x="1201" y="809"/>
                    <a:pt x="1206" y="839"/>
                  </a:cubicBezTo>
                  <a:cubicBezTo>
                    <a:pt x="1211" y="870"/>
                    <a:pt x="1213" y="908"/>
                    <a:pt x="1228" y="936"/>
                  </a:cubicBezTo>
                  <a:cubicBezTo>
                    <a:pt x="1236" y="950"/>
                    <a:pt x="1247" y="978"/>
                    <a:pt x="1259" y="989"/>
                  </a:cubicBezTo>
                  <a:cubicBezTo>
                    <a:pt x="1277" y="1005"/>
                    <a:pt x="1304" y="1019"/>
                    <a:pt x="1324" y="1033"/>
                  </a:cubicBezTo>
                  <a:cubicBezTo>
                    <a:pt x="1337" y="1042"/>
                    <a:pt x="1391" y="1039"/>
                    <a:pt x="1382" y="1051"/>
                  </a:cubicBezTo>
                </a:path>
              </a:pathLst>
            </a:custGeom>
            <a:noFill/>
            <a:ln w="9525" cap="flat" cmpd="sng">
              <a:solidFill>
                <a:schemeClr val="folHlink"/>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4" name="Text Box 114">
              <a:extLst>
                <a:ext uri="{FF2B5EF4-FFF2-40B4-BE49-F238E27FC236}">
                  <a16:creationId xmlns:a16="http://schemas.microsoft.com/office/drawing/2014/main" id="{C152E080-5E82-4B58-BED5-05B62E1DD85B}"/>
                </a:ext>
              </a:extLst>
            </p:cNvPr>
            <p:cNvSpPr txBox="1">
              <a:spLocks noChangeArrowheads="1"/>
            </p:cNvSpPr>
            <p:nvPr/>
          </p:nvSpPr>
          <p:spPr bwMode="auto">
            <a:xfrm>
              <a:off x="57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A B D E C F G</a:t>
              </a:r>
            </a:p>
          </p:txBody>
        </p:sp>
      </p:grpSp>
      <p:grpSp>
        <p:nvGrpSpPr>
          <p:cNvPr id="115" name="Group 127">
            <a:extLst>
              <a:ext uri="{FF2B5EF4-FFF2-40B4-BE49-F238E27FC236}">
                <a16:creationId xmlns:a16="http://schemas.microsoft.com/office/drawing/2014/main" id="{98EDB5A6-D427-4C9D-8AD6-F550A6B1711B}"/>
              </a:ext>
            </a:extLst>
          </p:cNvPr>
          <p:cNvGrpSpPr>
            <a:grpSpLocks/>
          </p:cNvGrpSpPr>
          <p:nvPr/>
        </p:nvGrpSpPr>
        <p:grpSpPr bwMode="auto">
          <a:xfrm>
            <a:off x="3712528" y="4752341"/>
            <a:ext cx="2551112" cy="1984375"/>
            <a:chOff x="2185" y="2840"/>
            <a:chExt cx="1607" cy="1250"/>
          </a:xfrm>
        </p:grpSpPr>
        <p:sp>
          <p:nvSpPr>
            <p:cNvPr id="116" name="Freeform 112">
              <a:extLst>
                <a:ext uri="{FF2B5EF4-FFF2-40B4-BE49-F238E27FC236}">
                  <a16:creationId xmlns:a16="http://schemas.microsoft.com/office/drawing/2014/main" id="{9109F0F7-15A5-48A2-8FD1-EC670639DE15}"/>
                </a:ext>
              </a:extLst>
            </p:cNvPr>
            <p:cNvSpPr>
              <a:spLocks/>
            </p:cNvSpPr>
            <p:nvPr/>
          </p:nvSpPr>
          <p:spPr bwMode="auto">
            <a:xfrm>
              <a:off x="2185" y="2840"/>
              <a:ext cx="1517" cy="1007"/>
            </a:xfrm>
            <a:custGeom>
              <a:avLst/>
              <a:gdLst>
                <a:gd name="T0" fmla="*/ 625 w 1517"/>
                <a:gd name="T1" fmla="*/ 0 h 1007"/>
                <a:gd name="T2" fmla="*/ 589 w 1517"/>
                <a:gd name="T3" fmla="*/ 58 h 1007"/>
                <a:gd name="T4" fmla="*/ 576 w 1517"/>
                <a:gd name="T5" fmla="*/ 66 h 1007"/>
                <a:gd name="T6" fmla="*/ 537 w 1517"/>
                <a:gd name="T7" fmla="*/ 106 h 1007"/>
                <a:gd name="T8" fmla="*/ 462 w 1517"/>
                <a:gd name="T9" fmla="*/ 172 h 1007"/>
                <a:gd name="T10" fmla="*/ 374 w 1517"/>
                <a:gd name="T11" fmla="*/ 229 h 1007"/>
                <a:gd name="T12" fmla="*/ 167 w 1517"/>
                <a:gd name="T13" fmla="*/ 414 h 1007"/>
                <a:gd name="T14" fmla="*/ 141 w 1517"/>
                <a:gd name="T15" fmla="*/ 462 h 1007"/>
                <a:gd name="T16" fmla="*/ 84 w 1517"/>
                <a:gd name="T17" fmla="*/ 546 h 1007"/>
                <a:gd name="T18" fmla="*/ 71 w 1517"/>
                <a:gd name="T19" fmla="*/ 581 h 1007"/>
                <a:gd name="T20" fmla="*/ 57 w 1517"/>
                <a:gd name="T21" fmla="*/ 616 h 1007"/>
                <a:gd name="T22" fmla="*/ 5 w 1517"/>
                <a:gd name="T23" fmla="*/ 840 h 1007"/>
                <a:gd name="T24" fmla="*/ 13 w 1517"/>
                <a:gd name="T25" fmla="*/ 902 h 1007"/>
                <a:gd name="T26" fmla="*/ 57 w 1517"/>
                <a:gd name="T27" fmla="*/ 919 h 1007"/>
                <a:gd name="T28" fmla="*/ 172 w 1517"/>
                <a:gd name="T29" fmla="*/ 946 h 1007"/>
                <a:gd name="T30" fmla="*/ 304 w 1517"/>
                <a:gd name="T31" fmla="*/ 928 h 1007"/>
                <a:gd name="T32" fmla="*/ 378 w 1517"/>
                <a:gd name="T33" fmla="*/ 823 h 1007"/>
                <a:gd name="T34" fmla="*/ 356 w 1517"/>
                <a:gd name="T35" fmla="*/ 678 h 1007"/>
                <a:gd name="T36" fmla="*/ 343 w 1517"/>
                <a:gd name="T37" fmla="*/ 634 h 1007"/>
                <a:gd name="T38" fmla="*/ 392 w 1517"/>
                <a:gd name="T39" fmla="*/ 603 h 1007"/>
                <a:gd name="T40" fmla="*/ 422 w 1517"/>
                <a:gd name="T41" fmla="*/ 638 h 1007"/>
                <a:gd name="T42" fmla="*/ 418 w 1517"/>
                <a:gd name="T43" fmla="*/ 748 h 1007"/>
                <a:gd name="T44" fmla="*/ 422 w 1517"/>
                <a:gd name="T45" fmla="*/ 823 h 1007"/>
                <a:gd name="T46" fmla="*/ 559 w 1517"/>
                <a:gd name="T47" fmla="*/ 915 h 1007"/>
                <a:gd name="T48" fmla="*/ 607 w 1517"/>
                <a:gd name="T49" fmla="*/ 928 h 1007"/>
                <a:gd name="T50" fmla="*/ 691 w 1517"/>
                <a:gd name="T51" fmla="*/ 919 h 1007"/>
                <a:gd name="T52" fmla="*/ 726 w 1517"/>
                <a:gd name="T53" fmla="*/ 875 h 1007"/>
                <a:gd name="T54" fmla="*/ 735 w 1517"/>
                <a:gd name="T55" fmla="*/ 862 h 1007"/>
                <a:gd name="T56" fmla="*/ 774 w 1517"/>
                <a:gd name="T57" fmla="*/ 735 h 1007"/>
                <a:gd name="T58" fmla="*/ 664 w 1517"/>
                <a:gd name="T59" fmla="*/ 445 h 1007"/>
                <a:gd name="T60" fmla="*/ 743 w 1517"/>
                <a:gd name="T61" fmla="*/ 295 h 1007"/>
                <a:gd name="T62" fmla="*/ 853 w 1517"/>
                <a:gd name="T63" fmla="*/ 299 h 1007"/>
                <a:gd name="T64" fmla="*/ 880 w 1517"/>
                <a:gd name="T65" fmla="*/ 339 h 1007"/>
                <a:gd name="T66" fmla="*/ 902 w 1517"/>
                <a:gd name="T67" fmla="*/ 396 h 1007"/>
                <a:gd name="T68" fmla="*/ 866 w 1517"/>
                <a:gd name="T69" fmla="*/ 541 h 1007"/>
                <a:gd name="T70" fmla="*/ 805 w 1517"/>
                <a:gd name="T71" fmla="*/ 730 h 1007"/>
                <a:gd name="T72" fmla="*/ 836 w 1517"/>
                <a:gd name="T73" fmla="*/ 893 h 1007"/>
                <a:gd name="T74" fmla="*/ 915 w 1517"/>
                <a:gd name="T75" fmla="*/ 928 h 1007"/>
                <a:gd name="T76" fmla="*/ 963 w 1517"/>
                <a:gd name="T77" fmla="*/ 941 h 1007"/>
                <a:gd name="T78" fmla="*/ 1078 w 1517"/>
                <a:gd name="T79" fmla="*/ 928 h 1007"/>
                <a:gd name="T80" fmla="*/ 1152 w 1517"/>
                <a:gd name="T81" fmla="*/ 836 h 1007"/>
                <a:gd name="T82" fmla="*/ 1117 w 1517"/>
                <a:gd name="T83" fmla="*/ 673 h 1007"/>
                <a:gd name="T84" fmla="*/ 1170 w 1517"/>
                <a:gd name="T85" fmla="*/ 616 h 1007"/>
                <a:gd name="T86" fmla="*/ 1196 w 1517"/>
                <a:gd name="T87" fmla="*/ 620 h 1007"/>
                <a:gd name="T88" fmla="*/ 1201 w 1517"/>
                <a:gd name="T89" fmla="*/ 634 h 1007"/>
                <a:gd name="T90" fmla="*/ 1218 w 1517"/>
                <a:gd name="T91" fmla="*/ 695 h 1007"/>
                <a:gd name="T92" fmla="*/ 1262 w 1517"/>
                <a:gd name="T93" fmla="*/ 893 h 1007"/>
                <a:gd name="T94" fmla="*/ 1328 w 1517"/>
                <a:gd name="T95" fmla="*/ 928 h 1007"/>
                <a:gd name="T96" fmla="*/ 1372 w 1517"/>
                <a:gd name="T97" fmla="*/ 946 h 1007"/>
                <a:gd name="T98" fmla="*/ 1385 w 1517"/>
                <a:gd name="T99" fmla="*/ 950 h 1007"/>
                <a:gd name="T100" fmla="*/ 1456 w 1517"/>
                <a:gd name="T101" fmla="*/ 985 h 1007"/>
                <a:gd name="T102" fmla="*/ 1517 w 1517"/>
                <a:gd name="T103" fmla="*/ 1007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17" h="1007">
                  <a:moveTo>
                    <a:pt x="625" y="0"/>
                  </a:moveTo>
                  <a:cubicBezTo>
                    <a:pt x="612" y="20"/>
                    <a:pt x="606" y="41"/>
                    <a:pt x="589" y="58"/>
                  </a:cubicBezTo>
                  <a:cubicBezTo>
                    <a:pt x="585" y="62"/>
                    <a:pt x="580" y="63"/>
                    <a:pt x="576" y="66"/>
                  </a:cubicBezTo>
                  <a:cubicBezTo>
                    <a:pt x="562" y="79"/>
                    <a:pt x="549" y="92"/>
                    <a:pt x="537" y="106"/>
                  </a:cubicBezTo>
                  <a:cubicBezTo>
                    <a:pt x="515" y="133"/>
                    <a:pt x="497" y="161"/>
                    <a:pt x="462" y="172"/>
                  </a:cubicBezTo>
                  <a:cubicBezTo>
                    <a:pt x="438" y="196"/>
                    <a:pt x="400" y="205"/>
                    <a:pt x="374" y="229"/>
                  </a:cubicBezTo>
                  <a:cubicBezTo>
                    <a:pt x="305" y="291"/>
                    <a:pt x="227" y="343"/>
                    <a:pt x="167" y="414"/>
                  </a:cubicBezTo>
                  <a:cubicBezTo>
                    <a:pt x="155" y="428"/>
                    <a:pt x="151" y="446"/>
                    <a:pt x="141" y="462"/>
                  </a:cubicBezTo>
                  <a:cubicBezTo>
                    <a:pt x="124" y="490"/>
                    <a:pt x="102" y="517"/>
                    <a:pt x="84" y="546"/>
                  </a:cubicBezTo>
                  <a:cubicBezTo>
                    <a:pt x="77" y="557"/>
                    <a:pt x="76" y="569"/>
                    <a:pt x="71" y="581"/>
                  </a:cubicBezTo>
                  <a:cubicBezTo>
                    <a:pt x="66" y="593"/>
                    <a:pt x="57" y="616"/>
                    <a:pt x="57" y="616"/>
                  </a:cubicBezTo>
                  <a:cubicBezTo>
                    <a:pt x="45" y="692"/>
                    <a:pt x="17" y="764"/>
                    <a:pt x="5" y="840"/>
                  </a:cubicBezTo>
                  <a:cubicBezTo>
                    <a:pt x="7" y="861"/>
                    <a:pt x="0" y="886"/>
                    <a:pt x="13" y="902"/>
                  </a:cubicBezTo>
                  <a:cubicBezTo>
                    <a:pt x="23" y="914"/>
                    <a:pt x="43" y="915"/>
                    <a:pt x="57" y="919"/>
                  </a:cubicBezTo>
                  <a:cubicBezTo>
                    <a:pt x="97" y="931"/>
                    <a:pt x="130" y="941"/>
                    <a:pt x="172" y="946"/>
                  </a:cubicBezTo>
                  <a:cubicBezTo>
                    <a:pt x="220" y="943"/>
                    <a:pt x="259" y="941"/>
                    <a:pt x="304" y="928"/>
                  </a:cubicBezTo>
                  <a:cubicBezTo>
                    <a:pt x="347" y="898"/>
                    <a:pt x="369" y="874"/>
                    <a:pt x="378" y="823"/>
                  </a:cubicBezTo>
                  <a:cubicBezTo>
                    <a:pt x="376" y="777"/>
                    <a:pt x="384" y="719"/>
                    <a:pt x="356" y="678"/>
                  </a:cubicBezTo>
                  <a:cubicBezTo>
                    <a:pt x="352" y="663"/>
                    <a:pt x="349" y="648"/>
                    <a:pt x="343" y="634"/>
                  </a:cubicBezTo>
                  <a:cubicBezTo>
                    <a:pt x="351" y="611"/>
                    <a:pt x="369" y="608"/>
                    <a:pt x="392" y="603"/>
                  </a:cubicBezTo>
                  <a:cubicBezTo>
                    <a:pt x="413" y="609"/>
                    <a:pt x="417" y="617"/>
                    <a:pt x="422" y="638"/>
                  </a:cubicBezTo>
                  <a:cubicBezTo>
                    <a:pt x="421" y="675"/>
                    <a:pt x="418" y="711"/>
                    <a:pt x="418" y="748"/>
                  </a:cubicBezTo>
                  <a:cubicBezTo>
                    <a:pt x="418" y="773"/>
                    <a:pt x="420" y="798"/>
                    <a:pt x="422" y="823"/>
                  </a:cubicBezTo>
                  <a:cubicBezTo>
                    <a:pt x="430" y="908"/>
                    <a:pt x="485" y="910"/>
                    <a:pt x="559" y="915"/>
                  </a:cubicBezTo>
                  <a:cubicBezTo>
                    <a:pt x="575" y="919"/>
                    <a:pt x="591" y="923"/>
                    <a:pt x="607" y="928"/>
                  </a:cubicBezTo>
                  <a:cubicBezTo>
                    <a:pt x="635" y="926"/>
                    <a:pt x="668" y="935"/>
                    <a:pt x="691" y="919"/>
                  </a:cubicBezTo>
                  <a:cubicBezTo>
                    <a:pt x="703" y="911"/>
                    <a:pt x="721" y="882"/>
                    <a:pt x="726" y="875"/>
                  </a:cubicBezTo>
                  <a:cubicBezTo>
                    <a:pt x="729" y="871"/>
                    <a:pt x="735" y="862"/>
                    <a:pt x="735" y="862"/>
                  </a:cubicBezTo>
                  <a:cubicBezTo>
                    <a:pt x="748" y="819"/>
                    <a:pt x="764" y="779"/>
                    <a:pt x="774" y="735"/>
                  </a:cubicBezTo>
                  <a:cubicBezTo>
                    <a:pt x="764" y="628"/>
                    <a:pt x="684" y="550"/>
                    <a:pt x="664" y="445"/>
                  </a:cubicBezTo>
                  <a:cubicBezTo>
                    <a:pt x="669" y="374"/>
                    <a:pt x="661" y="310"/>
                    <a:pt x="743" y="295"/>
                  </a:cubicBezTo>
                  <a:cubicBezTo>
                    <a:pt x="780" y="296"/>
                    <a:pt x="817" y="290"/>
                    <a:pt x="853" y="299"/>
                  </a:cubicBezTo>
                  <a:cubicBezTo>
                    <a:pt x="869" y="303"/>
                    <a:pt x="880" y="339"/>
                    <a:pt x="880" y="339"/>
                  </a:cubicBezTo>
                  <a:cubicBezTo>
                    <a:pt x="886" y="358"/>
                    <a:pt x="895" y="377"/>
                    <a:pt x="902" y="396"/>
                  </a:cubicBezTo>
                  <a:cubicBezTo>
                    <a:pt x="898" y="440"/>
                    <a:pt x="893" y="502"/>
                    <a:pt x="866" y="541"/>
                  </a:cubicBezTo>
                  <a:cubicBezTo>
                    <a:pt x="847" y="604"/>
                    <a:pt x="820" y="666"/>
                    <a:pt x="805" y="730"/>
                  </a:cubicBezTo>
                  <a:cubicBezTo>
                    <a:pt x="805" y="736"/>
                    <a:pt x="793" y="880"/>
                    <a:pt x="836" y="893"/>
                  </a:cubicBezTo>
                  <a:cubicBezTo>
                    <a:pt x="859" y="909"/>
                    <a:pt x="889" y="919"/>
                    <a:pt x="915" y="928"/>
                  </a:cubicBezTo>
                  <a:cubicBezTo>
                    <a:pt x="931" y="933"/>
                    <a:pt x="963" y="941"/>
                    <a:pt x="963" y="941"/>
                  </a:cubicBezTo>
                  <a:cubicBezTo>
                    <a:pt x="1024" y="938"/>
                    <a:pt x="1035" y="943"/>
                    <a:pt x="1078" y="928"/>
                  </a:cubicBezTo>
                  <a:cubicBezTo>
                    <a:pt x="1115" y="901"/>
                    <a:pt x="1141" y="882"/>
                    <a:pt x="1152" y="836"/>
                  </a:cubicBezTo>
                  <a:cubicBezTo>
                    <a:pt x="1148" y="777"/>
                    <a:pt x="1138" y="728"/>
                    <a:pt x="1117" y="673"/>
                  </a:cubicBezTo>
                  <a:cubicBezTo>
                    <a:pt x="1124" y="641"/>
                    <a:pt x="1138" y="626"/>
                    <a:pt x="1170" y="616"/>
                  </a:cubicBezTo>
                  <a:cubicBezTo>
                    <a:pt x="1179" y="617"/>
                    <a:pt x="1188" y="616"/>
                    <a:pt x="1196" y="620"/>
                  </a:cubicBezTo>
                  <a:cubicBezTo>
                    <a:pt x="1200" y="622"/>
                    <a:pt x="1200" y="629"/>
                    <a:pt x="1201" y="634"/>
                  </a:cubicBezTo>
                  <a:cubicBezTo>
                    <a:pt x="1207" y="656"/>
                    <a:pt x="1212" y="674"/>
                    <a:pt x="1218" y="695"/>
                  </a:cubicBezTo>
                  <a:cubicBezTo>
                    <a:pt x="1215" y="748"/>
                    <a:pt x="1188" y="870"/>
                    <a:pt x="1262" y="893"/>
                  </a:cubicBezTo>
                  <a:cubicBezTo>
                    <a:pt x="1280" y="906"/>
                    <a:pt x="1307" y="921"/>
                    <a:pt x="1328" y="928"/>
                  </a:cubicBezTo>
                  <a:cubicBezTo>
                    <a:pt x="1350" y="943"/>
                    <a:pt x="1335" y="935"/>
                    <a:pt x="1372" y="946"/>
                  </a:cubicBezTo>
                  <a:cubicBezTo>
                    <a:pt x="1376" y="947"/>
                    <a:pt x="1385" y="950"/>
                    <a:pt x="1385" y="950"/>
                  </a:cubicBezTo>
                  <a:cubicBezTo>
                    <a:pt x="1406" y="964"/>
                    <a:pt x="1432" y="976"/>
                    <a:pt x="1456" y="985"/>
                  </a:cubicBezTo>
                  <a:cubicBezTo>
                    <a:pt x="1471" y="990"/>
                    <a:pt x="1505" y="995"/>
                    <a:pt x="1517" y="1007"/>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7" name="Text Box 115">
              <a:extLst>
                <a:ext uri="{FF2B5EF4-FFF2-40B4-BE49-F238E27FC236}">
                  <a16:creationId xmlns:a16="http://schemas.microsoft.com/office/drawing/2014/main" id="{F6D409EC-7EE3-4D01-923F-51F316BB73F7}"/>
                </a:ext>
              </a:extLst>
            </p:cNvPr>
            <p:cNvSpPr txBox="1">
              <a:spLocks noChangeArrowheads="1"/>
            </p:cNvSpPr>
            <p:nvPr/>
          </p:nvSpPr>
          <p:spPr bwMode="auto">
            <a:xfrm>
              <a:off x="225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B E A F C G</a:t>
              </a:r>
            </a:p>
          </p:txBody>
        </p:sp>
      </p:grpSp>
      <p:grpSp>
        <p:nvGrpSpPr>
          <p:cNvPr id="118" name="Group 128">
            <a:extLst>
              <a:ext uri="{FF2B5EF4-FFF2-40B4-BE49-F238E27FC236}">
                <a16:creationId xmlns:a16="http://schemas.microsoft.com/office/drawing/2014/main" id="{4CB61BF2-259C-4419-AC0F-E4169A8D75D5}"/>
              </a:ext>
            </a:extLst>
          </p:cNvPr>
          <p:cNvGrpSpPr>
            <a:grpSpLocks/>
          </p:cNvGrpSpPr>
          <p:nvPr/>
        </p:nvGrpSpPr>
        <p:grpSpPr bwMode="auto">
          <a:xfrm>
            <a:off x="6187440" y="4674553"/>
            <a:ext cx="2514600" cy="2062162"/>
            <a:chOff x="3744" y="2791"/>
            <a:chExt cx="1584" cy="1299"/>
          </a:xfrm>
        </p:grpSpPr>
        <p:sp>
          <p:nvSpPr>
            <p:cNvPr id="119" name="Freeform 113">
              <a:extLst>
                <a:ext uri="{FF2B5EF4-FFF2-40B4-BE49-F238E27FC236}">
                  <a16:creationId xmlns:a16="http://schemas.microsoft.com/office/drawing/2014/main" id="{CAE3FFEA-D7F8-419B-BF4D-729A7D4529FF}"/>
                </a:ext>
              </a:extLst>
            </p:cNvPr>
            <p:cNvSpPr>
              <a:spLocks/>
            </p:cNvSpPr>
            <p:nvPr/>
          </p:nvSpPr>
          <p:spPr bwMode="auto">
            <a:xfrm>
              <a:off x="3744" y="2791"/>
              <a:ext cx="1559" cy="1098"/>
            </a:xfrm>
            <a:custGeom>
              <a:avLst/>
              <a:gdLst>
                <a:gd name="T0" fmla="*/ 569 w 1559"/>
                <a:gd name="T1" fmla="*/ 120 h 1098"/>
                <a:gd name="T2" fmla="*/ 341 w 1559"/>
                <a:gd name="T3" fmla="*/ 278 h 1098"/>
                <a:gd name="T4" fmla="*/ 139 w 1559"/>
                <a:gd name="T5" fmla="*/ 454 h 1098"/>
                <a:gd name="T6" fmla="*/ 59 w 1559"/>
                <a:gd name="T7" fmla="*/ 564 h 1098"/>
                <a:gd name="T8" fmla="*/ 15 w 1559"/>
                <a:gd name="T9" fmla="*/ 836 h 1098"/>
                <a:gd name="T10" fmla="*/ 191 w 1559"/>
                <a:gd name="T11" fmla="*/ 1012 h 1098"/>
                <a:gd name="T12" fmla="*/ 345 w 1559"/>
                <a:gd name="T13" fmla="*/ 933 h 1098"/>
                <a:gd name="T14" fmla="*/ 358 w 1559"/>
                <a:gd name="T15" fmla="*/ 810 h 1098"/>
                <a:gd name="T16" fmla="*/ 328 w 1559"/>
                <a:gd name="T17" fmla="*/ 696 h 1098"/>
                <a:gd name="T18" fmla="*/ 424 w 1559"/>
                <a:gd name="T19" fmla="*/ 674 h 1098"/>
                <a:gd name="T20" fmla="*/ 508 w 1559"/>
                <a:gd name="T21" fmla="*/ 1043 h 1098"/>
                <a:gd name="T22" fmla="*/ 706 w 1559"/>
                <a:gd name="T23" fmla="*/ 1039 h 1098"/>
                <a:gd name="T24" fmla="*/ 745 w 1559"/>
                <a:gd name="T25" fmla="*/ 819 h 1098"/>
                <a:gd name="T26" fmla="*/ 710 w 1559"/>
                <a:gd name="T27" fmla="*/ 766 h 1098"/>
                <a:gd name="T28" fmla="*/ 605 w 1559"/>
                <a:gd name="T29" fmla="*/ 595 h 1098"/>
                <a:gd name="T30" fmla="*/ 565 w 1559"/>
                <a:gd name="T31" fmla="*/ 498 h 1098"/>
                <a:gd name="T32" fmla="*/ 591 w 1559"/>
                <a:gd name="T33" fmla="*/ 419 h 1098"/>
                <a:gd name="T34" fmla="*/ 873 w 1559"/>
                <a:gd name="T35" fmla="*/ 379 h 1098"/>
                <a:gd name="T36" fmla="*/ 868 w 1559"/>
                <a:gd name="T37" fmla="*/ 612 h 1098"/>
                <a:gd name="T38" fmla="*/ 833 w 1559"/>
                <a:gd name="T39" fmla="*/ 709 h 1098"/>
                <a:gd name="T40" fmla="*/ 816 w 1559"/>
                <a:gd name="T41" fmla="*/ 920 h 1098"/>
                <a:gd name="T42" fmla="*/ 978 w 1559"/>
                <a:gd name="T43" fmla="*/ 1083 h 1098"/>
                <a:gd name="T44" fmla="*/ 1167 w 1559"/>
                <a:gd name="T45" fmla="*/ 973 h 1098"/>
                <a:gd name="T46" fmla="*/ 1106 w 1559"/>
                <a:gd name="T47" fmla="*/ 775 h 1098"/>
                <a:gd name="T48" fmla="*/ 1141 w 1559"/>
                <a:gd name="T49" fmla="*/ 661 h 1098"/>
                <a:gd name="T50" fmla="*/ 1181 w 1559"/>
                <a:gd name="T51" fmla="*/ 691 h 1098"/>
                <a:gd name="T52" fmla="*/ 1229 w 1559"/>
                <a:gd name="T53" fmla="*/ 964 h 1098"/>
                <a:gd name="T54" fmla="*/ 1321 w 1559"/>
                <a:gd name="T55" fmla="*/ 1043 h 1098"/>
                <a:gd name="T56" fmla="*/ 1524 w 1559"/>
                <a:gd name="T57" fmla="*/ 1004 h 1098"/>
                <a:gd name="T58" fmla="*/ 1537 w 1559"/>
                <a:gd name="T59" fmla="*/ 819 h 1098"/>
                <a:gd name="T60" fmla="*/ 1484 w 1559"/>
                <a:gd name="T61" fmla="*/ 749 h 1098"/>
                <a:gd name="T62" fmla="*/ 1330 w 1559"/>
                <a:gd name="T63" fmla="*/ 494 h 1098"/>
                <a:gd name="T64" fmla="*/ 1216 w 1559"/>
                <a:gd name="T65" fmla="*/ 353 h 1098"/>
                <a:gd name="T66" fmla="*/ 1027 w 1559"/>
                <a:gd name="T67" fmla="*/ 203 h 1098"/>
                <a:gd name="T68" fmla="*/ 974 w 1559"/>
                <a:gd name="T69" fmla="*/ 137 h 1098"/>
                <a:gd name="T70" fmla="*/ 1009 w 1559"/>
                <a:gd name="T71" fmla="*/ 1 h 1098"/>
                <a:gd name="T72" fmla="*/ 1141 w 1559"/>
                <a:gd name="T73" fmla="*/ 32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59" h="1098">
                  <a:moveTo>
                    <a:pt x="644" y="45"/>
                  </a:moveTo>
                  <a:cubicBezTo>
                    <a:pt x="634" y="76"/>
                    <a:pt x="596" y="102"/>
                    <a:pt x="569" y="120"/>
                  </a:cubicBezTo>
                  <a:cubicBezTo>
                    <a:pt x="552" y="148"/>
                    <a:pt x="513" y="163"/>
                    <a:pt x="486" y="181"/>
                  </a:cubicBezTo>
                  <a:cubicBezTo>
                    <a:pt x="438" y="214"/>
                    <a:pt x="389" y="245"/>
                    <a:pt x="341" y="278"/>
                  </a:cubicBezTo>
                  <a:cubicBezTo>
                    <a:pt x="293" y="311"/>
                    <a:pt x="254" y="357"/>
                    <a:pt x="209" y="392"/>
                  </a:cubicBezTo>
                  <a:cubicBezTo>
                    <a:pt x="186" y="410"/>
                    <a:pt x="157" y="431"/>
                    <a:pt x="139" y="454"/>
                  </a:cubicBezTo>
                  <a:cubicBezTo>
                    <a:pt x="119" y="480"/>
                    <a:pt x="100" y="514"/>
                    <a:pt x="77" y="537"/>
                  </a:cubicBezTo>
                  <a:cubicBezTo>
                    <a:pt x="68" y="569"/>
                    <a:pt x="81" y="532"/>
                    <a:pt x="59" y="564"/>
                  </a:cubicBezTo>
                  <a:cubicBezTo>
                    <a:pt x="44" y="585"/>
                    <a:pt x="35" y="612"/>
                    <a:pt x="20" y="634"/>
                  </a:cubicBezTo>
                  <a:cubicBezTo>
                    <a:pt x="0" y="707"/>
                    <a:pt x="10" y="726"/>
                    <a:pt x="15" y="836"/>
                  </a:cubicBezTo>
                  <a:cubicBezTo>
                    <a:pt x="18" y="899"/>
                    <a:pt x="58" y="937"/>
                    <a:pt x="108" y="968"/>
                  </a:cubicBezTo>
                  <a:cubicBezTo>
                    <a:pt x="148" y="993"/>
                    <a:pt x="137" y="1005"/>
                    <a:pt x="191" y="1012"/>
                  </a:cubicBezTo>
                  <a:cubicBezTo>
                    <a:pt x="242" y="1009"/>
                    <a:pt x="255" y="1013"/>
                    <a:pt x="292" y="999"/>
                  </a:cubicBezTo>
                  <a:cubicBezTo>
                    <a:pt x="316" y="976"/>
                    <a:pt x="327" y="959"/>
                    <a:pt x="345" y="933"/>
                  </a:cubicBezTo>
                  <a:cubicBezTo>
                    <a:pt x="351" y="914"/>
                    <a:pt x="356" y="895"/>
                    <a:pt x="363" y="876"/>
                  </a:cubicBezTo>
                  <a:cubicBezTo>
                    <a:pt x="361" y="854"/>
                    <a:pt x="361" y="832"/>
                    <a:pt x="358" y="810"/>
                  </a:cubicBezTo>
                  <a:cubicBezTo>
                    <a:pt x="354" y="781"/>
                    <a:pt x="333" y="758"/>
                    <a:pt x="323" y="731"/>
                  </a:cubicBezTo>
                  <a:cubicBezTo>
                    <a:pt x="325" y="719"/>
                    <a:pt x="322" y="706"/>
                    <a:pt x="328" y="696"/>
                  </a:cubicBezTo>
                  <a:cubicBezTo>
                    <a:pt x="339" y="678"/>
                    <a:pt x="371" y="673"/>
                    <a:pt x="389" y="669"/>
                  </a:cubicBezTo>
                  <a:cubicBezTo>
                    <a:pt x="401" y="671"/>
                    <a:pt x="413" y="670"/>
                    <a:pt x="424" y="674"/>
                  </a:cubicBezTo>
                  <a:cubicBezTo>
                    <a:pt x="443" y="682"/>
                    <a:pt x="444" y="740"/>
                    <a:pt x="446" y="753"/>
                  </a:cubicBezTo>
                  <a:cubicBezTo>
                    <a:pt x="447" y="797"/>
                    <a:pt x="424" y="998"/>
                    <a:pt x="508" y="1043"/>
                  </a:cubicBezTo>
                  <a:cubicBezTo>
                    <a:pt x="528" y="1054"/>
                    <a:pt x="552" y="1054"/>
                    <a:pt x="574" y="1056"/>
                  </a:cubicBezTo>
                  <a:cubicBezTo>
                    <a:pt x="635" y="1053"/>
                    <a:pt x="657" y="1054"/>
                    <a:pt x="706" y="1039"/>
                  </a:cubicBezTo>
                  <a:cubicBezTo>
                    <a:pt x="738" y="1006"/>
                    <a:pt x="756" y="975"/>
                    <a:pt x="772" y="933"/>
                  </a:cubicBezTo>
                  <a:cubicBezTo>
                    <a:pt x="765" y="899"/>
                    <a:pt x="761" y="849"/>
                    <a:pt x="745" y="819"/>
                  </a:cubicBezTo>
                  <a:cubicBezTo>
                    <a:pt x="734" y="799"/>
                    <a:pt x="738" y="812"/>
                    <a:pt x="723" y="793"/>
                  </a:cubicBezTo>
                  <a:cubicBezTo>
                    <a:pt x="684" y="743"/>
                    <a:pt x="741" y="811"/>
                    <a:pt x="710" y="766"/>
                  </a:cubicBezTo>
                  <a:cubicBezTo>
                    <a:pt x="701" y="753"/>
                    <a:pt x="686" y="738"/>
                    <a:pt x="675" y="727"/>
                  </a:cubicBezTo>
                  <a:cubicBezTo>
                    <a:pt x="662" y="680"/>
                    <a:pt x="626" y="639"/>
                    <a:pt x="605" y="595"/>
                  </a:cubicBezTo>
                  <a:cubicBezTo>
                    <a:pt x="597" y="579"/>
                    <a:pt x="597" y="566"/>
                    <a:pt x="587" y="551"/>
                  </a:cubicBezTo>
                  <a:cubicBezTo>
                    <a:pt x="582" y="532"/>
                    <a:pt x="576" y="514"/>
                    <a:pt x="565" y="498"/>
                  </a:cubicBezTo>
                  <a:cubicBezTo>
                    <a:pt x="562" y="489"/>
                    <a:pt x="556" y="481"/>
                    <a:pt x="556" y="472"/>
                  </a:cubicBezTo>
                  <a:cubicBezTo>
                    <a:pt x="556" y="449"/>
                    <a:pt x="576" y="432"/>
                    <a:pt x="591" y="419"/>
                  </a:cubicBezTo>
                  <a:cubicBezTo>
                    <a:pt x="643" y="376"/>
                    <a:pt x="696" y="362"/>
                    <a:pt x="763" y="353"/>
                  </a:cubicBezTo>
                  <a:cubicBezTo>
                    <a:pt x="812" y="356"/>
                    <a:pt x="835" y="353"/>
                    <a:pt x="873" y="379"/>
                  </a:cubicBezTo>
                  <a:cubicBezTo>
                    <a:pt x="886" y="397"/>
                    <a:pt x="895" y="418"/>
                    <a:pt x="908" y="436"/>
                  </a:cubicBezTo>
                  <a:cubicBezTo>
                    <a:pt x="924" y="492"/>
                    <a:pt x="901" y="564"/>
                    <a:pt x="868" y="612"/>
                  </a:cubicBezTo>
                  <a:cubicBezTo>
                    <a:pt x="862" y="633"/>
                    <a:pt x="853" y="645"/>
                    <a:pt x="846" y="665"/>
                  </a:cubicBezTo>
                  <a:cubicBezTo>
                    <a:pt x="841" y="680"/>
                    <a:pt x="839" y="695"/>
                    <a:pt x="833" y="709"/>
                  </a:cubicBezTo>
                  <a:cubicBezTo>
                    <a:pt x="827" y="742"/>
                    <a:pt x="817" y="773"/>
                    <a:pt x="811" y="806"/>
                  </a:cubicBezTo>
                  <a:cubicBezTo>
                    <a:pt x="813" y="844"/>
                    <a:pt x="813" y="882"/>
                    <a:pt x="816" y="920"/>
                  </a:cubicBezTo>
                  <a:cubicBezTo>
                    <a:pt x="820" y="977"/>
                    <a:pt x="870" y="1042"/>
                    <a:pt x="921" y="1065"/>
                  </a:cubicBezTo>
                  <a:cubicBezTo>
                    <a:pt x="939" y="1073"/>
                    <a:pt x="960" y="1076"/>
                    <a:pt x="978" y="1083"/>
                  </a:cubicBezTo>
                  <a:cubicBezTo>
                    <a:pt x="1101" y="1078"/>
                    <a:pt x="1091" y="1098"/>
                    <a:pt x="1150" y="1034"/>
                  </a:cubicBezTo>
                  <a:cubicBezTo>
                    <a:pt x="1156" y="1013"/>
                    <a:pt x="1163" y="995"/>
                    <a:pt x="1167" y="973"/>
                  </a:cubicBezTo>
                  <a:cubicBezTo>
                    <a:pt x="1164" y="927"/>
                    <a:pt x="1164" y="870"/>
                    <a:pt x="1141" y="828"/>
                  </a:cubicBezTo>
                  <a:cubicBezTo>
                    <a:pt x="1131" y="810"/>
                    <a:pt x="1116" y="793"/>
                    <a:pt x="1106" y="775"/>
                  </a:cubicBezTo>
                  <a:cubicBezTo>
                    <a:pt x="1097" y="759"/>
                    <a:pt x="1095" y="739"/>
                    <a:pt x="1088" y="722"/>
                  </a:cubicBezTo>
                  <a:cubicBezTo>
                    <a:pt x="1095" y="678"/>
                    <a:pt x="1099" y="670"/>
                    <a:pt x="1141" y="661"/>
                  </a:cubicBezTo>
                  <a:cubicBezTo>
                    <a:pt x="1151" y="662"/>
                    <a:pt x="1163" y="660"/>
                    <a:pt x="1172" y="665"/>
                  </a:cubicBezTo>
                  <a:cubicBezTo>
                    <a:pt x="1180" y="669"/>
                    <a:pt x="1178" y="682"/>
                    <a:pt x="1181" y="691"/>
                  </a:cubicBezTo>
                  <a:cubicBezTo>
                    <a:pt x="1188" y="712"/>
                    <a:pt x="1190" y="726"/>
                    <a:pt x="1203" y="744"/>
                  </a:cubicBezTo>
                  <a:cubicBezTo>
                    <a:pt x="1225" y="814"/>
                    <a:pt x="1208" y="892"/>
                    <a:pt x="1229" y="964"/>
                  </a:cubicBezTo>
                  <a:cubicBezTo>
                    <a:pt x="1235" y="986"/>
                    <a:pt x="1242" y="1014"/>
                    <a:pt x="1264" y="1026"/>
                  </a:cubicBezTo>
                  <a:cubicBezTo>
                    <a:pt x="1277" y="1033"/>
                    <a:pt x="1306" y="1040"/>
                    <a:pt x="1321" y="1043"/>
                  </a:cubicBezTo>
                  <a:cubicBezTo>
                    <a:pt x="1406" y="1040"/>
                    <a:pt x="1420" y="1043"/>
                    <a:pt x="1480" y="1030"/>
                  </a:cubicBezTo>
                  <a:cubicBezTo>
                    <a:pt x="1511" y="1008"/>
                    <a:pt x="1496" y="1016"/>
                    <a:pt x="1524" y="1004"/>
                  </a:cubicBezTo>
                  <a:cubicBezTo>
                    <a:pt x="1543" y="984"/>
                    <a:pt x="1550" y="971"/>
                    <a:pt x="1559" y="946"/>
                  </a:cubicBezTo>
                  <a:cubicBezTo>
                    <a:pt x="1555" y="911"/>
                    <a:pt x="1557" y="850"/>
                    <a:pt x="1537" y="819"/>
                  </a:cubicBezTo>
                  <a:cubicBezTo>
                    <a:pt x="1534" y="814"/>
                    <a:pt x="1527" y="811"/>
                    <a:pt x="1524" y="806"/>
                  </a:cubicBezTo>
                  <a:cubicBezTo>
                    <a:pt x="1508" y="781"/>
                    <a:pt x="1508" y="764"/>
                    <a:pt x="1484" y="749"/>
                  </a:cubicBezTo>
                  <a:cubicBezTo>
                    <a:pt x="1448" y="693"/>
                    <a:pt x="1417" y="632"/>
                    <a:pt x="1387" y="573"/>
                  </a:cubicBezTo>
                  <a:cubicBezTo>
                    <a:pt x="1372" y="544"/>
                    <a:pt x="1349" y="520"/>
                    <a:pt x="1330" y="494"/>
                  </a:cubicBezTo>
                  <a:cubicBezTo>
                    <a:pt x="1314" y="472"/>
                    <a:pt x="1306" y="443"/>
                    <a:pt x="1286" y="423"/>
                  </a:cubicBezTo>
                  <a:cubicBezTo>
                    <a:pt x="1268" y="405"/>
                    <a:pt x="1239" y="365"/>
                    <a:pt x="1216" y="353"/>
                  </a:cubicBezTo>
                  <a:cubicBezTo>
                    <a:pt x="1199" y="344"/>
                    <a:pt x="1182" y="333"/>
                    <a:pt x="1167" y="322"/>
                  </a:cubicBezTo>
                  <a:cubicBezTo>
                    <a:pt x="1116" y="286"/>
                    <a:pt x="1072" y="245"/>
                    <a:pt x="1027" y="203"/>
                  </a:cubicBezTo>
                  <a:cubicBezTo>
                    <a:pt x="1014" y="191"/>
                    <a:pt x="1002" y="178"/>
                    <a:pt x="992" y="164"/>
                  </a:cubicBezTo>
                  <a:cubicBezTo>
                    <a:pt x="985" y="155"/>
                    <a:pt x="980" y="146"/>
                    <a:pt x="974" y="137"/>
                  </a:cubicBezTo>
                  <a:cubicBezTo>
                    <a:pt x="971" y="133"/>
                    <a:pt x="965" y="124"/>
                    <a:pt x="965" y="124"/>
                  </a:cubicBezTo>
                  <a:cubicBezTo>
                    <a:pt x="953" y="73"/>
                    <a:pt x="953" y="11"/>
                    <a:pt x="1009" y="1"/>
                  </a:cubicBezTo>
                  <a:cubicBezTo>
                    <a:pt x="1081" y="4"/>
                    <a:pt x="1078" y="0"/>
                    <a:pt x="1123" y="14"/>
                  </a:cubicBezTo>
                  <a:cubicBezTo>
                    <a:pt x="1137" y="23"/>
                    <a:pt x="1159" y="22"/>
                    <a:pt x="1141" y="32"/>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0" name="Text Box 116">
              <a:extLst>
                <a:ext uri="{FF2B5EF4-FFF2-40B4-BE49-F238E27FC236}">
                  <a16:creationId xmlns:a16="http://schemas.microsoft.com/office/drawing/2014/main" id="{26C9C38A-A0F3-400D-82F5-D43B1AD46CEB}"/>
                </a:ext>
              </a:extLst>
            </p:cNvPr>
            <p:cNvSpPr txBox="1">
              <a:spLocks noChangeArrowheads="1"/>
            </p:cNvSpPr>
            <p:nvPr/>
          </p:nvSpPr>
          <p:spPr bwMode="auto">
            <a:xfrm>
              <a:off x="3792"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E B F G C A</a:t>
              </a:r>
            </a:p>
          </p:txBody>
        </p:sp>
      </p:grpSp>
    </p:spTree>
    <p:extLst>
      <p:ext uri="{BB962C8B-B14F-4D97-AF65-F5344CB8AC3E}">
        <p14:creationId xmlns:p14="http://schemas.microsoft.com/office/powerpoint/2010/main" val="378392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left)">
                                      <p:cBhvr>
                                        <p:cTn id="32" dur="500"/>
                                        <p:tgtEl>
                                          <p:spTgt spid="1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dissolve">
                                      <p:cBhvr>
                                        <p:cTn id="37" dur="500"/>
                                        <p:tgtEl>
                                          <p:spTgt spid="8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wipe(left)">
                                      <p:cBhvr>
                                        <p:cTn id="42" dur="500"/>
                                        <p:tgtEl>
                                          <p:spTgt spid="11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dissolve">
                                      <p:cBhvr>
                                        <p:cTn id="47" dur="500"/>
                                        <p:tgtEl>
                                          <p:spTgt spid="5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8"/>
                                        </p:tgtEl>
                                        <p:attrNameLst>
                                          <p:attrName>style.visibility</p:attrName>
                                        </p:attrNameLst>
                                      </p:cBhvr>
                                      <p:to>
                                        <p:strVal val="visible"/>
                                      </p:to>
                                    </p:set>
                                    <p:animEffect transition="in" filter="wipe(left)">
                                      <p:cBhvr>
                                        <p:cTn id="5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grpSp>
        <p:nvGrpSpPr>
          <p:cNvPr id="4" name="Group 3">
            <a:extLst>
              <a:ext uri="{FF2B5EF4-FFF2-40B4-BE49-F238E27FC236}">
                <a16:creationId xmlns:a16="http://schemas.microsoft.com/office/drawing/2014/main" id="{8E70C892-1D98-4B6A-AFB2-C1768624DFDC}"/>
              </a:ext>
            </a:extLst>
          </p:cNvPr>
          <p:cNvGrpSpPr>
            <a:grpSpLocks/>
          </p:cNvGrpSpPr>
          <p:nvPr/>
        </p:nvGrpSpPr>
        <p:grpSpPr bwMode="auto">
          <a:xfrm>
            <a:off x="2174240" y="1737361"/>
            <a:ext cx="3962400" cy="1590676"/>
            <a:chOff x="1728" y="864"/>
            <a:chExt cx="2496" cy="1002"/>
          </a:xfrm>
        </p:grpSpPr>
        <p:grpSp>
          <p:nvGrpSpPr>
            <p:cNvPr id="5" name="Group 4">
              <a:extLst>
                <a:ext uri="{FF2B5EF4-FFF2-40B4-BE49-F238E27FC236}">
                  <a16:creationId xmlns:a16="http://schemas.microsoft.com/office/drawing/2014/main" id="{EDE4F0ED-132F-44EF-A39D-C59033BEE3F6}"/>
                </a:ext>
              </a:extLst>
            </p:cNvPr>
            <p:cNvGrpSpPr>
              <a:grpSpLocks/>
            </p:cNvGrpSpPr>
            <p:nvPr/>
          </p:nvGrpSpPr>
          <p:grpSpPr bwMode="auto">
            <a:xfrm>
              <a:off x="3744" y="1536"/>
              <a:ext cx="240" cy="330"/>
              <a:chOff x="4176" y="1104"/>
              <a:chExt cx="240" cy="330"/>
            </a:xfrm>
          </p:grpSpPr>
          <p:sp>
            <p:nvSpPr>
              <p:cNvPr id="17" name="Oval 5">
                <a:extLst>
                  <a:ext uri="{FF2B5EF4-FFF2-40B4-BE49-F238E27FC236}">
                    <a16:creationId xmlns:a16="http://schemas.microsoft.com/office/drawing/2014/main" id="{1080BFE1-4240-4A41-B110-AAF5B898A68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18" name="Text Box 6">
                <a:extLst>
                  <a:ext uri="{FF2B5EF4-FFF2-40B4-BE49-F238E27FC236}">
                    <a16:creationId xmlns:a16="http://schemas.microsoft.com/office/drawing/2014/main" id="{ADE0FB08-FF47-4FFD-9BA8-31DBA0EC4F5C}"/>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6" name="Group 7">
              <a:extLst>
                <a:ext uri="{FF2B5EF4-FFF2-40B4-BE49-F238E27FC236}">
                  <a16:creationId xmlns:a16="http://schemas.microsoft.com/office/drawing/2014/main" id="{FFBB6F7E-28CF-490E-B2B7-4019024EF2EB}"/>
                </a:ext>
              </a:extLst>
            </p:cNvPr>
            <p:cNvGrpSpPr>
              <a:grpSpLocks/>
            </p:cNvGrpSpPr>
            <p:nvPr/>
          </p:nvGrpSpPr>
          <p:grpSpPr bwMode="auto">
            <a:xfrm>
              <a:off x="1728" y="1536"/>
              <a:ext cx="240" cy="330"/>
              <a:chOff x="4176" y="1104"/>
              <a:chExt cx="240" cy="330"/>
            </a:xfrm>
          </p:grpSpPr>
          <p:sp>
            <p:nvSpPr>
              <p:cNvPr id="15" name="Oval 8">
                <a:extLst>
                  <a:ext uri="{FF2B5EF4-FFF2-40B4-BE49-F238E27FC236}">
                    <a16:creationId xmlns:a16="http://schemas.microsoft.com/office/drawing/2014/main" id="{AF270BA2-2F49-4ABD-A6B6-FE179400F1AA}"/>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16" name="Text Box 9">
                <a:extLst>
                  <a:ext uri="{FF2B5EF4-FFF2-40B4-BE49-F238E27FC236}">
                    <a16:creationId xmlns:a16="http://schemas.microsoft.com/office/drawing/2014/main" id="{BBC798B3-DDFB-402F-B49E-869E6BB3EEC0}"/>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7" name="Group 10">
              <a:extLst>
                <a:ext uri="{FF2B5EF4-FFF2-40B4-BE49-F238E27FC236}">
                  <a16:creationId xmlns:a16="http://schemas.microsoft.com/office/drawing/2014/main" id="{15AA87D8-70F6-4B33-AC09-9B977AAFCFB4}"/>
                </a:ext>
              </a:extLst>
            </p:cNvPr>
            <p:cNvGrpSpPr>
              <a:grpSpLocks/>
            </p:cNvGrpSpPr>
            <p:nvPr/>
          </p:nvGrpSpPr>
          <p:grpSpPr bwMode="auto">
            <a:xfrm>
              <a:off x="2784" y="864"/>
              <a:ext cx="240" cy="330"/>
              <a:chOff x="4176" y="1104"/>
              <a:chExt cx="240" cy="330"/>
            </a:xfrm>
          </p:grpSpPr>
          <p:sp>
            <p:nvSpPr>
              <p:cNvPr id="13" name="Oval 11">
                <a:extLst>
                  <a:ext uri="{FF2B5EF4-FFF2-40B4-BE49-F238E27FC236}">
                    <a16:creationId xmlns:a16="http://schemas.microsoft.com/office/drawing/2014/main" id="{944E05E4-53FD-4860-A7F2-F8B2EEA6A059}"/>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14" name="Text Box 12">
                <a:extLst>
                  <a:ext uri="{FF2B5EF4-FFF2-40B4-BE49-F238E27FC236}">
                    <a16:creationId xmlns:a16="http://schemas.microsoft.com/office/drawing/2014/main" id="{9414763F-F3C6-44D2-BD82-B47199FC38CC}"/>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8" name="Line 13">
              <a:extLst>
                <a:ext uri="{FF2B5EF4-FFF2-40B4-BE49-F238E27FC236}">
                  <a16:creationId xmlns:a16="http://schemas.microsoft.com/office/drawing/2014/main" id="{38BAD10B-976D-4CB7-B107-3B3DF91A43D8}"/>
                </a:ext>
              </a:extLst>
            </p:cNvPr>
            <p:cNvSpPr>
              <a:spLocks noChangeShapeType="1"/>
            </p:cNvSpPr>
            <p:nvPr/>
          </p:nvSpPr>
          <p:spPr bwMode="auto">
            <a:xfrm flipH="1">
              <a:off x="1920" y="105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9" name="Line 14">
              <a:extLst>
                <a:ext uri="{FF2B5EF4-FFF2-40B4-BE49-F238E27FC236}">
                  <a16:creationId xmlns:a16="http://schemas.microsoft.com/office/drawing/2014/main" id="{532B49BA-1F16-4190-9575-C3ECFF5CA3A5}"/>
                </a:ext>
              </a:extLst>
            </p:cNvPr>
            <p:cNvSpPr>
              <a:spLocks noChangeShapeType="1"/>
            </p:cNvSpPr>
            <p:nvPr/>
          </p:nvSpPr>
          <p:spPr bwMode="auto">
            <a:xfrm>
              <a:off x="2976" y="110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10" name="Text Box 15">
              <a:extLst>
                <a:ext uri="{FF2B5EF4-FFF2-40B4-BE49-F238E27FC236}">
                  <a16:creationId xmlns:a16="http://schemas.microsoft.com/office/drawing/2014/main" id="{0889E4FF-E6C3-4834-8D62-46F1D1A297EC}"/>
                </a:ext>
              </a:extLst>
            </p:cNvPr>
            <p:cNvSpPr txBox="1">
              <a:spLocks noChangeArrowheads="1"/>
            </p:cNvSpPr>
            <p:nvPr/>
          </p:nvSpPr>
          <p:spPr bwMode="auto">
            <a:xfrm>
              <a:off x="2784" y="864"/>
              <a:ext cx="4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a</a:t>
              </a:r>
            </a:p>
          </p:txBody>
        </p:sp>
        <p:sp>
          <p:nvSpPr>
            <p:cNvPr id="11" name="Text Box 16">
              <a:extLst>
                <a:ext uri="{FF2B5EF4-FFF2-40B4-BE49-F238E27FC236}">
                  <a16:creationId xmlns:a16="http://schemas.microsoft.com/office/drawing/2014/main" id="{F21AB7EF-AE20-4437-91D4-4CC66929344F}"/>
                </a:ext>
              </a:extLst>
            </p:cNvPr>
            <p:cNvSpPr txBox="1">
              <a:spLocks noChangeArrowheads="1"/>
            </p:cNvSpPr>
            <p:nvPr/>
          </p:nvSpPr>
          <p:spPr bwMode="auto">
            <a:xfrm>
              <a:off x="1728" y="1536"/>
              <a:ext cx="4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b</a:t>
              </a:r>
            </a:p>
          </p:txBody>
        </p:sp>
        <p:sp>
          <p:nvSpPr>
            <p:cNvPr id="12" name="Text Box 17">
              <a:extLst>
                <a:ext uri="{FF2B5EF4-FFF2-40B4-BE49-F238E27FC236}">
                  <a16:creationId xmlns:a16="http://schemas.microsoft.com/office/drawing/2014/main" id="{61766017-E4F2-4BE0-A7EA-CF1053C71E9C}"/>
                </a:ext>
              </a:extLst>
            </p:cNvPr>
            <p:cNvSpPr txBox="1">
              <a:spLocks noChangeArrowheads="1"/>
            </p:cNvSpPr>
            <p:nvPr/>
          </p:nvSpPr>
          <p:spPr bwMode="auto">
            <a:xfrm>
              <a:off x="3744" y="1536"/>
              <a:ext cx="4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c</a:t>
              </a:r>
            </a:p>
          </p:txBody>
        </p:sp>
      </p:grpSp>
      <p:sp>
        <p:nvSpPr>
          <p:cNvPr id="19" name="Text Box 18">
            <a:extLst>
              <a:ext uri="{FF2B5EF4-FFF2-40B4-BE49-F238E27FC236}">
                <a16:creationId xmlns:a16="http://schemas.microsoft.com/office/drawing/2014/main" id="{BA8C8BC1-365B-4B7C-ACAA-3A53A89A0F27}"/>
              </a:ext>
            </a:extLst>
          </p:cNvPr>
          <p:cNvSpPr txBox="1">
            <a:spLocks noChangeArrowheads="1"/>
          </p:cNvSpPr>
          <p:nvPr/>
        </p:nvSpPr>
        <p:spPr bwMode="auto">
          <a:xfrm>
            <a:off x="3088640" y="3842522"/>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dirty="0">
                <a:solidFill>
                  <a:schemeClr val="hlink"/>
                </a:solidFill>
              </a:rPr>
              <a:t>b</a:t>
            </a:r>
          </a:p>
        </p:txBody>
      </p:sp>
      <p:sp>
        <p:nvSpPr>
          <p:cNvPr id="20" name="Text Box 19">
            <a:extLst>
              <a:ext uri="{FF2B5EF4-FFF2-40B4-BE49-F238E27FC236}">
                <a16:creationId xmlns:a16="http://schemas.microsoft.com/office/drawing/2014/main" id="{DA77E7CB-29C4-4EAB-A0C9-8CE3E9DA263E}"/>
              </a:ext>
            </a:extLst>
          </p:cNvPr>
          <p:cNvSpPr txBox="1">
            <a:spLocks noChangeArrowheads="1"/>
          </p:cNvSpPr>
          <p:nvPr/>
        </p:nvSpPr>
        <p:spPr bwMode="auto">
          <a:xfrm>
            <a:off x="3583940" y="3842522"/>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dirty="0">
                <a:solidFill>
                  <a:schemeClr val="hlink"/>
                </a:solidFill>
              </a:rPr>
              <a:t>a</a:t>
            </a:r>
          </a:p>
        </p:txBody>
      </p:sp>
      <p:sp>
        <p:nvSpPr>
          <p:cNvPr id="21" name="Text Box 20">
            <a:extLst>
              <a:ext uri="{FF2B5EF4-FFF2-40B4-BE49-F238E27FC236}">
                <a16:creationId xmlns:a16="http://schemas.microsoft.com/office/drawing/2014/main" id="{B6E01EA2-F07F-42FC-87FC-3961259BD476}"/>
              </a:ext>
            </a:extLst>
          </p:cNvPr>
          <p:cNvSpPr txBox="1">
            <a:spLocks noChangeArrowheads="1"/>
          </p:cNvSpPr>
          <p:nvPr/>
        </p:nvSpPr>
        <p:spPr bwMode="auto">
          <a:xfrm>
            <a:off x="4135120" y="3842522"/>
            <a:ext cx="38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dirty="0">
                <a:solidFill>
                  <a:schemeClr val="hlink"/>
                </a:solidFill>
              </a:rPr>
              <a:t>c</a:t>
            </a:r>
          </a:p>
        </p:txBody>
      </p:sp>
    </p:spTree>
    <p:extLst>
      <p:ext uri="{BB962C8B-B14F-4D97-AF65-F5344CB8AC3E}">
        <p14:creationId xmlns:p14="http://schemas.microsoft.com/office/powerpoint/2010/main" val="403153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1+#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0" grpId="0" autoUpdateAnimBg="0"/>
      <p:bldP spid="2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grpSp>
        <p:nvGrpSpPr>
          <p:cNvPr id="22" name="Group 3">
            <a:extLst>
              <a:ext uri="{FF2B5EF4-FFF2-40B4-BE49-F238E27FC236}">
                <a16:creationId xmlns:a16="http://schemas.microsoft.com/office/drawing/2014/main" id="{EE3B4C4B-6B63-4CF7-8CDE-3DEA381222E2}"/>
              </a:ext>
            </a:extLst>
          </p:cNvPr>
          <p:cNvGrpSpPr>
            <a:grpSpLocks/>
          </p:cNvGrpSpPr>
          <p:nvPr/>
        </p:nvGrpSpPr>
        <p:grpSpPr bwMode="auto">
          <a:xfrm>
            <a:off x="1435100" y="1412241"/>
            <a:ext cx="5562600" cy="3267076"/>
            <a:chOff x="720" y="864"/>
            <a:chExt cx="3504" cy="2058"/>
          </a:xfrm>
        </p:grpSpPr>
        <p:grpSp>
          <p:nvGrpSpPr>
            <p:cNvPr id="23" name="Group 4">
              <a:extLst>
                <a:ext uri="{FF2B5EF4-FFF2-40B4-BE49-F238E27FC236}">
                  <a16:creationId xmlns:a16="http://schemas.microsoft.com/office/drawing/2014/main" id="{3B9DB396-AC77-4D57-A5E2-C21C43232A20}"/>
                </a:ext>
              </a:extLst>
            </p:cNvPr>
            <p:cNvGrpSpPr>
              <a:grpSpLocks/>
            </p:cNvGrpSpPr>
            <p:nvPr/>
          </p:nvGrpSpPr>
          <p:grpSpPr bwMode="auto">
            <a:xfrm>
              <a:off x="1008" y="2160"/>
              <a:ext cx="240" cy="330"/>
              <a:chOff x="4176" y="1104"/>
              <a:chExt cx="240" cy="330"/>
            </a:xfrm>
          </p:grpSpPr>
          <p:sp>
            <p:nvSpPr>
              <p:cNvPr id="70" name="Oval 5">
                <a:extLst>
                  <a:ext uri="{FF2B5EF4-FFF2-40B4-BE49-F238E27FC236}">
                    <a16:creationId xmlns:a16="http://schemas.microsoft.com/office/drawing/2014/main" id="{F27BDD8D-57D1-4D36-B0B6-8D01C2A0859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71" name="Text Box 6">
                <a:extLst>
                  <a:ext uri="{FF2B5EF4-FFF2-40B4-BE49-F238E27FC236}">
                    <a16:creationId xmlns:a16="http://schemas.microsoft.com/office/drawing/2014/main" id="{08C52A4C-8768-48F9-A8A9-661B65C8D6A2}"/>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24" name="Group 7">
              <a:extLst>
                <a:ext uri="{FF2B5EF4-FFF2-40B4-BE49-F238E27FC236}">
                  <a16:creationId xmlns:a16="http://schemas.microsoft.com/office/drawing/2014/main" id="{0C948497-E89D-4215-9CBC-0B0E5758216F}"/>
                </a:ext>
              </a:extLst>
            </p:cNvPr>
            <p:cNvGrpSpPr>
              <a:grpSpLocks/>
            </p:cNvGrpSpPr>
            <p:nvPr/>
          </p:nvGrpSpPr>
          <p:grpSpPr bwMode="auto">
            <a:xfrm>
              <a:off x="720" y="2592"/>
              <a:ext cx="240" cy="330"/>
              <a:chOff x="4176" y="1104"/>
              <a:chExt cx="240" cy="330"/>
            </a:xfrm>
          </p:grpSpPr>
          <p:sp>
            <p:nvSpPr>
              <p:cNvPr id="68" name="Oval 8">
                <a:extLst>
                  <a:ext uri="{FF2B5EF4-FFF2-40B4-BE49-F238E27FC236}">
                    <a16:creationId xmlns:a16="http://schemas.microsoft.com/office/drawing/2014/main" id="{3FD0D266-9255-4D41-9D86-9D7425A5A34E}"/>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69" name="Text Box 9">
                <a:extLst>
                  <a:ext uri="{FF2B5EF4-FFF2-40B4-BE49-F238E27FC236}">
                    <a16:creationId xmlns:a16="http://schemas.microsoft.com/office/drawing/2014/main" id="{C7A83631-8F28-4E3D-A57D-BC7A99FF4B3F}"/>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25" name="Group 10">
              <a:extLst>
                <a:ext uri="{FF2B5EF4-FFF2-40B4-BE49-F238E27FC236}">
                  <a16:creationId xmlns:a16="http://schemas.microsoft.com/office/drawing/2014/main" id="{6ECE8279-E4B1-4E96-B48F-142F950ECC96}"/>
                </a:ext>
              </a:extLst>
            </p:cNvPr>
            <p:cNvGrpSpPr>
              <a:grpSpLocks/>
            </p:cNvGrpSpPr>
            <p:nvPr/>
          </p:nvGrpSpPr>
          <p:grpSpPr bwMode="auto">
            <a:xfrm>
              <a:off x="1344" y="2592"/>
              <a:ext cx="240" cy="330"/>
              <a:chOff x="4176" y="1104"/>
              <a:chExt cx="240" cy="330"/>
            </a:xfrm>
          </p:grpSpPr>
          <p:sp>
            <p:nvSpPr>
              <p:cNvPr id="66" name="Oval 11">
                <a:extLst>
                  <a:ext uri="{FF2B5EF4-FFF2-40B4-BE49-F238E27FC236}">
                    <a16:creationId xmlns:a16="http://schemas.microsoft.com/office/drawing/2014/main" id="{A5BBAA01-2E7A-4C6E-AC10-ACBEB97D31DE}"/>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67" name="Text Box 12">
                <a:extLst>
                  <a:ext uri="{FF2B5EF4-FFF2-40B4-BE49-F238E27FC236}">
                    <a16:creationId xmlns:a16="http://schemas.microsoft.com/office/drawing/2014/main" id="{8F0BE235-6216-424E-A5BF-20A6612EA708}"/>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26" name="Line 13">
              <a:extLst>
                <a:ext uri="{FF2B5EF4-FFF2-40B4-BE49-F238E27FC236}">
                  <a16:creationId xmlns:a16="http://schemas.microsoft.com/office/drawing/2014/main" id="{08ED1E8B-CA2C-40E3-9E50-07D06A47D2E1}"/>
                </a:ext>
              </a:extLst>
            </p:cNvPr>
            <p:cNvSpPr>
              <a:spLocks noChangeShapeType="1"/>
            </p:cNvSpPr>
            <p:nvPr/>
          </p:nvSpPr>
          <p:spPr bwMode="auto">
            <a:xfrm flipH="1">
              <a:off x="912" y="2400"/>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27" name="Line 14">
              <a:extLst>
                <a:ext uri="{FF2B5EF4-FFF2-40B4-BE49-F238E27FC236}">
                  <a16:creationId xmlns:a16="http://schemas.microsoft.com/office/drawing/2014/main" id="{A3333F37-100C-4457-B6C2-A2B67095A1A5}"/>
                </a:ext>
              </a:extLst>
            </p:cNvPr>
            <p:cNvSpPr>
              <a:spLocks noChangeShapeType="1"/>
            </p:cNvSpPr>
            <p:nvPr/>
          </p:nvSpPr>
          <p:spPr bwMode="auto">
            <a:xfrm>
              <a:off x="1248" y="235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grpSp>
          <p:nvGrpSpPr>
            <p:cNvPr id="28" name="Group 15">
              <a:extLst>
                <a:ext uri="{FF2B5EF4-FFF2-40B4-BE49-F238E27FC236}">
                  <a16:creationId xmlns:a16="http://schemas.microsoft.com/office/drawing/2014/main" id="{7090597B-6F0F-4784-A698-425A71FC677A}"/>
                </a:ext>
              </a:extLst>
            </p:cNvPr>
            <p:cNvGrpSpPr>
              <a:grpSpLocks/>
            </p:cNvGrpSpPr>
            <p:nvPr/>
          </p:nvGrpSpPr>
          <p:grpSpPr bwMode="auto">
            <a:xfrm>
              <a:off x="2256" y="2112"/>
              <a:ext cx="240" cy="330"/>
              <a:chOff x="4176" y="1104"/>
              <a:chExt cx="240" cy="330"/>
            </a:xfrm>
          </p:grpSpPr>
          <p:sp>
            <p:nvSpPr>
              <p:cNvPr id="64" name="Oval 16">
                <a:extLst>
                  <a:ext uri="{FF2B5EF4-FFF2-40B4-BE49-F238E27FC236}">
                    <a16:creationId xmlns:a16="http://schemas.microsoft.com/office/drawing/2014/main" id="{3865451E-5412-475E-B842-70DF77E186C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65" name="Text Box 17">
                <a:extLst>
                  <a:ext uri="{FF2B5EF4-FFF2-40B4-BE49-F238E27FC236}">
                    <a16:creationId xmlns:a16="http://schemas.microsoft.com/office/drawing/2014/main" id="{DE49FB41-5E53-45C4-80FE-D3D810C0EBD3}"/>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29" name="Group 18">
              <a:extLst>
                <a:ext uri="{FF2B5EF4-FFF2-40B4-BE49-F238E27FC236}">
                  <a16:creationId xmlns:a16="http://schemas.microsoft.com/office/drawing/2014/main" id="{A658DD1A-C86B-4027-918A-BE35C1A1D485}"/>
                </a:ext>
              </a:extLst>
            </p:cNvPr>
            <p:cNvGrpSpPr>
              <a:grpSpLocks/>
            </p:cNvGrpSpPr>
            <p:nvPr/>
          </p:nvGrpSpPr>
          <p:grpSpPr bwMode="auto">
            <a:xfrm>
              <a:off x="2544" y="2592"/>
              <a:ext cx="240" cy="330"/>
              <a:chOff x="4176" y="1104"/>
              <a:chExt cx="240" cy="330"/>
            </a:xfrm>
          </p:grpSpPr>
          <p:sp>
            <p:nvSpPr>
              <p:cNvPr id="62" name="Oval 19">
                <a:extLst>
                  <a:ext uri="{FF2B5EF4-FFF2-40B4-BE49-F238E27FC236}">
                    <a16:creationId xmlns:a16="http://schemas.microsoft.com/office/drawing/2014/main" id="{5A97A6F2-CFEB-41BF-AA6A-14FD0DBAA81C}"/>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63" name="Text Box 20">
                <a:extLst>
                  <a:ext uri="{FF2B5EF4-FFF2-40B4-BE49-F238E27FC236}">
                    <a16:creationId xmlns:a16="http://schemas.microsoft.com/office/drawing/2014/main" id="{C141A86E-19D7-4E01-B55C-7BF7231811FE}"/>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30" name="Line 21">
              <a:extLst>
                <a:ext uri="{FF2B5EF4-FFF2-40B4-BE49-F238E27FC236}">
                  <a16:creationId xmlns:a16="http://schemas.microsoft.com/office/drawing/2014/main" id="{1A06AADB-C432-4D56-B45A-93212D77FACE}"/>
                </a:ext>
              </a:extLst>
            </p:cNvPr>
            <p:cNvSpPr>
              <a:spLocks noChangeShapeType="1"/>
            </p:cNvSpPr>
            <p:nvPr/>
          </p:nvSpPr>
          <p:spPr bwMode="auto">
            <a:xfrm>
              <a:off x="2448" y="235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grpSp>
          <p:nvGrpSpPr>
            <p:cNvPr id="31" name="Group 22">
              <a:extLst>
                <a:ext uri="{FF2B5EF4-FFF2-40B4-BE49-F238E27FC236}">
                  <a16:creationId xmlns:a16="http://schemas.microsoft.com/office/drawing/2014/main" id="{C4974B42-AE83-4BD2-8545-3E355D460638}"/>
                </a:ext>
              </a:extLst>
            </p:cNvPr>
            <p:cNvGrpSpPr>
              <a:grpSpLocks/>
            </p:cNvGrpSpPr>
            <p:nvPr/>
          </p:nvGrpSpPr>
          <p:grpSpPr bwMode="auto">
            <a:xfrm>
              <a:off x="3744" y="1536"/>
              <a:ext cx="240" cy="330"/>
              <a:chOff x="4176" y="1104"/>
              <a:chExt cx="240" cy="330"/>
            </a:xfrm>
          </p:grpSpPr>
          <p:sp>
            <p:nvSpPr>
              <p:cNvPr id="60" name="Oval 23">
                <a:extLst>
                  <a:ext uri="{FF2B5EF4-FFF2-40B4-BE49-F238E27FC236}">
                    <a16:creationId xmlns:a16="http://schemas.microsoft.com/office/drawing/2014/main" id="{EACDC54D-9024-476C-8DA8-2FB7578FAA40}"/>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61" name="Text Box 24">
                <a:extLst>
                  <a:ext uri="{FF2B5EF4-FFF2-40B4-BE49-F238E27FC236}">
                    <a16:creationId xmlns:a16="http://schemas.microsoft.com/office/drawing/2014/main" id="{E17776C0-C10C-4C69-A78B-A3595C3EF273}"/>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grpSp>
          <p:nvGrpSpPr>
            <p:cNvPr id="32" name="Group 25">
              <a:extLst>
                <a:ext uri="{FF2B5EF4-FFF2-40B4-BE49-F238E27FC236}">
                  <a16:creationId xmlns:a16="http://schemas.microsoft.com/office/drawing/2014/main" id="{22BD6ACF-8E77-4503-9B98-DD3F72CD539A}"/>
                </a:ext>
              </a:extLst>
            </p:cNvPr>
            <p:cNvGrpSpPr>
              <a:grpSpLocks/>
            </p:cNvGrpSpPr>
            <p:nvPr/>
          </p:nvGrpSpPr>
          <p:grpSpPr bwMode="auto">
            <a:xfrm>
              <a:off x="3456" y="1968"/>
              <a:ext cx="240" cy="330"/>
              <a:chOff x="4176" y="1104"/>
              <a:chExt cx="240" cy="330"/>
            </a:xfrm>
          </p:grpSpPr>
          <p:sp>
            <p:nvSpPr>
              <p:cNvPr id="58" name="Oval 26">
                <a:extLst>
                  <a:ext uri="{FF2B5EF4-FFF2-40B4-BE49-F238E27FC236}">
                    <a16:creationId xmlns:a16="http://schemas.microsoft.com/office/drawing/2014/main" id="{8465E0FA-1A62-4FFD-9518-6C9F19E1DCD3}"/>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59" name="Text Box 27">
                <a:extLst>
                  <a:ext uri="{FF2B5EF4-FFF2-40B4-BE49-F238E27FC236}">
                    <a16:creationId xmlns:a16="http://schemas.microsoft.com/office/drawing/2014/main" id="{86370245-0622-41A9-AB82-6DDC07BA1A2D}"/>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33" name="Line 28">
              <a:extLst>
                <a:ext uri="{FF2B5EF4-FFF2-40B4-BE49-F238E27FC236}">
                  <a16:creationId xmlns:a16="http://schemas.microsoft.com/office/drawing/2014/main" id="{6407B82A-B15A-4F1E-94A7-687B39FC5302}"/>
                </a:ext>
              </a:extLst>
            </p:cNvPr>
            <p:cNvSpPr>
              <a:spLocks noChangeShapeType="1"/>
            </p:cNvSpPr>
            <p:nvPr/>
          </p:nvSpPr>
          <p:spPr bwMode="auto">
            <a:xfrm flipH="1">
              <a:off x="3648" y="1776"/>
              <a:ext cx="144"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grpSp>
          <p:nvGrpSpPr>
            <p:cNvPr id="34" name="Group 29">
              <a:extLst>
                <a:ext uri="{FF2B5EF4-FFF2-40B4-BE49-F238E27FC236}">
                  <a16:creationId xmlns:a16="http://schemas.microsoft.com/office/drawing/2014/main" id="{57FC2146-B44F-4287-A197-EC711311EB12}"/>
                </a:ext>
              </a:extLst>
            </p:cNvPr>
            <p:cNvGrpSpPr>
              <a:grpSpLocks/>
            </p:cNvGrpSpPr>
            <p:nvPr/>
          </p:nvGrpSpPr>
          <p:grpSpPr bwMode="auto">
            <a:xfrm>
              <a:off x="1728" y="1536"/>
              <a:ext cx="240" cy="330"/>
              <a:chOff x="4176" y="1104"/>
              <a:chExt cx="240" cy="330"/>
            </a:xfrm>
          </p:grpSpPr>
          <p:sp>
            <p:nvSpPr>
              <p:cNvPr id="56" name="Oval 30">
                <a:extLst>
                  <a:ext uri="{FF2B5EF4-FFF2-40B4-BE49-F238E27FC236}">
                    <a16:creationId xmlns:a16="http://schemas.microsoft.com/office/drawing/2014/main" id="{BAE709B5-3592-47D7-8A70-18E916D0A48A}"/>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57" name="Text Box 31">
                <a:extLst>
                  <a:ext uri="{FF2B5EF4-FFF2-40B4-BE49-F238E27FC236}">
                    <a16:creationId xmlns:a16="http://schemas.microsoft.com/office/drawing/2014/main" id="{B67557A4-F939-48CA-A3C8-DD3F7058FFE7}"/>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35" name="Line 32">
              <a:extLst>
                <a:ext uri="{FF2B5EF4-FFF2-40B4-BE49-F238E27FC236}">
                  <a16:creationId xmlns:a16="http://schemas.microsoft.com/office/drawing/2014/main" id="{4DC44449-E5AB-4AA1-A696-CEDC0C28A6DC}"/>
                </a:ext>
              </a:extLst>
            </p:cNvPr>
            <p:cNvSpPr>
              <a:spLocks noChangeShapeType="1"/>
            </p:cNvSpPr>
            <p:nvPr/>
          </p:nvSpPr>
          <p:spPr bwMode="auto">
            <a:xfrm flipH="1">
              <a:off x="1200" y="1728"/>
              <a:ext cx="528"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36" name="Line 33">
              <a:extLst>
                <a:ext uri="{FF2B5EF4-FFF2-40B4-BE49-F238E27FC236}">
                  <a16:creationId xmlns:a16="http://schemas.microsoft.com/office/drawing/2014/main" id="{7E59A7FF-C95C-48F6-A9A4-D101CB2C2809}"/>
                </a:ext>
              </a:extLst>
            </p:cNvPr>
            <p:cNvSpPr>
              <a:spLocks noChangeShapeType="1"/>
            </p:cNvSpPr>
            <p:nvPr/>
          </p:nvSpPr>
          <p:spPr bwMode="auto">
            <a:xfrm>
              <a:off x="1968" y="1728"/>
              <a:ext cx="336" cy="48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grpSp>
          <p:nvGrpSpPr>
            <p:cNvPr id="37" name="Group 34">
              <a:extLst>
                <a:ext uri="{FF2B5EF4-FFF2-40B4-BE49-F238E27FC236}">
                  <a16:creationId xmlns:a16="http://schemas.microsoft.com/office/drawing/2014/main" id="{57F1F7C3-12DD-42E1-B8D1-FC2D93733C03}"/>
                </a:ext>
              </a:extLst>
            </p:cNvPr>
            <p:cNvGrpSpPr>
              <a:grpSpLocks/>
            </p:cNvGrpSpPr>
            <p:nvPr/>
          </p:nvGrpSpPr>
          <p:grpSpPr bwMode="auto">
            <a:xfrm>
              <a:off x="2784" y="864"/>
              <a:ext cx="240" cy="330"/>
              <a:chOff x="4176" y="1104"/>
              <a:chExt cx="240" cy="330"/>
            </a:xfrm>
          </p:grpSpPr>
          <p:sp>
            <p:nvSpPr>
              <p:cNvPr id="54" name="Oval 35">
                <a:extLst>
                  <a:ext uri="{FF2B5EF4-FFF2-40B4-BE49-F238E27FC236}">
                    <a16:creationId xmlns:a16="http://schemas.microsoft.com/office/drawing/2014/main" id="{D0BDD846-AA16-43BE-AA3D-60E9BCF53AFD}"/>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55" name="Text Box 36">
                <a:extLst>
                  <a:ext uri="{FF2B5EF4-FFF2-40B4-BE49-F238E27FC236}">
                    <a16:creationId xmlns:a16="http://schemas.microsoft.com/office/drawing/2014/main" id="{21F6F240-56E7-4EB9-B152-11F99B4E0A8A}"/>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38" name="Line 37">
              <a:extLst>
                <a:ext uri="{FF2B5EF4-FFF2-40B4-BE49-F238E27FC236}">
                  <a16:creationId xmlns:a16="http://schemas.microsoft.com/office/drawing/2014/main" id="{FFC1555D-19C3-41B6-A590-36D6749C50AC}"/>
                </a:ext>
              </a:extLst>
            </p:cNvPr>
            <p:cNvSpPr>
              <a:spLocks noChangeShapeType="1"/>
            </p:cNvSpPr>
            <p:nvPr/>
          </p:nvSpPr>
          <p:spPr bwMode="auto">
            <a:xfrm flipH="1">
              <a:off x="1920" y="105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39" name="Line 38">
              <a:extLst>
                <a:ext uri="{FF2B5EF4-FFF2-40B4-BE49-F238E27FC236}">
                  <a16:creationId xmlns:a16="http://schemas.microsoft.com/office/drawing/2014/main" id="{4F4C5FD3-9F67-472E-88C2-ED26BBAF3CC4}"/>
                </a:ext>
              </a:extLst>
            </p:cNvPr>
            <p:cNvSpPr>
              <a:spLocks noChangeShapeType="1"/>
            </p:cNvSpPr>
            <p:nvPr/>
          </p:nvSpPr>
          <p:spPr bwMode="auto">
            <a:xfrm>
              <a:off x="2976" y="110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40" name="Text Box 39">
              <a:extLst>
                <a:ext uri="{FF2B5EF4-FFF2-40B4-BE49-F238E27FC236}">
                  <a16:creationId xmlns:a16="http://schemas.microsoft.com/office/drawing/2014/main" id="{99D4A729-C474-4016-B73A-4F3B06BAA886}"/>
                </a:ext>
              </a:extLst>
            </p:cNvPr>
            <p:cNvSpPr txBox="1">
              <a:spLocks noChangeArrowheads="1"/>
            </p:cNvSpPr>
            <p:nvPr/>
          </p:nvSpPr>
          <p:spPr bwMode="auto">
            <a:xfrm>
              <a:off x="2784" y="864"/>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a</a:t>
              </a:r>
            </a:p>
          </p:txBody>
        </p:sp>
        <p:sp>
          <p:nvSpPr>
            <p:cNvPr id="41" name="Text Box 40">
              <a:extLst>
                <a:ext uri="{FF2B5EF4-FFF2-40B4-BE49-F238E27FC236}">
                  <a16:creationId xmlns:a16="http://schemas.microsoft.com/office/drawing/2014/main" id="{08C610B3-E740-4754-AE56-6D58E6EEE5EB}"/>
                </a:ext>
              </a:extLst>
            </p:cNvPr>
            <p:cNvSpPr txBox="1">
              <a:spLocks noChangeArrowheads="1"/>
            </p:cNvSpPr>
            <p:nvPr/>
          </p:nvSpPr>
          <p:spPr bwMode="auto">
            <a:xfrm>
              <a:off x="1728" y="153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b</a:t>
              </a:r>
            </a:p>
          </p:txBody>
        </p:sp>
        <p:sp>
          <p:nvSpPr>
            <p:cNvPr id="42" name="Text Box 41">
              <a:extLst>
                <a:ext uri="{FF2B5EF4-FFF2-40B4-BE49-F238E27FC236}">
                  <a16:creationId xmlns:a16="http://schemas.microsoft.com/office/drawing/2014/main" id="{F79C801F-35A7-4468-9FC6-F7CEE53FB42C}"/>
                </a:ext>
              </a:extLst>
            </p:cNvPr>
            <p:cNvSpPr txBox="1">
              <a:spLocks noChangeArrowheads="1"/>
            </p:cNvSpPr>
            <p:nvPr/>
          </p:nvSpPr>
          <p:spPr bwMode="auto">
            <a:xfrm>
              <a:off x="3744" y="153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c</a:t>
              </a:r>
            </a:p>
          </p:txBody>
        </p:sp>
        <p:sp>
          <p:nvSpPr>
            <p:cNvPr id="43" name="Text Box 42">
              <a:extLst>
                <a:ext uri="{FF2B5EF4-FFF2-40B4-BE49-F238E27FC236}">
                  <a16:creationId xmlns:a16="http://schemas.microsoft.com/office/drawing/2014/main" id="{FEC97682-BAA4-40FF-90B0-26D928009CE7}"/>
                </a:ext>
              </a:extLst>
            </p:cNvPr>
            <p:cNvSpPr txBox="1">
              <a:spLocks noChangeArrowheads="1"/>
            </p:cNvSpPr>
            <p:nvPr/>
          </p:nvSpPr>
          <p:spPr bwMode="auto">
            <a:xfrm>
              <a:off x="1008" y="2160"/>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d</a:t>
              </a:r>
            </a:p>
          </p:txBody>
        </p:sp>
        <p:sp>
          <p:nvSpPr>
            <p:cNvPr id="44" name="Text Box 43">
              <a:extLst>
                <a:ext uri="{FF2B5EF4-FFF2-40B4-BE49-F238E27FC236}">
                  <a16:creationId xmlns:a16="http://schemas.microsoft.com/office/drawing/2014/main" id="{66F2D3EE-879C-4E99-BF71-55C62704A4B0}"/>
                </a:ext>
              </a:extLst>
            </p:cNvPr>
            <p:cNvSpPr txBox="1">
              <a:spLocks noChangeArrowheads="1"/>
            </p:cNvSpPr>
            <p:nvPr/>
          </p:nvSpPr>
          <p:spPr bwMode="auto">
            <a:xfrm>
              <a:off x="2256" y="211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e</a:t>
              </a:r>
            </a:p>
          </p:txBody>
        </p:sp>
        <p:sp>
          <p:nvSpPr>
            <p:cNvPr id="45" name="Text Box 44">
              <a:extLst>
                <a:ext uri="{FF2B5EF4-FFF2-40B4-BE49-F238E27FC236}">
                  <a16:creationId xmlns:a16="http://schemas.microsoft.com/office/drawing/2014/main" id="{BD261022-E473-41A0-944E-DC2AA75D6C35}"/>
                </a:ext>
              </a:extLst>
            </p:cNvPr>
            <p:cNvSpPr txBox="1">
              <a:spLocks noChangeArrowheads="1"/>
            </p:cNvSpPr>
            <p:nvPr/>
          </p:nvSpPr>
          <p:spPr bwMode="auto">
            <a:xfrm>
              <a:off x="3456" y="1968"/>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f</a:t>
              </a:r>
            </a:p>
          </p:txBody>
        </p:sp>
        <p:sp>
          <p:nvSpPr>
            <p:cNvPr id="46" name="Text Box 45">
              <a:extLst>
                <a:ext uri="{FF2B5EF4-FFF2-40B4-BE49-F238E27FC236}">
                  <a16:creationId xmlns:a16="http://schemas.microsoft.com/office/drawing/2014/main" id="{15E7F448-B853-45BA-9692-903D3A5FCCC2}"/>
                </a:ext>
              </a:extLst>
            </p:cNvPr>
            <p:cNvSpPr txBox="1">
              <a:spLocks noChangeArrowheads="1"/>
            </p:cNvSpPr>
            <p:nvPr/>
          </p:nvSpPr>
          <p:spPr bwMode="auto">
            <a:xfrm>
              <a:off x="720" y="2544"/>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g</a:t>
              </a:r>
            </a:p>
          </p:txBody>
        </p:sp>
        <p:sp>
          <p:nvSpPr>
            <p:cNvPr id="47" name="Text Box 46">
              <a:extLst>
                <a:ext uri="{FF2B5EF4-FFF2-40B4-BE49-F238E27FC236}">
                  <a16:creationId xmlns:a16="http://schemas.microsoft.com/office/drawing/2014/main" id="{E6358F39-B937-47D3-91DD-CA68000F15C0}"/>
                </a:ext>
              </a:extLst>
            </p:cNvPr>
            <p:cNvSpPr txBox="1">
              <a:spLocks noChangeArrowheads="1"/>
            </p:cNvSpPr>
            <p:nvPr/>
          </p:nvSpPr>
          <p:spPr bwMode="auto">
            <a:xfrm>
              <a:off x="1344" y="259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h</a:t>
              </a:r>
            </a:p>
          </p:txBody>
        </p:sp>
        <p:sp>
          <p:nvSpPr>
            <p:cNvPr id="48" name="Text Box 47">
              <a:extLst>
                <a:ext uri="{FF2B5EF4-FFF2-40B4-BE49-F238E27FC236}">
                  <a16:creationId xmlns:a16="http://schemas.microsoft.com/office/drawing/2014/main" id="{2728C8BA-7084-4BE0-B8A6-8C69F9A45EAF}"/>
                </a:ext>
              </a:extLst>
            </p:cNvPr>
            <p:cNvSpPr txBox="1">
              <a:spLocks noChangeArrowheads="1"/>
            </p:cNvSpPr>
            <p:nvPr/>
          </p:nvSpPr>
          <p:spPr bwMode="auto">
            <a:xfrm>
              <a:off x="2592" y="259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i</a:t>
              </a:r>
            </a:p>
          </p:txBody>
        </p:sp>
        <p:grpSp>
          <p:nvGrpSpPr>
            <p:cNvPr id="49" name="Group 48">
              <a:extLst>
                <a:ext uri="{FF2B5EF4-FFF2-40B4-BE49-F238E27FC236}">
                  <a16:creationId xmlns:a16="http://schemas.microsoft.com/office/drawing/2014/main" id="{7D2DEEE8-2D6E-4DAF-92AE-EDD77940E69B}"/>
                </a:ext>
              </a:extLst>
            </p:cNvPr>
            <p:cNvGrpSpPr>
              <a:grpSpLocks/>
            </p:cNvGrpSpPr>
            <p:nvPr/>
          </p:nvGrpSpPr>
          <p:grpSpPr bwMode="auto">
            <a:xfrm>
              <a:off x="3696" y="2496"/>
              <a:ext cx="240" cy="330"/>
              <a:chOff x="4176" y="1104"/>
              <a:chExt cx="240" cy="330"/>
            </a:xfrm>
          </p:grpSpPr>
          <p:sp>
            <p:nvSpPr>
              <p:cNvPr id="52" name="Oval 49">
                <a:extLst>
                  <a:ext uri="{FF2B5EF4-FFF2-40B4-BE49-F238E27FC236}">
                    <a16:creationId xmlns:a16="http://schemas.microsoft.com/office/drawing/2014/main" id="{7889BE14-7F2B-4030-8CB3-CB7B15FAAD95}"/>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p>
            </p:txBody>
          </p:sp>
          <p:sp>
            <p:nvSpPr>
              <p:cNvPr id="53" name="Text Box 50">
                <a:extLst>
                  <a:ext uri="{FF2B5EF4-FFF2-40B4-BE49-F238E27FC236}">
                    <a16:creationId xmlns:a16="http://schemas.microsoft.com/office/drawing/2014/main" id="{FF03D2D4-2888-4005-97B3-9590CE519A59}"/>
                  </a:ext>
                </a:extLst>
              </p:cNvPr>
              <p:cNvSpPr txBox="1">
                <a:spLocks noChangeArrowheads="1"/>
              </p:cNvSpPr>
              <p:nvPr/>
            </p:nvSpPr>
            <p:spPr bwMode="auto">
              <a:xfrm>
                <a:off x="4176" y="1104"/>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800"/>
              </a:p>
            </p:txBody>
          </p:sp>
        </p:grpSp>
        <p:sp>
          <p:nvSpPr>
            <p:cNvPr id="50" name="Line 51">
              <a:extLst>
                <a:ext uri="{FF2B5EF4-FFF2-40B4-BE49-F238E27FC236}">
                  <a16:creationId xmlns:a16="http://schemas.microsoft.com/office/drawing/2014/main" id="{F11F4966-FDF5-4F03-A84D-EE8655FE63D4}"/>
                </a:ext>
              </a:extLst>
            </p:cNvPr>
            <p:cNvSpPr>
              <a:spLocks noChangeShapeType="1"/>
            </p:cNvSpPr>
            <p:nvPr/>
          </p:nvSpPr>
          <p:spPr bwMode="auto">
            <a:xfrm>
              <a:off x="3600" y="2256"/>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800"/>
            </a:p>
          </p:txBody>
        </p:sp>
        <p:sp>
          <p:nvSpPr>
            <p:cNvPr id="51" name="Text Box 52">
              <a:extLst>
                <a:ext uri="{FF2B5EF4-FFF2-40B4-BE49-F238E27FC236}">
                  <a16:creationId xmlns:a16="http://schemas.microsoft.com/office/drawing/2014/main" id="{3EBD7DF5-741F-444C-BB45-E2900F0F7E4F}"/>
                </a:ext>
              </a:extLst>
            </p:cNvPr>
            <p:cNvSpPr txBox="1">
              <a:spLocks noChangeArrowheads="1"/>
            </p:cNvSpPr>
            <p:nvPr/>
          </p:nvSpPr>
          <p:spPr bwMode="auto">
            <a:xfrm>
              <a:off x="3744" y="24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j</a:t>
              </a:r>
            </a:p>
          </p:txBody>
        </p:sp>
      </p:grpSp>
      <p:sp>
        <p:nvSpPr>
          <p:cNvPr id="72" name="Text Box 53">
            <a:extLst>
              <a:ext uri="{FF2B5EF4-FFF2-40B4-BE49-F238E27FC236}">
                <a16:creationId xmlns:a16="http://schemas.microsoft.com/office/drawing/2014/main" id="{249B74CD-B9CA-4B10-BF37-49B23F5BD721}"/>
              </a:ext>
            </a:extLst>
          </p:cNvPr>
          <p:cNvSpPr txBox="1">
            <a:spLocks noChangeArrowheads="1"/>
          </p:cNvSpPr>
          <p:nvPr/>
        </p:nvSpPr>
        <p:spPr bwMode="auto">
          <a:xfrm>
            <a:off x="29210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g</a:t>
            </a:r>
          </a:p>
        </p:txBody>
      </p:sp>
      <p:sp>
        <p:nvSpPr>
          <p:cNvPr id="73" name="Text Box 54">
            <a:extLst>
              <a:ext uri="{FF2B5EF4-FFF2-40B4-BE49-F238E27FC236}">
                <a16:creationId xmlns:a16="http://schemas.microsoft.com/office/drawing/2014/main" id="{BB0CC880-D6E2-46B8-9FFC-EFE5A6C5E178}"/>
              </a:ext>
            </a:extLst>
          </p:cNvPr>
          <p:cNvSpPr txBox="1">
            <a:spLocks noChangeArrowheads="1"/>
          </p:cNvSpPr>
          <p:nvPr/>
        </p:nvSpPr>
        <p:spPr bwMode="auto">
          <a:xfrm>
            <a:off x="32258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d</a:t>
            </a:r>
          </a:p>
        </p:txBody>
      </p:sp>
      <p:sp>
        <p:nvSpPr>
          <p:cNvPr id="74" name="Text Box 55">
            <a:extLst>
              <a:ext uri="{FF2B5EF4-FFF2-40B4-BE49-F238E27FC236}">
                <a16:creationId xmlns:a16="http://schemas.microsoft.com/office/drawing/2014/main" id="{71E0B870-806F-4C33-8173-E7D9C0631818}"/>
              </a:ext>
            </a:extLst>
          </p:cNvPr>
          <p:cNvSpPr txBox="1">
            <a:spLocks noChangeArrowheads="1"/>
          </p:cNvSpPr>
          <p:nvPr/>
        </p:nvSpPr>
        <p:spPr bwMode="auto">
          <a:xfrm>
            <a:off x="35306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h</a:t>
            </a:r>
          </a:p>
        </p:txBody>
      </p:sp>
      <p:sp>
        <p:nvSpPr>
          <p:cNvPr id="75" name="Text Box 56">
            <a:extLst>
              <a:ext uri="{FF2B5EF4-FFF2-40B4-BE49-F238E27FC236}">
                <a16:creationId xmlns:a16="http://schemas.microsoft.com/office/drawing/2014/main" id="{7AB3D5A6-DAC7-48A4-8B44-777C126603A8}"/>
              </a:ext>
            </a:extLst>
          </p:cNvPr>
          <p:cNvSpPr txBox="1">
            <a:spLocks noChangeArrowheads="1"/>
          </p:cNvSpPr>
          <p:nvPr/>
        </p:nvSpPr>
        <p:spPr bwMode="auto">
          <a:xfrm>
            <a:off x="38354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b</a:t>
            </a:r>
          </a:p>
        </p:txBody>
      </p:sp>
      <p:sp>
        <p:nvSpPr>
          <p:cNvPr id="76" name="Text Box 57">
            <a:extLst>
              <a:ext uri="{FF2B5EF4-FFF2-40B4-BE49-F238E27FC236}">
                <a16:creationId xmlns:a16="http://schemas.microsoft.com/office/drawing/2014/main" id="{5C5EB4CB-92EC-4870-A61B-6DAB553536A5}"/>
              </a:ext>
            </a:extLst>
          </p:cNvPr>
          <p:cNvSpPr txBox="1">
            <a:spLocks noChangeArrowheads="1"/>
          </p:cNvSpPr>
          <p:nvPr/>
        </p:nvSpPr>
        <p:spPr bwMode="auto">
          <a:xfrm>
            <a:off x="41402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e</a:t>
            </a:r>
          </a:p>
        </p:txBody>
      </p:sp>
      <p:sp>
        <p:nvSpPr>
          <p:cNvPr id="77" name="Text Box 58">
            <a:extLst>
              <a:ext uri="{FF2B5EF4-FFF2-40B4-BE49-F238E27FC236}">
                <a16:creationId xmlns:a16="http://schemas.microsoft.com/office/drawing/2014/main" id="{25A55EED-7552-4096-AE26-6F60D55DA42F}"/>
              </a:ext>
            </a:extLst>
          </p:cNvPr>
          <p:cNvSpPr txBox="1">
            <a:spLocks noChangeArrowheads="1"/>
          </p:cNvSpPr>
          <p:nvPr/>
        </p:nvSpPr>
        <p:spPr bwMode="auto">
          <a:xfrm>
            <a:off x="44450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i</a:t>
            </a:r>
          </a:p>
        </p:txBody>
      </p:sp>
      <p:sp>
        <p:nvSpPr>
          <p:cNvPr id="78" name="Text Box 59">
            <a:extLst>
              <a:ext uri="{FF2B5EF4-FFF2-40B4-BE49-F238E27FC236}">
                <a16:creationId xmlns:a16="http://schemas.microsoft.com/office/drawing/2014/main" id="{BC8B2130-6276-4A18-9E4E-A35B410B0722}"/>
              </a:ext>
            </a:extLst>
          </p:cNvPr>
          <p:cNvSpPr txBox="1">
            <a:spLocks noChangeArrowheads="1"/>
          </p:cNvSpPr>
          <p:nvPr/>
        </p:nvSpPr>
        <p:spPr bwMode="auto">
          <a:xfrm>
            <a:off x="47498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a</a:t>
            </a:r>
          </a:p>
        </p:txBody>
      </p:sp>
      <p:sp>
        <p:nvSpPr>
          <p:cNvPr id="79" name="Text Box 60">
            <a:extLst>
              <a:ext uri="{FF2B5EF4-FFF2-40B4-BE49-F238E27FC236}">
                <a16:creationId xmlns:a16="http://schemas.microsoft.com/office/drawing/2014/main" id="{37BF4CA4-326B-443A-ADBB-6CB5154CDB2C}"/>
              </a:ext>
            </a:extLst>
          </p:cNvPr>
          <p:cNvSpPr txBox="1">
            <a:spLocks noChangeArrowheads="1"/>
          </p:cNvSpPr>
          <p:nvPr/>
        </p:nvSpPr>
        <p:spPr bwMode="auto">
          <a:xfrm>
            <a:off x="50546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f</a:t>
            </a:r>
          </a:p>
        </p:txBody>
      </p:sp>
      <p:sp>
        <p:nvSpPr>
          <p:cNvPr id="80" name="Text Box 61">
            <a:extLst>
              <a:ext uri="{FF2B5EF4-FFF2-40B4-BE49-F238E27FC236}">
                <a16:creationId xmlns:a16="http://schemas.microsoft.com/office/drawing/2014/main" id="{ACEE8602-AE0F-4E53-AC7A-3B0CD01FD35E}"/>
              </a:ext>
            </a:extLst>
          </p:cNvPr>
          <p:cNvSpPr txBox="1">
            <a:spLocks noChangeArrowheads="1"/>
          </p:cNvSpPr>
          <p:nvPr/>
        </p:nvSpPr>
        <p:spPr bwMode="auto">
          <a:xfrm>
            <a:off x="53594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j</a:t>
            </a:r>
          </a:p>
        </p:txBody>
      </p:sp>
      <p:sp>
        <p:nvSpPr>
          <p:cNvPr id="81" name="Text Box 62">
            <a:extLst>
              <a:ext uri="{FF2B5EF4-FFF2-40B4-BE49-F238E27FC236}">
                <a16:creationId xmlns:a16="http://schemas.microsoft.com/office/drawing/2014/main" id="{970E07E7-8BD5-4F3D-BED8-C82414556B32}"/>
              </a:ext>
            </a:extLst>
          </p:cNvPr>
          <p:cNvSpPr txBox="1">
            <a:spLocks noChangeArrowheads="1"/>
          </p:cNvSpPr>
          <p:nvPr/>
        </p:nvSpPr>
        <p:spPr bwMode="auto">
          <a:xfrm>
            <a:off x="5664200" y="5181600"/>
            <a:ext cx="38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solidFill>
                  <a:schemeClr val="hlink"/>
                </a:solidFill>
              </a:rPr>
              <a:t>c</a:t>
            </a:r>
          </a:p>
        </p:txBody>
      </p:sp>
    </p:spTree>
    <p:extLst>
      <p:ext uri="{BB962C8B-B14F-4D97-AF65-F5344CB8AC3E}">
        <p14:creationId xmlns:p14="http://schemas.microsoft.com/office/powerpoint/2010/main" val="42057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1+#ppt_w/2"/>
                                          </p:val>
                                        </p:tav>
                                        <p:tav tm="100000">
                                          <p:val>
                                            <p:strVal val="#ppt_x"/>
                                          </p:val>
                                        </p:tav>
                                      </p:tavLst>
                                    </p:anim>
                                    <p:anim calcmode="lin" valueType="num">
                                      <p:cBhvr additive="base">
                                        <p:cTn id="12"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 calcmode="lin" valueType="num">
                                      <p:cBhvr additive="base">
                                        <p:cTn id="17" dur="500" fill="hold"/>
                                        <p:tgtEl>
                                          <p:spTgt spid="73"/>
                                        </p:tgtEl>
                                        <p:attrNameLst>
                                          <p:attrName>ppt_x</p:attrName>
                                        </p:attrNameLst>
                                      </p:cBhvr>
                                      <p:tavLst>
                                        <p:tav tm="0">
                                          <p:val>
                                            <p:strVal val="1+#ppt_w/2"/>
                                          </p:val>
                                        </p:tav>
                                        <p:tav tm="100000">
                                          <p:val>
                                            <p:strVal val="#ppt_x"/>
                                          </p:val>
                                        </p:tav>
                                      </p:tavLst>
                                    </p:anim>
                                    <p:anim calcmode="lin" valueType="num">
                                      <p:cBhvr additive="base">
                                        <p:cTn id="18"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fill="hold"/>
                                        <p:tgtEl>
                                          <p:spTgt spid="74"/>
                                        </p:tgtEl>
                                        <p:attrNameLst>
                                          <p:attrName>ppt_x</p:attrName>
                                        </p:attrNameLst>
                                      </p:cBhvr>
                                      <p:tavLst>
                                        <p:tav tm="0">
                                          <p:val>
                                            <p:strVal val="1+#ppt_w/2"/>
                                          </p:val>
                                        </p:tav>
                                        <p:tav tm="100000">
                                          <p:val>
                                            <p:strVal val="#ppt_x"/>
                                          </p:val>
                                        </p:tav>
                                      </p:tavLst>
                                    </p:anim>
                                    <p:anim calcmode="lin" valueType="num">
                                      <p:cBhvr additive="base">
                                        <p:cTn id="24"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75"/>
                                        </p:tgtEl>
                                        <p:attrNameLst>
                                          <p:attrName>style.visibility</p:attrName>
                                        </p:attrNameLst>
                                      </p:cBhvr>
                                      <p:to>
                                        <p:strVal val="visible"/>
                                      </p:to>
                                    </p:set>
                                    <p:anim calcmode="lin" valueType="num">
                                      <p:cBhvr additive="base">
                                        <p:cTn id="29" dur="500" fill="hold"/>
                                        <p:tgtEl>
                                          <p:spTgt spid="75"/>
                                        </p:tgtEl>
                                        <p:attrNameLst>
                                          <p:attrName>ppt_x</p:attrName>
                                        </p:attrNameLst>
                                      </p:cBhvr>
                                      <p:tavLst>
                                        <p:tav tm="0">
                                          <p:val>
                                            <p:strVal val="1+#ppt_w/2"/>
                                          </p:val>
                                        </p:tav>
                                        <p:tav tm="100000">
                                          <p:val>
                                            <p:strVal val="#ppt_x"/>
                                          </p:val>
                                        </p:tav>
                                      </p:tavLst>
                                    </p:anim>
                                    <p:anim calcmode="lin" valueType="num">
                                      <p:cBhvr additive="base">
                                        <p:cTn id="30"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76"/>
                                        </p:tgtEl>
                                        <p:attrNameLst>
                                          <p:attrName>style.visibility</p:attrName>
                                        </p:attrNameLst>
                                      </p:cBhvr>
                                      <p:to>
                                        <p:strVal val="visible"/>
                                      </p:to>
                                    </p:set>
                                    <p:anim calcmode="lin" valueType="num">
                                      <p:cBhvr additive="base">
                                        <p:cTn id="35" dur="500" fill="hold"/>
                                        <p:tgtEl>
                                          <p:spTgt spid="76"/>
                                        </p:tgtEl>
                                        <p:attrNameLst>
                                          <p:attrName>ppt_x</p:attrName>
                                        </p:attrNameLst>
                                      </p:cBhvr>
                                      <p:tavLst>
                                        <p:tav tm="0">
                                          <p:val>
                                            <p:strVal val="1+#ppt_w/2"/>
                                          </p:val>
                                        </p:tav>
                                        <p:tav tm="100000">
                                          <p:val>
                                            <p:strVal val="#ppt_x"/>
                                          </p:val>
                                        </p:tav>
                                      </p:tavLst>
                                    </p:anim>
                                    <p:anim calcmode="lin" valueType="num">
                                      <p:cBhvr additive="base">
                                        <p:cTn id="36"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77"/>
                                        </p:tgtEl>
                                        <p:attrNameLst>
                                          <p:attrName>style.visibility</p:attrName>
                                        </p:attrNameLst>
                                      </p:cBhvr>
                                      <p:to>
                                        <p:strVal val="visible"/>
                                      </p:to>
                                    </p:set>
                                    <p:anim calcmode="lin" valueType="num">
                                      <p:cBhvr additive="base">
                                        <p:cTn id="41" dur="500" fill="hold"/>
                                        <p:tgtEl>
                                          <p:spTgt spid="77"/>
                                        </p:tgtEl>
                                        <p:attrNameLst>
                                          <p:attrName>ppt_x</p:attrName>
                                        </p:attrNameLst>
                                      </p:cBhvr>
                                      <p:tavLst>
                                        <p:tav tm="0">
                                          <p:val>
                                            <p:strVal val="1+#ppt_w/2"/>
                                          </p:val>
                                        </p:tav>
                                        <p:tav tm="100000">
                                          <p:val>
                                            <p:strVal val="#ppt_x"/>
                                          </p:val>
                                        </p:tav>
                                      </p:tavLst>
                                    </p:anim>
                                    <p:anim calcmode="lin" valueType="num">
                                      <p:cBhvr additive="base">
                                        <p:cTn id="42"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78"/>
                                        </p:tgtEl>
                                        <p:attrNameLst>
                                          <p:attrName>style.visibility</p:attrName>
                                        </p:attrNameLst>
                                      </p:cBhvr>
                                      <p:to>
                                        <p:strVal val="visible"/>
                                      </p:to>
                                    </p:set>
                                    <p:anim calcmode="lin" valueType="num">
                                      <p:cBhvr additive="base">
                                        <p:cTn id="47" dur="500" fill="hold"/>
                                        <p:tgtEl>
                                          <p:spTgt spid="78"/>
                                        </p:tgtEl>
                                        <p:attrNameLst>
                                          <p:attrName>ppt_x</p:attrName>
                                        </p:attrNameLst>
                                      </p:cBhvr>
                                      <p:tavLst>
                                        <p:tav tm="0">
                                          <p:val>
                                            <p:strVal val="1+#ppt_w/2"/>
                                          </p:val>
                                        </p:tav>
                                        <p:tav tm="100000">
                                          <p:val>
                                            <p:strVal val="#ppt_x"/>
                                          </p:val>
                                        </p:tav>
                                      </p:tavLst>
                                    </p:anim>
                                    <p:anim calcmode="lin" valueType="num">
                                      <p:cBhvr additive="base">
                                        <p:cTn id="48" dur="5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79"/>
                                        </p:tgtEl>
                                        <p:attrNameLst>
                                          <p:attrName>style.visibility</p:attrName>
                                        </p:attrNameLst>
                                      </p:cBhvr>
                                      <p:to>
                                        <p:strVal val="visible"/>
                                      </p:to>
                                    </p:set>
                                    <p:anim calcmode="lin" valueType="num">
                                      <p:cBhvr additive="base">
                                        <p:cTn id="53" dur="500" fill="hold"/>
                                        <p:tgtEl>
                                          <p:spTgt spid="79"/>
                                        </p:tgtEl>
                                        <p:attrNameLst>
                                          <p:attrName>ppt_x</p:attrName>
                                        </p:attrNameLst>
                                      </p:cBhvr>
                                      <p:tavLst>
                                        <p:tav tm="0">
                                          <p:val>
                                            <p:strVal val="1+#ppt_w/2"/>
                                          </p:val>
                                        </p:tav>
                                        <p:tav tm="100000">
                                          <p:val>
                                            <p:strVal val="#ppt_x"/>
                                          </p:val>
                                        </p:tav>
                                      </p:tavLst>
                                    </p:anim>
                                    <p:anim calcmode="lin" valueType="num">
                                      <p:cBhvr additive="base">
                                        <p:cTn id="54"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80"/>
                                        </p:tgtEl>
                                        <p:attrNameLst>
                                          <p:attrName>style.visibility</p:attrName>
                                        </p:attrNameLst>
                                      </p:cBhvr>
                                      <p:to>
                                        <p:strVal val="visible"/>
                                      </p:to>
                                    </p:set>
                                    <p:anim calcmode="lin" valueType="num">
                                      <p:cBhvr additive="base">
                                        <p:cTn id="59" dur="500" fill="hold"/>
                                        <p:tgtEl>
                                          <p:spTgt spid="80"/>
                                        </p:tgtEl>
                                        <p:attrNameLst>
                                          <p:attrName>ppt_x</p:attrName>
                                        </p:attrNameLst>
                                      </p:cBhvr>
                                      <p:tavLst>
                                        <p:tav tm="0">
                                          <p:val>
                                            <p:strVal val="1+#ppt_w/2"/>
                                          </p:val>
                                        </p:tav>
                                        <p:tav tm="100000">
                                          <p:val>
                                            <p:strVal val="#ppt_x"/>
                                          </p:val>
                                        </p:tav>
                                      </p:tavLst>
                                    </p:anim>
                                    <p:anim calcmode="lin" valueType="num">
                                      <p:cBhvr additive="base">
                                        <p:cTn id="60"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81"/>
                                        </p:tgtEl>
                                        <p:attrNameLst>
                                          <p:attrName>style.visibility</p:attrName>
                                        </p:attrNameLst>
                                      </p:cBhvr>
                                      <p:to>
                                        <p:strVal val="visible"/>
                                      </p:to>
                                    </p:set>
                                    <p:anim calcmode="lin" valueType="num">
                                      <p:cBhvr additive="base">
                                        <p:cTn id="65" dur="500" fill="hold"/>
                                        <p:tgtEl>
                                          <p:spTgt spid="81"/>
                                        </p:tgtEl>
                                        <p:attrNameLst>
                                          <p:attrName>ppt_x</p:attrName>
                                        </p:attrNameLst>
                                      </p:cBhvr>
                                      <p:tavLst>
                                        <p:tav tm="0">
                                          <p:val>
                                            <p:strVal val="1+#ppt_w/2"/>
                                          </p:val>
                                        </p:tav>
                                        <p:tav tm="100000">
                                          <p:val>
                                            <p:strVal val="#ppt_x"/>
                                          </p:val>
                                        </p:tav>
                                      </p:tavLst>
                                    </p:anim>
                                    <p:anim calcmode="lin" valueType="num">
                                      <p:cBhvr additive="base">
                                        <p:cTn id="66" dur="500" fill="hold"/>
                                        <p:tgtEl>
                                          <p:spTgt spid="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utoUpdateAnimBg="0"/>
      <p:bldP spid="73" grpId="0" autoUpdateAnimBg="0"/>
      <p:bldP spid="74" grpId="0" autoUpdateAnimBg="0"/>
      <p:bldP spid="75" grpId="0" autoUpdateAnimBg="0"/>
      <p:bldP spid="76" grpId="0" autoUpdateAnimBg="0"/>
      <p:bldP spid="77" grpId="0" autoUpdateAnimBg="0"/>
      <p:bldP spid="78" grpId="0" autoUpdateAnimBg="0"/>
      <p:bldP spid="79" grpId="0" autoUpdateAnimBg="0"/>
      <p:bldP spid="80" grpId="0" autoUpdateAnimBg="0"/>
      <p:bldP spid="8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grpSp>
        <p:nvGrpSpPr>
          <p:cNvPr id="154" name="Group 3">
            <a:extLst>
              <a:ext uri="{FF2B5EF4-FFF2-40B4-BE49-F238E27FC236}">
                <a16:creationId xmlns:a16="http://schemas.microsoft.com/office/drawing/2014/main" id="{5D3D7EA0-0039-4030-9FCE-8D0B27C5E4B1}"/>
              </a:ext>
            </a:extLst>
          </p:cNvPr>
          <p:cNvGrpSpPr>
            <a:grpSpLocks/>
          </p:cNvGrpSpPr>
          <p:nvPr/>
        </p:nvGrpSpPr>
        <p:grpSpPr bwMode="auto">
          <a:xfrm>
            <a:off x="1640840" y="1371601"/>
            <a:ext cx="5562600" cy="3262313"/>
            <a:chOff x="720" y="864"/>
            <a:chExt cx="3504" cy="2055"/>
          </a:xfrm>
        </p:grpSpPr>
        <p:grpSp>
          <p:nvGrpSpPr>
            <p:cNvPr id="155" name="Group 4">
              <a:extLst>
                <a:ext uri="{FF2B5EF4-FFF2-40B4-BE49-F238E27FC236}">
                  <a16:creationId xmlns:a16="http://schemas.microsoft.com/office/drawing/2014/main" id="{6BD23D5C-E8C0-43D3-AB2F-02C17B32AEB0}"/>
                </a:ext>
              </a:extLst>
            </p:cNvPr>
            <p:cNvGrpSpPr>
              <a:grpSpLocks/>
            </p:cNvGrpSpPr>
            <p:nvPr/>
          </p:nvGrpSpPr>
          <p:grpSpPr bwMode="auto">
            <a:xfrm>
              <a:off x="1008" y="2160"/>
              <a:ext cx="240" cy="288"/>
              <a:chOff x="4176" y="1104"/>
              <a:chExt cx="240" cy="288"/>
            </a:xfrm>
          </p:grpSpPr>
          <p:sp>
            <p:nvSpPr>
              <p:cNvPr id="202" name="Oval 5">
                <a:extLst>
                  <a:ext uri="{FF2B5EF4-FFF2-40B4-BE49-F238E27FC236}">
                    <a16:creationId xmlns:a16="http://schemas.microsoft.com/office/drawing/2014/main" id="{1257C5CC-BE44-4A37-A757-1450109CDDFB}"/>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3" name="Text Box 6">
                <a:extLst>
                  <a:ext uri="{FF2B5EF4-FFF2-40B4-BE49-F238E27FC236}">
                    <a16:creationId xmlns:a16="http://schemas.microsoft.com/office/drawing/2014/main" id="{9B084343-E179-4C58-8C2A-3CCBFEB62246}"/>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p:nvGrpSpPr>
            <p:cNvPr id="156" name="Group 7">
              <a:extLst>
                <a:ext uri="{FF2B5EF4-FFF2-40B4-BE49-F238E27FC236}">
                  <a16:creationId xmlns:a16="http://schemas.microsoft.com/office/drawing/2014/main" id="{E81E6165-F5B5-42B3-840C-9C121395447D}"/>
                </a:ext>
              </a:extLst>
            </p:cNvPr>
            <p:cNvGrpSpPr>
              <a:grpSpLocks/>
            </p:cNvGrpSpPr>
            <p:nvPr/>
          </p:nvGrpSpPr>
          <p:grpSpPr bwMode="auto">
            <a:xfrm>
              <a:off x="720" y="2592"/>
              <a:ext cx="240" cy="288"/>
              <a:chOff x="4176" y="1104"/>
              <a:chExt cx="240" cy="288"/>
            </a:xfrm>
          </p:grpSpPr>
          <p:sp>
            <p:nvSpPr>
              <p:cNvPr id="200" name="Oval 8">
                <a:extLst>
                  <a:ext uri="{FF2B5EF4-FFF2-40B4-BE49-F238E27FC236}">
                    <a16:creationId xmlns:a16="http://schemas.microsoft.com/office/drawing/2014/main" id="{62CA057D-E36A-4AC8-9C5B-93A11AE2B12D}"/>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1" name="Text Box 9">
                <a:extLst>
                  <a:ext uri="{FF2B5EF4-FFF2-40B4-BE49-F238E27FC236}">
                    <a16:creationId xmlns:a16="http://schemas.microsoft.com/office/drawing/2014/main" id="{712854F5-C14C-46C0-ABF9-9F1F49FBAAF3}"/>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p:nvGrpSpPr>
            <p:cNvPr id="157" name="Group 10">
              <a:extLst>
                <a:ext uri="{FF2B5EF4-FFF2-40B4-BE49-F238E27FC236}">
                  <a16:creationId xmlns:a16="http://schemas.microsoft.com/office/drawing/2014/main" id="{FFCEF0FF-2FCD-42C3-8301-DE1E663400AB}"/>
                </a:ext>
              </a:extLst>
            </p:cNvPr>
            <p:cNvGrpSpPr>
              <a:grpSpLocks/>
            </p:cNvGrpSpPr>
            <p:nvPr/>
          </p:nvGrpSpPr>
          <p:grpSpPr bwMode="auto">
            <a:xfrm>
              <a:off x="1344" y="2592"/>
              <a:ext cx="240" cy="288"/>
              <a:chOff x="4176" y="1104"/>
              <a:chExt cx="240" cy="288"/>
            </a:xfrm>
          </p:grpSpPr>
          <p:sp>
            <p:nvSpPr>
              <p:cNvPr id="198" name="Oval 11">
                <a:extLst>
                  <a:ext uri="{FF2B5EF4-FFF2-40B4-BE49-F238E27FC236}">
                    <a16:creationId xmlns:a16="http://schemas.microsoft.com/office/drawing/2014/main" id="{D2B5FFBF-0A8A-483A-A19F-8763C54CB4D6}"/>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9" name="Text Box 12">
                <a:extLst>
                  <a:ext uri="{FF2B5EF4-FFF2-40B4-BE49-F238E27FC236}">
                    <a16:creationId xmlns:a16="http://schemas.microsoft.com/office/drawing/2014/main" id="{9A139B81-D698-4EAB-A7DF-820F974407DD}"/>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58" name="Line 13">
              <a:extLst>
                <a:ext uri="{FF2B5EF4-FFF2-40B4-BE49-F238E27FC236}">
                  <a16:creationId xmlns:a16="http://schemas.microsoft.com/office/drawing/2014/main" id="{02A19F98-2C38-4634-A0DD-200D005D6BA0}"/>
                </a:ext>
              </a:extLst>
            </p:cNvPr>
            <p:cNvSpPr>
              <a:spLocks noChangeShapeType="1"/>
            </p:cNvSpPr>
            <p:nvPr/>
          </p:nvSpPr>
          <p:spPr bwMode="auto">
            <a:xfrm flipH="1">
              <a:off x="912" y="2400"/>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9" name="Line 14">
              <a:extLst>
                <a:ext uri="{FF2B5EF4-FFF2-40B4-BE49-F238E27FC236}">
                  <a16:creationId xmlns:a16="http://schemas.microsoft.com/office/drawing/2014/main" id="{5690BF35-8979-4049-A039-DED82C74114B}"/>
                </a:ext>
              </a:extLst>
            </p:cNvPr>
            <p:cNvSpPr>
              <a:spLocks noChangeShapeType="1"/>
            </p:cNvSpPr>
            <p:nvPr/>
          </p:nvSpPr>
          <p:spPr bwMode="auto">
            <a:xfrm>
              <a:off x="1248" y="235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60" name="Group 15">
              <a:extLst>
                <a:ext uri="{FF2B5EF4-FFF2-40B4-BE49-F238E27FC236}">
                  <a16:creationId xmlns:a16="http://schemas.microsoft.com/office/drawing/2014/main" id="{75C6D2EB-A833-4308-8A35-D558E2BFD9BE}"/>
                </a:ext>
              </a:extLst>
            </p:cNvPr>
            <p:cNvGrpSpPr>
              <a:grpSpLocks/>
            </p:cNvGrpSpPr>
            <p:nvPr/>
          </p:nvGrpSpPr>
          <p:grpSpPr bwMode="auto">
            <a:xfrm>
              <a:off x="2256" y="2112"/>
              <a:ext cx="240" cy="288"/>
              <a:chOff x="4176" y="1104"/>
              <a:chExt cx="240" cy="288"/>
            </a:xfrm>
          </p:grpSpPr>
          <p:sp>
            <p:nvSpPr>
              <p:cNvPr id="196" name="Oval 16">
                <a:extLst>
                  <a:ext uri="{FF2B5EF4-FFF2-40B4-BE49-F238E27FC236}">
                    <a16:creationId xmlns:a16="http://schemas.microsoft.com/office/drawing/2014/main" id="{8C2CB3A1-61F9-4153-B3ED-50177E3F0E5B}"/>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7" name="Text Box 17">
                <a:extLst>
                  <a:ext uri="{FF2B5EF4-FFF2-40B4-BE49-F238E27FC236}">
                    <a16:creationId xmlns:a16="http://schemas.microsoft.com/office/drawing/2014/main" id="{F7D1FF04-9B93-4DD2-8C67-C71A6471FEA6}"/>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p:nvGrpSpPr>
            <p:cNvPr id="161" name="Group 18">
              <a:extLst>
                <a:ext uri="{FF2B5EF4-FFF2-40B4-BE49-F238E27FC236}">
                  <a16:creationId xmlns:a16="http://schemas.microsoft.com/office/drawing/2014/main" id="{60F1EE7E-8743-4A12-A6EF-03239A86611D}"/>
                </a:ext>
              </a:extLst>
            </p:cNvPr>
            <p:cNvGrpSpPr>
              <a:grpSpLocks/>
            </p:cNvGrpSpPr>
            <p:nvPr/>
          </p:nvGrpSpPr>
          <p:grpSpPr bwMode="auto">
            <a:xfrm>
              <a:off x="2544" y="2592"/>
              <a:ext cx="240" cy="288"/>
              <a:chOff x="4176" y="1104"/>
              <a:chExt cx="240" cy="288"/>
            </a:xfrm>
          </p:grpSpPr>
          <p:sp>
            <p:nvSpPr>
              <p:cNvPr id="194" name="Oval 19">
                <a:extLst>
                  <a:ext uri="{FF2B5EF4-FFF2-40B4-BE49-F238E27FC236}">
                    <a16:creationId xmlns:a16="http://schemas.microsoft.com/office/drawing/2014/main" id="{CC4753A4-8DE9-4ECC-96F5-9D5928946AA8}"/>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 name="Text Box 20">
                <a:extLst>
                  <a:ext uri="{FF2B5EF4-FFF2-40B4-BE49-F238E27FC236}">
                    <a16:creationId xmlns:a16="http://schemas.microsoft.com/office/drawing/2014/main" id="{BE25FDEB-75B3-4E87-B16D-16968573B0C8}"/>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62" name="Line 21">
              <a:extLst>
                <a:ext uri="{FF2B5EF4-FFF2-40B4-BE49-F238E27FC236}">
                  <a16:creationId xmlns:a16="http://schemas.microsoft.com/office/drawing/2014/main" id="{DEEE2D84-3DB7-46BB-A728-9B9D0825DD29}"/>
                </a:ext>
              </a:extLst>
            </p:cNvPr>
            <p:cNvSpPr>
              <a:spLocks noChangeShapeType="1"/>
            </p:cNvSpPr>
            <p:nvPr/>
          </p:nvSpPr>
          <p:spPr bwMode="auto">
            <a:xfrm>
              <a:off x="2448" y="2352"/>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63" name="Group 22">
              <a:extLst>
                <a:ext uri="{FF2B5EF4-FFF2-40B4-BE49-F238E27FC236}">
                  <a16:creationId xmlns:a16="http://schemas.microsoft.com/office/drawing/2014/main" id="{BC8E7121-AD77-420A-A2B9-E55252CE5761}"/>
                </a:ext>
              </a:extLst>
            </p:cNvPr>
            <p:cNvGrpSpPr>
              <a:grpSpLocks/>
            </p:cNvGrpSpPr>
            <p:nvPr/>
          </p:nvGrpSpPr>
          <p:grpSpPr bwMode="auto">
            <a:xfrm>
              <a:off x="3744" y="1536"/>
              <a:ext cx="240" cy="288"/>
              <a:chOff x="4176" y="1104"/>
              <a:chExt cx="240" cy="288"/>
            </a:xfrm>
          </p:grpSpPr>
          <p:sp>
            <p:nvSpPr>
              <p:cNvPr id="192" name="Oval 23">
                <a:extLst>
                  <a:ext uri="{FF2B5EF4-FFF2-40B4-BE49-F238E27FC236}">
                    <a16:creationId xmlns:a16="http://schemas.microsoft.com/office/drawing/2014/main" id="{677CBC9E-A02F-49F6-AF4E-E0394F8DD3E0}"/>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 name="Text Box 24">
                <a:extLst>
                  <a:ext uri="{FF2B5EF4-FFF2-40B4-BE49-F238E27FC236}">
                    <a16:creationId xmlns:a16="http://schemas.microsoft.com/office/drawing/2014/main" id="{2CE0108F-A322-452B-B7F8-3D92F9036F15}"/>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p:nvGrpSpPr>
            <p:cNvPr id="164" name="Group 25">
              <a:extLst>
                <a:ext uri="{FF2B5EF4-FFF2-40B4-BE49-F238E27FC236}">
                  <a16:creationId xmlns:a16="http://schemas.microsoft.com/office/drawing/2014/main" id="{1F4B18C6-7B16-440D-9B1C-EEE153533C5C}"/>
                </a:ext>
              </a:extLst>
            </p:cNvPr>
            <p:cNvGrpSpPr>
              <a:grpSpLocks/>
            </p:cNvGrpSpPr>
            <p:nvPr/>
          </p:nvGrpSpPr>
          <p:grpSpPr bwMode="auto">
            <a:xfrm>
              <a:off x="3456" y="1968"/>
              <a:ext cx="240" cy="288"/>
              <a:chOff x="4176" y="1104"/>
              <a:chExt cx="240" cy="288"/>
            </a:xfrm>
          </p:grpSpPr>
          <p:sp>
            <p:nvSpPr>
              <p:cNvPr id="190" name="Oval 26">
                <a:extLst>
                  <a:ext uri="{FF2B5EF4-FFF2-40B4-BE49-F238E27FC236}">
                    <a16:creationId xmlns:a16="http://schemas.microsoft.com/office/drawing/2014/main" id="{2BB05616-9BCA-4199-B4D5-A17A141D807A}"/>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 name="Text Box 27">
                <a:extLst>
                  <a:ext uri="{FF2B5EF4-FFF2-40B4-BE49-F238E27FC236}">
                    <a16:creationId xmlns:a16="http://schemas.microsoft.com/office/drawing/2014/main" id="{648B4FC7-32BB-476F-AFD7-644C9B1D89A4}"/>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65" name="Line 28">
              <a:extLst>
                <a:ext uri="{FF2B5EF4-FFF2-40B4-BE49-F238E27FC236}">
                  <a16:creationId xmlns:a16="http://schemas.microsoft.com/office/drawing/2014/main" id="{C1A0B586-011A-4343-B1FF-71E423C6618A}"/>
                </a:ext>
              </a:extLst>
            </p:cNvPr>
            <p:cNvSpPr>
              <a:spLocks noChangeShapeType="1"/>
            </p:cNvSpPr>
            <p:nvPr/>
          </p:nvSpPr>
          <p:spPr bwMode="auto">
            <a:xfrm flipH="1">
              <a:off x="3648" y="1776"/>
              <a:ext cx="144"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66" name="Group 29">
              <a:extLst>
                <a:ext uri="{FF2B5EF4-FFF2-40B4-BE49-F238E27FC236}">
                  <a16:creationId xmlns:a16="http://schemas.microsoft.com/office/drawing/2014/main" id="{32798843-1BC0-4947-B9AD-6FE083FF9CC7}"/>
                </a:ext>
              </a:extLst>
            </p:cNvPr>
            <p:cNvGrpSpPr>
              <a:grpSpLocks/>
            </p:cNvGrpSpPr>
            <p:nvPr/>
          </p:nvGrpSpPr>
          <p:grpSpPr bwMode="auto">
            <a:xfrm>
              <a:off x="1728" y="1536"/>
              <a:ext cx="240" cy="288"/>
              <a:chOff x="4176" y="1104"/>
              <a:chExt cx="240" cy="288"/>
            </a:xfrm>
          </p:grpSpPr>
          <p:sp>
            <p:nvSpPr>
              <p:cNvPr id="188" name="Oval 30">
                <a:extLst>
                  <a:ext uri="{FF2B5EF4-FFF2-40B4-BE49-F238E27FC236}">
                    <a16:creationId xmlns:a16="http://schemas.microsoft.com/office/drawing/2014/main" id="{EF25CDE0-176C-417E-9F7B-5C3CA5CF939F}"/>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 name="Text Box 31">
                <a:extLst>
                  <a:ext uri="{FF2B5EF4-FFF2-40B4-BE49-F238E27FC236}">
                    <a16:creationId xmlns:a16="http://schemas.microsoft.com/office/drawing/2014/main" id="{3B8D7128-36DC-4780-B422-ECA252755801}"/>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67" name="Line 32">
              <a:extLst>
                <a:ext uri="{FF2B5EF4-FFF2-40B4-BE49-F238E27FC236}">
                  <a16:creationId xmlns:a16="http://schemas.microsoft.com/office/drawing/2014/main" id="{E0B441F4-9138-49C8-91FE-1F5634D5B014}"/>
                </a:ext>
              </a:extLst>
            </p:cNvPr>
            <p:cNvSpPr>
              <a:spLocks noChangeShapeType="1"/>
            </p:cNvSpPr>
            <p:nvPr/>
          </p:nvSpPr>
          <p:spPr bwMode="auto">
            <a:xfrm flipH="1">
              <a:off x="1200" y="1728"/>
              <a:ext cx="528"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8" name="Line 33">
              <a:extLst>
                <a:ext uri="{FF2B5EF4-FFF2-40B4-BE49-F238E27FC236}">
                  <a16:creationId xmlns:a16="http://schemas.microsoft.com/office/drawing/2014/main" id="{0F5227AF-849C-4F41-BD2C-85D1B8E206D4}"/>
                </a:ext>
              </a:extLst>
            </p:cNvPr>
            <p:cNvSpPr>
              <a:spLocks noChangeShapeType="1"/>
            </p:cNvSpPr>
            <p:nvPr/>
          </p:nvSpPr>
          <p:spPr bwMode="auto">
            <a:xfrm>
              <a:off x="1968" y="1728"/>
              <a:ext cx="336" cy="48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69" name="Group 34">
              <a:extLst>
                <a:ext uri="{FF2B5EF4-FFF2-40B4-BE49-F238E27FC236}">
                  <a16:creationId xmlns:a16="http://schemas.microsoft.com/office/drawing/2014/main" id="{2417D473-E32E-446C-86A4-7E0E064603EB}"/>
                </a:ext>
              </a:extLst>
            </p:cNvPr>
            <p:cNvGrpSpPr>
              <a:grpSpLocks/>
            </p:cNvGrpSpPr>
            <p:nvPr/>
          </p:nvGrpSpPr>
          <p:grpSpPr bwMode="auto">
            <a:xfrm>
              <a:off x="2784" y="864"/>
              <a:ext cx="240" cy="288"/>
              <a:chOff x="4176" y="1104"/>
              <a:chExt cx="240" cy="288"/>
            </a:xfrm>
          </p:grpSpPr>
          <p:sp>
            <p:nvSpPr>
              <p:cNvPr id="186" name="Oval 35">
                <a:extLst>
                  <a:ext uri="{FF2B5EF4-FFF2-40B4-BE49-F238E27FC236}">
                    <a16:creationId xmlns:a16="http://schemas.microsoft.com/office/drawing/2014/main" id="{383F9418-A1DC-4A2E-9DC8-FC72D4693611}"/>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 name="Text Box 36">
                <a:extLst>
                  <a:ext uri="{FF2B5EF4-FFF2-40B4-BE49-F238E27FC236}">
                    <a16:creationId xmlns:a16="http://schemas.microsoft.com/office/drawing/2014/main" id="{93ACCAB4-6FC9-462B-BCC4-A09F3AE9E8B7}"/>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70" name="Line 37">
              <a:extLst>
                <a:ext uri="{FF2B5EF4-FFF2-40B4-BE49-F238E27FC236}">
                  <a16:creationId xmlns:a16="http://schemas.microsoft.com/office/drawing/2014/main" id="{9D35CC84-1B05-4EEF-9B0C-2C927E401B6C}"/>
                </a:ext>
              </a:extLst>
            </p:cNvPr>
            <p:cNvSpPr>
              <a:spLocks noChangeShapeType="1"/>
            </p:cNvSpPr>
            <p:nvPr/>
          </p:nvSpPr>
          <p:spPr bwMode="auto">
            <a:xfrm flipH="1">
              <a:off x="1920" y="105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1" name="Line 38">
              <a:extLst>
                <a:ext uri="{FF2B5EF4-FFF2-40B4-BE49-F238E27FC236}">
                  <a16:creationId xmlns:a16="http://schemas.microsoft.com/office/drawing/2014/main" id="{85B9ACD1-C650-4D5C-94C7-C3F6AEB55024}"/>
                </a:ext>
              </a:extLst>
            </p:cNvPr>
            <p:cNvSpPr>
              <a:spLocks noChangeShapeType="1"/>
            </p:cNvSpPr>
            <p:nvPr/>
          </p:nvSpPr>
          <p:spPr bwMode="auto">
            <a:xfrm>
              <a:off x="2976" y="110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2" name="Text Box 39">
              <a:extLst>
                <a:ext uri="{FF2B5EF4-FFF2-40B4-BE49-F238E27FC236}">
                  <a16:creationId xmlns:a16="http://schemas.microsoft.com/office/drawing/2014/main" id="{3669AD78-9F94-48FC-9D51-F0B36CFA38E4}"/>
                </a:ext>
              </a:extLst>
            </p:cNvPr>
            <p:cNvSpPr txBox="1">
              <a:spLocks noChangeArrowheads="1"/>
            </p:cNvSpPr>
            <p:nvPr/>
          </p:nvSpPr>
          <p:spPr bwMode="auto">
            <a:xfrm>
              <a:off x="2784" y="864"/>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a</a:t>
              </a:r>
            </a:p>
          </p:txBody>
        </p:sp>
        <p:sp>
          <p:nvSpPr>
            <p:cNvPr id="173" name="Text Box 40">
              <a:extLst>
                <a:ext uri="{FF2B5EF4-FFF2-40B4-BE49-F238E27FC236}">
                  <a16:creationId xmlns:a16="http://schemas.microsoft.com/office/drawing/2014/main" id="{C6DE4AED-A82E-43BA-9BD6-76A4DD384F01}"/>
                </a:ext>
              </a:extLst>
            </p:cNvPr>
            <p:cNvSpPr txBox="1">
              <a:spLocks noChangeArrowheads="1"/>
            </p:cNvSpPr>
            <p:nvPr/>
          </p:nvSpPr>
          <p:spPr bwMode="auto">
            <a:xfrm>
              <a:off x="1728" y="153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b</a:t>
              </a:r>
            </a:p>
          </p:txBody>
        </p:sp>
        <p:sp>
          <p:nvSpPr>
            <p:cNvPr id="174" name="Text Box 41">
              <a:extLst>
                <a:ext uri="{FF2B5EF4-FFF2-40B4-BE49-F238E27FC236}">
                  <a16:creationId xmlns:a16="http://schemas.microsoft.com/office/drawing/2014/main" id="{CE25660F-8B20-43EC-862A-67EB00F00075}"/>
                </a:ext>
              </a:extLst>
            </p:cNvPr>
            <p:cNvSpPr txBox="1">
              <a:spLocks noChangeArrowheads="1"/>
            </p:cNvSpPr>
            <p:nvPr/>
          </p:nvSpPr>
          <p:spPr bwMode="auto">
            <a:xfrm>
              <a:off x="3744" y="153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c</a:t>
              </a:r>
            </a:p>
          </p:txBody>
        </p:sp>
        <p:sp>
          <p:nvSpPr>
            <p:cNvPr id="175" name="Text Box 42">
              <a:extLst>
                <a:ext uri="{FF2B5EF4-FFF2-40B4-BE49-F238E27FC236}">
                  <a16:creationId xmlns:a16="http://schemas.microsoft.com/office/drawing/2014/main" id="{AAE7903B-5078-4FDA-A9C0-DA68FCFBA32A}"/>
                </a:ext>
              </a:extLst>
            </p:cNvPr>
            <p:cNvSpPr txBox="1">
              <a:spLocks noChangeArrowheads="1"/>
            </p:cNvSpPr>
            <p:nvPr/>
          </p:nvSpPr>
          <p:spPr bwMode="auto">
            <a:xfrm>
              <a:off x="1008" y="2160"/>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d</a:t>
              </a:r>
            </a:p>
          </p:txBody>
        </p:sp>
        <p:sp>
          <p:nvSpPr>
            <p:cNvPr id="176" name="Text Box 43">
              <a:extLst>
                <a:ext uri="{FF2B5EF4-FFF2-40B4-BE49-F238E27FC236}">
                  <a16:creationId xmlns:a16="http://schemas.microsoft.com/office/drawing/2014/main" id="{36B5582D-F2E0-43C0-90E4-4402892EC960}"/>
                </a:ext>
              </a:extLst>
            </p:cNvPr>
            <p:cNvSpPr txBox="1">
              <a:spLocks noChangeArrowheads="1"/>
            </p:cNvSpPr>
            <p:nvPr/>
          </p:nvSpPr>
          <p:spPr bwMode="auto">
            <a:xfrm>
              <a:off x="2256" y="211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e</a:t>
              </a:r>
            </a:p>
          </p:txBody>
        </p:sp>
        <p:sp>
          <p:nvSpPr>
            <p:cNvPr id="177" name="Text Box 44">
              <a:extLst>
                <a:ext uri="{FF2B5EF4-FFF2-40B4-BE49-F238E27FC236}">
                  <a16:creationId xmlns:a16="http://schemas.microsoft.com/office/drawing/2014/main" id="{5EF8BC02-F9AD-459C-A7B6-09D91E9AD09D}"/>
                </a:ext>
              </a:extLst>
            </p:cNvPr>
            <p:cNvSpPr txBox="1">
              <a:spLocks noChangeArrowheads="1"/>
            </p:cNvSpPr>
            <p:nvPr/>
          </p:nvSpPr>
          <p:spPr bwMode="auto">
            <a:xfrm>
              <a:off x="3456" y="1968"/>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f</a:t>
              </a:r>
            </a:p>
          </p:txBody>
        </p:sp>
        <p:sp>
          <p:nvSpPr>
            <p:cNvPr id="178" name="Text Box 45">
              <a:extLst>
                <a:ext uri="{FF2B5EF4-FFF2-40B4-BE49-F238E27FC236}">
                  <a16:creationId xmlns:a16="http://schemas.microsoft.com/office/drawing/2014/main" id="{98FC4F2A-AAD0-407E-B020-EE854B6AF926}"/>
                </a:ext>
              </a:extLst>
            </p:cNvPr>
            <p:cNvSpPr txBox="1">
              <a:spLocks noChangeArrowheads="1"/>
            </p:cNvSpPr>
            <p:nvPr/>
          </p:nvSpPr>
          <p:spPr bwMode="auto">
            <a:xfrm>
              <a:off x="720" y="2544"/>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g</a:t>
              </a:r>
            </a:p>
          </p:txBody>
        </p:sp>
        <p:sp>
          <p:nvSpPr>
            <p:cNvPr id="179" name="Text Box 46">
              <a:extLst>
                <a:ext uri="{FF2B5EF4-FFF2-40B4-BE49-F238E27FC236}">
                  <a16:creationId xmlns:a16="http://schemas.microsoft.com/office/drawing/2014/main" id="{AEF561AC-5BD9-4BC4-BB4B-0F2C933AB684}"/>
                </a:ext>
              </a:extLst>
            </p:cNvPr>
            <p:cNvSpPr txBox="1">
              <a:spLocks noChangeArrowheads="1"/>
            </p:cNvSpPr>
            <p:nvPr/>
          </p:nvSpPr>
          <p:spPr bwMode="auto">
            <a:xfrm>
              <a:off x="1344" y="259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h</a:t>
              </a:r>
            </a:p>
          </p:txBody>
        </p:sp>
        <p:sp>
          <p:nvSpPr>
            <p:cNvPr id="180" name="Text Box 47">
              <a:extLst>
                <a:ext uri="{FF2B5EF4-FFF2-40B4-BE49-F238E27FC236}">
                  <a16:creationId xmlns:a16="http://schemas.microsoft.com/office/drawing/2014/main" id="{B40E3D31-B10E-4B23-9CF6-5933077DB431}"/>
                </a:ext>
              </a:extLst>
            </p:cNvPr>
            <p:cNvSpPr txBox="1">
              <a:spLocks noChangeArrowheads="1"/>
            </p:cNvSpPr>
            <p:nvPr/>
          </p:nvSpPr>
          <p:spPr bwMode="auto">
            <a:xfrm>
              <a:off x="2592" y="259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i</a:t>
              </a:r>
            </a:p>
          </p:txBody>
        </p:sp>
        <p:grpSp>
          <p:nvGrpSpPr>
            <p:cNvPr id="181" name="Group 48">
              <a:extLst>
                <a:ext uri="{FF2B5EF4-FFF2-40B4-BE49-F238E27FC236}">
                  <a16:creationId xmlns:a16="http://schemas.microsoft.com/office/drawing/2014/main" id="{AB2415C6-D4EE-4A51-90E5-D6F1B4008751}"/>
                </a:ext>
              </a:extLst>
            </p:cNvPr>
            <p:cNvGrpSpPr>
              <a:grpSpLocks/>
            </p:cNvGrpSpPr>
            <p:nvPr/>
          </p:nvGrpSpPr>
          <p:grpSpPr bwMode="auto">
            <a:xfrm>
              <a:off x="3696" y="2496"/>
              <a:ext cx="240" cy="288"/>
              <a:chOff x="4176" y="1104"/>
              <a:chExt cx="240" cy="288"/>
            </a:xfrm>
          </p:grpSpPr>
          <p:sp>
            <p:nvSpPr>
              <p:cNvPr id="184" name="Oval 49">
                <a:extLst>
                  <a:ext uri="{FF2B5EF4-FFF2-40B4-BE49-F238E27FC236}">
                    <a16:creationId xmlns:a16="http://schemas.microsoft.com/office/drawing/2014/main" id="{2DEE0314-13FA-4154-9518-83ECB5DCD23B}"/>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5" name="Text Box 50">
                <a:extLst>
                  <a:ext uri="{FF2B5EF4-FFF2-40B4-BE49-F238E27FC236}">
                    <a16:creationId xmlns:a16="http://schemas.microsoft.com/office/drawing/2014/main" id="{31FD91D0-1F30-4863-95D9-CAD2E83B986C}"/>
                  </a:ext>
                </a:extLst>
              </p:cNvPr>
              <p:cNvSpPr txBox="1">
                <a:spLocks noChangeArrowheads="1"/>
              </p:cNvSpPr>
              <p:nvPr/>
            </p:nvSpPr>
            <p:spPr bwMode="auto">
              <a:xfrm>
                <a:off x="4176" y="110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
          <p:nvSpPr>
            <p:cNvPr id="182" name="Line 51">
              <a:extLst>
                <a:ext uri="{FF2B5EF4-FFF2-40B4-BE49-F238E27FC236}">
                  <a16:creationId xmlns:a16="http://schemas.microsoft.com/office/drawing/2014/main" id="{453A03B9-BAAC-4DFD-891D-26B635FFEDB5}"/>
                </a:ext>
              </a:extLst>
            </p:cNvPr>
            <p:cNvSpPr>
              <a:spLocks noChangeShapeType="1"/>
            </p:cNvSpPr>
            <p:nvPr/>
          </p:nvSpPr>
          <p:spPr bwMode="auto">
            <a:xfrm>
              <a:off x="3600" y="2256"/>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3" name="Text Box 52">
              <a:extLst>
                <a:ext uri="{FF2B5EF4-FFF2-40B4-BE49-F238E27FC236}">
                  <a16:creationId xmlns:a16="http://schemas.microsoft.com/office/drawing/2014/main" id="{3DAE3E46-66C9-4CD6-9E22-A14A66A4E5FF}"/>
                </a:ext>
              </a:extLst>
            </p:cNvPr>
            <p:cNvSpPr txBox="1">
              <a:spLocks noChangeArrowheads="1"/>
            </p:cNvSpPr>
            <p:nvPr/>
          </p:nvSpPr>
          <p:spPr bwMode="auto">
            <a:xfrm>
              <a:off x="3744" y="24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j</a:t>
              </a:r>
            </a:p>
          </p:txBody>
        </p:sp>
      </p:grpSp>
      <p:grpSp>
        <p:nvGrpSpPr>
          <p:cNvPr id="204" name="Group 75">
            <a:extLst>
              <a:ext uri="{FF2B5EF4-FFF2-40B4-BE49-F238E27FC236}">
                <a16:creationId xmlns:a16="http://schemas.microsoft.com/office/drawing/2014/main" id="{3BD2E712-16CF-408E-AB3E-2B11474B79B7}"/>
              </a:ext>
            </a:extLst>
          </p:cNvPr>
          <p:cNvGrpSpPr>
            <a:grpSpLocks/>
          </p:cNvGrpSpPr>
          <p:nvPr/>
        </p:nvGrpSpPr>
        <p:grpSpPr bwMode="auto">
          <a:xfrm>
            <a:off x="1564640" y="5486401"/>
            <a:ext cx="5486400" cy="538163"/>
            <a:chOff x="672" y="3456"/>
            <a:chExt cx="3456" cy="339"/>
          </a:xfrm>
        </p:grpSpPr>
        <p:sp>
          <p:nvSpPr>
            <p:cNvPr id="205" name="Text Box 53">
              <a:extLst>
                <a:ext uri="{FF2B5EF4-FFF2-40B4-BE49-F238E27FC236}">
                  <a16:creationId xmlns:a16="http://schemas.microsoft.com/office/drawing/2014/main" id="{F7689ED8-DD52-4B71-9F0D-4C299EEFC668}"/>
                </a:ext>
              </a:extLst>
            </p:cNvPr>
            <p:cNvSpPr txBox="1">
              <a:spLocks noChangeArrowheads="1"/>
            </p:cNvSpPr>
            <p:nvPr/>
          </p:nvSpPr>
          <p:spPr bwMode="auto">
            <a:xfrm>
              <a:off x="672"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g</a:t>
              </a:r>
            </a:p>
          </p:txBody>
        </p:sp>
        <p:sp>
          <p:nvSpPr>
            <p:cNvPr id="206" name="Text Box 54">
              <a:extLst>
                <a:ext uri="{FF2B5EF4-FFF2-40B4-BE49-F238E27FC236}">
                  <a16:creationId xmlns:a16="http://schemas.microsoft.com/office/drawing/2014/main" id="{4447DEBC-70C2-4122-9FD4-C99210FD7CAA}"/>
                </a:ext>
              </a:extLst>
            </p:cNvPr>
            <p:cNvSpPr txBox="1">
              <a:spLocks noChangeArrowheads="1"/>
            </p:cNvSpPr>
            <p:nvPr/>
          </p:nvSpPr>
          <p:spPr bwMode="auto">
            <a:xfrm>
              <a:off x="1008"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d</a:t>
              </a:r>
            </a:p>
          </p:txBody>
        </p:sp>
        <p:sp>
          <p:nvSpPr>
            <p:cNvPr id="207" name="Text Box 55">
              <a:extLst>
                <a:ext uri="{FF2B5EF4-FFF2-40B4-BE49-F238E27FC236}">
                  <a16:creationId xmlns:a16="http://schemas.microsoft.com/office/drawing/2014/main" id="{8651C51E-C74F-4676-912A-BEC6B5F01CB5}"/>
                </a:ext>
              </a:extLst>
            </p:cNvPr>
            <p:cNvSpPr txBox="1">
              <a:spLocks noChangeArrowheads="1"/>
            </p:cNvSpPr>
            <p:nvPr/>
          </p:nvSpPr>
          <p:spPr bwMode="auto">
            <a:xfrm>
              <a:off x="1344"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h</a:t>
              </a:r>
            </a:p>
          </p:txBody>
        </p:sp>
        <p:sp>
          <p:nvSpPr>
            <p:cNvPr id="208" name="Text Box 56">
              <a:extLst>
                <a:ext uri="{FF2B5EF4-FFF2-40B4-BE49-F238E27FC236}">
                  <a16:creationId xmlns:a16="http://schemas.microsoft.com/office/drawing/2014/main" id="{ED1EC52C-053F-4223-A16D-FDBC068CCAA0}"/>
                </a:ext>
              </a:extLst>
            </p:cNvPr>
            <p:cNvSpPr txBox="1">
              <a:spLocks noChangeArrowheads="1"/>
            </p:cNvSpPr>
            <p:nvPr/>
          </p:nvSpPr>
          <p:spPr bwMode="auto">
            <a:xfrm>
              <a:off x="1824"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b</a:t>
              </a:r>
            </a:p>
          </p:txBody>
        </p:sp>
        <p:sp>
          <p:nvSpPr>
            <p:cNvPr id="209" name="Text Box 57">
              <a:extLst>
                <a:ext uri="{FF2B5EF4-FFF2-40B4-BE49-F238E27FC236}">
                  <a16:creationId xmlns:a16="http://schemas.microsoft.com/office/drawing/2014/main" id="{5CFC9D67-9B08-4256-8A6A-38C47B9CC26A}"/>
                </a:ext>
              </a:extLst>
            </p:cNvPr>
            <p:cNvSpPr txBox="1">
              <a:spLocks noChangeArrowheads="1"/>
            </p:cNvSpPr>
            <p:nvPr/>
          </p:nvSpPr>
          <p:spPr bwMode="auto">
            <a:xfrm>
              <a:off x="2208"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e</a:t>
              </a:r>
            </a:p>
          </p:txBody>
        </p:sp>
        <p:sp>
          <p:nvSpPr>
            <p:cNvPr id="210" name="Text Box 58">
              <a:extLst>
                <a:ext uri="{FF2B5EF4-FFF2-40B4-BE49-F238E27FC236}">
                  <a16:creationId xmlns:a16="http://schemas.microsoft.com/office/drawing/2014/main" id="{54836F0E-01BC-42BF-8611-04FC0F6B22CB}"/>
                </a:ext>
              </a:extLst>
            </p:cNvPr>
            <p:cNvSpPr txBox="1">
              <a:spLocks noChangeArrowheads="1"/>
            </p:cNvSpPr>
            <p:nvPr/>
          </p:nvSpPr>
          <p:spPr bwMode="auto">
            <a:xfrm>
              <a:off x="2592"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i</a:t>
              </a:r>
            </a:p>
          </p:txBody>
        </p:sp>
        <p:sp>
          <p:nvSpPr>
            <p:cNvPr id="211" name="Text Box 59">
              <a:extLst>
                <a:ext uri="{FF2B5EF4-FFF2-40B4-BE49-F238E27FC236}">
                  <a16:creationId xmlns:a16="http://schemas.microsoft.com/office/drawing/2014/main" id="{CE08A7E3-C507-4B43-B105-D83B57947C34}"/>
                </a:ext>
              </a:extLst>
            </p:cNvPr>
            <p:cNvSpPr txBox="1">
              <a:spLocks noChangeArrowheads="1"/>
            </p:cNvSpPr>
            <p:nvPr/>
          </p:nvSpPr>
          <p:spPr bwMode="auto">
            <a:xfrm>
              <a:off x="2832"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solidFill>
                    <a:schemeClr val="hlink"/>
                  </a:solidFill>
                </a:rPr>
                <a:t>a</a:t>
              </a:r>
            </a:p>
          </p:txBody>
        </p:sp>
        <p:sp>
          <p:nvSpPr>
            <p:cNvPr id="212" name="Text Box 60">
              <a:extLst>
                <a:ext uri="{FF2B5EF4-FFF2-40B4-BE49-F238E27FC236}">
                  <a16:creationId xmlns:a16="http://schemas.microsoft.com/office/drawing/2014/main" id="{0ADFD324-95B0-45DD-B1A1-690CDBF6D86D}"/>
                </a:ext>
              </a:extLst>
            </p:cNvPr>
            <p:cNvSpPr txBox="1">
              <a:spLocks noChangeArrowheads="1"/>
            </p:cNvSpPr>
            <p:nvPr/>
          </p:nvSpPr>
          <p:spPr bwMode="auto">
            <a:xfrm>
              <a:off x="3456" y="350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f</a:t>
              </a:r>
            </a:p>
          </p:txBody>
        </p:sp>
        <p:sp>
          <p:nvSpPr>
            <p:cNvPr id="213" name="Text Box 61">
              <a:extLst>
                <a:ext uri="{FF2B5EF4-FFF2-40B4-BE49-F238E27FC236}">
                  <a16:creationId xmlns:a16="http://schemas.microsoft.com/office/drawing/2014/main" id="{82022A07-62C3-4A32-A925-5330A6FBA450}"/>
                </a:ext>
              </a:extLst>
            </p:cNvPr>
            <p:cNvSpPr txBox="1">
              <a:spLocks noChangeArrowheads="1"/>
            </p:cNvSpPr>
            <p:nvPr/>
          </p:nvSpPr>
          <p:spPr bwMode="auto">
            <a:xfrm>
              <a:off x="3744"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j</a:t>
              </a:r>
            </a:p>
          </p:txBody>
        </p:sp>
        <p:sp>
          <p:nvSpPr>
            <p:cNvPr id="214" name="Text Box 62">
              <a:extLst>
                <a:ext uri="{FF2B5EF4-FFF2-40B4-BE49-F238E27FC236}">
                  <a16:creationId xmlns:a16="http://schemas.microsoft.com/office/drawing/2014/main" id="{023B7640-65B7-4F04-9657-5A1D0B86E289}"/>
                </a:ext>
              </a:extLst>
            </p:cNvPr>
            <p:cNvSpPr txBox="1">
              <a:spLocks noChangeArrowheads="1"/>
            </p:cNvSpPr>
            <p:nvPr/>
          </p:nvSpPr>
          <p:spPr bwMode="auto">
            <a:xfrm>
              <a:off x="3888" y="345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c</a:t>
              </a:r>
            </a:p>
          </p:txBody>
        </p:sp>
      </p:grpSp>
      <p:sp>
        <p:nvSpPr>
          <p:cNvPr id="215" name="Line 63">
            <a:extLst>
              <a:ext uri="{FF2B5EF4-FFF2-40B4-BE49-F238E27FC236}">
                <a16:creationId xmlns:a16="http://schemas.microsoft.com/office/drawing/2014/main" id="{72684D9F-2213-470C-917A-E07A09381519}"/>
              </a:ext>
            </a:extLst>
          </p:cNvPr>
          <p:cNvSpPr>
            <a:spLocks noChangeShapeType="1"/>
          </p:cNvSpPr>
          <p:nvPr/>
        </p:nvSpPr>
        <p:spPr bwMode="auto">
          <a:xfrm>
            <a:off x="6822440" y="2819400"/>
            <a:ext cx="0" cy="25908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 name="Line 64">
            <a:extLst>
              <a:ext uri="{FF2B5EF4-FFF2-40B4-BE49-F238E27FC236}">
                <a16:creationId xmlns:a16="http://schemas.microsoft.com/office/drawing/2014/main" id="{EC9FD6EC-2E94-4217-8259-2234B93DD43E}"/>
              </a:ext>
            </a:extLst>
          </p:cNvPr>
          <p:cNvSpPr>
            <a:spLocks noChangeShapeType="1"/>
          </p:cNvSpPr>
          <p:nvPr/>
        </p:nvSpPr>
        <p:spPr bwMode="auto">
          <a:xfrm>
            <a:off x="6593840" y="4419600"/>
            <a:ext cx="0" cy="9906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7" name="Line 65">
            <a:extLst>
              <a:ext uri="{FF2B5EF4-FFF2-40B4-BE49-F238E27FC236}">
                <a16:creationId xmlns:a16="http://schemas.microsoft.com/office/drawing/2014/main" id="{6122EC9C-2191-4459-8987-084763A4A7B5}"/>
              </a:ext>
            </a:extLst>
          </p:cNvPr>
          <p:cNvSpPr>
            <a:spLocks noChangeShapeType="1"/>
          </p:cNvSpPr>
          <p:nvPr/>
        </p:nvSpPr>
        <p:spPr bwMode="auto">
          <a:xfrm>
            <a:off x="6136640" y="3581400"/>
            <a:ext cx="0" cy="18288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 name="Line 66">
            <a:extLst>
              <a:ext uri="{FF2B5EF4-FFF2-40B4-BE49-F238E27FC236}">
                <a16:creationId xmlns:a16="http://schemas.microsoft.com/office/drawing/2014/main" id="{110E7C98-61D7-45FD-B754-EA32D4EEB1FA}"/>
              </a:ext>
            </a:extLst>
          </p:cNvPr>
          <p:cNvSpPr>
            <a:spLocks noChangeShapeType="1"/>
          </p:cNvSpPr>
          <p:nvPr/>
        </p:nvSpPr>
        <p:spPr bwMode="auto">
          <a:xfrm>
            <a:off x="5146040" y="1828800"/>
            <a:ext cx="0" cy="35052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9" name="Line 67">
            <a:extLst>
              <a:ext uri="{FF2B5EF4-FFF2-40B4-BE49-F238E27FC236}">
                <a16:creationId xmlns:a16="http://schemas.microsoft.com/office/drawing/2014/main" id="{C146FDA3-67FC-4F68-BC4B-6B5FEBB0E10B}"/>
              </a:ext>
            </a:extLst>
          </p:cNvPr>
          <p:cNvSpPr>
            <a:spLocks noChangeShapeType="1"/>
          </p:cNvSpPr>
          <p:nvPr/>
        </p:nvSpPr>
        <p:spPr bwMode="auto">
          <a:xfrm>
            <a:off x="4765040" y="4572000"/>
            <a:ext cx="0" cy="7620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0" name="Line 68">
            <a:extLst>
              <a:ext uri="{FF2B5EF4-FFF2-40B4-BE49-F238E27FC236}">
                <a16:creationId xmlns:a16="http://schemas.microsoft.com/office/drawing/2014/main" id="{675ECA95-FE3D-4532-B172-3E8DB04B6DE5}"/>
              </a:ext>
            </a:extLst>
          </p:cNvPr>
          <p:cNvSpPr>
            <a:spLocks noChangeShapeType="1"/>
          </p:cNvSpPr>
          <p:nvPr/>
        </p:nvSpPr>
        <p:spPr bwMode="auto">
          <a:xfrm>
            <a:off x="4231640" y="3810000"/>
            <a:ext cx="0" cy="15240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1" name="Line 69">
            <a:extLst>
              <a:ext uri="{FF2B5EF4-FFF2-40B4-BE49-F238E27FC236}">
                <a16:creationId xmlns:a16="http://schemas.microsoft.com/office/drawing/2014/main" id="{661415A5-93BB-438F-BAAE-15FBB03048B0}"/>
              </a:ext>
            </a:extLst>
          </p:cNvPr>
          <p:cNvSpPr>
            <a:spLocks noChangeShapeType="1"/>
          </p:cNvSpPr>
          <p:nvPr/>
        </p:nvSpPr>
        <p:spPr bwMode="auto">
          <a:xfrm>
            <a:off x="3469640" y="2895600"/>
            <a:ext cx="0" cy="24384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2" name="Line 71">
            <a:extLst>
              <a:ext uri="{FF2B5EF4-FFF2-40B4-BE49-F238E27FC236}">
                <a16:creationId xmlns:a16="http://schemas.microsoft.com/office/drawing/2014/main" id="{DE76EFAD-A751-4040-B070-096FDEBB20A8}"/>
              </a:ext>
            </a:extLst>
          </p:cNvPr>
          <p:cNvSpPr>
            <a:spLocks noChangeShapeType="1"/>
          </p:cNvSpPr>
          <p:nvPr/>
        </p:nvSpPr>
        <p:spPr bwMode="auto">
          <a:xfrm>
            <a:off x="2783840" y="4572000"/>
            <a:ext cx="0" cy="7620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3" name="Line 72">
            <a:extLst>
              <a:ext uri="{FF2B5EF4-FFF2-40B4-BE49-F238E27FC236}">
                <a16:creationId xmlns:a16="http://schemas.microsoft.com/office/drawing/2014/main" id="{46048988-808A-4AA5-9D05-7D8289D4AE4A}"/>
              </a:ext>
            </a:extLst>
          </p:cNvPr>
          <p:cNvSpPr>
            <a:spLocks noChangeShapeType="1"/>
          </p:cNvSpPr>
          <p:nvPr/>
        </p:nvSpPr>
        <p:spPr bwMode="auto">
          <a:xfrm>
            <a:off x="2326640" y="3886200"/>
            <a:ext cx="0" cy="14478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4" name="Line 73">
            <a:extLst>
              <a:ext uri="{FF2B5EF4-FFF2-40B4-BE49-F238E27FC236}">
                <a16:creationId xmlns:a16="http://schemas.microsoft.com/office/drawing/2014/main" id="{64830FB0-F314-46CE-89C6-E538751B393A}"/>
              </a:ext>
            </a:extLst>
          </p:cNvPr>
          <p:cNvSpPr>
            <a:spLocks noChangeShapeType="1"/>
          </p:cNvSpPr>
          <p:nvPr/>
        </p:nvSpPr>
        <p:spPr bwMode="auto">
          <a:xfrm>
            <a:off x="1793240" y="4572000"/>
            <a:ext cx="0" cy="762000"/>
          </a:xfrm>
          <a:prstGeom prst="line">
            <a:avLst/>
          </a:prstGeom>
          <a:noFill/>
          <a:ln w="57150">
            <a:solidFill>
              <a:srgbClr val="00206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343778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grpSp>
        <p:nvGrpSpPr>
          <p:cNvPr id="74" name="Group 3">
            <a:extLst>
              <a:ext uri="{FF2B5EF4-FFF2-40B4-BE49-F238E27FC236}">
                <a16:creationId xmlns:a16="http://schemas.microsoft.com/office/drawing/2014/main" id="{A958E8F2-0B59-467B-BC05-2B6EA7737D17}"/>
              </a:ext>
            </a:extLst>
          </p:cNvPr>
          <p:cNvGrpSpPr>
            <a:grpSpLocks/>
          </p:cNvGrpSpPr>
          <p:nvPr/>
        </p:nvGrpSpPr>
        <p:grpSpPr bwMode="auto">
          <a:xfrm>
            <a:off x="1376680" y="1671320"/>
            <a:ext cx="5715000" cy="3281363"/>
            <a:chOff x="912" y="720"/>
            <a:chExt cx="3600" cy="2067"/>
          </a:xfrm>
        </p:grpSpPr>
        <p:sp>
          <p:nvSpPr>
            <p:cNvPr id="75" name="Oval 4">
              <a:extLst>
                <a:ext uri="{FF2B5EF4-FFF2-40B4-BE49-F238E27FC236}">
                  <a16:creationId xmlns:a16="http://schemas.microsoft.com/office/drawing/2014/main" id="{E2033125-932B-4066-8E6F-9D0503E6918E}"/>
                </a:ext>
              </a:extLst>
            </p:cNvPr>
            <p:cNvSpPr>
              <a:spLocks noChangeArrowheads="1"/>
            </p:cNvSpPr>
            <p:nvPr/>
          </p:nvSpPr>
          <p:spPr bwMode="auto">
            <a:xfrm>
              <a:off x="1200" y="2064"/>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76" name="Text Box 5">
              <a:extLst>
                <a:ext uri="{FF2B5EF4-FFF2-40B4-BE49-F238E27FC236}">
                  <a16:creationId xmlns:a16="http://schemas.microsoft.com/office/drawing/2014/main" id="{89E90359-A336-4141-87B3-9791B0653586}"/>
                </a:ext>
              </a:extLst>
            </p:cNvPr>
            <p:cNvSpPr txBox="1">
              <a:spLocks noChangeArrowheads="1"/>
            </p:cNvSpPr>
            <p:nvPr/>
          </p:nvSpPr>
          <p:spPr bwMode="auto">
            <a:xfrm>
              <a:off x="1200" y="20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t>
              </a:r>
            </a:p>
          </p:txBody>
        </p:sp>
        <p:sp>
          <p:nvSpPr>
            <p:cNvPr id="77" name="Oval 6">
              <a:extLst>
                <a:ext uri="{FF2B5EF4-FFF2-40B4-BE49-F238E27FC236}">
                  <a16:creationId xmlns:a16="http://schemas.microsoft.com/office/drawing/2014/main" id="{983921AB-08FB-48D4-89EE-ABAE8565F733}"/>
                </a:ext>
              </a:extLst>
            </p:cNvPr>
            <p:cNvSpPr>
              <a:spLocks noChangeArrowheads="1"/>
            </p:cNvSpPr>
            <p:nvPr/>
          </p:nvSpPr>
          <p:spPr bwMode="auto">
            <a:xfrm>
              <a:off x="912" y="2496"/>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78" name="Text Box 7">
              <a:extLst>
                <a:ext uri="{FF2B5EF4-FFF2-40B4-BE49-F238E27FC236}">
                  <a16:creationId xmlns:a16="http://schemas.microsoft.com/office/drawing/2014/main" id="{64A84A64-9C71-4484-AA53-BF468124E29A}"/>
                </a:ext>
              </a:extLst>
            </p:cNvPr>
            <p:cNvSpPr txBox="1">
              <a:spLocks noChangeArrowheads="1"/>
            </p:cNvSpPr>
            <p:nvPr/>
          </p:nvSpPr>
          <p:spPr bwMode="auto">
            <a:xfrm>
              <a:off x="912" y="2400"/>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a:t>
              </a:r>
            </a:p>
          </p:txBody>
        </p:sp>
        <p:sp>
          <p:nvSpPr>
            <p:cNvPr id="79" name="Oval 8">
              <a:extLst>
                <a:ext uri="{FF2B5EF4-FFF2-40B4-BE49-F238E27FC236}">
                  <a16:creationId xmlns:a16="http://schemas.microsoft.com/office/drawing/2014/main" id="{65B3A837-D22C-4CE3-97B6-FA13D749A948}"/>
                </a:ext>
              </a:extLst>
            </p:cNvPr>
            <p:cNvSpPr>
              <a:spLocks noChangeArrowheads="1"/>
            </p:cNvSpPr>
            <p:nvPr/>
          </p:nvSpPr>
          <p:spPr bwMode="auto">
            <a:xfrm>
              <a:off x="1536" y="2496"/>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0" name="Text Box 9">
              <a:extLst>
                <a:ext uri="{FF2B5EF4-FFF2-40B4-BE49-F238E27FC236}">
                  <a16:creationId xmlns:a16="http://schemas.microsoft.com/office/drawing/2014/main" id="{0C6D16D8-AA6F-4D22-AB20-9D0D2BF9F155}"/>
                </a:ext>
              </a:extLst>
            </p:cNvPr>
            <p:cNvSpPr txBox="1">
              <a:spLocks noChangeArrowheads="1"/>
            </p:cNvSpPr>
            <p:nvPr/>
          </p:nvSpPr>
          <p:spPr bwMode="auto">
            <a:xfrm>
              <a:off x="1536" y="2448"/>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b</a:t>
              </a:r>
            </a:p>
          </p:txBody>
        </p:sp>
        <p:sp>
          <p:nvSpPr>
            <p:cNvPr id="81" name="Line 10">
              <a:extLst>
                <a:ext uri="{FF2B5EF4-FFF2-40B4-BE49-F238E27FC236}">
                  <a16:creationId xmlns:a16="http://schemas.microsoft.com/office/drawing/2014/main" id="{72A4451A-34CC-478A-9BC1-81DEE58A255F}"/>
                </a:ext>
              </a:extLst>
            </p:cNvPr>
            <p:cNvSpPr>
              <a:spLocks noChangeShapeType="1"/>
            </p:cNvSpPr>
            <p:nvPr/>
          </p:nvSpPr>
          <p:spPr bwMode="auto">
            <a:xfrm flipH="1">
              <a:off x="1104" y="2256"/>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82" name="Line 11">
              <a:extLst>
                <a:ext uri="{FF2B5EF4-FFF2-40B4-BE49-F238E27FC236}">
                  <a16:creationId xmlns:a16="http://schemas.microsoft.com/office/drawing/2014/main" id="{5357CB0D-1052-4DCE-BE2D-6506B9772D2A}"/>
                </a:ext>
              </a:extLst>
            </p:cNvPr>
            <p:cNvSpPr>
              <a:spLocks noChangeShapeType="1"/>
            </p:cNvSpPr>
            <p:nvPr/>
          </p:nvSpPr>
          <p:spPr bwMode="auto">
            <a:xfrm>
              <a:off x="1440" y="2208"/>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83" name="Oval 12">
              <a:extLst>
                <a:ext uri="{FF2B5EF4-FFF2-40B4-BE49-F238E27FC236}">
                  <a16:creationId xmlns:a16="http://schemas.microsoft.com/office/drawing/2014/main" id="{54C980DF-6A30-4577-B275-590BBA06B073}"/>
                </a:ext>
              </a:extLst>
            </p:cNvPr>
            <p:cNvSpPr>
              <a:spLocks noChangeArrowheads="1"/>
            </p:cNvSpPr>
            <p:nvPr/>
          </p:nvSpPr>
          <p:spPr bwMode="auto">
            <a:xfrm>
              <a:off x="2496" y="211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4" name="Text Box 13">
              <a:extLst>
                <a:ext uri="{FF2B5EF4-FFF2-40B4-BE49-F238E27FC236}">
                  <a16:creationId xmlns:a16="http://schemas.microsoft.com/office/drawing/2014/main" id="{79FC4BDB-F3CC-4437-8DF9-0EF1278C4A59}"/>
                </a:ext>
              </a:extLst>
            </p:cNvPr>
            <p:cNvSpPr txBox="1">
              <a:spLocks noChangeArrowheads="1"/>
            </p:cNvSpPr>
            <p:nvPr/>
          </p:nvSpPr>
          <p:spPr bwMode="auto">
            <a:xfrm>
              <a:off x="2496" y="206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t>
              </a:r>
            </a:p>
          </p:txBody>
        </p:sp>
        <p:sp>
          <p:nvSpPr>
            <p:cNvPr id="85" name="Oval 14">
              <a:extLst>
                <a:ext uri="{FF2B5EF4-FFF2-40B4-BE49-F238E27FC236}">
                  <a16:creationId xmlns:a16="http://schemas.microsoft.com/office/drawing/2014/main" id="{5976F27F-F62C-4C5D-99B4-A67D8217872E}"/>
                </a:ext>
              </a:extLst>
            </p:cNvPr>
            <p:cNvSpPr>
              <a:spLocks noChangeArrowheads="1"/>
            </p:cNvSpPr>
            <p:nvPr/>
          </p:nvSpPr>
          <p:spPr bwMode="auto">
            <a:xfrm>
              <a:off x="2208" y="2544"/>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6" name="Text Box 15">
              <a:extLst>
                <a:ext uri="{FF2B5EF4-FFF2-40B4-BE49-F238E27FC236}">
                  <a16:creationId xmlns:a16="http://schemas.microsoft.com/office/drawing/2014/main" id="{AB6E8BC5-C246-450E-99AE-FD40849B2FED}"/>
                </a:ext>
              </a:extLst>
            </p:cNvPr>
            <p:cNvSpPr txBox="1">
              <a:spLocks noChangeArrowheads="1"/>
            </p:cNvSpPr>
            <p:nvPr/>
          </p:nvSpPr>
          <p:spPr bwMode="auto">
            <a:xfrm>
              <a:off x="2208" y="2448"/>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c</a:t>
              </a:r>
            </a:p>
          </p:txBody>
        </p:sp>
        <p:sp>
          <p:nvSpPr>
            <p:cNvPr id="87" name="Oval 16">
              <a:extLst>
                <a:ext uri="{FF2B5EF4-FFF2-40B4-BE49-F238E27FC236}">
                  <a16:creationId xmlns:a16="http://schemas.microsoft.com/office/drawing/2014/main" id="{54C7537A-74C9-4970-98B0-9C113E1389F8}"/>
                </a:ext>
              </a:extLst>
            </p:cNvPr>
            <p:cNvSpPr>
              <a:spLocks noChangeArrowheads="1"/>
            </p:cNvSpPr>
            <p:nvPr/>
          </p:nvSpPr>
          <p:spPr bwMode="auto">
            <a:xfrm>
              <a:off x="2832" y="2544"/>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8" name="Text Box 17">
              <a:extLst>
                <a:ext uri="{FF2B5EF4-FFF2-40B4-BE49-F238E27FC236}">
                  <a16:creationId xmlns:a16="http://schemas.microsoft.com/office/drawing/2014/main" id="{1DC7292F-C869-473F-88A8-9B132431BCD5}"/>
                </a:ext>
              </a:extLst>
            </p:cNvPr>
            <p:cNvSpPr txBox="1">
              <a:spLocks noChangeArrowheads="1"/>
            </p:cNvSpPr>
            <p:nvPr/>
          </p:nvSpPr>
          <p:spPr bwMode="auto">
            <a:xfrm>
              <a:off x="2832" y="249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d</a:t>
              </a:r>
            </a:p>
          </p:txBody>
        </p:sp>
        <p:sp>
          <p:nvSpPr>
            <p:cNvPr id="89" name="Line 18">
              <a:extLst>
                <a:ext uri="{FF2B5EF4-FFF2-40B4-BE49-F238E27FC236}">
                  <a16:creationId xmlns:a16="http://schemas.microsoft.com/office/drawing/2014/main" id="{D71AE438-FD10-4BFC-BA2F-5296951267FB}"/>
                </a:ext>
              </a:extLst>
            </p:cNvPr>
            <p:cNvSpPr>
              <a:spLocks noChangeShapeType="1"/>
            </p:cNvSpPr>
            <p:nvPr/>
          </p:nvSpPr>
          <p:spPr bwMode="auto">
            <a:xfrm flipH="1">
              <a:off x="2400" y="2304"/>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90" name="Line 19">
              <a:extLst>
                <a:ext uri="{FF2B5EF4-FFF2-40B4-BE49-F238E27FC236}">
                  <a16:creationId xmlns:a16="http://schemas.microsoft.com/office/drawing/2014/main" id="{5E5333D0-5D2A-468A-9794-777A72C8257C}"/>
                </a:ext>
              </a:extLst>
            </p:cNvPr>
            <p:cNvSpPr>
              <a:spLocks noChangeShapeType="1"/>
            </p:cNvSpPr>
            <p:nvPr/>
          </p:nvSpPr>
          <p:spPr bwMode="auto">
            <a:xfrm>
              <a:off x="2736" y="2256"/>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91" name="Oval 20">
              <a:extLst>
                <a:ext uri="{FF2B5EF4-FFF2-40B4-BE49-F238E27FC236}">
                  <a16:creationId xmlns:a16="http://schemas.microsoft.com/office/drawing/2014/main" id="{D85850F2-4F85-41B4-91EB-4F009561C78D}"/>
                </a:ext>
              </a:extLst>
            </p:cNvPr>
            <p:cNvSpPr>
              <a:spLocks noChangeArrowheads="1"/>
            </p:cNvSpPr>
            <p:nvPr/>
          </p:nvSpPr>
          <p:spPr bwMode="auto">
            <a:xfrm>
              <a:off x="3936" y="1440"/>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92" name="Text Box 21">
              <a:extLst>
                <a:ext uri="{FF2B5EF4-FFF2-40B4-BE49-F238E27FC236}">
                  <a16:creationId xmlns:a16="http://schemas.microsoft.com/office/drawing/2014/main" id="{B39E8405-FAA3-4C06-8FBB-F345A3378C84}"/>
                </a:ext>
              </a:extLst>
            </p:cNvPr>
            <p:cNvSpPr txBox="1">
              <a:spLocks noChangeArrowheads="1"/>
            </p:cNvSpPr>
            <p:nvPr/>
          </p:nvSpPr>
          <p:spPr bwMode="auto">
            <a:xfrm>
              <a:off x="3936" y="1392"/>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t>
              </a:r>
            </a:p>
          </p:txBody>
        </p:sp>
        <p:sp>
          <p:nvSpPr>
            <p:cNvPr id="93" name="Oval 22">
              <a:extLst>
                <a:ext uri="{FF2B5EF4-FFF2-40B4-BE49-F238E27FC236}">
                  <a16:creationId xmlns:a16="http://schemas.microsoft.com/office/drawing/2014/main" id="{8F3A968A-F821-4B78-8857-32C3B0366BAF}"/>
                </a:ext>
              </a:extLst>
            </p:cNvPr>
            <p:cNvSpPr>
              <a:spLocks noChangeArrowheads="1"/>
            </p:cNvSpPr>
            <p:nvPr/>
          </p:nvSpPr>
          <p:spPr bwMode="auto">
            <a:xfrm>
              <a:off x="3648" y="187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94" name="Text Box 23">
              <a:extLst>
                <a:ext uri="{FF2B5EF4-FFF2-40B4-BE49-F238E27FC236}">
                  <a16:creationId xmlns:a16="http://schemas.microsoft.com/office/drawing/2014/main" id="{495FDED9-40F9-4935-A1C4-A72B2F925331}"/>
                </a:ext>
              </a:extLst>
            </p:cNvPr>
            <p:cNvSpPr txBox="1">
              <a:spLocks noChangeArrowheads="1"/>
            </p:cNvSpPr>
            <p:nvPr/>
          </p:nvSpPr>
          <p:spPr bwMode="auto">
            <a:xfrm>
              <a:off x="3648" y="177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e</a:t>
              </a:r>
            </a:p>
          </p:txBody>
        </p:sp>
        <p:sp>
          <p:nvSpPr>
            <p:cNvPr id="95" name="Oval 24">
              <a:extLst>
                <a:ext uri="{FF2B5EF4-FFF2-40B4-BE49-F238E27FC236}">
                  <a16:creationId xmlns:a16="http://schemas.microsoft.com/office/drawing/2014/main" id="{D95E990D-964E-4B70-B7FE-BB597C10AFBE}"/>
                </a:ext>
              </a:extLst>
            </p:cNvPr>
            <p:cNvSpPr>
              <a:spLocks noChangeArrowheads="1"/>
            </p:cNvSpPr>
            <p:nvPr/>
          </p:nvSpPr>
          <p:spPr bwMode="auto">
            <a:xfrm>
              <a:off x="4272" y="187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96" name="Text Box 25">
              <a:extLst>
                <a:ext uri="{FF2B5EF4-FFF2-40B4-BE49-F238E27FC236}">
                  <a16:creationId xmlns:a16="http://schemas.microsoft.com/office/drawing/2014/main" id="{B0652EF6-4F98-46AB-A203-9558A74940AC}"/>
                </a:ext>
              </a:extLst>
            </p:cNvPr>
            <p:cNvSpPr txBox="1">
              <a:spLocks noChangeArrowheads="1"/>
            </p:cNvSpPr>
            <p:nvPr/>
          </p:nvSpPr>
          <p:spPr bwMode="auto">
            <a:xfrm>
              <a:off x="4272" y="182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f</a:t>
              </a:r>
            </a:p>
          </p:txBody>
        </p:sp>
        <p:sp>
          <p:nvSpPr>
            <p:cNvPr id="97" name="Line 26">
              <a:extLst>
                <a:ext uri="{FF2B5EF4-FFF2-40B4-BE49-F238E27FC236}">
                  <a16:creationId xmlns:a16="http://schemas.microsoft.com/office/drawing/2014/main" id="{E7C989DC-2E3F-40B9-8518-C2DB7073BCE3}"/>
                </a:ext>
              </a:extLst>
            </p:cNvPr>
            <p:cNvSpPr>
              <a:spLocks noChangeShapeType="1"/>
            </p:cNvSpPr>
            <p:nvPr/>
          </p:nvSpPr>
          <p:spPr bwMode="auto">
            <a:xfrm flipH="1">
              <a:off x="3840" y="1632"/>
              <a:ext cx="144" cy="24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98" name="Line 27">
              <a:extLst>
                <a:ext uri="{FF2B5EF4-FFF2-40B4-BE49-F238E27FC236}">
                  <a16:creationId xmlns:a16="http://schemas.microsoft.com/office/drawing/2014/main" id="{496C16C1-2272-48BC-A535-8EDF267E89C4}"/>
                </a:ext>
              </a:extLst>
            </p:cNvPr>
            <p:cNvSpPr>
              <a:spLocks noChangeShapeType="1"/>
            </p:cNvSpPr>
            <p:nvPr/>
          </p:nvSpPr>
          <p:spPr bwMode="auto">
            <a:xfrm>
              <a:off x="4176" y="1584"/>
              <a:ext cx="192" cy="28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99" name="Oval 28">
              <a:extLst>
                <a:ext uri="{FF2B5EF4-FFF2-40B4-BE49-F238E27FC236}">
                  <a16:creationId xmlns:a16="http://schemas.microsoft.com/office/drawing/2014/main" id="{66086539-0298-46F5-A1C0-B681E52E45AA}"/>
                </a:ext>
              </a:extLst>
            </p:cNvPr>
            <p:cNvSpPr>
              <a:spLocks noChangeArrowheads="1"/>
            </p:cNvSpPr>
            <p:nvPr/>
          </p:nvSpPr>
          <p:spPr bwMode="auto">
            <a:xfrm>
              <a:off x="1920" y="1440"/>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00" name="Text Box 29">
              <a:extLst>
                <a:ext uri="{FF2B5EF4-FFF2-40B4-BE49-F238E27FC236}">
                  <a16:creationId xmlns:a16="http://schemas.microsoft.com/office/drawing/2014/main" id="{92D16E4A-85C0-4EE6-A699-6E857024D83D}"/>
                </a:ext>
              </a:extLst>
            </p:cNvPr>
            <p:cNvSpPr txBox="1">
              <a:spLocks noChangeArrowheads="1"/>
            </p:cNvSpPr>
            <p:nvPr/>
          </p:nvSpPr>
          <p:spPr bwMode="auto">
            <a:xfrm>
              <a:off x="1920" y="1392"/>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t>
              </a:r>
            </a:p>
          </p:txBody>
        </p:sp>
        <p:sp>
          <p:nvSpPr>
            <p:cNvPr id="101" name="Line 30">
              <a:extLst>
                <a:ext uri="{FF2B5EF4-FFF2-40B4-BE49-F238E27FC236}">
                  <a16:creationId xmlns:a16="http://schemas.microsoft.com/office/drawing/2014/main" id="{8F7386B0-B9E9-40A8-9926-81C169ACE2D9}"/>
                </a:ext>
              </a:extLst>
            </p:cNvPr>
            <p:cNvSpPr>
              <a:spLocks noChangeShapeType="1"/>
            </p:cNvSpPr>
            <p:nvPr/>
          </p:nvSpPr>
          <p:spPr bwMode="auto">
            <a:xfrm flipH="1">
              <a:off x="1392" y="1584"/>
              <a:ext cx="528"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02" name="Line 31">
              <a:extLst>
                <a:ext uri="{FF2B5EF4-FFF2-40B4-BE49-F238E27FC236}">
                  <a16:creationId xmlns:a16="http://schemas.microsoft.com/office/drawing/2014/main" id="{21426A93-6915-43CE-99AC-340AA6E0CA49}"/>
                </a:ext>
              </a:extLst>
            </p:cNvPr>
            <p:cNvSpPr>
              <a:spLocks noChangeShapeType="1"/>
            </p:cNvSpPr>
            <p:nvPr/>
          </p:nvSpPr>
          <p:spPr bwMode="auto">
            <a:xfrm>
              <a:off x="2160" y="1584"/>
              <a:ext cx="384" cy="57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03" name="Oval 32">
              <a:extLst>
                <a:ext uri="{FF2B5EF4-FFF2-40B4-BE49-F238E27FC236}">
                  <a16:creationId xmlns:a16="http://schemas.microsoft.com/office/drawing/2014/main" id="{ABEAF794-45E8-42D1-8CC2-600824E61800}"/>
                </a:ext>
              </a:extLst>
            </p:cNvPr>
            <p:cNvSpPr>
              <a:spLocks noChangeArrowheads="1"/>
            </p:cNvSpPr>
            <p:nvPr/>
          </p:nvSpPr>
          <p:spPr bwMode="auto">
            <a:xfrm>
              <a:off x="2976" y="768"/>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04" name="Text Box 33">
              <a:extLst>
                <a:ext uri="{FF2B5EF4-FFF2-40B4-BE49-F238E27FC236}">
                  <a16:creationId xmlns:a16="http://schemas.microsoft.com/office/drawing/2014/main" id="{35B0141F-A1F0-4E23-BA16-67D10D8CE80E}"/>
                </a:ext>
              </a:extLst>
            </p:cNvPr>
            <p:cNvSpPr txBox="1">
              <a:spLocks noChangeArrowheads="1"/>
            </p:cNvSpPr>
            <p:nvPr/>
          </p:nvSpPr>
          <p:spPr bwMode="auto">
            <a:xfrm>
              <a:off x="2976" y="720"/>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t>
              </a:r>
            </a:p>
          </p:txBody>
        </p:sp>
        <p:sp>
          <p:nvSpPr>
            <p:cNvPr id="105" name="Line 34">
              <a:extLst>
                <a:ext uri="{FF2B5EF4-FFF2-40B4-BE49-F238E27FC236}">
                  <a16:creationId xmlns:a16="http://schemas.microsoft.com/office/drawing/2014/main" id="{DB532CBC-CE8A-4F3E-BB97-A310605B9A66}"/>
                </a:ext>
              </a:extLst>
            </p:cNvPr>
            <p:cNvSpPr>
              <a:spLocks noChangeShapeType="1"/>
            </p:cNvSpPr>
            <p:nvPr/>
          </p:nvSpPr>
          <p:spPr bwMode="auto">
            <a:xfrm flipH="1">
              <a:off x="2112" y="912"/>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06" name="Line 35">
              <a:extLst>
                <a:ext uri="{FF2B5EF4-FFF2-40B4-BE49-F238E27FC236}">
                  <a16:creationId xmlns:a16="http://schemas.microsoft.com/office/drawing/2014/main" id="{93E49EE7-FB45-428D-9CE2-ACC1F28294D0}"/>
                </a:ext>
              </a:extLst>
            </p:cNvPr>
            <p:cNvSpPr>
              <a:spLocks noChangeShapeType="1"/>
            </p:cNvSpPr>
            <p:nvPr/>
          </p:nvSpPr>
          <p:spPr bwMode="auto">
            <a:xfrm>
              <a:off x="3168" y="960"/>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grpSp>
      <p:grpSp>
        <p:nvGrpSpPr>
          <p:cNvPr id="107" name="Group 61">
            <a:extLst>
              <a:ext uri="{FF2B5EF4-FFF2-40B4-BE49-F238E27FC236}">
                <a16:creationId xmlns:a16="http://schemas.microsoft.com/office/drawing/2014/main" id="{926B836A-04A8-4264-A3CC-6CD4F0A1A783}"/>
              </a:ext>
            </a:extLst>
          </p:cNvPr>
          <p:cNvGrpSpPr>
            <a:grpSpLocks/>
          </p:cNvGrpSpPr>
          <p:nvPr/>
        </p:nvGrpSpPr>
        <p:grpSpPr bwMode="auto">
          <a:xfrm>
            <a:off x="1557020" y="2156460"/>
            <a:ext cx="5410200" cy="3581400"/>
            <a:chOff x="1008" y="1008"/>
            <a:chExt cx="3408" cy="2256"/>
          </a:xfrm>
        </p:grpSpPr>
        <p:sp>
          <p:nvSpPr>
            <p:cNvPr id="108" name="Line 49">
              <a:extLst>
                <a:ext uri="{FF2B5EF4-FFF2-40B4-BE49-F238E27FC236}">
                  <a16:creationId xmlns:a16="http://schemas.microsoft.com/office/drawing/2014/main" id="{1A20625E-E80F-4D29-8853-ED38D7DB85CA}"/>
                </a:ext>
              </a:extLst>
            </p:cNvPr>
            <p:cNvSpPr>
              <a:spLocks noChangeShapeType="1"/>
            </p:cNvSpPr>
            <p:nvPr/>
          </p:nvSpPr>
          <p:spPr bwMode="auto">
            <a:xfrm>
              <a:off x="4080" y="1680"/>
              <a:ext cx="0" cy="1584"/>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09" name="Line 51">
              <a:extLst>
                <a:ext uri="{FF2B5EF4-FFF2-40B4-BE49-F238E27FC236}">
                  <a16:creationId xmlns:a16="http://schemas.microsoft.com/office/drawing/2014/main" id="{E2D15C8F-74CA-4E55-BEB0-549175361C76}"/>
                </a:ext>
              </a:extLst>
            </p:cNvPr>
            <p:cNvSpPr>
              <a:spLocks noChangeShapeType="1"/>
            </p:cNvSpPr>
            <p:nvPr/>
          </p:nvSpPr>
          <p:spPr bwMode="auto">
            <a:xfrm>
              <a:off x="3744" y="2112"/>
              <a:ext cx="0" cy="1152"/>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0" name="Line 52">
              <a:extLst>
                <a:ext uri="{FF2B5EF4-FFF2-40B4-BE49-F238E27FC236}">
                  <a16:creationId xmlns:a16="http://schemas.microsoft.com/office/drawing/2014/main" id="{FEDAC5B4-8C75-4264-AF60-69121B40D16C}"/>
                </a:ext>
              </a:extLst>
            </p:cNvPr>
            <p:cNvSpPr>
              <a:spLocks noChangeShapeType="1"/>
            </p:cNvSpPr>
            <p:nvPr/>
          </p:nvSpPr>
          <p:spPr bwMode="auto">
            <a:xfrm>
              <a:off x="3120" y="1008"/>
              <a:ext cx="0" cy="2208"/>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1" name="Line 53">
              <a:extLst>
                <a:ext uri="{FF2B5EF4-FFF2-40B4-BE49-F238E27FC236}">
                  <a16:creationId xmlns:a16="http://schemas.microsoft.com/office/drawing/2014/main" id="{B2BBB57F-5DE3-4D8B-9DE6-793B2BD4B341}"/>
                </a:ext>
              </a:extLst>
            </p:cNvPr>
            <p:cNvSpPr>
              <a:spLocks noChangeShapeType="1"/>
            </p:cNvSpPr>
            <p:nvPr/>
          </p:nvSpPr>
          <p:spPr bwMode="auto">
            <a:xfrm>
              <a:off x="2976" y="2784"/>
              <a:ext cx="0" cy="48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2" name="Line 54">
              <a:extLst>
                <a:ext uri="{FF2B5EF4-FFF2-40B4-BE49-F238E27FC236}">
                  <a16:creationId xmlns:a16="http://schemas.microsoft.com/office/drawing/2014/main" id="{F9A5FC54-41B0-4D8D-B087-FA49215BD8ED}"/>
                </a:ext>
              </a:extLst>
            </p:cNvPr>
            <p:cNvSpPr>
              <a:spLocks noChangeShapeType="1"/>
            </p:cNvSpPr>
            <p:nvPr/>
          </p:nvSpPr>
          <p:spPr bwMode="auto">
            <a:xfrm>
              <a:off x="2640" y="2400"/>
              <a:ext cx="0" cy="864"/>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3" name="Line 55">
              <a:extLst>
                <a:ext uri="{FF2B5EF4-FFF2-40B4-BE49-F238E27FC236}">
                  <a16:creationId xmlns:a16="http://schemas.microsoft.com/office/drawing/2014/main" id="{98A8EDCD-90C1-47BE-A94C-67E07B776A64}"/>
                </a:ext>
              </a:extLst>
            </p:cNvPr>
            <p:cNvSpPr>
              <a:spLocks noChangeShapeType="1"/>
            </p:cNvSpPr>
            <p:nvPr/>
          </p:nvSpPr>
          <p:spPr bwMode="auto">
            <a:xfrm>
              <a:off x="2064" y="1680"/>
              <a:ext cx="0" cy="1536"/>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4" name="Line 56">
              <a:extLst>
                <a:ext uri="{FF2B5EF4-FFF2-40B4-BE49-F238E27FC236}">
                  <a16:creationId xmlns:a16="http://schemas.microsoft.com/office/drawing/2014/main" id="{01DCE57B-14A7-469D-B28F-6D0DD705CE95}"/>
                </a:ext>
              </a:extLst>
            </p:cNvPr>
            <p:cNvSpPr>
              <a:spLocks noChangeShapeType="1"/>
            </p:cNvSpPr>
            <p:nvPr/>
          </p:nvSpPr>
          <p:spPr bwMode="auto">
            <a:xfrm>
              <a:off x="1632" y="2736"/>
              <a:ext cx="0" cy="48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5" name="Line 57">
              <a:extLst>
                <a:ext uri="{FF2B5EF4-FFF2-40B4-BE49-F238E27FC236}">
                  <a16:creationId xmlns:a16="http://schemas.microsoft.com/office/drawing/2014/main" id="{F72E81C7-2D13-4011-8303-85ACCB1E3880}"/>
                </a:ext>
              </a:extLst>
            </p:cNvPr>
            <p:cNvSpPr>
              <a:spLocks noChangeShapeType="1"/>
            </p:cNvSpPr>
            <p:nvPr/>
          </p:nvSpPr>
          <p:spPr bwMode="auto">
            <a:xfrm>
              <a:off x="1344" y="2304"/>
              <a:ext cx="0" cy="912"/>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6" name="Line 58">
              <a:extLst>
                <a:ext uri="{FF2B5EF4-FFF2-40B4-BE49-F238E27FC236}">
                  <a16:creationId xmlns:a16="http://schemas.microsoft.com/office/drawing/2014/main" id="{A89D6E75-0371-4E2E-A438-3EBE5845CD81}"/>
                </a:ext>
              </a:extLst>
            </p:cNvPr>
            <p:cNvSpPr>
              <a:spLocks noChangeShapeType="1"/>
            </p:cNvSpPr>
            <p:nvPr/>
          </p:nvSpPr>
          <p:spPr bwMode="auto">
            <a:xfrm>
              <a:off x="1008" y="2736"/>
              <a:ext cx="0" cy="48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7" name="Line 59">
              <a:extLst>
                <a:ext uri="{FF2B5EF4-FFF2-40B4-BE49-F238E27FC236}">
                  <a16:creationId xmlns:a16="http://schemas.microsoft.com/office/drawing/2014/main" id="{935566DE-C476-4959-AC7B-40FBA60570E6}"/>
                </a:ext>
              </a:extLst>
            </p:cNvPr>
            <p:cNvSpPr>
              <a:spLocks noChangeShapeType="1"/>
            </p:cNvSpPr>
            <p:nvPr/>
          </p:nvSpPr>
          <p:spPr bwMode="auto">
            <a:xfrm>
              <a:off x="2352" y="2784"/>
              <a:ext cx="0" cy="48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118" name="Line 60">
              <a:extLst>
                <a:ext uri="{FF2B5EF4-FFF2-40B4-BE49-F238E27FC236}">
                  <a16:creationId xmlns:a16="http://schemas.microsoft.com/office/drawing/2014/main" id="{A8921786-0D8B-414A-89D5-D9DB6EB5F8A4}"/>
                </a:ext>
              </a:extLst>
            </p:cNvPr>
            <p:cNvSpPr>
              <a:spLocks noChangeShapeType="1"/>
            </p:cNvSpPr>
            <p:nvPr/>
          </p:nvSpPr>
          <p:spPr bwMode="auto">
            <a:xfrm>
              <a:off x="4416" y="2112"/>
              <a:ext cx="0" cy="1152"/>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grpSp>
      <p:grpSp>
        <p:nvGrpSpPr>
          <p:cNvPr id="119" name="Group 75">
            <a:extLst>
              <a:ext uri="{FF2B5EF4-FFF2-40B4-BE49-F238E27FC236}">
                <a16:creationId xmlns:a16="http://schemas.microsoft.com/office/drawing/2014/main" id="{91E682EA-FDA1-463E-92D6-2290524B03C4}"/>
              </a:ext>
            </a:extLst>
          </p:cNvPr>
          <p:cNvGrpSpPr>
            <a:grpSpLocks/>
          </p:cNvGrpSpPr>
          <p:nvPr/>
        </p:nvGrpSpPr>
        <p:grpSpPr bwMode="auto">
          <a:xfrm>
            <a:off x="1310640" y="5633721"/>
            <a:ext cx="5867400" cy="461963"/>
            <a:chOff x="864" y="3216"/>
            <a:chExt cx="3696" cy="291"/>
          </a:xfrm>
        </p:grpSpPr>
        <p:sp>
          <p:nvSpPr>
            <p:cNvPr id="120" name="Text Box 70">
              <a:extLst>
                <a:ext uri="{FF2B5EF4-FFF2-40B4-BE49-F238E27FC236}">
                  <a16:creationId xmlns:a16="http://schemas.microsoft.com/office/drawing/2014/main" id="{54823D13-F8FE-4170-B939-135DA0E4D0E9}"/>
                </a:ext>
              </a:extLst>
            </p:cNvPr>
            <p:cNvSpPr txBox="1">
              <a:spLocks noChangeArrowheads="1"/>
            </p:cNvSpPr>
            <p:nvPr/>
          </p:nvSpPr>
          <p:spPr bwMode="auto">
            <a:xfrm>
              <a:off x="3648"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e</a:t>
              </a:r>
            </a:p>
          </p:txBody>
        </p:sp>
        <p:grpSp>
          <p:nvGrpSpPr>
            <p:cNvPr id="121" name="Group 74">
              <a:extLst>
                <a:ext uri="{FF2B5EF4-FFF2-40B4-BE49-F238E27FC236}">
                  <a16:creationId xmlns:a16="http://schemas.microsoft.com/office/drawing/2014/main" id="{35F54FB4-F0E8-4419-853A-BE7469DC1DD8}"/>
                </a:ext>
              </a:extLst>
            </p:cNvPr>
            <p:cNvGrpSpPr>
              <a:grpSpLocks/>
            </p:cNvGrpSpPr>
            <p:nvPr/>
          </p:nvGrpSpPr>
          <p:grpSpPr bwMode="auto">
            <a:xfrm>
              <a:off x="864" y="3216"/>
              <a:ext cx="3696" cy="291"/>
              <a:chOff x="864" y="3216"/>
              <a:chExt cx="3696" cy="291"/>
            </a:xfrm>
          </p:grpSpPr>
          <p:sp>
            <p:nvSpPr>
              <p:cNvPr id="122" name="Text Box 63">
                <a:extLst>
                  <a:ext uri="{FF2B5EF4-FFF2-40B4-BE49-F238E27FC236}">
                    <a16:creationId xmlns:a16="http://schemas.microsoft.com/office/drawing/2014/main" id="{C8BFDB2B-16E2-4F44-9E9F-8400E4766B6D}"/>
                  </a:ext>
                </a:extLst>
              </p:cNvPr>
              <p:cNvSpPr txBox="1">
                <a:spLocks noChangeArrowheads="1"/>
              </p:cNvSpPr>
              <p:nvPr/>
            </p:nvSpPr>
            <p:spPr bwMode="auto">
              <a:xfrm>
                <a:off x="864"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a:t>
                </a:r>
              </a:p>
            </p:txBody>
          </p:sp>
          <p:sp>
            <p:nvSpPr>
              <p:cNvPr id="123" name="Text Box 64">
                <a:extLst>
                  <a:ext uri="{FF2B5EF4-FFF2-40B4-BE49-F238E27FC236}">
                    <a16:creationId xmlns:a16="http://schemas.microsoft.com/office/drawing/2014/main" id="{E68E6C79-4808-49C3-8A4D-AFF79E2F4A13}"/>
                  </a:ext>
                </a:extLst>
              </p:cNvPr>
              <p:cNvSpPr txBox="1">
                <a:spLocks noChangeArrowheads="1"/>
              </p:cNvSpPr>
              <p:nvPr/>
            </p:nvSpPr>
            <p:spPr bwMode="auto">
              <a:xfrm>
                <a:off x="1200"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t>
                </a:r>
              </a:p>
            </p:txBody>
          </p:sp>
          <p:sp>
            <p:nvSpPr>
              <p:cNvPr id="124" name="Text Box 65">
                <a:extLst>
                  <a:ext uri="{FF2B5EF4-FFF2-40B4-BE49-F238E27FC236}">
                    <a16:creationId xmlns:a16="http://schemas.microsoft.com/office/drawing/2014/main" id="{ED843E27-15EB-4645-8F18-FC65A2BE09B9}"/>
                  </a:ext>
                </a:extLst>
              </p:cNvPr>
              <p:cNvSpPr txBox="1">
                <a:spLocks noChangeArrowheads="1"/>
              </p:cNvSpPr>
              <p:nvPr/>
            </p:nvSpPr>
            <p:spPr bwMode="auto">
              <a:xfrm>
                <a:off x="1536"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b</a:t>
                </a:r>
              </a:p>
            </p:txBody>
          </p:sp>
          <p:sp>
            <p:nvSpPr>
              <p:cNvPr id="125" name="Text Box 66">
                <a:extLst>
                  <a:ext uri="{FF2B5EF4-FFF2-40B4-BE49-F238E27FC236}">
                    <a16:creationId xmlns:a16="http://schemas.microsoft.com/office/drawing/2014/main" id="{116F607A-E2E3-49E6-AA0C-88CE3FFB5427}"/>
                  </a:ext>
                </a:extLst>
              </p:cNvPr>
              <p:cNvSpPr txBox="1">
                <a:spLocks noChangeArrowheads="1"/>
              </p:cNvSpPr>
              <p:nvPr/>
            </p:nvSpPr>
            <p:spPr bwMode="auto">
              <a:xfrm>
                <a:off x="1920"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t>
                </a:r>
              </a:p>
            </p:txBody>
          </p:sp>
          <p:sp>
            <p:nvSpPr>
              <p:cNvPr id="126" name="Text Box 67">
                <a:extLst>
                  <a:ext uri="{FF2B5EF4-FFF2-40B4-BE49-F238E27FC236}">
                    <a16:creationId xmlns:a16="http://schemas.microsoft.com/office/drawing/2014/main" id="{6A13604D-E491-46F6-8BFC-617759559EC1}"/>
                  </a:ext>
                </a:extLst>
              </p:cNvPr>
              <p:cNvSpPr txBox="1">
                <a:spLocks noChangeArrowheads="1"/>
              </p:cNvSpPr>
              <p:nvPr/>
            </p:nvSpPr>
            <p:spPr bwMode="auto">
              <a:xfrm>
                <a:off x="2256"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c</a:t>
                </a:r>
              </a:p>
            </p:txBody>
          </p:sp>
          <p:sp>
            <p:nvSpPr>
              <p:cNvPr id="127" name="Text Box 68">
                <a:extLst>
                  <a:ext uri="{FF2B5EF4-FFF2-40B4-BE49-F238E27FC236}">
                    <a16:creationId xmlns:a16="http://schemas.microsoft.com/office/drawing/2014/main" id="{82C682A4-13CE-453D-A8DA-EC8F594120C4}"/>
                  </a:ext>
                </a:extLst>
              </p:cNvPr>
              <p:cNvSpPr txBox="1">
                <a:spLocks noChangeArrowheads="1"/>
              </p:cNvSpPr>
              <p:nvPr/>
            </p:nvSpPr>
            <p:spPr bwMode="auto">
              <a:xfrm>
                <a:off x="2832"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d</a:t>
                </a:r>
              </a:p>
            </p:txBody>
          </p:sp>
          <p:sp>
            <p:nvSpPr>
              <p:cNvPr id="128" name="Text Box 69">
                <a:extLst>
                  <a:ext uri="{FF2B5EF4-FFF2-40B4-BE49-F238E27FC236}">
                    <a16:creationId xmlns:a16="http://schemas.microsoft.com/office/drawing/2014/main" id="{AAFE9BE0-530C-4C40-8B60-9693345C7B94}"/>
                  </a:ext>
                </a:extLst>
              </p:cNvPr>
              <p:cNvSpPr txBox="1">
                <a:spLocks noChangeArrowheads="1"/>
              </p:cNvSpPr>
              <p:nvPr/>
            </p:nvSpPr>
            <p:spPr bwMode="auto">
              <a:xfrm>
                <a:off x="3024"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t>
                </a:r>
              </a:p>
            </p:txBody>
          </p:sp>
          <p:sp>
            <p:nvSpPr>
              <p:cNvPr id="129" name="Text Box 71">
                <a:extLst>
                  <a:ext uri="{FF2B5EF4-FFF2-40B4-BE49-F238E27FC236}">
                    <a16:creationId xmlns:a16="http://schemas.microsoft.com/office/drawing/2014/main" id="{5CA02361-78BF-46F0-9E19-3272F4C425DD}"/>
                  </a:ext>
                </a:extLst>
              </p:cNvPr>
              <p:cNvSpPr txBox="1">
                <a:spLocks noChangeArrowheads="1"/>
              </p:cNvSpPr>
              <p:nvPr/>
            </p:nvSpPr>
            <p:spPr bwMode="auto">
              <a:xfrm>
                <a:off x="3936"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t>
                </a:r>
              </a:p>
            </p:txBody>
          </p:sp>
          <p:sp>
            <p:nvSpPr>
              <p:cNvPr id="130" name="Text Box 72">
                <a:extLst>
                  <a:ext uri="{FF2B5EF4-FFF2-40B4-BE49-F238E27FC236}">
                    <a16:creationId xmlns:a16="http://schemas.microsoft.com/office/drawing/2014/main" id="{2E86E556-7E0B-470D-8887-EA4AE7012640}"/>
                  </a:ext>
                </a:extLst>
              </p:cNvPr>
              <p:cNvSpPr txBox="1">
                <a:spLocks noChangeArrowheads="1"/>
              </p:cNvSpPr>
              <p:nvPr/>
            </p:nvSpPr>
            <p:spPr bwMode="auto">
              <a:xfrm>
                <a:off x="4320"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solidFill>
                      <a:schemeClr val="hlink"/>
                    </a:solidFill>
                  </a:rPr>
                  <a:t>f</a:t>
                </a:r>
              </a:p>
            </p:txBody>
          </p:sp>
          <p:sp>
            <p:nvSpPr>
              <p:cNvPr id="131" name="Text Box 73">
                <a:extLst>
                  <a:ext uri="{FF2B5EF4-FFF2-40B4-BE49-F238E27FC236}">
                    <a16:creationId xmlns:a16="http://schemas.microsoft.com/office/drawing/2014/main" id="{DC7CFEB8-9480-4C6B-8F10-B888A7138495}"/>
                  </a:ext>
                </a:extLst>
              </p:cNvPr>
              <p:cNvSpPr txBox="1">
                <a:spLocks noChangeArrowheads="1"/>
              </p:cNvSpPr>
              <p:nvPr/>
            </p:nvSpPr>
            <p:spPr bwMode="auto">
              <a:xfrm>
                <a:off x="2544" y="3216"/>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t>
                </a:r>
              </a:p>
            </p:txBody>
          </p:sp>
        </p:grpSp>
      </p:grpSp>
    </p:spTree>
    <p:extLst>
      <p:ext uri="{BB962C8B-B14F-4D97-AF65-F5344CB8AC3E}">
        <p14:creationId xmlns:p14="http://schemas.microsoft.com/office/powerpoint/2010/main" val="370879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500" fill="hold"/>
                                        <p:tgtEl>
                                          <p:spTgt spid="107"/>
                                        </p:tgtEl>
                                        <p:attrNameLst>
                                          <p:attrName>ppt_x</p:attrName>
                                        </p:attrNameLst>
                                      </p:cBhvr>
                                      <p:tavLst>
                                        <p:tav tm="0">
                                          <p:val>
                                            <p:strVal val="0-#ppt_w/2"/>
                                          </p:val>
                                        </p:tav>
                                        <p:tav tm="100000">
                                          <p:val>
                                            <p:strVal val="#ppt_x"/>
                                          </p:val>
                                        </p:tav>
                                      </p:tavLst>
                                    </p:anim>
                                    <p:anim calcmode="lin" valueType="num">
                                      <p:cBhvr additive="base">
                                        <p:cTn id="12" dur="500" fill="hold"/>
                                        <p:tgtEl>
                                          <p:spTgt spid="10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9"/>
                                        </p:tgtEl>
                                        <p:attrNameLst>
                                          <p:attrName>style.visibility</p:attrName>
                                        </p:attrNameLst>
                                      </p:cBhvr>
                                      <p:to>
                                        <p:strVal val="visible"/>
                                      </p:to>
                                    </p:set>
                                    <p:anim calcmode="lin" valueType="num">
                                      <p:cBhvr additive="base">
                                        <p:cTn id="17" dur="500" fill="hold"/>
                                        <p:tgtEl>
                                          <p:spTgt spid="119"/>
                                        </p:tgtEl>
                                        <p:attrNameLst>
                                          <p:attrName>ppt_x</p:attrName>
                                        </p:attrNameLst>
                                      </p:cBhvr>
                                      <p:tavLst>
                                        <p:tav tm="0">
                                          <p:val>
                                            <p:strVal val="0-#ppt_w/2"/>
                                          </p:val>
                                        </p:tav>
                                        <p:tav tm="100000">
                                          <p:val>
                                            <p:strVal val="#ppt_x"/>
                                          </p:val>
                                        </p:tav>
                                      </p:tavLst>
                                    </p:anim>
                                    <p:anim calcmode="lin" valueType="num">
                                      <p:cBhvr additive="base">
                                        <p:cTn id="18" dur="500" fill="hold"/>
                                        <p:tgtEl>
                                          <p:spTgt spid="1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sp>
        <p:nvSpPr>
          <p:cNvPr id="5" name="Text Box 235">
            <a:extLst>
              <a:ext uri="{FF2B5EF4-FFF2-40B4-BE49-F238E27FC236}">
                <a16:creationId xmlns:a16="http://schemas.microsoft.com/office/drawing/2014/main" id="{9574F58A-B7C1-4B93-B737-2ECBE14F1752}"/>
              </a:ext>
            </a:extLst>
          </p:cNvPr>
          <p:cNvSpPr txBox="1">
            <a:spLocks noChangeArrowheads="1"/>
          </p:cNvSpPr>
          <p:nvPr/>
        </p:nvSpPr>
        <p:spPr bwMode="auto">
          <a:xfrm>
            <a:off x="2776794" y="1397000"/>
            <a:ext cx="6121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dirty="0"/>
              <a:t>“A node is visited when passing below it in the visit path”</a:t>
            </a:r>
          </a:p>
        </p:txBody>
      </p:sp>
      <p:pic>
        <p:nvPicPr>
          <p:cNvPr id="6" name="Picture 237">
            <a:extLst>
              <a:ext uri="{FF2B5EF4-FFF2-40B4-BE49-F238E27FC236}">
                <a16:creationId xmlns:a16="http://schemas.microsoft.com/office/drawing/2014/main" id="{A7D33C81-C86F-4E0A-B2DD-AAF2B80DC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7132" y="2623271"/>
            <a:ext cx="4804788" cy="3781987"/>
          </a:xfrm>
          <a:prstGeom prst="rect">
            <a:avLst/>
          </a:prstGeom>
          <a:noFill/>
          <a:extLst>
            <a:ext uri="{909E8E84-426E-40DD-AFC4-6F175D3DCCD1}">
              <a14:hiddenFill xmlns:a14="http://schemas.microsoft.com/office/drawing/2010/main">
                <a:solidFill>
                  <a:srgbClr val="FFFFFF"/>
                </a:solidFill>
              </a14:hiddenFill>
            </a:ext>
          </a:extLst>
        </p:spPr>
      </p:pic>
      <p:sp>
        <p:nvSpPr>
          <p:cNvPr id="7" name="Line 238">
            <a:extLst>
              <a:ext uri="{FF2B5EF4-FFF2-40B4-BE49-F238E27FC236}">
                <a16:creationId xmlns:a16="http://schemas.microsoft.com/office/drawing/2014/main" id="{0656FF89-D39A-43E6-B2F2-D8B3C1F3B9D3}"/>
              </a:ext>
            </a:extLst>
          </p:cNvPr>
          <p:cNvSpPr>
            <a:spLocks noChangeShapeType="1"/>
          </p:cNvSpPr>
          <p:nvPr/>
        </p:nvSpPr>
        <p:spPr bwMode="auto">
          <a:xfrm>
            <a:off x="4611151" y="3429001"/>
            <a:ext cx="438369" cy="28956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Text Box 239">
            <a:extLst>
              <a:ext uri="{FF2B5EF4-FFF2-40B4-BE49-F238E27FC236}">
                <a16:creationId xmlns:a16="http://schemas.microsoft.com/office/drawing/2014/main" id="{CAD42739-6025-4718-B612-CAB8A5692394}"/>
              </a:ext>
            </a:extLst>
          </p:cNvPr>
          <p:cNvSpPr txBox="1">
            <a:spLocks noChangeArrowheads="1"/>
          </p:cNvSpPr>
          <p:nvPr/>
        </p:nvSpPr>
        <p:spPr bwMode="auto">
          <a:xfrm>
            <a:off x="5239704" y="6323966"/>
            <a:ext cx="3368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rtl="0">
              <a:spcBef>
                <a:spcPct val="50000"/>
              </a:spcBef>
            </a:pPr>
            <a:r>
              <a:rPr lang="en-US" altLang="en-US" dirty="0"/>
              <a:t>P   F   A   M   K   S   R   U   T</a:t>
            </a:r>
          </a:p>
        </p:txBody>
      </p:sp>
      <p:sp>
        <p:nvSpPr>
          <p:cNvPr id="9" name="Rectangle 240">
            <a:extLst>
              <a:ext uri="{FF2B5EF4-FFF2-40B4-BE49-F238E27FC236}">
                <a16:creationId xmlns:a16="http://schemas.microsoft.com/office/drawing/2014/main" id="{7D9B8CE2-92CF-4459-9C09-6DDCB12930FE}"/>
              </a:ext>
            </a:extLst>
          </p:cNvPr>
          <p:cNvSpPr>
            <a:spLocks noChangeArrowheads="1"/>
          </p:cNvSpPr>
          <p:nvPr/>
        </p:nvSpPr>
        <p:spPr bwMode="auto">
          <a:xfrm>
            <a:off x="504509" y="4645025"/>
            <a:ext cx="388778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rtl="0"/>
            <a:r>
              <a:rPr lang="en-US" altLang="en-US" sz="2400" dirty="0"/>
              <a:t>Note: An </a:t>
            </a:r>
            <a:r>
              <a:rPr lang="en-US" altLang="en-US" sz="2400" dirty="0" err="1"/>
              <a:t>inorder</a:t>
            </a:r>
            <a:r>
              <a:rPr lang="en-US" altLang="en-US" sz="2400" dirty="0"/>
              <a:t> traversal can pass through a node without visiting it at</a:t>
            </a:r>
          </a:p>
          <a:p>
            <a:pPr algn="l" rtl="0"/>
            <a:r>
              <a:rPr lang="en-US" altLang="en-US" sz="2400" dirty="0"/>
              <a:t>that moment.</a:t>
            </a:r>
          </a:p>
        </p:txBody>
      </p:sp>
      <p:pic>
        <p:nvPicPr>
          <p:cNvPr id="3" name="Picture 236">
            <a:extLst>
              <a:ext uri="{FF2B5EF4-FFF2-40B4-BE49-F238E27FC236}">
                <a16:creationId xmlns:a16="http://schemas.microsoft.com/office/drawing/2014/main" id="{1CE0A8D1-B85A-414E-9B17-68B051A4C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20017"/>
            <a:ext cx="4490720" cy="3284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702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In-order Traversal: LNR</a:t>
            </a:r>
          </a:p>
        </p:txBody>
      </p:sp>
      <p:sp>
        <p:nvSpPr>
          <p:cNvPr id="3" name="Rectangle 3">
            <a:extLst>
              <a:ext uri="{FF2B5EF4-FFF2-40B4-BE49-F238E27FC236}">
                <a16:creationId xmlns:a16="http://schemas.microsoft.com/office/drawing/2014/main" id="{F00FBE6D-F1E2-4493-93E3-57AF0BE71DE5}"/>
              </a:ext>
            </a:extLst>
          </p:cNvPr>
          <p:cNvSpPr txBox="1">
            <a:spLocks noChangeArrowheads="1"/>
          </p:cNvSpPr>
          <p:nvPr/>
        </p:nvSpPr>
        <p:spPr>
          <a:xfrm>
            <a:off x="0" y="1299442"/>
            <a:ext cx="8950960" cy="860559"/>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dirty="0">
                <a:ea typeface="ＭＳ Ｐゴシック" panose="020B0600070205080204" pitchFamily="34" charset="-128"/>
              </a:rPr>
              <a:t>Inorder traversal left, node, right. infix expression?</a:t>
            </a:r>
          </a:p>
          <a:p>
            <a:pPr marL="914400" lvl="2" indent="0" algn="ctr">
              <a:buNone/>
            </a:pPr>
            <a:r>
              <a:rPr lang="en-US" altLang="en-US" sz="2800" dirty="0">
                <a:ea typeface="ＭＳ Ｐゴシック" panose="020B0600070205080204" pitchFamily="34" charset="-128"/>
              </a:rPr>
              <a:t>(</a:t>
            </a:r>
            <a:r>
              <a:rPr lang="en-US" altLang="en-US" sz="2800" dirty="0" err="1">
                <a:ea typeface="ＭＳ Ｐゴシック" panose="020B0600070205080204" pitchFamily="34" charset="-128"/>
              </a:rPr>
              <a:t>a+b</a:t>
            </a:r>
            <a:r>
              <a:rPr lang="en-US" altLang="en-US" sz="2800" dirty="0">
                <a:ea typeface="ＭＳ Ｐゴシック" panose="020B0600070205080204" pitchFamily="34" charset="-128"/>
              </a:rPr>
              <a:t>*c)+((d*</a:t>
            </a:r>
            <a:r>
              <a:rPr lang="en-US" altLang="en-US" sz="2800" dirty="0" err="1">
                <a:ea typeface="ＭＳ Ｐゴシック" panose="020B0600070205080204" pitchFamily="34" charset="-128"/>
              </a:rPr>
              <a:t>e+f</a:t>
            </a:r>
            <a:r>
              <a:rPr lang="en-US" altLang="en-US" sz="2800" dirty="0">
                <a:ea typeface="ＭＳ Ｐゴシック" panose="020B0600070205080204" pitchFamily="34" charset="-128"/>
              </a:rPr>
              <a:t>)*g)</a:t>
            </a:r>
          </a:p>
        </p:txBody>
      </p:sp>
      <p:pic>
        <p:nvPicPr>
          <p:cNvPr id="4" name="Picture 3" descr="fig4_14">
            <a:extLst>
              <a:ext uri="{FF2B5EF4-FFF2-40B4-BE49-F238E27FC236}">
                <a16:creationId xmlns:a16="http://schemas.microsoft.com/office/drawing/2014/main" id="{8A40A2CD-C589-4F45-B322-DE8D0B02E712}"/>
              </a:ext>
            </a:extLst>
          </p:cNvPr>
          <p:cNvPicPr>
            <a:picLocks noChangeAspect="1" noChangeArrowheads="1"/>
          </p:cNvPicPr>
          <p:nvPr/>
        </p:nvPicPr>
        <p:blipFill rotWithShape="1">
          <a:blip r:embed="rId2">
            <a:lum bright="-20000" contrast="40000"/>
            <a:extLst>
              <a:ext uri="{28A0092B-C50C-407E-A947-70E740481C1C}">
                <a14:useLocalDpi xmlns:a14="http://schemas.microsoft.com/office/drawing/2010/main" val="0"/>
              </a:ext>
            </a:extLst>
          </a:blip>
          <a:srcRect l="4847" t="3715" b="17885"/>
          <a:stretch/>
        </p:blipFill>
        <p:spPr>
          <a:xfrm>
            <a:off x="235646" y="3180080"/>
            <a:ext cx="8715314" cy="3251200"/>
          </a:xfrm>
          <a:prstGeom prst="rect">
            <a:avLst/>
          </a:prstGeom>
          <a:noFill/>
        </p:spPr>
      </p:pic>
    </p:spTree>
    <p:extLst>
      <p:ext uri="{BB962C8B-B14F-4D97-AF65-F5344CB8AC3E}">
        <p14:creationId xmlns:p14="http://schemas.microsoft.com/office/powerpoint/2010/main" val="4131281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Tree traversals using “flags”</a:t>
            </a:r>
          </a:p>
        </p:txBody>
      </p:sp>
      <p:sp>
        <p:nvSpPr>
          <p:cNvPr id="3" name="Content Placeholder 2">
            <a:extLst>
              <a:ext uri="{FF2B5EF4-FFF2-40B4-BE49-F238E27FC236}">
                <a16:creationId xmlns:a16="http://schemas.microsoft.com/office/drawing/2014/main" id="{ACFF2AC7-E5F5-411E-A15A-820AEC887549}"/>
              </a:ext>
            </a:extLst>
          </p:cNvPr>
          <p:cNvSpPr>
            <a:spLocks noGrp="1"/>
          </p:cNvSpPr>
          <p:nvPr>
            <p:ph idx="1"/>
          </p:nvPr>
        </p:nvSpPr>
        <p:spPr/>
        <p:txBody>
          <a:bodyPr>
            <a:normAutofit/>
          </a:bodyPr>
          <a:lstStyle/>
          <a:p>
            <a:pPr marL="0" indent="0" algn="just">
              <a:buNone/>
            </a:pPr>
            <a:r>
              <a:rPr lang="en-US" sz="2400" dirty="0"/>
              <a:t>The order in which the nodes are visited during a tree traversal can be easily determined by imagining there is a “flag” attached to each node, as follows:</a:t>
            </a:r>
          </a:p>
          <a:p>
            <a:pPr marL="0" indent="0">
              <a:buNone/>
            </a:pPr>
            <a:endParaRPr lang="en-IN" sz="2400" dirty="0"/>
          </a:p>
        </p:txBody>
      </p:sp>
      <p:sp>
        <p:nvSpPr>
          <p:cNvPr id="5" name="Rectangle 4">
            <a:extLst>
              <a:ext uri="{FF2B5EF4-FFF2-40B4-BE49-F238E27FC236}">
                <a16:creationId xmlns:a16="http://schemas.microsoft.com/office/drawing/2014/main" id="{B0F21091-4CD9-49E0-9000-073ADD2B388D}"/>
              </a:ext>
            </a:extLst>
          </p:cNvPr>
          <p:cNvSpPr txBox="1">
            <a:spLocks noChangeArrowheads="1"/>
          </p:cNvSpPr>
          <p:nvPr/>
        </p:nvSpPr>
        <p:spPr>
          <a:xfrm>
            <a:off x="853440" y="4114800"/>
            <a:ext cx="7848600" cy="533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a:t>To traverse the tree, collect the flags:</a:t>
            </a:r>
            <a:endParaRPr lang="en-US" altLang="en-US" sz="2400" dirty="0"/>
          </a:p>
        </p:txBody>
      </p:sp>
      <p:grpSp>
        <p:nvGrpSpPr>
          <p:cNvPr id="6" name="Group 117">
            <a:extLst>
              <a:ext uri="{FF2B5EF4-FFF2-40B4-BE49-F238E27FC236}">
                <a16:creationId xmlns:a16="http://schemas.microsoft.com/office/drawing/2014/main" id="{8E71BA2E-2CF2-41E0-9C24-A04CE3EFD392}"/>
              </a:ext>
            </a:extLst>
          </p:cNvPr>
          <p:cNvGrpSpPr>
            <a:grpSpLocks/>
          </p:cNvGrpSpPr>
          <p:nvPr/>
        </p:nvGrpSpPr>
        <p:grpSpPr bwMode="auto">
          <a:xfrm>
            <a:off x="1920240" y="3048001"/>
            <a:ext cx="1219200" cy="976313"/>
            <a:chOff x="720" y="1728"/>
            <a:chExt cx="768" cy="615"/>
          </a:xfrm>
        </p:grpSpPr>
        <p:sp>
          <p:nvSpPr>
            <p:cNvPr id="7" name="Oval 5">
              <a:extLst>
                <a:ext uri="{FF2B5EF4-FFF2-40B4-BE49-F238E27FC236}">
                  <a16:creationId xmlns:a16="http://schemas.microsoft.com/office/drawing/2014/main" id="{6036F1B7-F8D6-4307-BE80-B649EDB7CC52}"/>
                </a:ext>
              </a:extLst>
            </p:cNvPr>
            <p:cNvSpPr>
              <a:spLocks noChangeArrowheads="1"/>
            </p:cNvSpPr>
            <p:nvPr/>
          </p:nvSpPr>
          <p:spPr bwMode="auto">
            <a:xfrm>
              <a:off x="105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 name="Line 6">
              <a:extLst>
                <a:ext uri="{FF2B5EF4-FFF2-40B4-BE49-F238E27FC236}">
                  <a16:creationId xmlns:a16="http://schemas.microsoft.com/office/drawing/2014/main" id="{4634ACD7-A5D5-439E-A9D0-8CA229D36FB3}"/>
                </a:ext>
              </a:extLst>
            </p:cNvPr>
            <p:cNvSpPr>
              <a:spLocks noChangeShapeType="1"/>
            </p:cNvSpPr>
            <p:nvPr/>
          </p:nvSpPr>
          <p:spPr bwMode="auto">
            <a:xfrm flipH="1">
              <a:off x="91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 name="Line 7">
              <a:extLst>
                <a:ext uri="{FF2B5EF4-FFF2-40B4-BE49-F238E27FC236}">
                  <a16:creationId xmlns:a16="http://schemas.microsoft.com/office/drawing/2014/main" id="{7480793A-B404-4585-BF34-E74E7683F1E5}"/>
                </a:ext>
              </a:extLst>
            </p:cNvPr>
            <p:cNvSpPr>
              <a:spLocks noChangeShapeType="1"/>
            </p:cNvSpPr>
            <p:nvPr/>
          </p:nvSpPr>
          <p:spPr bwMode="auto">
            <a:xfrm>
              <a:off x="120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 name="AutoShape 14">
              <a:extLst>
                <a:ext uri="{FF2B5EF4-FFF2-40B4-BE49-F238E27FC236}">
                  <a16:creationId xmlns:a16="http://schemas.microsoft.com/office/drawing/2014/main" id="{3FF277BF-9A32-482E-A19F-42854D9F8E54}"/>
                </a:ext>
              </a:extLst>
            </p:cNvPr>
            <p:cNvSpPr>
              <a:spLocks noChangeArrowheads="1"/>
            </p:cNvSpPr>
            <p:nvPr/>
          </p:nvSpPr>
          <p:spPr bwMode="auto">
            <a:xfrm>
              <a:off x="912" y="179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5">
              <a:extLst>
                <a:ext uri="{FF2B5EF4-FFF2-40B4-BE49-F238E27FC236}">
                  <a16:creationId xmlns:a16="http://schemas.microsoft.com/office/drawing/2014/main" id="{1B0794F2-1DF7-40C3-A5A5-9279F618DB0B}"/>
                </a:ext>
              </a:extLst>
            </p:cNvPr>
            <p:cNvSpPr>
              <a:spLocks noChangeShapeType="1"/>
            </p:cNvSpPr>
            <p:nvPr/>
          </p:nvSpPr>
          <p:spPr bwMode="auto">
            <a:xfrm flipH="1">
              <a:off x="960" y="1824"/>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Text Box 21">
              <a:extLst>
                <a:ext uri="{FF2B5EF4-FFF2-40B4-BE49-F238E27FC236}">
                  <a16:creationId xmlns:a16="http://schemas.microsoft.com/office/drawing/2014/main" id="{6C46FFA7-DBB9-471C-961A-1F7B77F94196}"/>
                </a:ext>
              </a:extLst>
            </p:cNvPr>
            <p:cNvSpPr txBox="1">
              <a:spLocks noChangeArrowheads="1"/>
            </p:cNvSpPr>
            <p:nvPr/>
          </p:nvSpPr>
          <p:spPr bwMode="auto">
            <a:xfrm>
              <a:off x="72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dirty="0">
                  <a:latin typeface="Trebuchet MS" panose="020B0603020202020204" pitchFamily="34" charset="0"/>
                </a:rPr>
                <a:t>preorder</a:t>
              </a:r>
            </a:p>
          </p:txBody>
        </p:sp>
      </p:grpSp>
      <p:grpSp>
        <p:nvGrpSpPr>
          <p:cNvPr id="13" name="Group 118">
            <a:extLst>
              <a:ext uri="{FF2B5EF4-FFF2-40B4-BE49-F238E27FC236}">
                <a16:creationId xmlns:a16="http://schemas.microsoft.com/office/drawing/2014/main" id="{FB873E1B-790A-468E-AC81-2085783F188E}"/>
              </a:ext>
            </a:extLst>
          </p:cNvPr>
          <p:cNvGrpSpPr>
            <a:grpSpLocks/>
          </p:cNvGrpSpPr>
          <p:nvPr/>
        </p:nvGrpSpPr>
        <p:grpSpPr bwMode="auto">
          <a:xfrm>
            <a:off x="4434840" y="3048001"/>
            <a:ext cx="1219200" cy="976313"/>
            <a:chOff x="1680" y="1728"/>
            <a:chExt cx="768" cy="615"/>
          </a:xfrm>
        </p:grpSpPr>
        <p:sp>
          <p:nvSpPr>
            <p:cNvPr id="14" name="Oval 8">
              <a:extLst>
                <a:ext uri="{FF2B5EF4-FFF2-40B4-BE49-F238E27FC236}">
                  <a16:creationId xmlns:a16="http://schemas.microsoft.com/office/drawing/2014/main" id="{867672AE-FEC8-4AE5-96A0-EB641E106776}"/>
                </a:ext>
              </a:extLst>
            </p:cNvPr>
            <p:cNvSpPr>
              <a:spLocks noChangeArrowheads="1"/>
            </p:cNvSpPr>
            <p:nvPr/>
          </p:nvSpPr>
          <p:spPr bwMode="auto">
            <a:xfrm>
              <a:off x="201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9">
              <a:extLst>
                <a:ext uri="{FF2B5EF4-FFF2-40B4-BE49-F238E27FC236}">
                  <a16:creationId xmlns:a16="http://schemas.microsoft.com/office/drawing/2014/main" id="{540F6397-DA55-4081-BAF4-BB73ACD66F9E}"/>
                </a:ext>
              </a:extLst>
            </p:cNvPr>
            <p:cNvSpPr>
              <a:spLocks noChangeShapeType="1"/>
            </p:cNvSpPr>
            <p:nvPr/>
          </p:nvSpPr>
          <p:spPr bwMode="auto">
            <a:xfrm flipH="1">
              <a:off x="187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0">
              <a:extLst>
                <a:ext uri="{FF2B5EF4-FFF2-40B4-BE49-F238E27FC236}">
                  <a16:creationId xmlns:a16="http://schemas.microsoft.com/office/drawing/2014/main" id="{ECAAB488-6586-414A-A2C8-D9E117381E3F}"/>
                </a:ext>
              </a:extLst>
            </p:cNvPr>
            <p:cNvSpPr>
              <a:spLocks noChangeShapeType="1"/>
            </p:cNvSpPr>
            <p:nvPr/>
          </p:nvSpPr>
          <p:spPr bwMode="auto">
            <a:xfrm>
              <a:off x="216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AutoShape 16">
              <a:extLst>
                <a:ext uri="{FF2B5EF4-FFF2-40B4-BE49-F238E27FC236}">
                  <a16:creationId xmlns:a16="http://schemas.microsoft.com/office/drawing/2014/main" id="{75871E5E-AEC6-466B-B5F6-005CFA32F78D}"/>
                </a:ext>
              </a:extLst>
            </p:cNvPr>
            <p:cNvSpPr>
              <a:spLocks noChangeArrowheads="1"/>
            </p:cNvSpPr>
            <p:nvPr/>
          </p:nvSpPr>
          <p:spPr bwMode="auto">
            <a:xfrm rot="-5400000">
              <a:off x="2089" y="20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17">
              <a:extLst>
                <a:ext uri="{FF2B5EF4-FFF2-40B4-BE49-F238E27FC236}">
                  <a16:creationId xmlns:a16="http://schemas.microsoft.com/office/drawing/2014/main" id="{0D89A866-4CEC-41D3-9810-21B260013696}"/>
                </a:ext>
              </a:extLst>
            </p:cNvPr>
            <p:cNvSpPr>
              <a:spLocks noChangeShapeType="1"/>
            </p:cNvSpPr>
            <p:nvPr/>
          </p:nvSpPr>
          <p:spPr bwMode="auto">
            <a:xfrm rot="16200000" flipH="1">
              <a:off x="2064" y="1968"/>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Text Box 22">
              <a:extLst>
                <a:ext uri="{FF2B5EF4-FFF2-40B4-BE49-F238E27FC236}">
                  <a16:creationId xmlns:a16="http://schemas.microsoft.com/office/drawing/2014/main" id="{913BB2D5-036F-45C5-B2E3-ED5EE56F11AE}"/>
                </a:ext>
              </a:extLst>
            </p:cNvPr>
            <p:cNvSpPr txBox="1">
              <a:spLocks noChangeArrowheads="1"/>
            </p:cNvSpPr>
            <p:nvPr/>
          </p:nvSpPr>
          <p:spPr bwMode="auto">
            <a:xfrm>
              <a:off x="1680"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inorder</a:t>
              </a:r>
            </a:p>
          </p:txBody>
        </p:sp>
      </p:grpSp>
      <p:grpSp>
        <p:nvGrpSpPr>
          <p:cNvPr id="20" name="Group 119">
            <a:extLst>
              <a:ext uri="{FF2B5EF4-FFF2-40B4-BE49-F238E27FC236}">
                <a16:creationId xmlns:a16="http://schemas.microsoft.com/office/drawing/2014/main" id="{23C6BB81-457B-41EB-90C9-D258B9184926}"/>
              </a:ext>
            </a:extLst>
          </p:cNvPr>
          <p:cNvGrpSpPr>
            <a:grpSpLocks/>
          </p:cNvGrpSpPr>
          <p:nvPr/>
        </p:nvGrpSpPr>
        <p:grpSpPr bwMode="auto">
          <a:xfrm>
            <a:off x="6873240" y="3048001"/>
            <a:ext cx="1219200" cy="976313"/>
            <a:chOff x="2688" y="1728"/>
            <a:chExt cx="768" cy="615"/>
          </a:xfrm>
        </p:grpSpPr>
        <p:sp>
          <p:nvSpPr>
            <p:cNvPr id="21" name="Oval 11">
              <a:extLst>
                <a:ext uri="{FF2B5EF4-FFF2-40B4-BE49-F238E27FC236}">
                  <a16:creationId xmlns:a16="http://schemas.microsoft.com/office/drawing/2014/main" id="{8AB9E000-C545-4669-8922-DD4F64239ABE}"/>
                </a:ext>
              </a:extLst>
            </p:cNvPr>
            <p:cNvSpPr>
              <a:spLocks noChangeArrowheads="1"/>
            </p:cNvSpPr>
            <p:nvPr/>
          </p:nvSpPr>
          <p:spPr bwMode="auto">
            <a:xfrm>
              <a:off x="2976" y="172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Line 12">
              <a:extLst>
                <a:ext uri="{FF2B5EF4-FFF2-40B4-BE49-F238E27FC236}">
                  <a16:creationId xmlns:a16="http://schemas.microsoft.com/office/drawing/2014/main" id="{9F5444FA-8486-4C2F-ACDF-F655C62C6AD4}"/>
                </a:ext>
              </a:extLst>
            </p:cNvPr>
            <p:cNvSpPr>
              <a:spLocks noChangeShapeType="1"/>
            </p:cNvSpPr>
            <p:nvPr/>
          </p:nvSpPr>
          <p:spPr bwMode="auto">
            <a:xfrm flipH="1">
              <a:off x="2832" y="1920"/>
              <a:ext cx="192"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 name="Line 13">
              <a:extLst>
                <a:ext uri="{FF2B5EF4-FFF2-40B4-BE49-F238E27FC236}">
                  <a16:creationId xmlns:a16="http://schemas.microsoft.com/office/drawing/2014/main" id="{9E76E20C-615D-416C-A39F-C3E33999C057}"/>
                </a:ext>
              </a:extLst>
            </p:cNvPr>
            <p:cNvSpPr>
              <a:spLocks noChangeShapeType="1"/>
            </p:cNvSpPr>
            <p:nvPr/>
          </p:nvSpPr>
          <p:spPr bwMode="auto">
            <a:xfrm>
              <a:off x="3120" y="1920"/>
              <a:ext cx="144" cy="192"/>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4" name="Group 20">
              <a:extLst>
                <a:ext uri="{FF2B5EF4-FFF2-40B4-BE49-F238E27FC236}">
                  <a16:creationId xmlns:a16="http://schemas.microsoft.com/office/drawing/2014/main" id="{DBCAC740-E078-4717-9F17-9B5FFD3837B8}"/>
                </a:ext>
              </a:extLst>
            </p:cNvPr>
            <p:cNvGrpSpPr>
              <a:grpSpLocks/>
            </p:cNvGrpSpPr>
            <p:nvPr/>
          </p:nvGrpSpPr>
          <p:grpSpPr bwMode="auto">
            <a:xfrm flipH="1">
              <a:off x="3178" y="1804"/>
              <a:ext cx="144" cy="48"/>
              <a:chOff x="1008" y="1895"/>
              <a:chExt cx="144" cy="48"/>
            </a:xfrm>
          </p:grpSpPr>
          <p:sp>
            <p:nvSpPr>
              <p:cNvPr id="26" name="AutoShape 18">
                <a:extLst>
                  <a:ext uri="{FF2B5EF4-FFF2-40B4-BE49-F238E27FC236}">
                    <a16:creationId xmlns:a16="http://schemas.microsoft.com/office/drawing/2014/main" id="{96495A2B-AF37-46D0-B807-3EAD941E5346}"/>
                  </a:ext>
                </a:extLst>
              </p:cNvPr>
              <p:cNvSpPr>
                <a:spLocks noChangeArrowheads="1"/>
              </p:cNvSpPr>
              <p:nvPr/>
            </p:nvSpPr>
            <p:spPr bwMode="auto">
              <a:xfrm>
                <a:off x="1008" y="189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Line 19">
                <a:extLst>
                  <a:ext uri="{FF2B5EF4-FFF2-40B4-BE49-F238E27FC236}">
                    <a16:creationId xmlns:a16="http://schemas.microsoft.com/office/drawing/2014/main" id="{2F92EA70-FFB6-41B4-AD04-FEF68C5F050A}"/>
                  </a:ext>
                </a:extLst>
              </p:cNvPr>
              <p:cNvSpPr>
                <a:spLocks noChangeShapeType="1"/>
              </p:cNvSpPr>
              <p:nvPr/>
            </p:nvSpPr>
            <p:spPr bwMode="auto">
              <a:xfrm flipH="1">
                <a:off x="1056" y="1920"/>
                <a:ext cx="96" cy="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5" name="Text Box 23">
              <a:extLst>
                <a:ext uri="{FF2B5EF4-FFF2-40B4-BE49-F238E27FC236}">
                  <a16:creationId xmlns:a16="http://schemas.microsoft.com/office/drawing/2014/main" id="{97630139-C120-42AB-8F89-E3C206274B4F}"/>
                </a:ext>
              </a:extLst>
            </p:cNvPr>
            <p:cNvSpPr txBox="1">
              <a:spLocks noChangeArrowheads="1"/>
            </p:cNvSpPr>
            <p:nvPr/>
          </p:nvSpPr>
          <p:spPr bwMode="auto">
            <a:xfrm>
              <a:off x="2688" y="21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a:latin typeface="Trebuchet MS" panose="020B0603020202020204" pitchFamily="34" charset="0"/>
                </a:rPr>
                <a:t>postorder</a:t>
              </a:r>
            </a:p>
          </p:txBody>
        </p:sp>
      </p:grpSp>
      <p:grpSp>
        <p:nvGrpSpPr>
          <p:cNvPr id="28" name="Group 120">
            <a:extLst>
              <a:ext uri="{FF2B5EF4-FFF2-40B4-BE49-F238E27FC236}">
                <a16:creationId xmlns:a16="http://schemas.microsoft.com/office/drawing/2014/main" id="{C3C9ECC7-67BB-49A2-B91F-789476A2EC95}"/>
              </a:ext>
            </a:extLst>
          </p:cNvPr>
          <p:cNvGrpSpPr>
            <a:grpSpLocks/>
          </p:cNvGrpSpPr>
          <p:nvPr/>
        </p:nvGrpSpPr>
        <p:grpSpPr bwMode="auto">
          <a:xfrm>
            <a:off x="1229678" y="4800600"/>
            <a:ext cx="2290762" cy="1371600"/>
            <a:chOff x="621" y="2832"/>
            <a:chExt cx="1443" cy="864"/>
          </a:xfrm>
        </p:grpSpPr>
        <p:sp>
          <p:nvSpPr>
            <p:cNvPr id="29" name="Oval 24">
              <a:extLst>
                <a:ext uri="{FF2B5EF4-FFF2-40B4-BE49-F238E27FC236}">
                  <a16:creationId xmlns:a16="http://schemas.microsoft.com/office/drawing/2014/main" id="{19F7ED52-0B82-4C11-9E00-249DBCD959C3}"/>
                </a:ext>
              </a:extLst>
            </p:cNvPr>
            <p:cNvSpPr>
              <a:spLocks noChangeArrowheads="1"/>
            </p:cNvSpPr>
            <p:nvPr/>
          </p:nvSpPr>
          <p:spPr bwMode="auto">
            <a:xfrm>
              <a:off x="134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30" name="Oval 25">
              <a:extLst>
                <a:ext uri="{FF2B5EF4-FFF2-40B4-BE49-F238E27FC236}">
                  <a16:creationId xmlns:a16="http://schemas.microsoft.com/office/drawing/2014/main" id="{0EA07759-0C9E-45A5-9A23-4D279D0678F2}"/>
                </a:ext>
              </a:extLst>
            </p:cNvPr>
            <p:cNvSpPr>
              <a:spLocks noChangeArrowheads="1"/>
            </p:cNvSpPr>
            <p:nvPr/>
          </p:nvSpPr>
          <p:spPr bwMode="auto">
            <a:xfrm>
              <a:off x="91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dirty="0">
                  <a:latin typeface="Trebuchet MS" panose="020B0603020202020204" pitchFamily="34" charset="0"/>
                </a:rPr>
                <a:t>B</a:t>
              </a:r>
            </a:p>
          </p:txBody>
        </p:sp>
        <p:sp>
          <p:nvSpPr>
            <p:cNvPr id="31" name="Oval 26">
              <a:extLst>
                <a:ext uri="{FF2B5EF4-FFF2-40B4-BE49-F238E27FC236}">
                  <a16:creationId xmlns:a16="http://schemas.microsoft.com/office/drawing/2014/main" id="{C9861B6D-684C-45A0-ADE0-25320527C72A}"/>
                </a:ext>
              </a:extLst>
            </p:cNvPr>
            <p:cNvSpPr>
              <a:spLocks noChangeArrowheads="1"/>
            </p:cNvSpPr>
            <p:nvPr/>
          </p:nvSpPr>
          <p:spPr bwMode="auto">
            <a:xfrm>
              <a:off x="168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32" name="Oval 27">
              <a:extLst>
                <a:ext uri="{FF2B5EF4-FFF2-40B4-BE49-F238E27FC236}">
                  <a16:creationId xmlns:a16="http://schemas.microsoft.com/office/drawing/2014/main" id="{22CEFF0C-072F-4E7D-9097-ED97FF98F1C2}"/>
                </a:ext>
              </a:extLst>
            </p:cNvPr>
            <p:cNvSpPr>
              <a:spLocks noChangeArrowheads="1"/>
            </p:cNvSpPr>
            <p:nvPr/>
          </p:nvSpPr>
          <p:spPr bwMode="auto">
            <a:xfrm>
              <a:off x="72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33" name="Oval 28">
              <a:extLst>
                <a:ext uri="{FF2B5EF4-FFF2-40B4-BE49-F238E27FC236}">
                  <a16:creationId xmlns:a16="http://schemas.microsoft.com/office/drawing/2014/main" id="{0B66BDF6-05FD-40B8-BC6C-728574F181D8}"/>
                </a:ext>
              </a:extLst>
            </p:cNvPr>
            <p:cNvSpPr>
              <a:spLocks noChangeArrowheads="1"/>
            </p:cNvSpPr>
            <p:nvPr/>
          </p:nvSpPr>
          <p:spPr bwMode="auto">
            <a:xfrm>
              <a:off x="11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34" name="Oval 29">
              <a:extLst>
                <a:ext uri="{FF2B5EF4-FFF2-40B4-BE49-F238E27FC236}">
                  <a16:creationId xmlns:a16="http://schemas.microsoft.com/office/drawing/2014/main" id="{73F98B71-065B-4047-BC92-F6F55422BC28}"/>
                </a:ext>
              </a:extLst>
            </p:cNvPr>
            <p:cNvSpPr>
              <a:spLocks noChangeArrowheads="1"/>
            </p:cNvSpPr>
            <p:nvPr/>
          </p:nvSpPr>
          <p:spPr bwMode="auto">
            <a:xfrm>
              <a:off x="14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35" name="Oval 30">
              <a:extLst>
                <a:ext uri="{FF2B5EF4-FFF2-40B4-BE49-F238E27FC236}">
                  <a16:creationId xmlns:a16="http://schemas.microsoft.com/office/drawing/2014/main" id="{9B341781-8401-4784-8E65-48ED853471A3}"/>
                </a:ext>
              </a:extLst>
            </p:cNvPr>
            <p:cNvSpPr>
              <a:spLocks noChangeArrowheads="1"/>
            </p:cNvSpPr>
            <p:nvPr/>
          </p:nvSpPr>
          <p:spPr bwMode="auto">
            <a:xfrm>
              <a:off x="18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36" name="AutoShape 31">
              <a:extLst>
                <a:ext uri="{FF2B5EF4-FFF2-40B4-BE49-F238E27FC236}">
                  <a16:creationId xmlns:a16="http://schemas.microsoft.com/office/drawing/2014/main" id="{573303F1-6E76-41C4-AA00-630D9DE292C4}"/>
                </a:ext>
              </a:extLst>
            </p:cNvPr>
            <p:cNvCxnSpPr>
              <a:cxnSpLocks noChangeShapeType="1"/>
              <a:stCxn id="29" idx="3"/>
              <a:endCxn id="30" idx="7"/>
            </p:cNvCxnSpPr>
            <p:nvPr/>
          </p:nvCxnSpPr>
          <p:spPr bwMode="auto">
            <a:xfrm flipH="1">
              <a:off x="107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32">
              <a:extLst>
                <a:ext uri="{FF2B5EF4-FFF2-40B4-BE49-F238E27FC236}">
                  <a16:creationId xmlns:a16="http://schemas.microsoft.com/office/drawing/2014/main" id="{6B45A3A6-AAC0-4566-900F-35B3117C656E}"/>
                </a:ext>
              </a:extLst>
            </p:cNvPr>
            <p:cNvCxnSpPr>
              <a:cxnSpLocks noChangeShapeType="1"/>
              <a:stCxn id="29" idx="5"/>
              <a:endCxn id="31" idx="1"/>
            </p:cNvCxnSpPr>
            <p:nvPr/>
          </p:nvCxnSpPr>
          <p:spPr bwMode="auto">
            <a:xfrm>
              <a:off x="150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3">
              <a:extLst>
                <a:ext uri="{FF2B5EF4-FFF2-40B4-BE49-F238E27FC236}">
                  <a16:creationId xmlns:a16="http://schemas.microsoft.com/office/drawing/2014/main" id="{2DEFA948-D663-49B1-B526-85A1CA9A9967}"/>
                </a:ext>
              </a:extLst>
            </p:cNvPr>
            <p:cNvCxnSpPr>
              <a:cxnSpLocks noChangeShapeType="1"/>
              <a:stCxn id="30" idx="3"/>
              <a:endCxn id="32" idx="0"/>
            </p:cNvCxnSpPr>
            <p:nvPr/>
          </p:nvCxnSpPr>
          <p:spPr bwMode="auto">
            <a:xfrm flipH="1">
              <a:off x="81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4">
              <a:extLst>
                <a:ext uri="{FF2B5EF4-FFF2-40B4-BE49-F238E27FC236}">
                  <a16:creationId xmlns:a16="http://schemas.microsoft.com/office/drawing/2014/main" id="{BD146F65-5AE8-4479-BA55-FBFA1E3A2366}"/>
                </a:ext>
              </a:extLst>
            </p:cNvPr>
            <p:cNvCxnSpPr>
              <a:cxnSpLocks noChangeShapeType="1"/>
              <a:stCxn id="30" idx="5"/>
              <a:endCxn id="33" idx="0"/>
            </p:cNvCxnSpPr>
            <p:nvPr/>
          </p:nvCxnSpPr>
          <p:spPr bwMode="auto">
            <a:xfrm>
              <a:off x="107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5">
              <a:extLst>
                <a:ext uri="{FF2B5EF4-FFF2-40B4-BE49-F238E27FC236}">
                  <a16:creationId xmlns:a16="http://schemas.microsoft.com/office/drawing/2014/main" id="{B04BDCBC-38E3-4045-A1DF-BD6CD4CE9347}"/>
                </a:ext>
              </a:extLst>
            </p:cNvPr>
            <p:cNvCxnSpPr>
              <a:cxnSpLocks noChangeShapeType="1"/>
              <a:stCxn id="31" idx="3"/>
              <a:endCxn id="34" idx="0"/>
            </p:cNvCxnSpPr>
            <p:nvPr/>
          </p:nvCxnSpPr>
          <p:spPr bwMode="auto">
            <a:xfrm flipH="1">
              <a:off x="158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36">
              <a:extLst>
                <a:ext uri="{FF2B5EF4-FFF2-40B4-BE49-F238E27FC236}">
                  <a16:creationId xmlns:a16="http://schemas.microsoft.com/office/drawing/2014/main" id="{E044A574-22C6-4CE0-BCF2-51B793C97C16}"/>
                </a:ext>
              </a:extLst>
            </p:cNvPr>
            <p:cNvCxnSpPr>
              <a:cxnSpLocks noChangeShapeType="1"/>
              <a:stCxn id="31" idx="5"/>
              <a:endCxn id="35" idx="0"/>
            </p:cNvCxnSpPr>
            <p:nvPr/>
          </p:nvCxnSpPr>
          <p:spPr bwMode="auto">
            <a:xfrm>
              <a:off x="184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37">
              <a:extLst>
                <a:ext uri="{FF2B5EF4-FFF2-40B4-BE49-F238E27FC236}">
                  <a16:creationId xmlns:a16="http://schemas.microsoft.com/office/drawing/2014/main" id="{F14F984E-17B6-4705-A354-024C71C55E52}"/>
                </a:ext>
              </a:extLst>
            </p:cNvPr>
            <p:cNvSpPr>
              <a:spLocks noChangeArrowheads="1"/>
            </p:cNvSpPr>
            <p:nvPr/>
          </p:nvSpPr>
          <p:spPr bwMode="auto">
            <a:xfrm>
              <a:off x="998" y="357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3" name="AutoShape 43">
              <a:extLst>
                <a:ext uri="{FF2B5EF4-FFF2-40B4-BE49-F238E27FC236}">
                  <a16:creationId xmlns:a16="http://schemas.microsoft.com/office/drawing/2014/main" id="{B69D02FD-D2FD-4500-99D0-4E5C301B1420}"/>
                </a:ext>
              </a:extLst>
            </p:cNvPr>
            <p:cNvCxnSpPr>
              <a:cxnSpLocks noChangeShapeType="1"/>
              <a:stCxn id="42" idx="6"/>
              <a:endCxn id="33" idx="2"/>
            </p:cNvCxnSpPr>
            <p:nvPr/>
          </p:nvCxnSpPr>
          <p:spPr bwMode="auto">
            <a:xfrm>
              <a:off x="1053"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44">
              <a:extLst>
                <a:ext uri="{FF2B5EF4-FFF2-40B4-BE49-F238E27FC236}">
                  <a16:creationId xmlns:a16="http://schemas.microsoft.com/office/drawing/2014/main" id="{D320361C-F80F-47A8-9EFF-9C090ACD3346}"/>
                </a:ext>
              </a:extLst>
            </p:cNvPr>
            <p:cNvSpPr>
              <a:spLocks noChangeArrowheads="1"/>
            </p:cNvSpPr>
            <p:nvPr/>
          </p:nvSpPr>
          <p:spPr bwMode="auto">
            <a:xfrm>
              <a:off x="1387" y="3567"/>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5" name="AutoShape 45">
              <a:extLst>
                <a:ext uri="{FF2B5EF4-FFF2-40B4-BE49-F238E27FC236}">
                  <a16:creationId xmlns:a16="http://schemas.microsoft.com/office/drawing/2014/main" id="{DE261F78-19F5-4E00-8AB2-2509D5DE3775}"/>
                </a:ext>
              </a:extLst>
            </p:cNvPr>
            <p:cNvCxnSpPr>
              <a:cxnSpLocks noChangeShapeType="1"/>
              <a:stCxn id="44" idx="6"/>
            </p:cNvCxnSpPr>
            <p:nvPr/>
          </p:nvCxnSpPr>
          <p:spPr bwMode="auto">
            <a:xfrm>
              <a:off x="1442" y="3591"/>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AutoShape 46">
              <a:extLst>
                <a:ext uri="{FF2B5EF4-FFF2-40B4-BE49-F238E27FC236}">
                  <a16:creationId xmlns:a16="http://schemas.microsoft.com/office/drawing/2014/main" id="{C9A899F5-3099-42FC-A5EF-F2F199775154}"/>
                </a:ext>
              </a:extLst>
            </p:cNvPr>
            <p:cNvSpPr>
              <a:spLocks noChangeArrowheads="1"/>
            </p:cNvSpPr>
            <p:nvPr/>
          </p:nvSpPr>
          <p:spPr bwMode="auto">
            <a:xfrm>
              <a:off x="1773" y="356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7" name="AutoShape 47">
              <a:extLst>
                <a:ext uri="{FF2B5EF4-FFF2-40B4-BE49-F238E27FC236}">
                  <a16:creationId xmlns:a16="http://schemas.microsoft.com/office/drawing/2014/main" id="{D2037FA6-E945-44D9-8244-7F2227887938}"/>
                </a:ext>
              </a:extLst>
            </p:cNvPr>
            <p:cNvCxnSpPr>
              <a:cxnSpLocks noChangeShapeType="1"/>
              <a:stCxn id="46" idx="6"/>
            </p:cNvCxnSpPr>
            <p:nvPr/>
          </p:nvCxnSpPr>
          <p:spPr bwMode="auto">
            <a:xfrm>
              <a:off x="1828" y="358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48">
              <a:extLst>
                <a:ext uri="{FF2B5EF4-FFF2-40B4-BE49-F238E27FC236}">
                  <a16:creationId xmlns:a16="http://schemas.microsoft.com/office/drawing/2014/main" id="{2C99BCDC-2BA6-439C-9D18-5DB1CD8EA31B}"/>
                </a:ext>
              </a:extLst>
            </p:cNvPr>
            <p:cNvSpPr>
              <a:spLocks noChangeArrowheads="1"/>
            </p:cNvSpPr>
            <p:nvPr/>
          </p:nvSpPr>
          <p:spPr bwMode="auto">
            <a:xfrm>
              <a:off x="621"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9" name="AutoShape 49">
              <a:extLst>
                <a:ext uri="{FF2B5EF4-FFF2-40B4-BE49-F238E27FC236}">
                  <a16:creationId xmlns:a16="http://schemas.microsoft.com/office/drawing/2014/main" id="{DCA289D1-D334-4FC9-88F9-538914D97191}"/>
                </a:ext>
              </a:extLst>
            </p:cNvPr>
            <p:cNvCxnSpPr>
              <a:cxnSpLocks noChangeShapeType="1"/>
              <a:stCxn id="48" idx="6"/>
            </p:cNvCxnSpPr>
            <p:nvPr/>
          </p:nvCxnSpPr>
          <p:spPr bwMode="auto">
            <a:xfrm>
              <a:off x="676" y="3596"/>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0">
              <a:extLst>
                <a:ext uri="{FF2B5EF4-FFF2-40B4-BE49-F238E27FC236}">
                  <a16:creationId xmlns:a16="http://schemas.microsoft.com/office/drawing/2014/main" id="{2A33275B-0BDD-4BFA-BE5E-23C3070EF524}"/>
                </a:ext>
              </a:extLst>
            </p:cNvPr>
            <p:cNvSpPr>
              <a:spLocks noChangeArrowheads="1"/>
            </p:cNvSpPr>
            <p:nvPr/>
          </p:nvSpPr>
          <p:spPr bwMode="auto">
            <a:xfrm>
              <a:off x="1581" y="324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1" name="AutoShape 51">
              <a:extLst>
                <a:ext uri="{FF2B5EF4-FFF2-40B4-BE49-F238E27FC236}">
                  <a16:creationId xmlns:a16="http://schemas.microsoft.com/office/drawing/2014/main" id="{ADC62879-1371-47E5-BC41-6CB70A2DBDE3}"/>
                </a:ext>
              </a:extLst>
            </p:cNvPr>
            <p:cNvCxnSpPr>
              <a:cxnSpLocks noChangeShapeType="1"/>
              <a:stCxn id="50" idx="6"/>
            </p:cNvCxnSpPr>
            <p:nvPr/>
          </p:nvCxnSpPr>
          <p:spPr bwMode="auto">
            <a:xfrm>
              <a:off x="1636" y="326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AutoShape 52">
              <a:extLst>
                <a:ext uri="{FF2B5EF4-FFF2-40B4-BE49-F238E27FC236}">
                  <a16:creationId xmlns:a16="http://schemas.microsoft.com/office/drawing/2014/main" id="{F193E7EF-2E4E-4862-9C18-92B6DD3E7FF9}"/>
                </a:ext>
              </a:extLst>
            </p:cNvPr>
            <p:cNvSpPr>
              <a:spLocks noChangeArrowheads="1"/>
            </p:cNvSpPr>
            <p:nvPr/>
          </p:nvSpPr>
          <p:spPr bwMode="auto">
            <a:xfrm>
              <a:off x="1245" y="2903"/>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3" name="AutoShape 53">
              <a:extLst>
                <a:ext uri="{FF2B5EF4-FFF2-40B4-BE49-F238E27FC236}">
                  <a16:creationId xmlns:a16="http://schemas.microsoft.com/office/drawing/2014/main" id="{162C3B4F-083F-42FE-B12C-DE1D264B87AB}"/>
                </a:ext>
              </a:extLst>
            </p:cNvPr>
            <p:cNvCxnSpPr>
              <a:cxnSpLocks noChangeShapeType="1"/>
              <a:stCxn id="52" idx="6"/>
            </p:cNvCxnSpPr>
            <p:nvPr/>
          </p:nvCxnSpPr>
          <p:spPr bwMode="auto">
            <a:xfrm>
              <a:off x="1300" y="2927"/>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54">
              <a:extLst>
                <a:ext uri="{FF2B5EF4-FFF2-40B4-BE49-F238E27FC236}">
                  <a16:creationId xmlns:a16="http://schemas.microsoft.com/office/drawing/2014/main" id="{8F133A81-4E99-46C8-A965-FC109A52D51C}"/>
                </a:ext>
              </a:extLst>
            </p:cNvPr>
            <p:cNvSpPr>
              <a:spLocks noChangeArrowheads="1"/>
            </p:cNvSpPr>
            <p:nvPr/>
          </p:nvSpPr>
          <p:spPr bwMode="auto">
            <a:xfrm>
              <a:off x="808" y="324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55" name="AutoShape 55">
              <a:extLst>
                <a:ext uri="{FF2B5EF4-FFF2-40B4-BE49-F238E27FC236}">
                  <a16:creationId xmlns:a16="http://schemas.microsoft.com/office/drawing/2014/main" id="{C28ECFA3-488D-4C06-A045-C92C3821D75E}"/>
                </a:ext>
              </a:extLst>
            </p:cNvPr>
            <p:cNvCxnSpPr>
              <a:cxnSpLocks noChangeShapeType="1"/>
              <a:stCxn id="54" idx="6"/>
            </p:cNvCxnSpPr>
            <p:nvPr/>
          </p:nvCxnSpPr>
          <p:spPr bwMode="auto">
            <a:xfrm>
              <a:off x="863" y="3268"/>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6" name="Group 124">
            <a:extLst>
              <a:ext uri="{FF2B5EF4-FFF2-40B4-BE49-F238E27FC236}">
                <a16:creationId xmlns:a16="http://schemas.microsoft.com/office/drawing/2014/main" id="{92A78123-403C-416A-83AC-93A4E527E7B0}"/>
              </a:ext>
            </a:extLst>
          </p:cNvPr>
          <p:cNvGrpSpPr>
            <a:grpSpLocks/>
          </p:cNvGrpSpPr>
          <p:nvPr/>
        </p:nvGrpSpPr>
        <p:grpSpPr bwMode="auto">
          <a:xfrm>
            <a:off x="6339840" y="4800600"/>
            <a:ext cx="2292350" cy="1371600"/>
            <a:chOff x="3840" y="2832"/>
            <a:chExt cx="1444" cy="864"/>
          </a:xfrm>
        </p:grpSpPr>
        <p:sp>
          <p:nvSpPr>
            <p:cNvPr id="57" name="Oval 69">
              <a:extLst>
                <a:ext uri="{FF2B5EF4-FFF2-40B4-BE49-F238E27FC236}">
                  <a16:creationId xmlns:a16="http://schemas.microsoft.com/office/drawing/2014/main" id="{B3FFF215-4FBA-420A-8BFB-7D862A47E377}"/>
                </a:ext>
              </a:extLst>
            </p:cNvPr>
            <p:cNvSpPr>
              <a:spLocks noChangeArrowheads="1"/>
            </p:cNvSpPr>
            <p:nvPr/>
          </p:nvSpPr>
          <p:spPr bwMode="auto">
            <a:xfrm>
              <a:off x="4464"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58" name="Oval 70">
              <a:extLst>
                <a:ext uri="{FF2B5EF4-FFF2-40B4-BE49-F238E27FC236}">
                  <a16:creationId xmlns:a16="http://schemas.microsoft.com/office/drawing/2014/main" id="{9FA5AE70-E6E4-44CD-A732-B76D055F9AB6}"/>
                </a:ext>
              </a:extLst>
            </p:cNvPr>
            <p:cNvSpPr>
              <a:spLocks noChangeArrowheads="1"/>
            </p:cNvSpPr>
            <p:nvPr/>
          </p:nvSpPr>
          <p:spPr bwMode="auto">
            <a:xfrm>
              <a:off x="4032"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59" name="Oval 71">
              <a:extLst>
                <a:ext uri="{FF2B5EF4-FFF2-40B4-BE49-F238E27FC236}">
                  <a16:creationId xmlns:a16="http://schemas.microsoft.com/office/drawing/2014/main" id="{FB4B66A6-EE9E-4B70-A254-B5C8DA9734B8}"/>
                </a:ext>
              </a:extLst>
            </p:cNvPr>
            <p:cNvSpPr>
              <a:spLocks noChangeArrowheads="1"/>
            </p:cNvSpPr>
            <p:nvPr/>
          </p:nvSpPr>
          <p:spPr bwMode="auto">
            <a:xfrm>
              <a:off x="4800"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60" name="Oval 72">
              <a:extLst>
                <a:ext uri="{FF2B5EF4-FFF2-40B4-BE49-F238E27FC236}">
                  <a16:creationId xmlns:a16="http://schemas.microsoft.com/office/drawing/2014/main" id="{5012DED9-69A5-4539-AF73-67687957F34A}"/>
                </a:ext>
              </a:extLst>
            </p:cNvPr>
            <p:cNvSpPr>
              <a:spLocks noChangeArrowheads="1"/>
            </p:cNvSpPr>
            <p:nvPr/>
          </p:nvSpPr>
          <p:spPr bwMode="auto">
            <a:xfrm>
              <a:off x="3840"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61" name="Oval 73">
              <a:extLst>
                <a:ext uri="{FF2B5EF4-FFF2-40B4-BE49-F238E27FC236}">
                  <a16:creationId xmlns:a16="http://schemas.microsoft.com/office/drawing/2014/main" id="{6928053F-1C92-448E-8148-8FF4D059578D}"/>
                </a:ext>
              </a:extLst>
            </p:cNvPr>
            <p:cNvSpPr>
              <a:spLocks noChangeArrowheads="1"/>
            </p:cNvSpPr>
            <p:nvPr/>
          </p:nvSpPr>
          <p:spPr bwMode="auto">
            <a:xfrm>
              <a:off x="422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62" name="Oval 74">
              <a:extLst>
                <a:ext uri="{FF2B5EF4-FFF2-40B4-BE49-F238E27FC236}">
                  <a16:creationId xmlns:a16="http://schemas.microsoft.com/office/drawing/2014/main" id="{FF281510-7A8A-451C-AD41-0E09FAB5AD1C}"/>
                </a:ext>
              </a:extLst>
            </p:cNvPr>
            <p:cNvSpPr>
              <a:spLocks noChangeArrowheads="1"/>
            </p:cNvSpPr>
            <p:nvPr/>
          </p:nvSpPr>
          <p:spPr bwMode="auto">
            <a:xfrm>
              <a:off x="460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63" name="Oval 75">
              <a:extLst>
                <a:ext uri="{FF2B5EF4-FFF2-40B4-BE49-F238E27FC236}">
                  <a16:creationId xmlns:a16="http://schemas.microsoft.com/office/drawing/2014/main" id="{BE81BDE2-D220-4EF9-82D2-FDDFA8BE28D1}"/>
                </a:ext>
              </a:extLst>
            </p:cNvPr>
            <p:cNvSpPr>
              <a:spLocks noChangeArrowheads="1"/>
            </p:cNvSpPr>
            <p:nvPr/>
          </p:nvSpPr>
          <p:spPr bwMode="auto">
            <a:xfrm>
              <a:off x="499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64" name="AutoShape 76">
              <a:extLst>
                <a:ext uri="{FF2B5EF4-FFF2-40B4-BE49-F238E27FC236}">
                  <a16:creationId xmlns:a16="http://schemas.microsoft.com/office/drawing/2014/main" id="{47EB6FAD-7698-409C-A566-374EF20AE638}"/>
                </a:ext>
              </a:extLst>
            </p:cNvPr>
            <p:cNvCxnSpPr>
              <a:cxnSpLocks noChangeShapeType="1"/>
              <a:stCxn id="57" idx="3"/>
              <a:endCxn id="58" idx="7"/>
            </p:cNvCxnSpPr>
            <p:nvPr/>
          </p:nvCxnSpPr>
          <p:spPr bwMode="auto">
            <a:xfrm flipH="1">
              <a:off x="4196"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AutoShape 77">
              <a:extLst>
                <a:ext uri="{FF2B5EF4-FFF2-40B4-BE49-F238E27FC236}">
                  <a16:creationId xmlns:a16="http://schemas.microsoft.com/office/drawing/2014/main" id="{83BC089A-B026-47BB-A61C-D0AA88811646}"/>
                </a:ext>
              </a:extLst>
            </p:cNvPr>
            <p:cNvCxnSpPr>
              <a:cxnSpLocks noChangeShapeType="1"/>
              <a:stCxn id="57" idx="5"/>
              <a:endCxn id="59" idx="1"/>
            </p:cNvCxnSpPr>
            <p:nvPr/>
          </p:nvCxnSpPr>
          <p:spPr bwMode="auto">
            <a:xfrm>
              <a:off x="4628"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AutoShape 78">
              <a:extLst>
                <a:ext uri="{FF2B5EF4-FFF2-40B4-BE49-F238E27FC236}">
                  <a16:creationId xmlns:a16="http://schemas.microsoft.com/office/drawing/2014/main" id="{295BF5F7-0EE4-40B8-AE65-9BA7D3D95B91}"/>
                </a:ext>
              </a:extLst>
            </p:cNvPr>
            <p:cNvCxnSpPr>
              <a:cxnSpLocks noChangeShapeType="1"/>
              <a:stCxn id="58" idx="3"/>
              <a:endCxn id="60" idx="0"/>
            </p:cNvCxnSpPr>
            <p:nvPr/>
          </p:nvCxnSpPr>
          <p:spPr bwMode="auto">
            <a:xfrm flipH="1">
              <a:off x="393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79">
              <a:extLst>
                <a:ext uri="{FF2B5EF4-FFF2-40B4-BE49-F238E27FC236}">
                  <a16:creationId xmlns:a16="http://schemas.microsoft.com/office/drawing/2014/main" id="{A67DF294-E5BD-42F8-AAD4-34654CA5FC9E}"/>
                </a:ext>
              </a:extLst>
            </p:cNvPr>
            <p:cNvCxnSpPr>
              <a:cxnSpLocks noChangeShapeType="1"/>
              <a:stCxn id="58" idx="5"/>
              <a:endCxn id="61" idx="0"/>
            </p:cNvCxnSpPr>
            <p:nvPr/>
          </p:nvCxnSpPr>
          <p:spPr bwMode="auto">
            <a:xfrm>
              <a:off x="4196"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80">
              <a:extLst>
                <a:ext uri="{FF2B5EF4-FFF2-40B4-BE49-F238E27FC236}">
                  <a16:creationId xmlns:a16="http://schemas.microsoft.com/office/drawing/2014/main" id="{E175E61B-9455-4BBF-A416-6895A452383A}"/>
                </a:ext>
              </a:extLst>
            </p:cNvPr>
            <p:cNvCxnSpPr>
              <a:cxnSpLocks noChangeShapeType="1"/>
              <a:stCxn id="59" idx="3"/>
              <a:endCxn id="62" idx="0"/>
            </p:cNvCxnSpPr>
            <p:nvPr/>
          </p:nvCxnSpPr>
          <p:spPr bwMode="auto">
            <a:xfrm flipH="1">
              <a:off x="470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81">
              <a:extLst>
                <a:ext uri="{FF2B5EF4-FFF2-40B4-BE49-F238E27FC236}">
                  <a16:creationId xmlns:a16="http://schemas.microsoft.com/office/drawing/2014/main" id="{2114740E-BB64-41A5-8424-3C89A82513BE}"/>
                </a:ext>
              </a:extLst>
            </p:cNvPr>
            <p:cNvCxnSpPr>
              <a:cxnSpLocks noChangeShapeType="1"/>
              <a:stCxn id="59" idx="5"/>
              <a:endCxn id="63" idx="0"/>
            </p:cNvCxnSpPr>
            <p:nvPr/>
          </p:nvCxnSpPr>
          <p:spPr bwMode="auto">
            <a:xfrm>
              <a:off x="4964"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AutoShape 82">
              <a:extLst>
                <a:ext uri="{FF2B5EF4-FFF2-40B4-BE49-F238E27FC236}">
                  <a16:creationId xmlns:a16="http://schemas.microsoft.com/office/drawing/2014/main" id="{5FAD1AF5-0E85-4963-A5FF-9BBCBA8FC835}"/>
                </a:ext>
              </a:extLst>
            </p:cNvPr>
            <p:cNvSpPr>
              <a:spLocks noChangeArrowheads="1"/>
            </p:cNvSpPr>
            <p:nvPr/>
          </p:nvSpPr>
          <p:spPr bwMode="auto">
            <a:xfrm flipH="1">
              <a:off x="4707" y="2900"/>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1" name="AutoShape 83">
              <a:extLst>
                <a:ext uri="{FF2B5EF4-FFF2-40B4-BE49-F238E27FC236}">
                  <a16:creationId xmlns:a16="http://schemas.microsoft.com/office/drawing/2014/main" id="{49248391-9B68-42B3-A894-38D94DCB3CA3}"/>
                </a:ext>
              </a:extLst>
            </p:cNvPr>
            <p:cNvCxnSpPr>
              <a:cxnSpLocks noChangeShapeType="1"/>
              <a:stCxn id="70" idx="6"/>
            </p:cNvCxnSpPr>
            <p:nvPr/>
          </p:nvCxnSpPr>
          <p:spPr bwMode="auto">
            <a:xfrm flipH="1">
              <a:off x="4656" y="2923"/>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AutoShape 84">
              <a:extLst>
                <a:ext uri="{FF2B5EF4-FFF2-40B4-BE49-F238E27FC236}">
                  <a16:creationId xmlns:a16="http://schemas.microsoft.com/office/drawing/2014/main" id="{C39CB252-8F55-4AA5-AE2B-D2C69BEAF1A9}"/>
                </a:ext>
              </a:extLst>
            </p:cNvPr>
            <p:cNvSpPr>
              <a:spLocks noChangeArrowheads="1"/>
            </p:cNvSpPr>
            <p:nvPr/>
          </p:nvSpPr>
          <p:spPr bwMode="auto">
            <a:xfrm flipH="1">
              <a:off x="4275" y="323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3" name="AutoShape 85">
              <a:extLst>
                <a:ext uri="{FF2B5EF4-FFF2-40B4-BE49-F238E27FC236}">
                  <a16:creationId xmlns:a16="http://schemas.microsoft.com/office/drawing/2014/main" id="{CAB9B1DE-DB1D-4A27-8CE5-560E969E653D}"/>
                </a:ext>
              </a:extLst>
            </p:cNvPr>
            <p:cNvCxnSpPr>
              <a:cxnSpLocks noChangeShapeType="1"/>
              <a:stCxn id="72" idx="6"/>
            </p:cNvCxnSpPr>
            <p:nvPr/>
          </p:nvCxnSpPr>
          <p:spPr bwMode="auto">
            <a:xfrm flipH="1">
              <a:off x="4224" y="325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AutoShape 86">
              <a:extLst>
                <a:ext uri="{FF2B5EF4-FFF2-40B4-BE49-F238E27FC236}">
                  <a16:creationId xmlns:a16="http://schemas.microsoft.com/office/drawing/2014/main" id="{8AB261C4-9534-4AF5-9E5C-154C75EF9A34}"/>
                </a:ext>
              </a:extLst>
            </p:cNvPr>
            <p:cNvSpPr>
              <a:spLocks noChangeArrowheads="1"/>
            </p:cNvSpPr>
            <p:nvPr/>
          </p:nvSpPr>
          <p:spPr bwMode="auto">
            <a:xfrm flipH="1">
              <a:off x="5045" y="3249"/>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5" name="AutoShape 87">
              <a:extLst>
                <a:ext uri="{FF2B5EF4-FFF2-40B4-BE49-F238E27FC236}">
                  <a16:creationId xmlns:a16="http://schemas.microsoft.com/office/drawing/2014/main" id="{33F67843-A8C8-4519-88AE-17B61C41A4AD}"/>
                </a:ext>
              </a:extLst>
            </p:cNvPr>
            <p:cNvCxnSpPr>
              <a:cxnSpLocks noChangeShapeType="1"/>
              <a:stCxn id="74" idx="6"/>
            </p:cNvCxnSpPr>
            <p:nvPr/>
          </p:nvCxnSpPr>
          <p:spPr bwMode="auto">
            <a:xfrm flipH="1">
              <a:off x="4994" y="3272"/>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AutoShape 88">
              <a:extLst>
                <a:ext uri="{FF2B5EF4-FFF2-40B4-BE49-F238E27FC236}">
                  <a16:creationId xmlns:a16="http://schemas.microsoft.com/office/drawing/2014/main" id="{2D87CAB4-93ED-40D2-B9FB-7107ED259D5D}"/>
                </a:ext>
              </a:extLst>
            </p:cNvPr>
            <p:cNvSpPr>
              <a:spLocks noChangeArrowheads="1"/>
            </p:cNvSpPr>
            <p:nvPr/>
          </p:nvSpPr>
          <p:spPr bwMode="auto">
            <a:xfrm flipH="1">
              <a:off x="4084" y="3572"/>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7" name="AutoShape 89">
              <a:extLst>
                <a:ext uri="{FF2B5EF4-FFF2-40B4-BE49-F238E27FC236}">
                  <a16:creationId xmlns:a16="http://schemas.microsoft.com/office/drawing/2014/main" id="{E6A7E440-E1A7-4505-B5D3-47E8B9A4BA24}"/>
                </a:ext>
              </a:extLst>
            </p:cNvPr>
            <p:cNvCxnSpPr>
              <a:cxnSpLocks noChangeShapeType="1"/>
              <a:stCxn id="76" idx="6"/>
            </p:cNvCxnSpPr>
            <p:nvPr/>
          </p:nvCxnSpPr>
          <p:spPr bwMode="auto">
            <a:xfrm flipH="1">
              <a:off x="4033" y="3595"/>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AutoShape 90">
              <a:extLst>
                <a:ext uri="{FF2B5EF4-FFF2-40B4-BE49-F238E27FC236}">
                  <a16:creationId xmlns:a16="http://schemas.microsoft.com/office/drawing/2014/main" id="{A6FE1C20-602A-45F4-934C-97DA29513E57}"/>
                </a:ext>
              </a:extLst>
            </p:cNvPr>
            <p:cNvSpPr>
              <a:spLocks noChangeArrowheads="1"/>
            </p:cNvSpPr>
            <p:nvPr/>
          </p:nvSpPr>
          <p:spPr bwMode="auto">
            <a:xfrm flipH="1">
              <a:off x="4464" y="357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79" name="AutoShape 91">
              <a:extLst>
                <a:ext uri="{FF2B5EF4-FFF2-40B4-BE49-F238E27FC236}">
                  <a16:creationId xmlns:a16="http://schemas.microsoft.com/office/drawing/2014/main" id="{A0121687-B464-4995-B240-F1A3749710D5}"/>
                </a:ext>
              </a:extLst>
            </p:cNvPr>
            <p:cNvCxnSpPr>
              <a:cxnSpLocks noChangeShapeType="1"/>
              <a:stCxn id="78" idx="6"/>
            </p:cNvCxnSpPr>
            <p:nvPr/>
          </p:nvCxnSpPr>
          <p:spPr bwMode="auto">
            <a:xfrm flipH="1">
              <a:off x="4413" y="3594"/>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92">
              <a:extLst>
                <a:ext uri="{FF2B5EF4-FFF2-40B4-BE49-F238E27FC236}">
                  <a16:creationId xmlns:a16="http://schemas.microsoft.com/office/drawing/2014/main" id="{24BEFBB9-524E-4F79-9DAC-52B7AFCDEC26}"/>
                </a:ext>
              </a:extLst>
            </p:cNvPr>
            <p:cNvSpPr>
              <a:spLocks noChangeArrowheads="1"/>
            </p:cNvSpPr>
            <p:nvPr/>
          </p:nvSpPr>
          <p:spPr bwMode="auto">
            <a:xfrm flipH="1">
              <a:off x="4851" y="356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1" name="AutoShape 93">
              <a:extLst>
                <a:ext uri="{FF2B5EF4-FFF2-40B4-BE49-F238E27FC236}">
                  <a16:creationId xmlns:a16="http://schemas.microsoft.com/office/drawing/2014/main" id="{ABAB9F63-3E63-4EA4-9A88-7F3568BAF1C7}"/>
                </a:ext>
              </a:extLst>
            </p:cNvPr>
            <p:cNvCxnSpPr>
              <a:cxnSpLocks noChangeShapeType="1"/>
              <a:stCxn id="80" idx="6"/>
            </p:cNvCxnSpPr>
            <p:nvPr/>
          </p:nvCxnSpPr>
          <p:spPr bwMode="auto">
            <a:xfrm flipH="1">
              <a:off x="4800" y="358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AutoShape 94">
              <a:extLst>
                <a:ext uri="{FF2B5EF4-FFF2-40B4-BE49-F238E27FC236}">
                  <a16:creationId xmlns:a16="http://schemas.microsoft.com/office/drawing/2014/main" id="{720BE973-C442-47B9-8C51-961F7D674330}"/>
                </a:ext>
              </a:extLst>
            </p:cNvPr>
            <p:cNvSpPr>
              <a:spLocks noChangeArrowheads="1"/>
            </p:cNvSpPr>
            <p:nvPr/>
          </p:nvSpPr>
          <p:spPr bwMode="auto">
            <a:xfrm flipH="1">
              <a:off x="5236" y="357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83" name="AutoShape 95">
              <a:extLst>
                <a:ext uri="{FF2B5EF4-FFF2-40B4-BE49-F238E27FC236}">
                  <a16:creationId xmlns:a16="http://schemas.microsoft.com/office/drawing/2014/main" id="{C4CF4743-3451-4F2C-9F60-AF9B640FFAE2}"/>
                </a:ext>
              </a:extLst>
            </p:cNvPr>
            <p:cNvCxnSpPr>
              <a:cxnSpLocks noChangeShapeType="1"/>
              <a:stCxn id="82" idx="6"/>
            </p:cNvCxnSpPr>
            <p:nvPr/>
          </p:nvCxnSpPr>
          <p:spPr bwMode="auto">
            <a:xfrm flipH="1">
              <a:off x="5185" y="3599"/>
              <a:ext cx="44" cy="1"/>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4" name="Group 122">
            <a:extLst>
              <a:ext uri="{FF2B5EF4-FFF2-40B4-BE49-F238E27FC236}">
                <a16:creationId xmlns:a16="http://schemas.microsoft.com/office/drawing/2014/main" id="{1E07820A-7EB9-4213-B27C-24DA5FC8FEA9}"/>
              </a:ext>
            </a:extLst>
          </p:cNvPr>
          <p:cNvGrpSpPr>
            <a:grpSpLocks/>
          </p:cNvGrpSpPr>
          <p:nvPr/>
        </p:nvGrpSpPr>
        <p:grpSpPr bwMode="auto">
          <a:xfrm>
            <a:off x="3901440" y="4805364"/>
            <a:ext cx="2133600" cy="1557337"/>
            <a:chOff x="2304" y="2832"/>
            <a:chExt cx="1344" cy="981"/>
          </a:xfrm>
        </p:grpSpPr>
        <p:sp>
          <p:nvSpPr>
            <p:cNvPr id="85" name="Oval 56">
              <a:extLst>
                <a:ext uri="{FF2B5EF4-FFF2-40B4-BE49-F238E27FC236}">
                  <a16:creationId xmlns:a16="http://schemas.microsoft.com/office/drawing/2014/main" id="{C2DE48E0-001E-4659-9C65-3DEB04C54917}"/>
                </a:ext>
              </a:extLst>
            </p:cNvPr>
            <p:cNvSpPr>
              <a:spLocks noChangeArrowheads="1"/>
            </p:cNvSpPr>
            <p:nvPr/>
          </p:nvSpPr>
          <p:spPr bwMode="auto">
            <a:xfrm>
              <a:off x="2928" y="2832"/>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A</a:t>
              </a:r>
            </a:p>
          </p:txBody>
        </p:sp>
        <p:sp>
          <p:nvSpPr>
            <p:cNvPr id="86" name="Oval 57">
              <a:extLst>
                <a:ext uri="{FF2B5EF4-FFF2-40B4-BE49-F238E27FC236}">
                  <a16:creationId xmlns:a16="http://schemas.microsoft.com/office/drawing/2014/main" id="{919D83C9-1F07-4830-8DC6-55491375F90D}"/>
                </a:ext>
              </a:extLst>
            </p:cNvPr>
            <p:cNvSpPr>
              <a:spLocks noChangeArrowheads="1"/>
            </p:cNvSpPr>
            <p:nvPr/>
          </p:nvSpPr>
          <p:spPr bwMode="auto">
            <a:xfrm>
              <a:off x="2496"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B</a:t>
              </a:r>
            </a:p>
          </p:txBody>
        </p:sp>
        <p:sp>
          <p:nvSpPr>
            <p:cNvPr id="87" name="Oval 58">
              <a:extLst>
                <a:ext uri="{FF2B5EF4-FFF2-40B4-BE49-F238E27FC236}">
                  <a16:creationId xmlns:a16="http://schemas.microsoft.com/office/drawing/2014/main" id="{7C2E651A-DCAA-4ECB-A88B-C381A71BA8F3}"/>
                </a:ext>
              </a:extLst>
            </p:cNvPr>
            <p:cNvSpPr>
              <a:spLocks noChangeArrowheads="1"/>
            </p:cNvSpPr>
            <p:nvPr/>
          </p:nvSpPr>
          <p:spPr bwMode="auto">
            <a:xfrm>
              <a:off x="3264" y="3168"/>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C</a:t>
              </a:r>
            </a:p>
          </p:txBody>
        </p:sp>
        <p:sp>
          <p:nvSpPr>
            <p:cNvPr id="88" name="Oval 59">
              <a:extLst>
                <a:ext uri="{FF2B5EF4-FFF2-40B4-BE49-F238E27FC236}">
                  <a16:creationId xmlns:a16="http://schemas.microsoft.com/office/drawing/2014/main" id="{68B406AC-D036-40FF-9077-518FFB6312C8}"/>
                </a:ext>
              </a:extLst>
            </p:cNvPr>
            <p:cNvSpPr>
              <a:spLocks noChangeArrowheads="1"/>
            </p:cNvSpPr>
            <p:nvPr/>
          </p:nvSpPr>
          <p:spPr bwMode="auto">
            <a:xfrm>
              <a:off x="2304"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D</a:t>
              </a:r>
            </a:p>
          </p:txBody>
        </p:sp>
        <p:sp>
          <p:nvSpPr>
            <p:cNvPr id="89" name="Oval 60">
              <a:extLst>
                <a:ext uri="{FF2B5EF4-FFF2-40B4-BE49-F238E27FC236}">
                  <a16:creationId xmlns:a16="http://schemas.microsoft.com/office/drawing/2014/main" id="{7DC0053C-5203-4FBD-B293-626CD01876CD}"/>
                </a:ext>
              </a:extLst>
            </p:cNvPr>
            <p:cNvSpPr>
              <a:spLocks noChangeArrowheads="1"/>
            </p:cNvSpPr>
            <p:nvPr/>
          </p:nvSpPr>
          <p:spPr bwMode="auto">
            <a:xfrm>
              <a:off x="2688"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E</a:t>
              </a:r>
            </a:p>
          </p:txBody>
        </p:sp>
        <p:sp>
          <p:nvSpPr>
            <p:cNvPr id="90" name="Oval 61">
              <a:extLst>
                <a:ext uri="{FF2B5EF4-FFF2-40B4-BE49-F238E27FC236}">
                  <a16:creationId xmlns:a16="http://schemas.microsoft.com/office/drawing/2014/main" id="{283DC446-B426-4B87-B394-6E59B6C7FD69}"/>
                </a:ext>
              </a:extLst>
            </p:cNvPr>
            <p:cNvSpPr>
              <a:spLocks noChangeArrowheads="1"/>
            </p:cNvSpPr>
            <p:nvPr/>
          </p:nvSpPr>
          <p:spPr bwMode="auto">
            <a:xfrm>
              <a:off x="3072"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F</a:t>
              </a:r>
            </a:p>
          </p:txBody>
        </p:sp>
        <p:sp>
          <p:nvSpPr>
            <p:cNvPr id="91" name="Oval 62">
              <a:extLst>
                <a:ext uri="{FF2B5EF4-FFF2-40B4-BE49-F238E27FC236}">
                  <a16:creationId xmlns:a16="http://schemas.microsoft.com/office/drawing/2014/main" id="{A28BFC19-3462-42A3-BD66-BAD65869CB19}"/>
                </a:ext>
              </a:extLst>
            </p:cNvPr>
            <p:cNvSpPr>
              <a:spLocks noChangeArrowheads="1"/>
            </p:cNvSpPr>
            <p:nvPr/>
          </p:nvSpPr>
          <p:spPr bwMode="auto">
            <a:xfrm>
              <a:off x="3456" y="3504"/>
              <a:ext cx="192" cy="192"/>
            </a:xfrm>
            <a:prstGeom prst="ellipse">
              <a:avLst/>
            </a:prstGeom>
            <a:noFill/>
            <a:ln w="222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2000">
                  <a:latin typeface="Trebuchet MS" panose="020B0603020202020204" pitchFamily="34" charset="0"/>
                </a:rPr>
                <a:t>G</a:t>
              </a:r>
            </a:p>
          </p:txBody>
        </p:sp>
        <p:cxnSp>
          <p:nvCxnSpPr>
            <p:cNvPr id="92" name="AutoShape 63">
              <a:extLst>
                <a:ext uri="{FF2B5EF4-FFF2-40B4-BE49-F238E27FC236}">
                  <a16:creationId xmlns:a16="http://schemas.microsoft.com/office/drawing/2014/main" id="{9056B8AE-CC75-4E0C-BF25-BE3117421917}"/>
                </a:ext>
              </a:extLst>
            </p:cNvPr>
            <p:cNvCxnSpPr>
              <a:cxnSpLocks noChangeShapeType="1"/>
              <a:stCxn id="85" idx="3"/>
              <a:endCxn id="86" idx="7"/>
            </p:cNvCxnSpPr>
            <p:nvPr/>
          </p:nvCxnSpPr>
          <p:spPr bwMode="auto">
            <a:xfrm flipH="1">
              <a:off x="2660" y="3003"/>
              <a:ext cx="296"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64">
              <a:extLst>
                <a:ext uri="{FF2B5EF4-FFF2-40B4-BE49-F238E27FC236}">
                  <a16:creationId xmlns:a16="http://schemas.microsoft.com/office/drawing/2014/main" id="{B11BFA60-A455-4330-A470-5EE2901F134D}"/>
                </a:ext>
              </a:extLst>
            </p:cNvPr>
            <p:cNvCxnSpPr>
              <a:cxnSpLocks noChangeShapeType="1"/>
              <a:stCxn id="85" idx="5"/>
              <a:endCxn id="87" idx="1"/>
            </p:cNvCxnSpPr>
            <p:nvPr/>
          </p:nvCxnSpPr>
          <p:spPr bwMode="auto">
            <a:xfrm>
              <a:off x="3092" y="3003"/>
              <a:ext cx="200" cy="186"/>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65">
              <a:extLst>
                <a:ext uri="{FF2B5EF4-FFF2-40B4-BE49-F238E27FC236}">
                  <a16:creationId xmlns:a16="http://schemas.microsoft.com/office/drawing/2014/main" id="{38D860D8-37BA-43EA-A108-0376F82B6761}"/>
                </a:ext>
              </a:extLst>
            </p:cNvPr>
            <p:cNvCxnSpPr>
              <a:cxnSpLocks noChangeShapeType="1"/>
              <a:stCxn id="86" idx="3"/>
              <a:endCxn id="88" idx="0"/>
            </p:cNvCxnSpPr>
            <p:nvPr/>
          </p:nvCxnSpPr>
          <p:spPr bwMode="auto">
            <a:xfrm flipH="1">
              <a:off x="240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AutoShape 66">
              <a:extLst>
                <a:ext uri="{FF2B5EF4-FFF2-40B4-BE49-F238E27FC236}">
                  <a16:creationId xmlns:a16="http://schemas.microsoft.com/office/drawing/2014/main" id="{639E0C6D-9E0D-44F1-BD61-497BE79B068A}"/>
                </a:ext>
              </a:extLst>
            </p:cNvPr>
            <p:cNvCxnSpPr>
              <a:cxnSpLocks noChangeShapeType="1"/>
              <a:stCxn id="86" idx="5"/>
              <a:endCxn id="89" idx="0"/>
            </p:cNvCxnSpPr>
            <p:nvPr/>
          </p:nvCxnSpPr>
          <p:spPr bwMode="auto">
            <a:xfrm>
              <a:off x="2660"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67">
              <a:extLst>
                <a:ext uri="{FF2B5EF4-FFF2-40B4-BE49-F238E27FC236}">
                  <a16:creationId xmlns:a16="http://schemas.microsoft.com/office/drawing/2014/main" id="{6FFE8ED7-5666-4922-9EF6-A95A173220EC}"/>
                </a:ext>
              </a:extLst>
            </p:cNvPr>
            <p:cNvCxnSpPr>
              <a:cxnSpLocks noChangeShapeType="1"/>
              <a:stCxn id="87" idx="3"/>
              <a:endCxn id="90" idx="0"/>
            </p:cNvCxnSpPr>
            <p:nvPr/>
          </p:nvCxnSpPr>
          <p:spPr bwMode="auto">
            <a:xfrm flipH="1">
              <a:off x="316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68">
              <a:extLst>
                <a:ext uri="{FF2B5EF4-FFF2-40B4-BE49-F238E27FC236}">
                  <a16:creationId xmlns:a16="http://schemas.microsoft.com/office/drawing/2014/main" id="{36B18998-7CB8-4F24-B2BA-4586A56D405D}"/>
                </a:ext>
              </a:extLst>
            </p:cNvPr>
            <p:cNvCxnSpPr>
              <a:cxnSpLocks noChangeShapeType="1"/>
              <a:stCxn id="87" idx="5"/>
              <a:endCxn id="91" idx="0"/>
            </p:cNvCxnSpPr>
            <p:nvPr/>
          </p:nvCxnSpPr>
          <p:spPr bwMode="auto">
            <a:xfrm>
              <a:off x="3428" y="3339"/>
              <a:ext cx="124" cy="158"/>
            </a:xfrm>
            <a:prstGeom prst="straightConnector1">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96">
              <a:extLst>
                <a:ext uri="{FF2B5EF4-FFF2-40B4-BE49-F238E27FC236}">
                  <a16:creationId xmlns:a16="http://schemas.microsoft.com/office/drawing/2014/main" id="{C4B63A0A-DB3F-46FD-B2AE-F88F6D88E6A6}"/>
                </a:ext>
              </a:extLst>
            </p:cNvPr>
            <p:cNvSpPr>
              <a:spLocks noChangeArrowheads="1"/>
            </p:cNvSpPr>
            <p:nvPr/>
          </p:nvSpPr>
          <p:spPr bwMode="auto">
            <a:xfrm rot="5400000" flipH="1">
              <a:off x="3000" y="3096"/>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99" name="AutoShape 98">
              <a:extLst>
                <a:ext uri="{FF2B5EF4-FFF2-40B4-BE49-F238E27FC236}">
                  <a16:creationId xmlns:a16="http://schemas.microsoft.com/office/drawing/2014/main" id="{B6AB897B-8B3D-4C8C-BBD8-AB7A49002F73}"/>
                </a:ext>
              </a:extLst>
            </p:cNvPr>
            <p:cNvCxnSpPr>
              <a:cxnSpLocks noChangeShapeType="1"/>
              <a:stCxn id="98" idx="6"/>
              <a:endCxn id="85" idx="4"/>
            </p:cNvCxnSpPr>
            <p:nvPr/>
          </p:nvCxnSpPr>
          <p:spPr bwMode="auto">
            <a:xfrm flipV="1">
              <a:off x="3024" y="3031"/>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AutoShape 99">
              <a:extLst>
                <a:ext uri="{FF2B5EF4-FFF2-40B4-BE49-F238E27FC236}">
                  <a16:creationId xmlns:a16="http://schemas.microsoft.com/office/drawing/2014/main" id="{30703014-CB34-4469-8AAD-A2675C0F0C6C}"/>
                </a:ext>
              </a:extLst>
            </p:cNvPr>
            <p:cNvSpPr>
              <a:spLocks noChangeArrowheads="1"/>
            </p:cNvSpPr>
            <p:nvPr/>
          </p:nvSpPr>
          <p:spPr bwMode="auto">
            <a:xfrm rot="5400000" flipH="1">
              <a:off x="2560" y="342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1" name="AutoShape 100">
              <a:extLst>
                <a:ext uri="{FF2B5EF4-FFF2-40B4-BE49-F238E27FC236}">
                  <a16:creationId xmlns:a16="http://schemas.microsoft.com/office/drawing/2014/main" id="{3A88327A-1F6C-474E-8F9B-BEBB29A200D3}"/>
                </a:ext>
              </a:extLst>
            </p:cNvPr>
            <p:cNvCxnSpPr>
              <a:cxnSpLocks noChangeShapeType="1"/>
              <a:stCxn id="100" idx="6"/>
            </p:cNvCxnSpPr>
            <p:nvPr/>
          </p:nvCxnSpPr>
          <p:spPr bwMode="auto">
            <a:xfrm flipV="1">
              <a:off x="2584" y="335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101">
              <a:extLst>
                <a:ext uri="{FF2B5EF4-FFF2-40B4-BE49-F238E27FC236}">
                  <a16:creationId xmlns:a16="http://schemas.microsoft.com/office/drawing/2014/main" id="{4DA1A7C3-B510-4418-840F-B88C044419F8}"/>
                </a:ext>
              </a:extLst>
            </p:cNvPr>
            <p:cNvSpPr>
              <a:spLocks noChangeArrowheads="1"/>
            </p:cNvSpPr>
            <p:nvPr/>
          </p:nvSpPr>
          <p:spPr bwMode="auto">
            <a:xfrm rot="5400000" flipH="1">
              <a:off x="3344" y="342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3" name="AutoShape 102">
              <a:extLst>
                <a:ext uri="{FF2B5EF4-FFF2-40B4-BE49-F238E27FC236}">
                  <a16:creationId xmlns:a16="http://schemas.microsoft.com/office/drawing/2014/main" id="{29AE9DAB-BFBC-4D14-AC8D-7DCC5BA65571}"/>
                </a:ext>
              </a:extLst>
            </p:cNvPr>
            <p:cNvCxnSpPr>
              <a:cxnSpLocks noChangeShapeType="1"/>
              <a:stCxn id="102" idx="6"/>
            </p:cNvCxnSpPr>
            <p:nvPr/>
          </p:nvCxnSpPr>
          <p:spPr bwMode="auto">
            <a:xfrm flipV="1">
              <a:off x="3368" y="335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03">
              <a:extLst>
                <a:ext uri="{FF2B5EF4-FFF2-40B4-BE49-F238E27FC236}">
                  <a16:creationId xmlns:a16="http://schemas.microsoft.com/office/drawing/2014/main" id="{A1358134-5206-43EE-8FE0-50B129BD3B84}"/>
                </a:ext>
              </a:extLst>
            </p:cNvPr>
            <p:cNvSpPr>
              <a:spLocks noChangeArrowheads="1"/>
            </p:cNvSpPr>
            <p:nvPr/>
          </p:nvSpPr>
          <p:spPr bwMode="auto">
            <a:xfrm rot="5400000" flipH="1">
              <a:off x="2380" y="3764"/>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5" name="AutoShape 104">
              <a:extLst>
                <a:ext uri="{FF2B5EF4-FFF2-40B4-BE49-F238E27FC236}">
                  <a16:creationId xmlns:a16="http://schemas.microsoft.com/office/drawing/2014/main" id="{5FFA664A-929E-45D7-BA89-F435944A60EF}"/>
                </a:ext>
              </a:extLst>
            </p:cNvPr>
            <p:cNvCxnSpPr>
              <a:cxnSpLocks noChangeShapeType="1"/>
              <a:stCxn id="104" idx="6"/>
            </p:cNvCxnSpPr>
            <p:nvPr/>
          </p:nvCxnSpPr>
          <p:spPr bwMode="auto">
            <a:xfrm flipV="1">
              <a:off x="2404" y="3699"/>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05">
              <a:extLst>
                <a:ext uri="{FF2B5EF4-FFF2-40B4-BE49-F238E27FC236}">
                  <a16:creationId xmlns:a16="http://schemas.microsoft.com/office/drawing/2014/main" id="{35C521F3-8D7E-42BB-B7C8-77BFF321ED95}"/>
                </a:ext>
              </a:extLst>
            </p:cNvPr>
            <p:cNvSpPr>
              <a:spLocks noChangeArrowheads="1"/>
            </p:cNvSpPr>
            <p:nvPr/>
          </p:nvSpPr>
          <p:spPr bwMode="auto">
            <a:xfrm rot="5400000" flipH="1">
              <a:off x="276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7" name="AutoShape 106">
              <a:extLst>
                <a:ext uri="{FF2B5EF4-FFF2-40B4-BE49-F238E27FC236}">
                  <a16:creationId xmlns:a16="http://schemas.microsoft.com/office/drawing/2014/main" id="{AC062F76-C443-47CA-A524-2190F3BE691F}"/>
                </a:ext>
              </a:extLst>
            </p:cNvPr>
            <p:cNvCxnSpPr>
              <a:cxnSpLocks noChangeShapeType="1"/>
              <a:stCxn id="106" idx="6"/>
            </p:cNvCxnSpPr>
            <p:nvPr/>
          </p:nvCxnSpPr>
          <p:spPr bwMode="auto">
            <a:xfrm flipV="1">
              <a:off x="278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107">
              <a:extLst>
                <a:ext uri="{FF2B5EF4-FFF2-40B4-BE49-F238E27FC236}">
                  <a16:creationId xmlns:a16="http://schemas.microsoft.com/office/drawing/2014/main" id="{2D97534D-9922-4AF8-94A6-D8F3D967EAE9}"/>
                </a:ext>
              </a:extLst>
            </p:cNvPr>
            <p:cNvSpPr>
              <a:spLocks noChangeArrowheads="1"/>
            </p:cNvSpPr>
            <p:nvPr/>
          </p:nvSpPr>
          <p:spPr bwMode="auto">
            <a:xfrm rot="5400000" flipH="1">
              <a:off x="3140" y="3761"/>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09" name="AutoShape 108">
              <a:extLst>
                <a:ext uri="{FF2B5EF4-FFF2-40B4-BE49-F238E27FC236}">
                  <a16:creationId xmlns:a16="http://schemas.microsoft.com/office/drawing/2014/main" id="{5CD55594-0709-41F9-B430-FD0E2364B90D}"/>
                </a:ext>
              </a:extLst>
            </p:cNvPr>
            <p:cNvCxnSpPr>
              <a:cxnSpLocks noChangeShapeType="1"/>
              <a:stCxn id="108" idx="6"/>
            </p:cNvCxnSpPr>
            <p:nvPr/>
          </p:nvCxnSpPr>
          <p:spPr bwMode="auto">
            <a:xfrm flipV="1">
              <a:off x="3164" y="3696"/>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109">
              <a:extLst>
                <a:ext uri="{FF2B5EF4-FFF2-40B4-BE49-F238E27FC236}">
                  <a16:creationId xmlns:a16="http://schemas.microsoft.com/office/drawing/2014/main" id="{2AB5DC6D-007E-4D62-8971-6F33DAAB24B0}"/>
                </a:ext>
              </a:extLst>
            </p:cNvPr>
            <p:cNvSpPr>
              <a:spLocks noChangeArrowheads="1"/>
            </p:cNvSpPr>
            <p:nvPr/>
          </p:nvSpPr>
          <p:spPr bwMode="auto">
            <a:xfrm rot="5400000" flipH="1">
              <a:off x="3536" y="3765"/>
              <a:ext cx="48" cy="48"/>
            </a:xfrm>
            <a:prstGeom prst="flowChartConnector">
              <a:avLst/>
            </a:prstGeom>
            <a:solidFill>
              <a:srgbClr val="FF0000"/>
            </a:solidFill>
            <a:ln w="222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11" name="AutoShape 110">
              <a:extLst>
                <a:ext uri="{FF2B5EF4-FFF2-40B4-BE49-F238E27FC236}">
                  <a16:creationId xmlns:a16="http://schemas.microsoft.com/office/drawing/2014/main" id="{E8A38EF0-D370-4F37-90BF-110DC810D59D}"/>
                </a:ext>
              </a:extLst>
            </p:cNvPr>
            <p:cNvCxnSpPr>
              <a:cxnSpLocks noChangeShapeType="1"/>
              <a:stCxn id="110" idx="6"/>
            </p:cNvCxnSpPr>
            <p:nvPr/>
          </p:nvCxnSpPr>
          <p:spPr bwMode="auto">
            <a:xfrm flipV="1">
              <a:off x="3560" y="3700"/>
              <a:ext cx="0" cy="58"/>
            </a:xfrm>
            <a:prstGeom prst="straightConnector1">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2" name="Group 126">
            <a:extLst>
              <a:ext uri="{FF2B5EF4-FFF2-40B4-BE49-F238E27FC236}">
                <a16:creationId xmlns:a16="http://schemas.microsoft.com/office/drawing/2014/main" id="{EA239B7B-25E3-4301-B78F-6D8A9820AAAD}"/>
              </a:ext>
            </a:extLst>
          </p:cNvPr>
          <p:cNvGrpSpPr>
            <a:grpSpLocks/>
          </p:cNvGrpSpPr>
          <p:nvPr/>
        </p:nvGrpSpPr>
        <p:grpSpPr bwMode="auto">
          <a:xfrm>
            <a:off x="1158240" y="4695825"/>
            <a:ext cx="2438400" cy="2101850"/>
            <a:chOff x="576" y="2766"/>
            <a:chExt cx="1536" cy="1324"/>
          </a:xfrm>
        </p:grpSpPr>
        <p:sp>
          <p:nvSpPr>
            <p:cNvPr id="113" name="Freeform 111">
              <a:extLst>
                <a:ext uri="{FF2B5EF4-FFF2-40B4-BE49-F238E27FC236}">
                  <a16:creationId xmlns:a16="http://schemas.microsoft.com/office/drawing/2014/main" id="{2A1FB780-116A-4922-9DC5-95F09015887D}"/>
                </a:ext>
              </a:extLst>
            </p:cNvPr>
            <p:cNvSpPr>
              <a:spLocks/>
            </p:cNvSpPr>
            <p:nvPr/>
          </p:nvSpPr>
          <p:spPr bwMode="auto">
            <a:xfrm>
              <a:off x="597" y="2766"/>
              <a:ext cx="1391" cy="1055"/>
            </a:xfrm>
            <a:custGeom>
              <a:avLst/>
              <a:gdLst>
                <a:gd name="T0" fmla="*/ 683 w 1391"/>
                <a:gd name="T1" fmla="*/ 0 h 1055"/>
                <a:gd name="T2" fmla="*/ 678 w 1391"/>
                <a:gd name="T3" fmla="*/ 70 h 1055"/>
                <a:gd name="T4" fmla="*/ 661 w 1391"/>
                <a:gd name="T5" fmla="*/ 167 h 1055"/>
                <a:gd name="T6" fmla="*/ 555 w 1391"/>
                <a:gd name="T7" fmla="*/ 242 h 1055"/>
                <a:gd name="T8" fmla="*/ 485 w 1391"/>
                <a:gd name="T9" fmla="*/ 277 h 1055"/>
                <a:gd name="T10" fmla="*/ 458 w 1391"/>
                <a:gd name="T11" fmla="*/ 285 h 1055"/>
                <a:gd name="T12" fmla="*/ 406 w 1391"/>
                <a:gd name="T13" fmla="*/ 316 h 1055"/>
                <a:gd name="T14" fmla="*/ 326 w 1391"/>
                <a:gd name="T15" fmla="*/ 391 h 1055"/>
                <a:gd name="T16" fmla="*/ 291 w 1391"/>
                <a:gd name="T17" fmla="*/ 417 h 1055"/>
                <a:gd name="T18" fmla="*/ 238 w 1391"/>
                <a:gd name="T19" fmla="*/ 457 h 1055"/>
                <a:gd name="T20" fmla="*/ 216 w 1391"/>
                <a:gd name="T21" fmla="*/ 510 h 1055"/>
                <a:gd name="T22" fmla="*/ 177 w 1391"/>
                <a:gd name="T23" fmla="*/ 576 h 1055"/>
                <a:gd name="T24" fmla="*/ 85 w 1391"/>
                <a:gd name="T25" fmla="*/ 734 h 1055"/>
                <a:gd name="T26" fmla="*/ 32 w 1391"/>
                <a:gd name="T27" fmla="*/ 822 h 1055"/>
                <a:gd name="T28" fmla="*/ 1 w 1391"/>
                <a:gd name="T29" fmla="*/ 914 h 1055"/>
                <a:gd name="T30" fmla="*/ 5 w 1391"/>
                <a:gd name="T31" fmla="*/ 998 h 1055"/>
                <a:gd name="T32" fmla="*/ 120 w 1391"/>
                <a:gd name="T33" fmla="*/ 1055 h 1055"/>
                <a:gd name="T34" fmla="*/ 247 w 1391"/>
                <a:gd name="T35" fmla="*/ 1033 h 1055"/>
                <a:gd name="T36" fmla="*/ 300 w 1391"/>
                <a:gd name="T37" fmla="*/ 1002 h 1055"/>
                <a:gd name="T38" fmla="*/ 331 w 1391"/>
                <a:gd name="T39" fmla="*/ 963 h 1055"/>
                <a:gd name="T40" fmla="*/ 401 w 1391"/>
                <a:gd name="T41" fmla="*/ 857 h 1055"/>
                <a:gd name="T42" fmla="*/ 432 w 1391"/>
                <a:gd name="T43" fmla="*/ 861 h 1055"/>
                <a:gd name="T44" fmla="*/ 449 w 1391"/>
                <a:gd name="T45" fmla="*/ 888 h 1055"/>
                <a:gd name="T46" fmla="*/ 476 w 1391"/>
                <a:gd name="T47" fmla="*/ 971 h 1055"/>
                <a:gd name="T48" fmla="*/ 489 w 1391"/>
                <a:gd name="T49" fmla="*/ 998 h 1055"/>
                <a:gd name="T50" fmla="*/ 529 w 1391"/>
                <a:gd name="T51" fmla="*/ 1011 h 1055"/>
                <a:gd name="T52" fmla="*/ 691 w 1391"/>
                <a:gd name="T53" fmla="*/ 989 h 1055"/>
                <a:gd name="T54" fmla="*/ 735 w 1391"/>
                <a:gd name="T55" fmla="*/ 923 h 1055"/>
                <a:gd name="T56" fmla="*/ 735 w 1391"/>
                <a:gd name="T57" fmla="*/ 800 h 1055"/>
                <a:gd name="T58" fmla="*/ 713 w 1391"/>
                <a:gd name="T59" fmla="*/ 760 h 1055"/>
                <a:gd name="T60" fmla="*/ 704 w 1391"/>
                <a:gd name="T61" fmla="*/ 747 h 1055"/>
                <a:gd name="T62" fmla="*/ 669 w 1391"/>
                <a:gd name="T63" fmla="*/ 668 h 1055"/>
                <a:gd name="T64" fmla="*/ 661 w 1391"/>
                <a:gd name="T65" fmla="*/ 633 h 1055"/>
                <a:gd name="T66" fmla="*/ 665 w 1391"/>
                <a:gd name="T67" fmla="*/ 541 h 1055"/>
                <a:gd name="T68" fmla="*/ 810 w 1391"/>
                <a:gd name="T69" fmla="*/ 448 h 1055"/>
                <a:gd name="T70" fmla="*/ 986 w 1391"/>
                <a:gd name="T71" fmla="*/ 483 h 1055"/>
                <a:gd name="T72" fmla="*/ 986 w 1391"/>
                <a:gd name="T73" fmla="*/ 562 h 1055"/>
                <a:gd name="T74" fmla="*/ 968 w 1391"/>
                <a:gd name="T75" fmla="*/ 589 h 1055"/>
                <a:gd name="T76" fmla="*/ 920 w 1391"/>
                <a:gd name="T77" fmla="*/ 655 h 1055"/>
                <a:gd name="T78" fmla="*/ 854 w 1391"/>
                <a:gd name="T79" fmla="*/ 725 h 1055"/>
                <a:gd name="T80" fmla="*/ 823 w 1391"/>
                <a:gd name="T81" fmla="*/ 760 h 1055"/>
                <a:gd name="T82" fmla="*/ 801 w 1391"/>
                <a:gd name="T83" fmla="*/ 800 h 1055"/>
                <a:gd name="T84" fmla="*/ 788 w 1391"/>
                <a:gd name="T85" fmla="*/ 839 h 1055"/>
                <a:gd name="T86" fmla="*/ 792 w 1391"/>
                <a:gd name="T87" fmla="*/ 897 h 1055"/>
                <a:gd name="T88" fmla="*/ 938 w 1391"/>
                <a:gd name="T89" fmla="*/ 1029 h 1055"/>
                <a:gd name="T90" fmla="*/ 1043 w 1391"/>
                <a:gd name="T91" fmla="*/ 1011 h 1055"/>
                <a:gd name="T92" fmla="*/ 1091 w 1391"/>
                <a:gd name="T93" fmla="*/ 963 h 1055"/>
                <a:gd name="T94" fmla="*/ 1105 w 1391"/>
                <a:gd name="T95" fmla="*/ 949 h 1055"/>
                <a:gd name="T96" fmla="*/ 1109 w 1391"/>
                <a:gd name="T97" fmla="*/ 787 h 1055"/>
                <a:gd name="T98" fmla="*/ 1135 w 1391"/>
                <a:gd name="T99" fmla="*/ 690 h 1055"/>
                <a:gd name="T100" fmla="*/ 1166 w 1391"/>
                <a:gd name="T101" fmla="*/ 694 h 1055"/>
                <a:gd name="T102" fmla="*/ 1184 w 1391"/>
                <a:gd name="T103" fmla="*/ 752 h 1055"/>
                <a:gd name="T104" fmla="*/ 1206 w 1391"/>
                <a:gd name="T105" fmla="*/ 839 h 1055"/>
                <a:gd name="T106" fmla="*/ 1228 w 1391"/>
                <a:gd name="T107" fmla="*/ 936 h 1055"/>
                <a:gd name="T108" fmla="*/ 1259 w 1391"/>
                <a:gd name="T109" fmla="*/ 989 h 1055"/>
                <a:gd name="T110" fmla="*/ 1324 w 1391"/>
                <a:gd name="T111" fmla="*/ 1033 h 1055"/>
                <a:gd name="T112" fmla="*/ 1382 w 1391"/>
                <a:gd name="T113" fmla="*/ 1051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91" h="1055">
                  <a:moveTo>
                    <a:pt x="683" y="0"/>
                  </a:moveTo>
                  <a:cubicBezTo>
                    <a:pt x="690" y="24"/>
                    <a:pt x="684" y="47"/>
                    <a:pt x="678" y="70"/>
                  </a:cubicBezTo>
                  <a:cubicBezTo>
                    <a:pt x="677" y="83"/>
                    <a:pt x="671" y="154"/>
                    <a:pt x="661" y="167"/>
                  </a:cubicBezTo>
                  <a:cubicBezTo>
                    <a:pt x="639" y="194"/>
                    <a:pt x="585" y="224"/>
                    <a:pt x="555" y="242"/>
                  </a:cubicBezTo>
                  <a:cubicBezTo>
                    <a:pt x="534" y="255"/>
                    <a:pt x="508" y="268"/>
                    <a:pt x="485" y="277"/>
                  </a:cubicBezTo>
                  <a:cubicBezTo>
                    <a:pt x="476" y="280"/>
                    <a:pt x="458" y="285"/>
                    <a:pt x="458" y="285"/>
                  </a:cubicBezTo>
                  <a:cubicBezTo>
                    <a:pt x="440" y="298"/>
                    <a:pt x="426" y="310"/>
                    <a:pt x="406" y="316"/>
                  </a:cubicBezTo>
                  <a:cubicBezTo>
                    <a:pt x="379" y="341"/>
                    <a:pt x="358" y="371"/>
                    <a:pt x="326" y="391"/>
                  </a:cubicBezTo>
                  <a:cubicBezTo>
                    <a:pt x="316" y="407"/>
                    <a:pt x="307" y="407"/>
                    <a:pt x="291" y="417"/>
                  </a:cubicBezTo>
                  <a:cubicBezTo>
                    <a:pt x="272" y="430"/>
                    <a:pt x="257" y="445"/>
                    <a:pt x="238" y="457"/>
                  </a:cubicBezTo>
                  <a:cubicBezTo>
                    <a:pt x="232" y="477"/>
                    <a:pt x="228" y="493"/>
                    <a:pt x="216" y="510"/>
                  </a:cubicBezTo>
                  <a:cubicBezTo>
                    <a:pt x="209" y="533"/>
                    <a:pt x="190" y="555"/>
                    <a:pt x="177" y="576"/>
                  </a:cubicBezTo>
                  <a:cubicBezTo>
                    <a:pt x="144" y="628"/>
                    <a:pt x="130" y="689"/>
                    <a:pt x="85" y="734"/>
                  </a:cubicBezTo>
                  <a:cubicBezTo>
                    <a:pt x="73" y="766"/>
                    <a:pt x="48" y="792"/>
                    <a:pt x="32" y="822"/>
                  </a:cubicBezTo>
                  <a:cubicBezTo>
                    <a:pt x="18" y="848"/>
                    <a:pt x="10" y="885"/>
                    <a:pt x="1" y="914"/>
                  </a:cubicBezTo>
                  <a:cubicBezTo>
                    <a:pt x="2" y="942"/>
                    <a:pt x="0" y="971"/>
                    <a:pt x="5" y="998"/>
                  </a:cubicBezTo>
                  <a:cubicBezTo>
                    <a:pt x="13" y="1038"/>
                    <a:pt x="89" y="1045"/>
                    <a:pt x="120" y="1055"/>
                  </a:cubicBezTo>
                  <a:cubicBezTo>
                    <a:pt x="168" y="1052"/>
                    <a:pt x="203" y="1047"/>
                    <a:pt x="247" y="1033"/>
                  </a:cubicBezTo>
                  <a:cubicBezTo>
                    <a:pt x="265" y="1021"/>
                    <a:pt x="280" y="1010"/>
                    <a:pt x="300" y="1002"/>
                  </a:cubicBezTo>
                  <a:cubicBezTo>
                    <a:pt x="312" y="990"/>
                    <a:pt x="331" y="963"/>
                    <a:pt x="331" y="963"/>
                  </a:cubicBezTo>
                  <a:cubicBezTo>
                    <a:pt x="342" y="924"/>
                    <a:pt x="360" y="870"/>
                    <a:pt x="401" y="857"/>
                  </a:cubicBezTo>
                  <a:cubicBezTo>
                    <a:pt x="411" y="858"/>
                    <a:pt x="422" y="857"/>
                    <a:pt x="432" y="861"/>
                  </a:cubicBezTo>
                  <a:cubicBezTo>
                    <a:pt x="445" y="866"/>
                    <a:pt x="445" y="877"/>
                    <a:pt x="449" y="888"/>
                  </a:cubicBezTo>
                  <a:cubicBezTo>
                    <a:pt x="458" y="915"/>
                    <a:pt x="467" y="943"/>
                    <a:pt x="476" y="971"/>
                  </a:cubicBezTo>
                  <a:cubicBezTo>
                    <a:pt x="479" y="981"/>
                    <a:pt x="479" y="991"/>
                    <a:pt x="489" y="998"/>
                  </a:cubicBezTo>
                  <a:cubicBezTo>
                    <a:pt x="497" y="1005"/>
                    <a:pt x="519" y="1008"/>
                    <a:pt x="529" y="1011"/>
                  </a:cubicBezTo>
                  <a:cubicBezTo>
                    <a:pt x="590" y="1008"/>
                    <a:pt x="635" y="1006"/>
                    <a:pt x="691" y="989"/>
                  </a:cubicBezTo>
                  <a:cubicBezTo>
                    <a:pt x="706" y="967"/>
                    <a:pt x="720" y="945"/>
                    <a:pt x="735" y="923"/>
                  </a:cubicBezTo>
                  <a:cubicBezTo>
                    <a:pt x="749" y="873"/>
                    <a:pt x="743" y="902"/>
                    <a:pt x="735" y="800"/>
                  </a:cubicBezTo>
                  <a:cubicBezTo>
                    <a:pt x="734" y="786"/>
                    <a:pt x="719" y="769"/>
                    <a:pt x="713" y="760"/>
                  </a:cubicBezTo>
                  <a:cubicBezTo>
                    <a:pt x="710" y="756"/>
                    <a:pt x="704" y="747"/>
                    <a:pt x="704" y="747"/>
                  </a:cubicBezTo>
                  <a:cubicBezTo>
                    <a:pt x="695" y="719"/>
                    <a:pt x="686" y="692"/>
                    <a:pt x="669" y="668"/>
                  </a:cubicBezTo>
                  <a:cubicBezTo>
                    <a:pt x="667" y="656"/>
                    <a:pt x="661" y="645"/>
                    <a:pt x="661" y="633"/>
                  </a:cubicBezTo>
                  <a:cubicBezTo>
                    <a:pt x="661" y="602"/>
                    <a:pt x="663" y="572"/>
                    <a:pt x="665" y="541"/>
                  </a:cubicBezTo>
                  <a:cubicBezTo>
                    <a:pt x="670" y="481"/>
                    <a:pt x="767" y="465"/>
                    <a:pt x="810" y="448"/>
                  </a:cubicBezTo>
                  <a:cubicBezTo>
                    <a:pt x="880" y="452"/>
                    <a:pt x="929" y="448"/>
                    <a:pt x="986" y="483"/>
                  </a:cubicBezTo>
                  <a:cubicBezTo>
                    <a:pt x="1005" y="512"/>
                    <a:pt x="996" y="530"/>
                    <a:pt x="986" y="562"/>
                  </a:cubicBezTo>
                  <a:cubicBezTo>
                    <a:pt x="983" y="572"/>
                    <a:pt x="968" y="589"/>
                    <a:pt x="968" y="589"/>
                  </a:cubicBezTo>
                  <a:cubicBezTo>
                    <a:pt x="960" y="614"/>
                    <a:pt x="935" y="633"/>
                    <a:pt x="920" y="655"/>
                  </a:cubicBezTo>
                  <a:cubicBezTo>
                    <a:pt x="911" y="684"/>
                    <a:pt x="878" y="708"/>
                    <a:pt x="854" y="725"/>
                  </a:cubicBezTo>
                  <a:cubicBezTo>
                    <a:pt x="833" y="756"/>
                    <a:pt x="845" y="746"/>
                    <a:pt x="823" y="760"/>
                  </a:cubicBezTo>
                  <a:cubicBezTo>
                    <a:pt x="819" y="775"/>
                    <a:pt x="801" y="800"/>
                    <a:pt x="801" y="800"/>
                  </a:cubicBezTo>
                  <a:cubicBezTo>
                    <a:pt x="797" y="813"/>
                    <a:pt x="792" y="826"/>
                    <a:pt x="788" y="839"/>
                  </a:cubicBezTo>
                  <a:cubicBezTo>
                    <a:pt x="789" y="858"/>
                    <a:pt x="790" y="878"/>
                    <a:pt x="792" y="897"/>
                  </a:cubicBezTo>
                  <a:cubicBezTo>
                    <a:pt x="802" y="994"/>
                    <a:pt x="856" y="1006"/>
                    <a:pt x="938" y="1029"/>
                  </a:cubicBezTo>
                  <a:cubicBezTo>
                    <a:pt x="978" y="1025"/>
                    <a:pt x="1007" y="1022"/>
                    <a:pt x="1043" y="1011"/>
                  </a:cubicBezTo>
                  <a:cubicBezTo>
                    <a:pt x="1061" y="998"/>
                    <a:pt x="1075" y="979"/>
                    <a:pt x="1091" y="963"/>
                  </a:cubicBezTo>
                  <a:cubicBezTo>
                    <a:pt x="1096" y="958"/>
                    <a:pt x="1105" y="949"/>
                    <a:pt x="1105" y="949"/>
                  </a:cubicBezTo>
                  <a:cubicBezTo>
                    <a:pt x="1126" y="880"/>
                    <a:pt x="1113" y="932"/>
                    <a:pt x="1109" y="787"/>
                  </a:cubicBezTo>
                  <a:cubicBezTo>
                    <a:pt x="1112" y="731"/>
                    <a:pt x="1098" y="716"/>
                    <a:pt x="1135" y="690"/>
                  </a:cubicBezTo>
                  <a:cubicBezTo>
                    <a:pt x="1145" y="691"/>
                    <a:pt x="1156" y="690"/>
                    <a:pt x="1166" y="694"/>
                  </a:cubicBezTo>
                  <a:cubicBezTo>
                    <a:pt x="1181" y="701"/>
                    <a:pt x="1180" y="738"/>
                    <a:pt x="1184" y="752"/>
                  </a:cubicBezTo>
                  <a:cubicBezTo>
                    <a:pt x="1191" y="781"/>
                    <a:pt x="1201" y="809"/>
                    <a:pt x="1206" y="839"/>
                  </a:cubicBezTo>
                  <a:cubicBezTo>
                    <a:pt x="1211" y="870"/>
                    <a:pt x="1213" y="908"/>
                    <a:pt x="1228" y="936"/>
                  </a:cubicBezTo>
                  <a:cubicBezTo>
                    <a:pt x="1236" y="950"/>
                    <a:pt x="1247" y="978"/>
                    <a:pt x="1259" y="989"/>
                  </a:cubicBezTo>
                  <a:cubicBezTo>
                    <a:pt x="1277" y="1005"/>
                    <a:pt x="1304" y="1019"/>
                    <a:pt x="1324" y="1033"/>
                  </a:cubicBezTo>
                  <a:cubicBezTo>
                    <a:pt x="1337" y="1042"/>
                    <a:pt x="1391" y="1039"/>
                    <a:pt x="1382" y="1051"/>
                  </a:cubicBezTo>
                </a:path>
              </a:pathLst>
            </a:custGeom>
            <a:noFill/>
            <a:ln w="9525" cap="flat" cmpd="sng">
              <a:solidFill>
                <a:schemeClr val="folHlink"/>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4" name="Text Box 114">
              <a:extLst>
                <a:ext uri="{FF2B5EF4-FFF2-40B4-BE49-F238E27FC236}">
                  <a16:creationId xmlns:a16="http://schemas.microsoft.com/office/drawing/2014/main" id="{C152E080-5E82-4B58-BED5-05B62E1DD85B}"/>
                </a:ext>
              </a:extLst>
            </p:cNvPr>
            <p:cNvSpPr txBox="1">
              <a:spLocks noChangeArrowheads="1"/>
            </p:cNvSpPr>
            <p:nvPr/>
          </p:nvSpPr>
          <p:spPr bwMode="auto">
            <a:xfrm>
              <a:off x="57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A B D E C F G</a:t>
              </a:r>
            </a:p>
          </p:txBody>
        </p:sp>
      </p:grpSp>
      <p:grpSp>
        <p:nvGrpSpPr>
          <p:cNvPr id="115" name="Group 127">
            <a:extLst>
              <a:ext uri="{FF2B5EF4-FFF2-40B4-BE49-F238E27FC236}">
                <a16:creationId xmlns:a16="http://schemas.microsoft.com/office/drawing/2014/main" id="{98EDB5A6-D427-4C9D-8AD6-F550A6B1711B}"/>
              </a:ext>
            </a:extLst>
          </p:cNvPr>
          <p:cNvGrpSpPr>
            <a:grpSpLocks/>
          </p:cNvGrpSpPr>
          <p:nvPr/>
        </p:nvGrpSpPr>
        <p:grpSpPr bwMode="auto">
          <a:xfrm>
            <a:off x="3712528" y="4813301"/>
            <a:ext cx="2551112" cy="1984375"/>
            <a:chOff x="2185" y="2840"/>
            <a:chExt cx="1607" cy="1250"/>
          </a:xfrm>
        </p:grpSpPr>
        <p:sp>
          <p:nvSpPr>
            <p:cNvPr id="116" name="Freeform 112">
              <a:extLst>
                <a:ext uri="{FF2B5EF4-FFF2-40B4-BE49-F238E27FC236}">
                  <a16:creationId xmlns:a16="http://schemas.microsoft.com/office/drawing/2014/main" id="{9109F0F7-15A5-48A2-8FD1-EC670639DE15}"/>
                </a:ext>
              </a:extLst>
            </p:cNvPr>
            <p:cNvSpPr>
              <a:spLocks/>
            </p:cNvSpPr>
            <p:nvPr/>
          </p:nvSpPr>
          <p:spPr bwMode="auto">
            <a:xfrm>
              <a:off x="2185" y="2840"/>
              <a:ext cx="1517" cy="1007"/>
            </a:xfrm>
            <a:custGeom>
              <a:avLst/>
              <a:gdLst>
                <a:gd name="T0" fmla="*/ 625 w 1517"/>
                <a:gd name="T1" fmla="*/ 0 h 1007"/>
                <a:gd name="T2" fmla="*/ 589 w 1517"/>
                <a:gd name="T3" fmla="*/ 58 h 1007"/>
                <a:gd name="T4" fmla="*/ 576 w 1517"/>
                <a:gd name="T5" fmla="*/ 66 h 1007"/>
                <a:gd name="T6" fmla="*/ 537 w 1517"/>
                <a:gd name="T7" fmla="*/ 106 h 1007"/>
                <a:gd name="T8" fmla="*/ 462 w 1517"/>
                <a:gd name="T9" fmla="*/ 172 h 1007"/>
                <a:gd name="T10" fmla="*/ 374 w 1517"/>
                <a:gd name="T11" fmla="*/ 229 h 1007"/>
                <a:gd name="T12" fmla="*/ 167 w 1517"/>
                <a:gd name="T13" fmla="*/ 414 h 1007"/>
                <a:gd name="T14" fmla="*/ 141 w 1517"/>
                <a:gd name="T15" fmla="*/ 462 h 1007"/>
                <a:gd name="T16" fmla="*/ 84 w 1517"/>
                <a:gd name="T17" fmla="*/ 546 h 1007"/>
                <a:gd name="T18" fmla="*/ 71 w 1517"/>
                <a:gd name="T19" fmla="*/ 581 h 1007"/>
                <a:gd name="T20" fmla="*/ 57 w 1517"/>
                <a:gd name="T21" fmla="*/ 616 h 1007"/>
                <a:gd name="T22" fmla="*/ 5 w 1517"/>
                <a:gd name="T23" fmla="*/ 840 h 1007"/>
                <a:gd name="T24" fmla="*/ 13 w 1517"/>
                <a:gd name="T25" fmla="*/ 902 h 1007"/>
                <a:gd name="T26" fmla="*/ 57 w 1517"/>
                <a:gd name="T27" fmla="*/ 919 h 1007"/>
                <a:gd name="T28" fmla="*/ 172 w 1517"/>
                <a:gd name="T29" fmla="*/ 946 h 1007"/>
                <a:gd name="T30" fmla="*/ 304 w 1517"/>
                <a:gd name="T31" fmla="*/ 928 h 1007"/>
                <a:gd name="T32" fmla="*/ 378 w 1517"/>
                <a:gd name="T33" fmla="*/ 823 h 1007"/>
                <a:gd name="T34" fmla="*/ 356 w 1517"/>
                <a:gd name="T35" fmla="*/ 678 h 1007"/>
                <a:gd name="T36" fmla="*/ 343 w 1517"/>
                <a:gd name="T37" fmla="*/ 634 h 1007"/>
                <a:gd name="T38" fmla="*/ 392 w 1517"/>
                <a:gd name="T39" fmla="*/ 603 h 1007"/>
                <a:gd name="T40" fmla="*/ 422 w 1517"/>
                <a:gd name="T41" fmla="*/ 638 h 1007"/>
                <a:gd name="T42" fmla="*/ 418 w 1517"/>
                <a:gd name="T43" fmla="*/ 748 h 1007"/>
                <a:gd name="T44" fmla="*/ 422 w 1517"/>
                <a:gd name="T45" fmla="*/ 823 h 1007"/>
                <a:gd name="T46" fmla="*/ 559 w 1517"/>
                <a:gd name="T47" fmla="*/ 915 h 1007"/>
                <a:gd name="T48" fmla="*/ 607 w 1517"/>
                <a:gd name="T49" fmla="*/ 928 h 1007"/>
                <a:gd name="T50" fmla="*/ 691 w 1517"/>
                <a:gd name="T51" fmla="*/ 919 h 1007"/>
                <a:gd name="T52" fmla="*/ 726 w 1517"/>
                <a:gd name="T53" fmla="*/ 875 h 1007"/>
                <a:gd name="T54" fmla="*/ 735 w 1517"/>
                <a:gd name="T55" fmla="*/ 862 h 1007"/>
                <a:gd name="T56" fmla="*/ 774 w 1517"/>
                <a:gd name="T57" fmla="*/ 735 h 1007"/>
                <a:gd name="T58" fmla="*/ 664 w 1517"/>
                <a:gd name="T59" fmla="*/ 445 h 1007"/>
                <a:gd name="T60" fmla="*/ 743 w 1517"/>
                <a:gd name="T61" fmla="*/ 295 h 1007"/>
                <a:gd name="T62" fmla="*/ 853 w 1517"/>
                <a:gd name="T63" fmla="*/ 299 h 1007"/>
                <a:gd name="T64" fmla="*/ 880 w 1517"/>
                <a:gd name="T65" fmla="*/ 339 h 1007"/>
                <a:gd name="T66" fmla="*/ 902 w 1517"/>
                <a:gd name="T67" fmla="*/ 396 h 1007"/>
                <a:gd name="T68" fmla="*/ 866 w 1517"/>
                <a:gd name="T69" fmla="*/ 541 h 1007"/>
                <a:gd name="T70" fmla="*/ 805 w 1517"/>
                <a:gd name="T71" fmla="*/ 730 h 1007"/>
                <a:gd name="T72" fmla="*/ 836 w 1517"/>
                <a:gd name="T73" fmla="*/ 893 h 1007"/>
                <a:gd name="T74" fmla="*/ 915 w 1517"/>
                <a:gd name="T75" fmla="*/ 928 h 1007"/>
                <a:gd name="T76" fmla="*/ 963 w 1517"/>
                <a:gd name="T77" fmla="*/ 941 h 1007"/>
                <a:gd name="T78" fmla="*/ 1078 w 1517"/>
                <a:gd name="T79" fmla="*/ 928 h 1007"/>
                <a:gd name="T80" fmla="*/ 1152 w 1517"/>
                <a:gd name="T81" fmla="*/ 836 h 1007"/>
                <a:gd name="T82" fmla="*/ 1117 w 1517"/>
                <a:gd name="T83" fmla="*/ 673 h 1007"/>
                <a:gd name="T84" fmla="*/ 1170 w 1517"/>
                <a:gd name="T85" fmla="*/ 616 h 1007"/>
                <a:gd name="T86" fmla="*/ 1196 w 1517"/>
                <a:gd name="T87" fmla="*/ 620 h 1007"/>
                <a:gd name="T88" fmla="*/ 1201 w 1517"/>
                <a:gd name="T89" fmla="*/ 634 h 1007"/>
                <a:gd name="T90" fmla="*/ 1218 w 1517"/>
                <a:gd name="T91" fmla="*/ 695 h 1007"/>
                <a:gd name="T92" fmla="*/ 1262 w 1517"/>
                <a:gd name="T93" fmla="*/ 893 h 1007"/>
                <a:gd name="T94" fmla="*/ 1328 w 1517"/>
                <a:gd name="T95" fmla="*/ 928 h 1007"/>
                <a:gd name="T96" fmla="*/ 1372 w 1517"/>
                <a:gd name="T97" fmla="*/ 946 h 1007"/>
                <a:gd name="T98" fmla="*/ 1385 w 1517"/>
                <a:gd name="T99" fmla="*/ 950 h 1007"/>
                <a:gd name="T100" fmla="*/ 1456 w 1517"/>
                <a:gd name="T101" fmla="*/ 985 h 1007"/>
                <a:gd name="T102" fmla="*/ 1517 w 1517"/>
                <a:gd name="T103" fmla="*/ 1007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17" h="1007">
                  <a:moveTo>
                    <a:pt x="625" y="0"/>
                  </a:moveTo>
                  <a:cubicBezTo>
                    <a:pt x="612" y="20"/>
                    <a:pt x="606" y="41"/>
                    <a:pt x="589" y="58"/>
                  </a:cubicBezTo>
                  <a:cubicBezTo>
                    <a:pt x="585" y="62"/>
                    <a:pt x="580" y="63"/>
                    <a:pt x="576" y="66"/>
                  </a:cubicBezTo>
                  <a:cubicBezTo>
                    <a:pt x="562" y="79"/>
                    <a:pt x="549" y="92"/>
                    <a:pt x="537" y="106"/>
                  </a:cubicBezTo>
                  <a:cubicBezTo>
                    <a:pt x="515" y="133"/>
                    <a:pt x="497" y="161"/>
                    <a:pt x="462" y="172"/>
                  </a:cubicBezTo>
                  <a:cubicBezTo>
                    <a:pt x="438" y="196"/>
                    <a:pt x="400" y="205"/>
                    <a:pt x="374" y="229"/>
                  </a:cubicBezTo>
                  <a:cubicBezTo>
                    <a:pt x="305" y="291"/>
                    <a:pt x="227" y="343"/>
                    <a:pt x="167" y="414"/>
                  </a:cubicBezTo>
                  <a:cubicBezTo>
                    <a:pt x="155" y="428"/>
                    <a:pt x="151" y="446"/>
                    <a:pt x="141" y="462"/>
                  </a:cubicBezTo>
                  <a:cubicBezTo>
                    <a:pt x="124" y="490"/>
                    <a:pt x="102" y="517"/>
                    <a:pt x="84" y="546"/>
                  </a:cubicBezTo>
                  <a:cubicBezTo>
                    <a:pt x="77" y="557"/>
                    <a:pt x="76" y="569"/>
                    <a:pt x="71" y="581"/>
                  </a:cubicBezTo>
                  <a:cubicBezTo>
                    <a:pt x="66" y="593"/>
                    <a:pt x="57" y="616"/>
                    <a:pt x="57" y="616"/>
                  </a:cubicBezTo>
                  <a:cubicBezTo>
                    <a:pt x="45" y="692"/>
                    <a:pt x="17" y="764"/>
                    <a:pt x="5" y="840"/>
                  </a:cubicBezTo>
                  <a:cubicBezTo>
                    <a:pt x="7" y="861"/>
                    <a:pt x="0" y="886"/>
                    <a:pt x="13" y="902"/>
                  </a:cubicBezTo>
                  <a:cubicBezTo>
                    <a:pt x="23" y="914"/>
                    <a:pt x="43" y="915"/>
                    <a:pt x="57" y="919"/>
                  </a:cubicBezTo>
                  <a:cubicBezTo>
                    <a:pt x="97" y="931"/>
                    <a:pt x="130" y="941"/>
                    <a:pt x="172" y="946"/>
                  </a:cubicBezTo>
                  <a:cubicBezTo>
                    <a:pt x="220" y="943"/>
                    <a:pt x="259" y="941"/>
                    <a:pt x="304" y="928"/>
                  </a:cubicBezTo>
                  <a:cubicBezTo>
                    <a:pt x="347" y="898"/>
                    <a:pt x="369" y="874"/>
                    <a:pt x="378" y="823"/>
                  </a:cubicBezTo>
                  <a:cubicBezTo>
                    <a:pt x="376" y="777"/>
                    <a:pt x="384" y="719"/>
                    <a:pt x="356" y="678"/>
                  </a:cubicBezTo>
                  <a:cubicBezTo>
                    <a:pt x="352" y="663"/>
                    <a:pt x="349" y="648"/>
                    <a:pt x="343" y="634"/>
                  </a:cubicBezTo>
                  <a:cubicBezTo>
                    <a:pt x="351" y="611"/>
                    <a:pt x="369" y="608"/>
                    <a:pt x="392" y="603"/>
                  </a:cubicBezTo>
                  <a:cubicBezTo>
                    <a:pt x="413" y="609"/>
                    <a:pt x="417" y="617"/>
                    <a:pt x="422" y="638"/>
                  </a:cubicBezTo>
                  <a:cubicBezTo>
                    <a:pt x="421" y="675"/>
                    <a:pt x="418" y="711"/>
                    <a:pt x="418" y="748"/>
                  </a:cubicBezTo>
                  <a:cubicBezTo>
                    <a:pt x="418" y="773"/>
                    <a:pt x="420" y="798"/>
                    <a:pt x="422" y="823"/>
                  </a:cubicBezTo>
                  <a:cubicBezTo>
                    <a:pt x="430" y="908"/>
                    <a:pt x="485" y="910"/>
                    <a:pt x="559" y="915"/>
                  </a:cubicBezTo>
                  <a:cubicBezTo>
                    <a:pt x="575" y="919"/>
                    <a:pt x="591" y="923"/>
                    <a:pt x="607" y="928"/>
                  </a:cubicBezTo>
                  <a:cubicBezTo>
                    <a:pt x="635" y="926"/>
                    <a:pt x="668" y="935"/>
                    <a:pt x="691" y="919"/>
                  </a:cubicBezTo>
                  <a:cubicBezTo>
                    <a:pt x="703" y="911"/>
                    <a:pt x="721" y="882"/>
                    <a:pt x="726" y="875"/>
                  </a:cubicBezTo>
                  <a:cubicBezTo>
                    <a:pt x="729" y="871"/>
                    <a:pt x="735" y="862"/>
                    <a:pt x="735" y="862"/>
                  </a:cubicBezTo>
                  <a:cubicBezTo>
                    <a:pt x="748" y="819"/>
                    <a:pt x="764" y="779"/>
                    <a:pt x="774" y="735"/>
                  </a:cubicBezTo>
                  <a:cubicBezTo>
                    <a:pt x="764" y="628"/>
                    <a:pt x="684" y="550"/>
                    <a:pt x="664" y="445"/>
                  </a:cubicBezTo>
                  <a:cubicBezTo>
                    <a:pt x="669" y="374"/>
                    <a:pt x="661" y="310"/>
                    <a:pt x="743" y="295"/>
                  </a:cubicBezTo>
                  <a:cubicBezTo>
                    <a:pt x="780" y="296"/>
                    <a:pt x="817" y="290"/>
                    <a:pt x="853" y="299"/>
                  </a:cubicBezTo>
                  <a:cubicBezTo>
                    <a:pt x="869" y="303"/>
                    <a:pt x="880" y="339"/>
                    <a:pt x="880" y="339"/>
                  </a:cubicBezTo>
                  <a:cubicBezTo>
                    <a:pt x="886" y="358"/>
                    <a:pt x="895" y="377"/>
                    <a:pt x="902" y="396"/>
                  </a:cubicBezTo>
                  <a:cubicBezTo>
                    <a:pt x="898" y="440"/>
                    <a:pt x="893" y="502"/>
                    <a:pt x="866" y="541"/>
                  </a:cubicBezTo>
                  <a:cubicBezTo>
                    <a:pt x="847" y="604"/>
                    <a:pt x="820" y="666"/>
                    <a:pt x="805" y="730"/>
                  </a:cubicBezTo>
                  <a:cubicBezTo>
                    <a:pt x="805" y="736"/>
                    <a:pt x="793" y="880"/>
                    <a:pt x="836" y="893"/>
                  </a:cubicBezTo>
                  <a:cubicBezTo>
                    <a:pt x="859" y="909"/>
                    <a:pt x="889" y="919"/>
                    <a:pt x="915" y="928"/>
                  </a:cubicBezTo>
                  <a:cubicBezTo>
                    <a:pt x="931" y="933"/>
                    <a:pt x="963" y="941"/>
                    <a:pt x="963" y="941"/>
                  </a:cubicBezTo>
                  <a:cubicBezTo>
                    <a:pt x="1024" y="938"/>
                    <a:pt x="1035" y="943"/>
                    <a:pt x="1078" y="928"/>
                  </a:cubicBezTo>
                  <a:cubicBezTo>
                    <a:pt x="1115" y="901"/>
                    <a:pt x="1141" y="882"/>
                    <a:pt x="1152" y="836"/>
                  </a:cubicBezTo>
                  <a:cubicBezTo>
                    <a:pt x="1148" y="777"/>
                    <a:pt x="1138" y="728"/>
                    <a:pt x="1117" y="673"/>
                  </a:cubicBezTo>
                  <a:cubicBezTo>
                    <a:pt x="1124" y="641"/>
                    <a:pt x="1138" y="626"/>
                    <a:pt x="1170" y="616"/>
                  </a:cubicBezTo>
                  <a:cubicBezTo>
                    <a:pt x="1179" y="617"/>
                    <a:pt x="1188" y="616"/>
                    <a:pt x="1196" y="620"/>
                  </a:cubicBezTo>
                  <a:cubicBezTo>
                    <a:pt x="1200" y="622"/>
                    <a:pt x="1200" y="629"/>
                    <a:pt x="1201" y="634"/>
                  </a:cubicBezTo>
                  <a:cubicBezTo>
                    <a:pt x="1207" y="656"/>
                    <a:pt x="1212" y="674"/>
                    <a:pt x="1218" y="695"/>
                  </a:cubicBezTo>
                  <a:cubicBezTo>
                    <a:pt x="1215" y="748"/>
                    <a:pt x="1188" y="870"/>
                    <a:pt x="1262" y="893"/>
                  </a:cubicBezTo>
                  <a:cubicBezTo>
                    <a:pt x="1280" y="906"/>
                    <a:pt x="1307" y="921"/>
                    <a:pt x="1328" y="928"/>
                  </a:cubicBezTo>
                  <a:cubicBezTo>
                    <a:pt x="1350" y="943"/>
                    <a:pt x="1335" y="935"/>
                    <a:pt x="1372" y="946"/>
                  </a:cubicBezTo>
                  <a:cubicBezTo>
                    <a:pt x="1376" y="947"/>
                    <a:pt x="1385" y="950"/>
                    <a:pt x="1385" y="950"/>
                  </a:cubicBezTo>
                  <a:cubicBezTo>
                    <a:pt x="1406" y="964"/>
                    <a:pt x="1432" y="976"/>
                    <a:pt x="1456" y="985"/>
                  </a:cubicBezTo>
                  <a:cubicBezTo>
                    <a:pt x="1471" y="990"/>
                    <a:pt x="1505" y="995"/>
                    <a:pt x="1517" y="1007"/>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7" name="Text Box 115">
              <a:extLst>
                <a:ext uri="{FF2B5EF4-FFF2-40B4-BE49-F238E27FC236}">
                  <a16:creationId xmlns:a16="http://schemas.microsoft.com/office/drawing/2014/main" id="{F6D409EC-7EE3-4D01-923F-51F316BB73F7}"/>
                </a:ext>
              </a:extLst>
            </p:cNvPr>
            <p:cNvSpPr txBox="1">
              <a:spLocks noChangeArrowheads="1"/>
            </p:cNvSpPr>
            <p:nvPr/>
          </p:nvSpPr>
          <p:spPr bwMode="auto">
            <a:xfrm>
              <a:off x="2256"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B E A F C G</a:t>
              </a:r>
            </a:p>
          </p:txBody>
        </p:sp>
      </p:grpSp>
      <p:grpSp>
        <p:nvGrpSpPr>
          <p:cNvPr id="118" name="Group 128">
            <a:extLst>
              <a:ext uri="{FF2B5EF4-FFF2-40B4-BE49-F238E27FC236}">
                <a16:creationId xmlns:a16="http://schemas.microsoft.com/office/drawing/2014/main" id="{4CB61BF2-259C-4419-AC0F-E4169A8D75D5}"/>
              </a:ext>
            </a:extLst>
          </p:cNvPr>
          <p:cNvGrpSpPr>
            <a:grpSpLocks/>
          </p:cNvGrpSpPr>
          <p:nvPr/>
        </p:nvGrpSpPr>
        <p:grpSpPr bwMode="auto">
          <a:xfrm>
            <a:off x="6187440" y="4735513"/>
            <a:ext cx="2514600" cy="2062162"/>
            <a:chOff x="3744" y="2791"/>
            <a:chExt cx="1584" cy="1299"/>
          </a:xfrm>
        </p:grpSpPr>
        <p:sp>
          <p:nvSpPr>
            <p:cNvPr id="119" name="Freeform 113">
              <a:extLst>
                <a:ext uri="{FF2B5EF4-FFF2-40B4-BE49-F238E27FC236}">
                  <a16:creationId xmlns:a16="http://schemas.microsoft.com/office/drawing/2014/main" id="{CAE3FFEA-D7F8-419B-BF4D-729A7D4529FF}"/>
                </a:ext>
              </a:extLst>
            </p:cNvPr>
            <p:cNvSpPr>
              <a:spLocks/>
            </p:cNvSpPr>
            <p:nvPr/>
          </p:nvSpPr>
          <p:spPr bwMode="auto">
            <a:xfrm>
              <a:off x="3744" y="2791"/>
              <a:ext cx="1559" cy="1098"/>
            </a:xfrm>
            <a:custGeom>
              <a:avLst/>
              <a:gdLst>
                <a:gd name="T0" fmla="*/ 569 w 1559"/>
                <a:gd name="T1" fmla="*/ 120 h 1098"/>
                <a:gd name="T2" fmla="*/ 341 w 1559"/>
                <a:gd name="T3" fmla="*/ 278 h 1098"/>
                <a:gd name="T4" fmla="*/ 139 w 1559"/>
                <a:gd name="T5" fmla="*/ 454 h 1098"/>
                <a:gd name="T6" fmla="*/ 59 w 1559"/>
                <a:gd name="T7" fmla="*/ 564 h 1098"/>
                <a:gd name="T8" fmla="*/ 15 w 1559"/>
                <a:gd name="T9" fmla="*/ 836 h 1098"/>
                <a:gd name="T10" fmla="*/ 191 w 1559"/>
                <a:gd name="T11" fmla="*/ 1012 h 1098"/>
                <a:gd name="T12" fmla="*/ 345 w 1559"/>
                <a:gd name="T13" fmla="*/ 933 h 1098"/>
                <a:gd name="T14" fmla="*/ 358 w 1559"/>
                <a:gd name="T15" fmla="*/ 810 h 1098"/>
                <a:gd name="T16" fmla="*/ 328 w 1559"/>
                <a:gd name="T17" fmla="*/ 696 h 1098"/>
                <a:gd name="T18" fmla="*/ 424 w 1559"/>
                <a:gd name="T19" fmla="*/ 674 h 1098"/>
                <a:gd name="T20" fmla="*/ 508 w 1559"/>
                <a:gd name="T21" fmla="*/ 1043 h 1098"/>
                <a:gd name="T22" fmla="*/ 706 w 1559"/>
                <a:gd name="T23" fmla="*/ 1039 h 1098"/>
                <a:gd name="T24" fmla="*/ 745 w 1559"/>
                <a:gd name="T25" fmla="*/ 819 h 1098"/>
                <a:gd name="T26" fmla="*/ 710 w 1559"/>
                <a:gd name="T27" fmla="*/ 766 h 1098"/>
                <a:gd name="T28" fmla="*/ 605 w 1559"/>
                <a:gd name="T29" fmla="*/ 595 h 1098"/>
                <a:gd name="T30" fmla="*/ 565 w 1559"/>
                <a:gd name="T31" fmla="*/ 498 h 1098"/>
                <a:gd name="T32" fmla="*/ 591 w 1559"/>
                <a:gd name="T33" fmla="*/ 419 h 1098"/>
                <a:gd name="T34" fmla="*/ 873 w 1559"/>
                <a:gd name="T35" fmla="*/ 379 h 1098"/>
                <a:gd name="T36" fmla="*/ 868 w 1559"/>
                <a:gd name="T37" fmla="*/ 612 h 1098"/>
                <a:gd name="T38" fmla="*/ 833 w 1559"/>
                <a:gd name="T39" fmla="*/ 709 h 1098"/>
                <a:gd name="T40" fmla="*/ 816 w 1559"/>
                <a:gd name="T41" fmla="*/ 920 h 1098"/>
                <a:gd name="T42" fmla="*/ 978 w 1559"/>
                <a:gd name="T43" fmla="*/ 1083 h 1098"/>
                <a:gd name="T44" fmla="*/ 1167 w 1559"/>
                <a:gd name="T45" fmla="*/ 973 h 1098"/>
                <a:gd name="T46" fmla="*/ 1106 w 1559"/>
                <a:gd name="T47" fmla="*/ 775 h 1098"/>
                <a:gd name="T48" fmla="*/ 1141 w 1559"/>
                <a:gd name="T49" fmla="*/ 661 h 1098"/>
                <a:gd name="T50" fmla="*/ 1181 w 1559"/>
                <a:gd name="T51" fmla="*/ 691 h 1098"/>
                <a:gd name="T52" fmla="*/ 1229 w 1559"/>
                <a:gd name="T53" fmla="*/ 964 h 1098"/>
                <a:gd name="T54" fmla="*/ 1321 w 1559"/>
                <a:gd name="T55" fmla="*/ 1043 h 1098"/>
                <a:gd name="T56" fmla="*/ 1524 w 1559"/>
                <a:gd name="T57" fmla="*/ 1004 h 1098"/>
                <a:gd name="T58" fmla="*/ 1537 w 1559"/>
                <a:gd name="T59" fmla="*/ 819 h 1098"/>
                <a:gd name="T60" fmla="*/ 1484 w 1559"/>
                <a:gd name="T61" fmla="*/ 749 h 1098"/>
                <a:gd name="T62" fmla="*/ 1330 w 1559"/>
                <a:gd name="T63" fmla="*/ 494 h 1098"/>
                <a:gd name="T64" fmla="*/ 1216 w 1559"/>
                <a:gd name="T65" fmla="*/ 353 h 1098"/>
                <a:gd name="T66" fmla="*/ 1027 w 1559"/>
                <a:gd name="T67" fmla="*/ 203 h 1098"/>
                <a:gd name="T68" fmla="*/ 974 w 1559"/>
                <a:gd name="T69" fmla="*/ 137 h 1098"/>
                <a:gd name="T70" fmla="*/ 1009 w 1559"/>
                <a:gd name="T71" fmla="*/ 1 h 1098"/>
                <a:gd name="T72" fmla="*/ 1141 w 1559"/>
                <a:gd name="T73" fmla="*/ 32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59" h="1098">
                  <a:moveTo>
                    <a:pt x="644" y="45"/>
                  </a:moveTo>
                  <a:cubicBezTo>
                    <a:pt x="634" y="76"/>
                    <a:pt x="596" y="102"/>
                    <a:pt x="569" y="120"/>
                  </a:cubicBezTo>
                  <a:cubicBezTo>
                    <a:pt x="552" y="148"/>
                    <a:pt x="513" y="163"/>
                    <a:pt x="486" y="181"/>
                  </a:cubicBezTo>
                  <a:cubicBezTo>
                    <a:pt x="438" y="214"/>
                    <a:pt x="389" y="245"/>
                    <a:pt x="341" y="278"/>
                  </a:cubicBezTo>
                  <a:cubicBezTo>
                    <a:pt x="293" y="311"/>
                    <a:pt x="254" y="357"/>
                    <a:pt x="209" y="392"/>
                  </a:cubicBezTo>
                  <a:cubicBezTo>
                    <a:pt x="186" y="410"/>
                    <a:pt x="157" y="431"/>
                    <a:pt x="139" y="454"/>
                  </a:cubicBezTo>
                  <a:cubicBezTo>
                    <a:pt x="119" y="480"/>
                    <a:pt x="100" y="514"/>
                    <a:pt x="77" y="537"/>
                  </a:cubicBezTo>
                  <a:cubicBezTo>
                    <a:pt x="68" y="569"/>
                    <a:pt x="81" y="532"/>
                    <a:pt x="59" y="564"/>
                  </a:cubicBezTo>
                  <a:cubicBezTo>
                    <a:pt x="44" y="585"/>
                    <a:pt x="35" y="612"/>
                    <a:pt x="20" y="634"/>
                  </a:cubicBezTo>
                  <a:cubicBezTo>
                    <a:pt x="0" y="707"/>
                    <a:pt x="10" y="726"/>
                    <a:pt x="15" y="836"/>
                  </a:cubicBezTo>
                  <a:cubicBezTo>
                    <a:pt x="18" y="899"/>
                    <a:pt x="58" y="937"/>
                    <a:pt x="108" y="968"/>
                  </a:cubicBezTo>
                  <a:cubicBezTo>
                    <a:pt x="148" y="993"/>
                    <a:pt x="137" y="1005"/>
                    <a:pt x="191" y="1012"/>
                  </a:cubicBezTo>
                  <a:cubicBezTo>
                    <a:pt x="242" y="1009"/>
                    <a:pt x="255" y="1013"/>
                    <a:pt x="292" y="999"/>
                  </a:cubicBezTo>
                  <a:cubicBezTo>
                    <a:pt x="316" y="976"/>
                    <a:pt x="327" y="959"/>
                    <a:pt x="345" y="933"/>
                  </a:cubicBezTo>
                  <a:cubicBezTo>
                    <a:pt x="351" y="914"/>
                    <a:pt x="356" y="895"/>
                    <a:pt x="363" y="876"/>
                  </a:cubicBezTo>
                  <a:cubicBezTo>
                    <a:pt x="361" y="854"/>
                    <a:pt x="361" y="832"/>
                    <a:pt x="358" y="810"/>
                  </a:cubicBezTo>
                  <a:cubicBezTo>
                    <a:pt x="354" y="781"/>
                    <a:pt x="333" y="758"/>
                    <a:pt x="323" y="731"/>
                  </a:cubicBezTo>
                  <a:cubicBezTo>
                    <a:pt x="325" y="719"/>
                    <a:pt x="322" y="706"/>
                    <a:pt x="328" y="696"/>
                  </a:cubicBezTo>
                  <a:cubicBezTo>
                    <a:pt x="339" y="678"/>
                    <a:pt x="371" y="673"/>
                    <a:pt x="389" y="669"/>
                  </a:cubicBezTo>
                  <a:cubicBezTo>
                    <a:pt x="401" y="671"/>
                    <a:pt x="413" y="670"/>
                    <a:pt x="424" y="674"/>
                  </a:cubicBezTo>
                  <a:cubicBezTo>
                    <a:pt x="443" y="682"/>
                    <a:pt x="444" y="740"/>
                    <a:pt x="446" y="753"/>
                  </a:cubicBezTo>
                  <a:cubicBezTo>
                    <a:pt x="447" y="797"/>
                    <a:pt x="424" y="998"/>
                    <a:pt x="508" y="1043"/>
                  </a:cubicBezTo>
                  <a:cubicBezTo>
                    <a:pt x="528" y="1054"/>
                    <a:pt x="552" y="1054"/>
                    <a:pt x="574" y="1056"/>
                  </a:cubicBezTo>
                  <a:cubicBezTo>
                    <a:pt x="635" y="1053"/>
                    <a:pt x="657" y="1054"/>
                    <a:pt x="706" y="1039"/>
                  </a:cubicBezTo>
                  <a:cubicBezTo>
                    <a:pt x="738" y="1006"/>
                    <a:pt x="756" y="975"/>
                    <a:pt x="772" y="933"/>
                  </a:cubicBezTo>
                  <a:cubicBezTo>
                    <a:pt x="765" y="899"/>
                    <a:pt x="761" y="849"/>
                    <a:pt x="745" y="819"/>
                  </a:cubicBezTo>
                  <a:cubicBezTo>
                    <a:pt x="734" y="799"/>
                    <a:pt x="738" y="812"/>
                    <a:pt x="723" y="793"/>
                  </a:cubicBezTo>
                  <a:cubicBezTo>
                    <a:pt x="684" y="743"/>
                    <a:pt x="741" y="811"/>
                    <a:pt x="710" y="766"/>
                  </a:cubicBezTo>
                  <a:cubicBezTo>
                    <a:pt x="701" y="753"/>
                    <a:pt x="686" y="738"/>
                    <a:pt x="675" y="727"/>
                  </a:cubicBezTo>
                  <a:cubicBezTo>
                    <a:pt x="662" y="680"/>
                    <a:pt x="626" y="639"/>
                    <a:pt x="605" y="595"/>
                  </a:cubicBezTo>
                  <a:cubicBezTo>
                    <a:pt x="597" y="579"/>
                    <a:pt x="597" y="566"/>
                    <a:pt x="587" y="551"/>
                  </a:cubicBezTo>
                  <a:cubicBezTo>
                    <a:pt x="582" y="532"/>
                    <a:pt x="576" y="514"/>
                    <a:pt x="565" y="498"/>
                  </a:cubicBezTo>
                  <a:cubicBezTo>
                    <a:pt x="562" y="489"/>
                    <a:pt x="556" y="481"/>
                    <a:pt x="556" y="472"/>
                  </a:cubicBezTo>
                  <a:cubicBezTo>
                    <a:pt x="556" y="449"/>
                    <a:pt x="576" y="432"/>
                    <a:pt x="591" y="419"/>
                  </a:cubicBezTo>
                  <a:cubicBezTo>
                    <a:pt x="643" y="376"/>
                    <a:pt x="696" y="362"/>
                    <a:pt x="763" y="353"/>
                  </a:cubicBezTo>
                  <a:cubicBezTo>
                    <a:pt x="812" y="356"/>
                    <a:pt x="835" y="353"/>
                    <a:pt x="873" y="379"/>
                  </a:cubicBezTo>
                  <a:cubicBezTo>
                    <a:pt x="886" y="397"/>
                    <a:pt x="895" y="418"/>
                    <a:pt x="908" y="436"/>
                  </a:cubicBezTo>
                  <a:cubicBezTo>
                    <a:pt x="924" y="492"/>
                    <a:pt x="901" y="564"/>
                    <a:pt x="868" y="612"/>
                  </a:cubicBezTo>
                  <a:cubicBezTo>
                    <a:pt x="862" y="633"/>
                    <a:pt x="853" y="645"/>
                    <a:pt x="846" y="665"/>
                  </a:cubicBezTo>
                  <a:cubicBezTo>
                    <a:pt x="841" y="680"/>
                    <a:pt x="839" y="695"/>
                    <a:pt x="833" y="709"/>
                  </a:cubicBezTo>
                  <a:cubicBezTo>
                    <a:pt x="827" y="742"/>
                    <a:pt x="817" y="773"/>
                    <a:pt x="811" y="806"/>
                  </a:cubicBezTo>
                  <a:cubicBezTo>
                    <a:pt x="813" y="844"/>
                    <a:pt x="813" y="882"/>
                    <a:pt x="816" y="920"/>
                  </a:cubicBezTo>
                  <a:cubicBezTo>
                    <a:pt x="820" y="977"/>
                    <a:pt x="870" y="1042"/>
                    <a:pt x="921" y="1065"/>
                  </a:cubicBezTo>
                  <a:cubicBezTo>
                    <a:pt x="939" y="1073"/>
                    <a:pt x="960" y="1076"/>
                    <a:pt x="978" y="1083"/>
                  </a:cubicBezTo>
                  <a:cubicBezTo>
                    <a:pt x="1101" y="1078"/>
                    <a:pt x="1091" y="1098"/>
                    <a:pt x="1150" y="1034"/>
                  </a:cubicBezTo>
                  <a:cubicBezTo>
                    <a:pt x="1156" y="1013"/>
                    <a:pt x="1163" y="995"/>
                    <a:pt x="1167" y="973"/>
                  </a:cubicBezTo>
                  <a:cubicBezTo>
                    <a:pt x="1164" y="927"/>
                    <a:pt x="1164" y="870"/>
                    <a:pt x="1141" y="828"/>
                  </a:cubicBezTo>
                  <a:cubicBezTo>
                    <a:pt x="1131" y="810"/>
                    <a:pt x="1116" y="793"/>
                    <a:pt x="1106" y="775"/>
                  </a:cubicBezTo>
                  <a:cubicBezTo>
                    <a:pt x="1097" y="759"/>
                    <a:pt x="1095" y="739"/>
                    <a:pt x="1088" y="722"/>
                  </a:cubicBezTo>
                  <a:cubicBezTo>
                    <a:pt x="1095" y="678"/>
                    <a:pt x="1099" y="670"/>
                    <a:pt x="1141" y="661"/>
                  </a:cubicBezTo>
                  <a:cubicBezTo>
                    <a:pt x="1151" y="662"/>
                    <a:pt x="1163" y="660"/>
                    <a:pt x="1172" y="665"/>
                  </a:cubicBezTo>
                  <a:cubicBezTo>
                    <a:pt x="1180" y="669"/>
                    <a:pt x="1178" y="682"/>
                    <a:pt x="1181" y="691"/>
                  </a:cubicBezTo>
                  <a:cubicBezTo>
                    <a:pt x="1188" y="712"/>
                    <a:pt x="1190" y="726"/>
                    <a:pt x="1203" y="744"/>
                  </a:cubicBezTo>
                  <a:cubicBezTo>
                    <a:pt x="1225" y="814"/>
                    <a:pt x="1208" y="892"/>
                    <a:pt x="1229" y="964"/>
                  </a:cubicBezTo>
                  <a:cubicBezTo>
                    <a:pt x="1235" y="986"/>
                    <a:pt x="1242" y="1014"/>
                    <a:pt x="1264" y="1026"/>
                  </a:cubicBezTo>
                  <a:cubicBezTo>
                    <a:pt x="1277" y="1033"/>
                    <a:pt x="1306" y="1040"/>
                    <a:pt x="1321" y="1043"/>
                  </a:cubicBezTo>
                  <a:cubicBezTo>
                    <a:pt x="1406" y="1040"/>
                    <a:pt x="1420" y="1043"/>
                    <a:pt x="1480" y="1030"/>
                  </a:cubicBezTo>
                  <a:cubicBezTo>
                    <a:pt x="1511" y="1008"/>
                    <a:pt x="1496" y="1016"/>
                    <a:pt x="1524" y="1004"/>
                  </a:cubicBezTo>
                  <a:cubicBezTo>
                    <a:pt x="1543" y="984"/>
                    <a:pt x="1550" y="971"/>
                    <a:pt x="1559" y="946"/>
                  </a:cubicBezTo>
                  <a:cubicBezTo>
                    <a:pt x="1555" y="911"/>
                    <a:pt x="1557" y="850"/>
                    <a:pt x="1537" y="819"/>
                  </a:cubicBezTo>
                  <a:cubicBezTo>
                    <a:pt x="1534" y="814"/>
                    <a:pt x="1527" y="811"/>
                    <a:pt x="1524" y="806"/>
                  </a:cubicBezTo>
                  <a:cubicBezTo>
                    <a:pt x="1508" y="781"/>
                    <a:pt x="1508" y="764"/>
                    <a:pt x="1484" y="749"/>
                  </a:cubicBezTo>
                  <a:cubicBezTo>
                    <a:pt x="1448" y="693"/>
                    <a:pt x="1417" y="632"/>
                    <a:pt x="1387" y="573"/>
                  </a:cubicBezTo>
                  <a:cubicBezTo>
                    <a:pt x="1372" y="544"/>
                    <a:pt x="1349" y="520"/>
                    <a:pt x="1330" y="494"/>
                  </a:cubicBezTo>
                  <a:cubicBezTo>
                    <a:pt x="1314" y="472"/>
                    <a:pt x="1306" y="443"/>
                    <a:pt x="1286" y="423"/>
                  </a:cubicBezTo>
                  <a:cubicBezTo>
                    <a:pt x="1268" y="405"/>
                    <a:pt x="1239" y="365"/>
                    <a:pt x="1216" y="353"/>
                  </a:cubicBezTo>
                  <a:cubicBezTo>
                    <a:pt x="1199" y="344"/>
                    <a:pt x="1182" y="333"/>
                    <a:pt x="1167" y="322"/>
                  </a:cubicBezTo>
                  <a:cubicBezTo>
                    <a:pt x="1116" y="286"/>
                    <a:pt x="1072" y="245"/>
                    <a:pt x="1027" y="203"/>
                  </a:cubicBezTo>
                  <a:cubicBezTo>
                    <a:pt x="1014" y="191"/>
                    <a:pt x="1002" y="178"/>
                    <a:pt x="992" y="164"/>
                  </a:cubicBezTo>
                  <a:cubicBezTo>
                    <a:pt x="985" y="155"/>
                    <a:pt x="980" y="146"/>
                    <a:pt x="974" y="137"/>
                  </a:cubicBezTo>
                  <a:cubicBezTo>
                    <a:pt x="971" y="133"/>
                    <a:pt x="965" y="124"/>
                    <a:pt x="965" y="124"/>
                  </a:cubicBezTo>
                  <a:cubicBezTo>
                    <a:pt x="953" y="73"/>
                    <a:pt x="953" y="11"/>
                    <a:pt x="1009" y="1"/>
                  </a:cubicBezTo>
                  <a:cubicBezTo>
                    <a:pt x="1081" y="4"/>
                    <a:pt x="1078" y="0"/>
                    <a:pt x="1123" y="14"/>
                  </a:cubicBezTo>
                  <a:cubicBezTo>
                    <a:pt x="1137" y="23"/>
                    <a:pt x="1159" y="22"/>
                    <a:pt x="1141" y="32"/>
                  </a:cubicBezTo>
                </a:path>
              </a:pathLst>
            </a:custGeom>
            <a:noFill/>
            <a:ln w="9525" cap="flat" cmpd="sng">
              <a:solidFill>
                <a:schemeClr val="folHlink"/>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0" name="Text Box 116">
              <a:extLst>
                <a:ext uri="{FF2B5EF4-FFF2-40B4-BE49-F238E27FC236}">
                  <a16:creationId xmlns:a16="http://schemas.microsoft.com/office/drawing/2014/main" id="{26C9C38A-A0F3-400D-82F5-D43B1AD46CEB}"/>
                </a:ext>
              </a:extLst>
            </p:cNvPr>
            <p:cNvSpPr txBox="1">
              <a:spLocks noChangeArrowheads="1"/>
            </p:cNvSpPr>
            <p:nvPr/>
          </p:nvSpPr>
          <p:spPr bwMode="auto">
            <a:xfrm>
              <a:off x="3792" y="3840"/>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2000">
                  <a:latin typeface="Trebuchet MS" panose="020B0603020202020204" pitchFamily="34" charset="0"/>
                </a:rPr>
                <a:t>D E B F G C A</a:t>
              </a:r>
            </a:p>
          </p:txBody>
        </p:sp>
      </p:grpSp>
    </p:spTree>
    <p:extLst>
      <p:ext uri="{BB962C8B-B14F-4D97-AF65-F5344CB8AC3E}">
        <p14:creationId xmlns:p14="http://schemas.microsoft.com/office/powerpoint/2010/main" val="367569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left)">
                                      <p:cBhvr>
                                        <p:cTn id="32" dur="500"/>
                                        <p:tgtEl>
                                          <p:spTgt spid="1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dissolve">
                                      <p:cBhvr>
                                        <p:cTn id="37" dur="500"/>
                                        <p:tgtEl>
                                          <p:spTgt spid="8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wipe(left)">
                                      <p:cBhvr>
                                        <p:cTn id="42" dur="500"/>
                                        <p:tgtEl>
                                          <p:spTgt spid="11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dissolve">
                                      <p:cBhvr>
                                        <p:cTn id="47" dur="500"/>
                                        <p:tgtEl>
                                          <p:spTgt spid="5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8"/>
                                        </p:tgtEl>
                                        <p:attrNameLst>
                                          <p:attrName>style.visibility</p:attrName>
                                        </p:attrNameLst>
                                      </p:cBhvr>
                                      <p:to>
                                        <p:strVal val="visible"/>
                                      </p:to>
                                    </p:set>
                                    <p:animEffect transition="in" filter="wipe(left)">
                                      <p:cBhvr>
                                        <p:cTn id="5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Post-order Traversal: LRV</a:t>
            </a:r>
          </a:p>
        </p:txBody>
      </p:sp>
      <p:grpSp>
        <p:nvGrpSpPr>
          <p:cNvPr id="3" name="Group 3">
            <a:extLst>
              <a:ext uri="{FF2B5EF4-FFF2-40B4-BE49-F238E27FC236}">
                <a16:creationId xmlns:a16="http://schemas.microsoft.com/office/drawing/2014/main" id="{7BC7298A-2517-4ED8-AADB-8C1A336798B9}"/>
              </a:ext>
            </a:extLst>
          </p:cNvPr>
          <p:cNvGrpSpPr>
            <a:grpSpLocks/>
          </p:cNvGrpSpPr>
          <p:nvPr/>
        </p:nvGrpSpPr>
        <p:grpSpPr bwMode="auto">
          <a:xfrm>
            <a:off x="2479040" y="1960881"/>
            <a:ext cx="3962400" cy="1528763"/>
            <a:chOff x="1728" y="864"/>
            <a:chExt cx="2496" cy="963"/>
          </a:xfrm>
        </p:grpSpPr>
        <p:grpSp>
          <p:nvGrpSpPr>
            <p:cNvPr id="4" name="Group 4">
              <a:extLst>
                <a:ext uri="{FF2B5EF4-FFF2-40B4-BE49-F238E27FC236}">
                  <a16:creationId xmlns:a16="http://schemas.microsoft.com/office/drawing/2014/main" id="{6DE93419-D6C6-4F86-B699-D937D83373DA}"/>
                </a:ext>
              </a:extLst>
            </p:cNvPr>
            <p:cNvGrpSpPr>
              <a:grpSpLocks/>
            </p:cNvGrpSpPr>
            <p:nvPr/>
          </p:nvGrpSpPr>
          <p:grpSpPr bwMode="auto">
            <a:xfrm>
              <a:off x="3744" y="1536"/>
              <a:ext cx="240" cy="291"/>
              <a:chOff x="4176" y="1104"/>
              <a:chExt cx="240" cy="291"/>
            </a:xfrm>
          </p:grpSpPr>
          <p:sp>
            <p:nvSpPr>
              <p:cNvPr id="16" name="Oval 5">
                <a:extLst>
                  <a:ext uri="{FF2B5EF4-FFF2-40B4-BE49-F238E27FC236}">
                    <a16:creationId xmlns:a16="http://schemas.microsoft.com/office/drawing/2014/main" id="{3BDE0A19-9CFF-4A0F-8283-C9E12F9F8A6D}"/>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7" name="Text Box 6">
                <a:extLst>
                  <a:ext uri="{FF2B5EF4-FFF2-40B4-BE49-F238E27FC236}">
                    <a16:creationId xmlns:a16="http://schemas.microsoft.com/office/drawing/2014/main" id="{7FDCA353-647B-4ED7-988F-C79931A04BD6}"/>
                  </a:ext>
                </a:extLst>
              </p:cNvPr>
              <p:cNvSpPr txBox="1">
                <a:spLocks noChangeArrowheads="1"/>
              </p:cNvSpPr>
              <p:nvPr/>
            </p:nvSpPr>
            <p:spPr bwMode="auto">
              <a:xfrm>
                <a:off x="4176" y="110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400"/>
              </a:p>
            </p:txBody>
          </p:sp>
        </p:grpSp>
        <p:grpSp>
          <p:nvGrpSpPr>
            <p:cNvPr id="5" name="Group 7">
              <a:extLst>
                <a:ext uri="{FF2B5EF4-FFF2-40B4-BE49-F238E27FC236}">
                  <a16:creationId xmlns:a16="http://schemas.microsoft.com/office/drawing/2014/main" id="{7548D49C-6A83-443A-88D6-4D6BA7DC09A3}"/>
                </a:ext>
              </a:extLst>
            </p:cNvPr>
            <p:cNvGrpSpPr>
              <a:grpSpLocks/>
            </p:cNvGrpSpPr>
            <p:nvPr/>
          </p:nvGrpSpPr>
          <p:grpSpPr bwMode="auto">
            <a:xfrm>
              <a:off x="1728" y="1536"/>
              <a:ext cx="240" cy="291"/>
              <a:chOff x="4176" y="1104"/>
              <a:chExt cx="240" cy="291"/>
            </a:xfrm>
          </p:grpSpPr>
          <p:sp>
            <p:nvSpPr>
              <p:cNvPr id="14" name="Oval 8">
                <a:extLst>
                  <a:ext uri="{FF2B5EF4-FFF2-40B4-BE49-F238E27FC236}">
                    <a16:creationId xmlns:a16="http://schemas.microsoft.com/office/drawing/2014/main" id="{EBCD82A9-FFD8-4F33-910A-CF1C76BA7594}"/>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5" name="Text Box 9">
                <a:extLst>
                  <a:ext uri="{FF2B5EF4-FFF2-40B4-BE49-F238E27FC236}">
                    <a16:creationId xmlns:a16="http://schemas.microsoft.com/office/drawing/2014/main" id="{F252DDEC-5D73-4C76-B79E-734CF1F04CA2}"/>
                  </a:ext>
                </a:extLst>
              </p:cNvPr>
              <p:cNvSpPr txBox="1">
                <a:spLocks noChangeArrowheads="1"/>
              </p:cNvSpPr>
              <p:nvPr/>
            </p:nvSpPr>
            <p:spPr bwMode="auto">
              <a:xfrm>
                <a:off x="4176" y="110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400"/>
              </a:p>
            </p:txBody>
          </p:sp>
        </p:grpSp>
        <p:grpSp>
          <p:nvGrpSpPr>
            <p:cNvPr id="6" name="Group 10">
              <a:extLst>
                <a:ext uri="{FF2B5EF4-FFF2-40B4-BE49-F238E27FC236}">
                  <a16:creationId xmlns:a16="http://schemas.microsoft.com/office/drawing/2014/main" id="{B7A8EC43-3C7D-470C-A844-396F354A321F}"/>
                </a:ext>
              </a:extLst>
            </p:cNvPr>
            <p:cNvGrpSpPr>
              <a:grpSpLocks/>
            </p:cNvGrpSpPr>
            <p:nvPr/>
          </p:nvGrpSpPr>
          <p:grpSpPr bwMode="auto">
            <a:xfrm>
              <a:off x="2784" y="864"/>
              <a:ext cx="240" cy="291"/>
              <a:chOff x="4176" y="1104"/>
              <a:chExt cx="240" cy="291"/>
            </a:xfrm>
          </p:grpSpPr>
          <p:sp>
            <p:nvSpPr>
              <p:cNvPr id="12" name="Oval 11">
                <a:extLst>
                  <a:ext uri="{FF2B5EF4-FFF2-40B4-BE49-F238E27FC236}">
                    <a16:creationId xmlns:a16="http://schemas.microsoft.com/office/drawing/2014/main" id="{6A7CBD99-1B16-4E42-94AD-24B25EDDC902}"/>
                  </a:ext>
                </a:extLst>
              </p:cNvPr>
              <p:cNvSpPr>
                <a:spLocks noChangeArrowheads="1"/>
              </p:cNvSpPr>
              <p:nvPr/>
            </p:nvSpPr>
            <p:spPr bwMode="auto">
              <a:xfrm>
                <a:off x="4176" y="1152"/>
                <a:ext cx="240" cy="24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3" name="Text Box 12">
                <a:extLst>
                  <a:ext uri="{FF2B5EF4-FFF2-40B4-BE49-F238E27FC236}">
                    <a16:creationId xmlns:a16="http://schemas.microsoft.com/office/drawing/2014/main" id="{5F1925D9-392F-4191-8A55-2AA01ED3A44C}"/>
                  </a:ext>
                </a:extLst>
              </p:cNvPr>
              <p:cNvSpPr txBox="1">
                <a:spLocks noChangeArrowheads="1"/>
              </p:cNvSpPr>
              <p:nvPr/>
            </p:nvSpPr>
            <p:spPr bwMode="auto">
              <a:xfrm>
                <a:off x="4176" y="1104"/>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400"/>
              </a:p>
            </p:txBody>
          </p:sp>
        </p:grpSp>
        <p:sp>
          <p:nvSpPr>
            <p:cNvPr id="7" name="Line 13">
              <a:extLst>
                <a:ext uri="{FF2B5EF4-FFF2-40B4-BE49-F238E27FC236}">
                  <a16:creationId xmlns:a16="http://schemas.microsoft.com/office/drawing/2014/main" id="{0688C563-89B1-4923-A48F-C74D50BED579}"/>
                </a:ext>
              </a:extLst>
            </p:cNvPr>
            <p:cNvSpPr>
              <a:spLocks noChangeShapeType="1"/>
            </p:cNvSpPr>
            <p:nvPr/>
          </p:nvSpPr>
          <p:spPr bwMode="auto">
            <a:xfrm flipH="1">
              <a:off x="1920" y="1056"/>
              <a:ext cx="864"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8" name="Line 14">
              <a:extLst>
                <a:ext uri="{FF2B5EF4-FFF2-40B4-BE49-F238E27FC236}">
                  <a16:creationId xmlns:a16="http://schemas.microsoft.com/office/drawing/2014/main" id="{EF6EF9F6-F880-4728-BC0D-22BF9096483E}"/>
                </a:ext>
              </a:extLst>
            </p:cNvPr>
            <p:cNvSpPr>
              <a:spLocks noChangeShapeType="1"/>
            </p:cNvSpPr>
            <p:nvPr/>
          </p:nvSpPr>
          <p:spPr bwMode="auto">
            <a:xfrm>
              <a:off x="2976" y="1104"/>
              <a:ext cx="816" cy="528"/>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2400"/>
            </a:p>
          </p:txBody>
        </p:sp>
        <p:sp>
          <p:nvSpPr>
            <p:cNvPr id="9" name="Text Box 15">
              <a:extLst>
                <a:ext uri="{FF2B5EF4-FFF2-40B4-BE49-F238E27FC236}">
                  <a16:creationId xmlns:a16="http://schemas.microsoft.com/office/drawing/2014/main" id="{4A2CC74C-A275-40E0-B789-3F1EC24FFE02}"/>
                </a:ext>
              </a:extLst>
            </p:cNvPr>
            <p:cNvSpPr txBox="1">
              <a:spLocks noChangeArrowheads="1"/>
            </p:cNvSpPr>
            <p:nvPr/>
          </p:nvSpPr>
          <p:spPr bwMode="auto">
            <a:xfrm>
              <a:off x="2784" y="864"/>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a:t>
              </a:r>
            </a:p>
          </p:txBody>
        </p:sp>
        <p:sp>
          <p:nvSpPr>
            <p:cNvPr id="10" name="Text Box 16">
              <a:extLst>
                <a:ext uri="{FF2B5EF4-FFF2-40B4-BE49-F238E27FC236}">
                  <a16:creationId xmlns:a16="http://schemas.microsoft.com/office/drawing/2014/main" id="{B7167159-4104-4A50-B149-121EC6739171}"/>
                </a:ext>
              </a:extLst>
            </p:cNvPr>
            <p:cNvSpPr txBox="1">
              <a:spLocks noChangeArrowheads="1"/>
            </p:cNvSpPr>
            <p:nvPr/>
          </p:nvSpPr>
          <p:spPr bwMode="auto">
            <a:xfrm>
              <a:off x="1728" y="1536"/>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b</a:t>
              </a:r>
            </a:p>
          </p:txBody>
        </p:sp>
        <p:sp>
          <p:nvSpPr>
            <p:cNvPr id="11" name="Text Box 17">
              <a:extLst>
                <a:ext uri="{FF2B5EF4-FFF2-40B4-BE49-F238E27FC236}">
                  <a16:creationId xmlns:a16="http://schemas.microsoft.com/office/drawing/2014/main" id="{102C27B7-5573-46BC-94BC-BE3A1713AB79}"/>
                </a:ext>
              </a:extLst>
            </p:cNvPr>
            <p:cNvSpPr txBox="1">
              <a:spLocks noChangeArrowheads="1"/>
            </p:cNvSpPr>
            <p:nvPr/>
          </p:nvSpPr>
          <p:spPr bwMode="auto">
            <a:xfrm>
              <a:off x="3744" y="1536"/>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c</a:t>
              </a:r>
            </a:p>
          </p:txBody>
        </p:sp>
      </p:grpSp>
      <p:sp>
        <p:nvSpPr>
          <p:cNvPr id="18" name="Text Box 18">
            <a:extLst>
              <a:ext uri="{FF2B5EF4-FFF2-40B4-BE49-F238E27FC236}">
                <a16:creationId xmlns:a16="http://schemas.microsoft.com/office/drawing/2014/main" id="{C54E926E-63DB-40F4-8A6C-F7717AF78C82}"/>
              </a:ext>
            </a:extLst>
          </p:cNvPr>
          <p:cNvSpPr txBox="1">
            <a:spLocks noChangeArrowheads="1"/>
          </p:cNvSpPr>
          <p:nvPr/>
        </p:nvSpPr>
        <p:spPr bwMode="auto">
          <a:xfrm>
            <a:off x="3774440" y="4094480"/>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b</a:t>
            </a:r>
          </a:p>
        </p:txBody>
      </p:sp>
      <p:sp>
        <p:nvSpPr>
          <p:cNvPr id="19" name="Text Box 19">
            <a:extLst>
              <a:ext uri="{FF2B5EF4-FFF2-40B4-BE49-F238E27FC236}">
                <a16:creationId xmlns:a16="http://schemas.microsoft.com/office/drawing/2014/main" id="{53B64CC4-219F-437B-9F66-4354DF629B48}"/>
              </a:ext>
            </a:extLst>
          </p:cNvPr>
          <p:cNvSpPr txBox="1">
            <a:spLocks noChangeArrowheads="1"/>
          </p:cNvSpPr>
          <p:nvPr/>
        </p:nvSpPr>
        <p:spPr bwMode="auto">
          <a:xfrm>
            <a:off x="4079240" y="4094480"/>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c</a:t>
            </a:r>
          </a:p>
        </p:txBody>
      </p:sp>
      <p:sp>
        <p:nvSpPr>
          <p:cNvPr id="20" name="Text Box 20">
            <a:extLst>
              <a:ext uri="{FF2B5EF4-FFF2-40B4-BE49-F238E27FC236}">
                <a16:creationId xmlns:a16="http://schemas.microsoft.com/office/drawing/2014/main" id="{48C37DF5-A8CF-4566-90CD-839B4A865A3F}"/>
              </a:ext>
            </a:extLst>
          </p:cNvPr>
          <p:cNvSpPr txBox="1">
            <a:spLocks noChangeArrowheads="1"/>
          </p:cNvSpPr>
          <p:nvPr/>
        </p:nvSpPr>
        <p:spPr bwMode="auto">
          <a:xfrm>
            <a:off x="4384040" y="4094480"/>
            <a:ext cx="38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chemeClr val="hlink"/>
                </a:solidFill>
              </a:rPr>
              <a:t>a</a:t>
            </a:r>
          </a:p>
        </p:txBody>
      </p:sp>
    </p:spTree>
    <p:extLst>
      <p:ext uri="{BB962C8B-B14F-4D97-AF65-F5344CB8AC3E}">
        <p14:creationId xmlns:p14="http://schemas.microsoft.com/office/powerpoint/2010/main" val="142863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1+#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utoUpdateAnimBg="0"/>
      <p:bldP spid="2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17">
            <a:extLst>
              <a:ext uri="{FF2B5EF4-FFF2-40B4-BE49-F238E27FC236}">
                <a16:creationId xmlns:a16="http://schemas.microsoft.com/office/drawing/2014/main" id="{D3AAEAA2-F7FB-4C7A-9835-DC5F3686F4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6" y="1186499"/>
            <a:ext cx="4600341" cy="336518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18">
            <a:extLst>
              <a:ext uri="{FF2B5EF4-FFF2-40B4-BE49-F238E27FC236}">
                <a16:creationId xmlns:a16="http://schemas.microsoft.com/office/drawing/2014/main" id="{B5B6B095-9B06-4B16-BFDD-06968E0FD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1628" y="3324605"/>
            <a:ext cx="4000816" cy="304730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Post-order Traversal: LRV</a:t>
            </a:r>
          </a:p>
        </p:txBody>
      </p:sp>
      <p:sp>
        <p:nvSpPr>
          <p:cNvPr id="5" name="Text Box 119">
            <a:extLst>
              <a:ext uri="{FF2B5EF4-FFF2-40B4-BE49-F238E27FC236}">
                <a16:creationId xmlns:a16="http://schemas.microsoft.com/office/drawing/2014/main" id="{86EB56F4-236F-4BC8-8BFD-77E4FF23D9F1}"/>
              </a:ext>
            </a:extLst>
          </p:cNvPr>
          <p:cNvSpPr txBox="1">
            <a:spLocks noChangeArrowheads="1"/>
          </p:cNvSpPr>
          <p:nvPr/>
        </p:nvSpPr>
        <p:spPr bwMode="auto">
          <a:xfrm>
            <a:off x="4262755" y="1238074"/>
            <a:ext cx="47929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just">
              <a:defRPr sz="2400"/>
            </a:lvl1pPr>
          </a:lstStyle>
          <a:p>
            <a:r>
              <a:rPr lang="en-US" altLang="en-US" dirty="0"/>
              <a:t>“A node is visited when passing on its right in the visit path”</a:t>
            </a:r>
          </a:p>
        </p:txBody>
      </p:sp>
      <p:sp>
        <p:nvSpPr>
          <p:cNvPr id="6" name="Line 120">
            <a:extLst>
              <a:ext uri="{FF2B5EF4-FFF2-40B4-BE49-F238E27FC236}">
                <a16:creationId xmlns:a16="http://schemas.microsoft.com/office/drawing/2014/main" id="{BC1D4760-5F6A-4033-A173-ABAEEBE59160}"/>
              </a:ext>
            </a:extLst>
          </p:cNvPr>
          <p:cNvSpPr>
            <a:spLocks noChangeShapeType="1"/>
          </p:cNvSpPr>
          <p:nvPr/>
        </p:nvSpPr>
        <p:spPr bwMode="auto">
          <a:xfrm>
            <a:off x="4688607" y="3602040"/>
            <a:ext cx="701040" cy="614482"/>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 name="Text Box 121">
            <a:extLst>
              <a:ext uri="{FF2B5EF4-FFF2-40B4-BE49-F238E27FC236}">
                <a16:creationId xmlns:a16="http://schemas.microsoft.com/office/drawing/2014/main" id="{F438B1FF-0B17-411D-822E-72844B1D9877}"/>
              </a:ext>
            </a:extLst>
          </p:cNvPr>
          <p:cNvSpPr txBox="1">
            <a:spLocks noChangeArrowheads="1"/>
          </p:cNvSpPr>
          <p:nvPr/>
        </p:nvSpPr>
        <p:spPr bwMode="auto">
          <a:xfrm>
            <a:off x="4855846" y="6288405"/>
            <a:ext cx="3924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P   A   M   F   R   S   T   U   K</a:t>
            </a:r>
          </a:p>
        </p:txBody>
      </p:sp>
      <p:sp>
        <p:nvSpPr>
          <p:cNvPr id="8" name="Rectangle 122">
            <a:extLst>
              <a:ext uri="{FF2B5EF4-FFF2-40B4-BE49-F238E27FC236}">
                <a16:creationId xmlns:a16="http://schemas.microsoft.com/office/drawing/2014/main" id="{C3938D93-C9E6-4F4B-B6C8-08FAC2243C2D}"/>
              </a:ext>
            </a:extLst>
          </p:cNvPr>
          <p:cNvSpPr>
            <a:spLocks noChangeArrowheads="1"/>
          </p:cNvSpPr>
          <p:nvPr/>
        </p:nvSpPr>
        <p:spPr bwMode="auto">
          <a:xfrm>
            <a:off x="0" y="5077024"/>
            <a:ext cx="388778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rtl="0"/>
            <a:r>
              <a:rPr lang="en-US" altLang="en-US" sz="2400" dirty="0"/>
              <a:t>Note: An </a:t>
            </a:r>
            <a:r>
              <a:rPr lang="en-US" altLang="en-US" sz="2400" dirty="0" err="1"/>
              <a:t>postorder</a:t>
            </a:r>
            <a:r>
              <a:rPr lang="en-US" altLang="en-US" sz="2400" dirty="0"/>
              <a:t> traversal can pass through a node without visiting it at that moment.</a:t>
            </a:r>
          </a:p>
        </p:txBody>
      </p:sp>
    </p:spTree>
    <p:extLst>
      <p:ext uri="{BB962C8B-B14F-4D97-AF65-F5344CB8AC3E}">
        <p14:creationId xmlns:p14="http://schemas.microsoft.com/office/powerpoint/2010/main" val="316884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Post-order Traversal: LRV</a:t>
            </a:r>
          </a:p>
        </p:txBody>
      </p:sp>
      <p:sp>
        <p:nvSpPr>
          <p:cNvPr id="3" name="Slide Number Placeholder 5">
            <a:extLst>
              <a:ext uri="{FF2B5EF4-FFF2-40B4-BE49-F238E27FC236}">
                <a16:creationId xmlns:a16="http://schemas.microsoft.com/office/drawing/2014/main" id="{539688C1-D895-4F55-9CF6-8C4509EF94C8}"/>
              </a:ext>
            </a:extLst>
          </p:cNvPr>
          <p:cNvSpPr txBox="1">
            <a:spLocks/>
          </p:cNvSpPr>
          <p:nvPr/>
        </p:nvSpPr>
        <p:spPr>
          <a:xfrm>
            <a:off x="6817360" y="593979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46B5419-E554-4FA0-8282-24A8905AF427}" type="slidenum">
              <a:rPr lang="en-US" altLang="en-US" smtClean="0"/>
              <a:pPr/>
              <a:t>26</a:t>
            </a:fld>
            <a:endParaRPr lang="en-US" altLang="en-US"/>
          </a:p>
        </p:txBody>
      </p:sp>
      <p:sp>
        <p:nvSpPr>
          <p:cNvPr id="4" name="Oval 3">
            <a:extLst>
              <a:ext uri="{FF2B5EF4-FFF2-40B4-BE49-F238E27FC236}">
                <a16:creationId xmlns:a16="http://schemas.microsoft.com/office/drawing/2014/main" id="{773C4885-AD1F-487B-89D5-3C1D01DE4495}"/>
              </a:ext>
            </a:extLst>
          </p:cNvPr>
          <p:cNvSpPr>
            <a:spLocks noChangeArrowheads="1"/>
          </p:cNvSpPr>
          <p:nvPr/>
        </p:nvSpPr>
        <p:spPr bwMode="auto">
          <a:xfrm>
            <a:off x="13817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A</a:t>
            </a:r>
          </a:p>
        </p:txBody>
      </p:sp>
      <p:sp>
        <p:nvSpPr>
          <p:cNvPr id="5" name="Oval 4">
            <a:extLst>
              <a:ext uri="{FF2B5EF4-FFF2-40B4-BE49-F238E27FC236}">
                <a16:creationId xmlns:a16="http://schemas.microsoft.com/office/drawing/2014/main" id="{AFEDF6D4-76CF-408B-8275-C0098C6BB015}"/>
              </a:ext>
            </a:extLst>
          </p:cNvPr>
          <p:cNvSpPr>
            <a:spLocks noChangeArrowheads="1"/>
          </p:cNvSpPr>
          <p:nvPr/>
        </p:nvSpPr>
        <p:spPr bwMode="auto">
          <a:xfrm>
            <a:off x="21691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R</a:t>
            </a:r>
          </a:p>
        </p:txBody>
      </p:sp>
      <p:sp>
        <p:nvSpPr>
          <p:cNvPr id="6" name="Oval 5">
            <a:extLst>
              <a:ext uri="{FF2B5EF4-FFF2-40B4-BE49-F238E27FC236}">
                <a16:creationId xmlns:a16="http://schemas.microsoft.com/office/drawing/2014/main" id="{81DE384E-E1D3-49D5-AE89-F7AF8C5184DD}"/>
              </a:ext>
            </a:extLst>
          </p:cNvPr>
          <p:cNvSpPr>
            <a:spLocks noChangeArrowheads="1"/>
          </p:cNvSpPr>
          <p:nvPr/>
        </p:nvSpPr>
        <p:spPr bwMode="auto">
          <a:xfrm>
            <a:off x="68935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E</a:t>
            </a:r>
          </a:p>
        </p:txBody>
      </p:sp>
      <p:sp>
        <p:nvSpPr>
          <p:cNvPr id="7" name="Oval 6">
            <a:extLst>
              <a:ext uri="{FF2B5EF4-FFF2-40B4-BE49-F238E27FC236}">
                <a16:creationId xmlns:a16="http://schemas.microsoft.com/office/drawing/2014/main" id="{BBD7EBB8-D1AA-4B6F-B64B-F12B84131FCB}"/>
              </a:ext>
            </a:extLst>
          </p:cNvPr>
          <p:cNvSpPr>
            <a:spLocks noChangeArrowheads="1"/>
          </p:cNvSpPr>
          <p:nvPr/>
        </p:nvSpPr>
        <p:spPr bwMode="auto">
          <a:xfrm>
            <a:off x="61061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Y</a:t>
            </a:r>
          </a:p>
        </p:txBody>
      </p:sp>
      <p:sp>
        <p:nvSpPr>
          <p:cNvPr id="8" name="Oval 7">
            <a:extLst>
              <a:ext uri="{FF2B5EF4-FFF2-40B4-BE49-F238E27FC236}">
                <a16:creationId xmlns:a16="http://schemas.microsoft.com/office/drawing/2014/main" id="{B22683DB-2009-49FB-B3E6-5D90E7283D08}"/>
              </a:ext>
            </a:extLst>
          </p:cNvPr>
          <p:cNvSpPr>
            <a:spLocks noChangeArrowheads="1"/>
          </p:cNvSpPr>
          <p:nvPr/>
        </p:nvSpPr>
        <p:spPr bwMode="auto">
          <a:xfrm>
            <a:off x="29565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P</a:t>
            </a:r>
          </a:p>
        </p:txBody>
      </p:sp>
      <p:sp>
        <p:nvSpPr>
          <p:cNvPr id="9" name="Oval 8">
            <a:extLst>
              <a:ext uri="{FF2B5EF4-FFF2-40B4-BE49-F238E27FC236}">
                <a16:creationId xmlns:a16="http://schemas.microsoft.com/office/drawing/2014/main" id="{329EFBFA-525B-40FD-A81C-EDC6A6CADE2E}"/>
              </a:ext>
            </a:extLst>
          </p:cNvPr>
          <p:cNvSpPr>
            <a:spLocks noChangeArrowheads="1"/>
          </p:cNvSpPr>
          <p:nvPr/>
        </p:nvSpPr>
        <p:spPr bwMode="auto">
          <a:xfrm>
            <a:off x="76809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M</a:t>
            </a:r>
          </a:p>
        </p:txBody>
      </p:sp>
      <p:sp>
        <p:nvSpPr>
          <p:cNvPr id="10" name="Oval 9">
            <a:extLst>
              <a:ext uri="{FF2B5EF4-FFF2-40B4-BE49-F238E27FC236}">
                <a16:creationId xmlns:a16="http://schemas.microsoft.com/office/drawing/2014/main" id="{114645A0-7237-4ACF-B70C-99D9AECCC60D}"/>
              </a:ext>
            </a:extLst>
          </p:cNvPr>
          <p:cNvSpPr>
            <a:spLocks noChangeArrowheads="1"/>
          </p:cNvSpPr>
          <p:nvPr/>
        </p:nvSpPr>
        <p:spPr bwMode="auto">
          <a:xfrm>
            <a:off x="53187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H</a:t>
            </a:r>
          </a:p>
        </p:txBody>
      </p:sp>
      <p:sp>
        <p:nvSpPr>
          <p:cNvPr id="11" name="Oval 10">
            <a:extLst>
              <a:ext uri="{FF2B5EF4-FFF2-40B4-BE49-F238E27FC236}">
                <a16:creationId xmlns:a16="http://schemas.microsoft.com/office/drawing/2014/main" id="{28332A84-3149-417A-9CF1-56EBF4070437}"/>
              </a:ext>
            </a:extLst>
          </p:cNvPr>
          <p:cNvSpPr>
            <a:spLocks noChangeArrowheads="1"/>
          </p:cNvSpPr>
          <p:nvPr/>
        </p:nvSpPr>
        <p:spPr bwMode="auto">
          <a:xfrm>
            <a:off x="5943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J</a:t>
            </a:r>
          </a:p>
        </p:txBody>
      </p:sp>
      <p:sp>
        <p:nvSpPr>
          <p:cNvPr id="12" name="Oval 11">
            <a:extLst>
              <a:ext uri="{FF2B5EF4-FFF2-40B4-BE49-F238E27FC236}">
                <a16:creationId xmlns:a16="http://schemas.microsoft.com/office/drawing/2014/main" id="{B8DEF0D0-65AB-4AE4-B25D-35E08CB42CB8}"/>
              </a:ext>
            </a:extLst>
          </p:cNvPr>
          <p:cNvSpPr>
            <a:spLocks noChangeArrowheads="1"/>
          </p:cNvSpPr>
          <p:nvPr/>
        </p:nvSpPr>
        <p:spPr bwMode="auto">
          <a:xfrm>
            <a:off x="37439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Q</a:t>
            </a:r>
          </a:p>
        </p:txBody>
      </p:sp>
      <p:sp>
        <p:nvSpPr>
          <p:cNvPr id="13" name="Oval 12">
            <a:extLst>
              <a:ext uri="{FF2B5EF4-FFF2-40B4-BE49-F238E27FC236}">
                <a16:creationId xmlns:a16="http://schemas.microsoft.com/office/drawing/2014/main" id="{B31207DA-B432-4938-9C59-F79794002FE7}"/>
              </a:ext>
            </a:extLst>
          </p:cNvPr>
          <p:cNvSpPr>
            <a:spLocks noChangeArrowheads="1"/>
          </p:cNvSpPr>
          <p:nvPr/>
        </p:nvSpPr>
        <p:spPr bwMode="auto">
          <a:xfrm>
            <a:off x="4531360" y="537464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T</a:t>
            </a:r>
          </a:p>
        </p:txBody>
      </p:sp>
      <p:grpSp>
        <p:nvGrpSpPr>
          <p:cNvPr id="14" name="Group 13">
            <a:extLst>
              <a:ext uri="{FF2B5EF4-FFF2-40B4-BE49-F238E27FC236}">
                <a16:creationId xmlns:a16="http://schemas.microsoft.com/office/drawing/2014/main" id="{51AFF7D3-0F7D-4180-BB79-1D7CD3A6C2E7}"/>
              </a:ext>
            </a:extLst>
          </p:cNvPr>
          <p:cNvGrpSpPr>
            <a:grpSpLocks/>
          </p:cNvGrpSpPr>
          <p:nvPr/>
        </p:nvGrpSpPr>
        <p:grpSpPr bwMode="auto">
          <a:xfrm>
            <a:off x="2535873" y="1491615"/>
            <a:ext cx="3352800" cy="3124200"/>
            <a:chOff x="1824" y="1056"/>
            <a:chExt cx="2112" cy="1968"/>
          </a:xfrm>
        </p:grpSpPr>
        <p:sp>
          <p:nvSpPr>
            <p:cNvPr id="15" name="Oval 14">
              <a:extLst>
                <a:ext uri="{FF2B5EF4-FFF2-40B4-BE49-F238E27FC236}">
                  <a16:creationId xmlns:a16="http://schemas.microsoft.com/office/drawing/2014/main" id="{419C63E9-F2BF-46E2-8BC6-6DE60C1FA067}"/>
                </a:ext>
              </a:extLst>
            </p:cNvPr>
            <p:cNvSpPr>
              <a:spLocks noChangeArrowheads="1"/>
            </p:cNvSpPr>
            <p:nvPr/>
          </p:nvSpPr>
          <p:spPr bwMode="auto">
            <a:xfrm>
              <a:off x="1824"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A</a:t>
              </a:r>
            </a:p>
          </p:txBody>
        </p:sp>
        <p:sp>
          <p:nvSpPr>
            <p:cNvPr id="16" name="Oval 15">
              <a:extLst>
                <a:ext uri="{FF2B5EF4-FFF2-40B4-BE49-F238E27FC236}">
                  <a16:creationId xmlns:a16="http://schemas.microsoft.com/office/drawing/2014/main" id="{1CA070E9-157C-4805-9368-7DE1349EA63C}"/>
                </a:ext>
              </a:extLst>
            </p:cNvPr>
            <p:cNvSpPr>
              <a:spLocks noChangeArrowheads="1"/>
            </p:cNvSpPr>
            <p:nvPr/>
          </p:nvSpPr>
          <p:spPr bwMode="auto">
            <a:xfrm>
              <a:off x="2448"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R</a:t>
              </a:r>
            </a:p>
          </p:txBody>
        </p:sp>
        <p:sp>
          <p:nvSpPr>
            <p:cNvPr id="17" name="Oval 16">
              <a:extLst>
                <a:ext uri="{FF2B5EF4-FFF2-40B4-BE49-F238E27FC236}">
                  <a16:creationId xmlns:a16="http://schemas.microsoft.com/office/drawing/2014/main" id="{210DE177-FEEC-4B11-8B4F-C1142963BB57}"/>
                </a:ext>
              </a:extLst>
            </p:cNvPr>
            <p:cNvSpPr>
              <a:spLocks noChangeArrowheads="1"/>
            </p:cNvSpPr>
            <p:nvPr/>
          </p:nvSpPr>
          <p:spPr bwMode="auto">
            <a:xfrm>
              <a:off x="3648"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E</a:t>
              </a:r>
            </a:p>
          </p:txBody>
        </p:sp>
        <p:sp>
          <p:nvSpPr>
            <p:cNvPr id="18" name="Oval 17">
              <a:extLst>
                <a:ext uri="{FF2B5EF4-FFF2-40B4-BE49-F238E27FC236}">
                  <a16:creationId xmlns:a16="http://schemas.microsoft.com/office/drawing/2014/main" id="{1154F6B1-254C-4B1D-8E8E-A250295A065D}"/>
                </a:ext>
              </a:extLst>
            </p:cNvPr>
            <p:cNvSpPr>
              <a:spLocks noChangeArrowheads="1"/>
            </p:cNvSpPr>
            <p:nvPr/>
          </p:nvSpPr>
          <p:spPr bwMode="auto">
            <a:xfrm>
              <a:off x="2688" y="163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Y</a:t>
              </a:r>
            </a:p>
          </p:txBody>
        </p:sp>
        <p:sp>
          <p:nvSpPr>
            <p:cNvPr id="19" name="Oval 18">
              <a:extLst>
                <a:ext uri="{FF2B5EF4-FFF2-40B4-BE49-F238E27FC236}">
                  <a16:creationId xmlns:a16="http://schemas.microsoft.com/office/drawing/2014/main" id="{69BE7828-DDD9-49FA-9BAB-2EB18D126F44}"/>
                </a:ext>
              </a:extLst>
            </p:cNvPr>
            <p:cNvSpPr>
              <a:spLocks noChangeArrowheads="1"/>
            </p:cNvSpPr>
            <p:nvPr/>
          </p:nvSpPr>
          <p:spPr bwMode="auto">
            <a:xfrm>
              <a:off x="2592"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P</a:t>
              </a:r>
            </a:p>
          </p:txBody>
        </p:sp>
        <p:sp>
          <p:nvSpPr>
            <p:cNvPr id="20" name="Oval 19">
              <a:extLst>
                <a:ext uri="{FF2B5EF4-FFF2-40B4-BE49-F238E27FC236}">
                  <a16:creationId xmlns:a16="http://schemas.microsoft.com/office/drawing/2014/main" id="{003DD512-9A31-46E1-8EE3-61C413ACD16A}"/>
                </a:ext>
              </a:extLst>
            </p:cNvPr>
            <p:cNvSpPr>
              <a:spLocks noChangeArrowheads="1"/>
            </p:cNvSpPr>
            <p:nvPr/>
          </p:nvSpPr>
          <p:spPr bwMode="auto">
            <a:xfrm>
              <a:off x="2688" y="105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M</a:t>
              </a:r>
            </a:p>
          </p:txBody>
        </p:sp>
        <p:sp>
          <p:nvSpPr>
            <p:cNvPr id="21" name="Oval 20">
              <a:extLst>
                <a:ext uri="{FF2B5EF4-FFF2-40B4-BE49-F238E27FC236}">
                  <a16:creationId xmlns:a16="http://schemas.microsoft.com/office/drawing/2014/main" id="{9528618C-722E-4824-A2D4-40D1E73AAD42}"/>
                </a:ext>
              </a:extLst>
            </p:cNvPr>
            <p:cNvSpPr>
              <a:spLocks noChangeArrowheads="1"/>
            </p:cNvSpPr>
            <p:nvPr/>
          </p:nvSpPr>
          <p:spPr bwMode="auto">
            <a:xfrm>
              <a:off x="2928"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H</a:t>
              </a:r>
            </a:p>
          </p:txBody>
        </p:sp>
        <p:sp>
          <p:nvSpPr>
            <p:cNvPr id="22" name="Oval 21">
              <a:extLst>
                <a:ext uri="{FF2B5EF4-FFF2-40B4-BE49-F238E27FC236}">
                  <a16:creationId xmlns:a16="http://schemas.microsoft.com/office/drawing/2014/main" id="{E10F1005-58CD-4F3D-AE6E-A636A6B9C5D9}"/>
                </a:ext>
              </a:extLst>
            </p:cNvPr>
            <p:cNvSpPr>
              <a:spLocks noChangeArrowheads="1"/>
            </p:cNvSpPr>
            <p:nvPr/>
          </p:nvSpPr>
          <p:spPr bwMode="auto">
            <a:xfrm>
              <a:off x="1824" y="216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J</a:t>
              </a:r>
            </a:p>
          </p:txBody>
        </p:sp>
        <p:sp>
          <p:nvSpPr>
            <p:cNvPr id="23" name="Oval 22">
              <a:extLst>
                <a:ext uri="{FF2B5EF4-FFF2-40B4-BE49-F238E27FC236}">
                  <a16:creationId xmlns:a16="http://schemas.microsoft.com/office/drawing/2014/main" id="{12FE43EA-D20B-451C-A364-E9272859DFF4}"/>
                </a:ext>
              </a:extLst>
            </p:cNvPr>
            <p:cNvSpPr>
              <a:spLocks noChangeArrowheads="1"/>
            </p:cNvSpPr>
            <p:nvPr/>
          </p:nvSpPr>
          <p:spPr bwMode="auto">
            <a:xfrm>
              <a:off x="2928"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Q</a:t>
              </a:r>
            </a:p>
          </p:txBody>
        </p:sp>
        <p:sp>
          <p:nvSpPr>
            <p:cNvPr id="24" name="Oval 23">
              <a:extLst>
                <a:ext uri="{FF2B5EF4-FFF2-40B4-BE49-F238E27FC236}">
                  <a16:creationId xmlns:a16="http://schemas.microsoft.com/office/drawing/2014/main" id="{45E88137-DF2D-485E-A4DF-68B9C2634419}"/>
                </a:ext>
              </a:extLst>
            </p:cNvPr>
            <p:cNvSpPr>
              <a:spLocks noChangeArrowheads="1"/>
            </p:cNvSpPr>
            <p:nvPr/>
          </p:nvSpPr>
          <p:spPr bwMode="auto">
            <a:xfrm>
              <a:off x="3312" y="2736"/>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a:solidFill>
                    <a:srgbClr val="800000"/>
                  </a:solidFill>
                  <a:latin typeface="Tahoma" panose="020B0604030504040204" pitchFamily="34" charset="0"/>
                </a:rPr>
                <a:t>T</a:t>
              </a:r>
            </a:p>
          </p:txBody>
        </p:sp>
        <p:cxnSp>
          <p:nvCxnSpPr>
            <p:cNvPr id="25" name="AutoShape 24">
              <a:extLst>
                <a:ext uri="{FF2B5EF4-FFF2-40B4-BE49-F238E27FC236}">
                  <a16:creationId xmlns:a16="http://schemas.microsoft.com/office/drawing/2014/main" id="{65CDCC9D-6022-4850-89BB-284B1ADD7BD5}"/>
                </a:ext>
              </a:extLst>
            </p:cNvPr>
            <p:cNvCxnSpPr>
              <a:cxnSpLocks noChangeShapeType="1"/>
              <a:stCxn id="20" idx="4"/>
              <a:endCxn id="15" idx="7"/>
            </p:cNvCxnSpPr>
            <p:nvPr/>
          </p:nvCxnSpPr>
          <p:spPr bwMode="auto">
            <a:xfrm flipH="1">
              <a:off x="2070" y="1344"/>
              <a:ext cx="762" cy="33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5">
              <a:extLst>
                <a:ext uri="{FF2B5EF4-FFF2-40B4-BE49-F238E27FC236}">
                  <a16:creationId xmlns:a16="http://schemas.microsoft.com/office/drawing/2014/main" id="{E0329744-2E0C-49A4-97A1-EE191A53881D}"/>
                </a:ext>
              </a:extLst>
            </p:cNvPr>
            <p:cNvCxnSpPr>
              <a:cxnSpLocks noChangeShapeType="1"/>
              <a:stCxn id="20" idx="4"/>
              <a:endCxn id="18" idx="0"/>
            </p:cNvCxnSpPr>
            <p:nvPr/>
          </p:nvCxnSpPr>
          <p:spPr bwMode="auto">
            <a:xfrm>
              <a:off x="2832" y="1344"/>
              <a:ext cx="0"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6">
              <a:extLst>
                <a:ext uri="{FF2B5EF4-FFF2-40B4-BE49-F238E27FC236}">
                  <a16:creationId xmlns:a16="http://schemas.microsoft.com/office/drawing/2014/main" id="{3C6E1321-7495-426D-815C-E0BA2D30F4E3}"/>
                </a:ext>
              </a:extLst>
            </p:cNvPr>
            <p:cNvCxnSpPr>
              <a:cxnSpLocks noChangeShapeType="1"/>
              <a:stCxn id="20" idx="4"/>
              <a:endCxn id="17" idx="1"/>
            </p:cNvCxnSpPr>
            <p:nvPr/>
          </p:nvCxnSpPr>
          <p:spPr bwMode="auto">
            <a:xfrm>
              <a:off x="2832" y="1344"/>
              <a:ext cx="858" cy="33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7">
              <a:extLst>
                <a:ext uri="{FF2B5EF4-FFF2-40B4-BE49-F238E27FC236}">
                  <a16:creationId xmlns:a16="http://schemas.microsoft.com/office/drawing/2014/main" id="{D6286D00-B000-4229-8CB4-3943F01B13CA}"/>
                </a:ext>
              </a:extLst>
            </p:cNvPr>
            <p:cNvCxnSpPr>
              <a:cxnSpLocks noChangeShapeType="1"/>
              <a:stCxn id="18" idx="4"/>
              <a:endCxn id="16" idx="0"/>
            </p:cNvCxnSpPr>
            <p:nvPr/>
          </p:nvCxnSpPr>
          <p:spPr bwMode="auto">
            <a:xfrm flipH="1">
              <a:off x="2592" y="1920"/>
              <a:ext cx="24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8">
              <a:extLst>
                <a:ext uri="{FF2B5EF4-FFF2-40B4-BE49-F238E27FC236}">
                  <a16:creationId xmlns:a16="http://schemas.microsoft.com/office/drawing/2014/main" id="{8D30C483-CCE8-4F46-A1EC-52A8B7D311B1}"/>
                </a:ext>
              </a:extLst>
            </p:cNvPr>
            <p:cNvCxnSpPr>
              <a:cxnSpLocks noChangeShapeType="1"/>
              <a:stCxn id="18" idx="4"/>
              <a:endCxn id="21" idx="0"/>
            </p:cNvCxnSpPr>
            <p:nvPr/>
          </p:nvCxnSpPr>
          <p:spPr bwMode="auto">
            <a:xfrm>
              <a:off x="2832" y="1920"/>
              <a:ext cx="24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29">
              <a:extLst>
                <a:ext uri="{FF2B5EF4-FFF2-40B4-BE49-F238E27FC236}">
                  <a16:creationId xmlns:a16="http://schemas.microsoft.com/office/drawing/2014/main" id="{86198262-D9BE-4FFF-B474-177C950E2869}"/>
                </a:ext>
              </a:extLst>
            </p:cNvPr>
            <p:cNvCxnSpPr>
              <a:cxnSpLocks noChangeShapeType="1"/>
              <a:stCxn id="15" idx="4"/>
              <a:endCxn id="22" idx="0"/>
            </p:cNvCxnSpPr>
            <p:nvPr/>
          </p:nvCxnSpPr>
          <p:spPr bwMode="auto">
            <a:xfrm>
              <a:off x="1968" y="1920"/>
              <a:ext cx="0" cy="24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30">
              <a:extLst>
                <a:ext uri="{FF2B5EF4-FFF2-40B4-BE49-F238E27FC236}">
                  <a16:creationId xmlns:a16="http://schemas.microsoft.com/office/drawing/2014/main" id="{6038BAFA-DAC4-487B-AD9C-DEE7B3978F84}"/>
                </a:ext>
              </a:extLst>
            </p:cNvPr>
            <p:cNvCxnSpPr>
              <a:cxnSpLocks noChangeShapeType="1"/>
              <a:stCxn id="21" idx="4"/>
              <a:endCxn id="19" idx="0"/>
            </p:cNvCxnSpPr>
            <p:nvPr/>
          </p:nvCxnSpPr>
          <p:spPr bwMode="auto">
            <a:xfrm flipH="1">
              <a:off x="2736" y="2448"/>
              <a:ext cx="336"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31">
              <a:extLst>
                <a:ext uri="{FF2B5EF4-FFF2-40B4-BE49-F238E27FC236}">
                  <a16:creationId xmlns:a16="http://schemas.microsoft.com/office/drawing/2014/main" id="{36F5D7E1-7356-4E0A-B375-91E92881D7A2}"/>
                </a:ext>
              </a:extLst>
            </p:cNvPr>
            <p:cNvCxnSpPr>
              <a:cxnSpLocks noChangeShapeType="1"/>
              <a:stCxn id="21" idx="4"/>
              <a:endCxn id="23" idx="0"/>
            </p:cNvCxnSpPr>
            <p:nvPr/>
          </p:nvCxnSpPr>
          <p:spPr bwMode="auto">
            <a:xfrm>
              <a:off x="3072" y="2448"/>
              <a:ext cx="0"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32">
              <a:extLst>
                <a:ext uri="{FF2B5EF4-FFF2-40B4-BE49-F238E27FC236}">
                  <a16:creationId xmlns:a16="http://schemas.microsoft.com/office/drawing/2014/main" id="{FECBE564-E060-4046-9008-F6E046D0181F}"/>
                </a:ext>
              </a:extLst>
            </p:cNvPr>
            <p:cNvCxnSpPr>
              <a:cxnSpLocks noChangeShapeType="1"/>
              <a:stCxn id="21" idx="4"/>
              <a:endCxn id="24" idx="0"/>
            </p:cNvCxnSpPr>
            <p:nvPr/>
          </p:nvCxnSpPr>
          <p:spPr bwMode="auto">
            <a:xfrm>
              <a:off x="3072" y="2448"/>
              <a:ext cx="384" cy="28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53442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ou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ou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ox(ou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ou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ox(ou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ox(ou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ox(out)">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13"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Post-order Traversal: LRV</a:t>
            </a:r>
          </a:p>
        </p:txBody>
      </p:sp>
      <p:sp>
        <p:nvSpPr>
          <p:cNvPr id="3" name="Oval 4">
            <a:extLst>
              <a:ext uri="{FF2B5EF4-FFF2-40B4-BE49-F238E27FC236}">
                <a16:creationId xmlns:a16="http://schemas.microsoft.com/office/drawing/2014/main" id="{5259D8FE-8D7E-4174-82A4-3EF93FC84021}"/>
              </a:ext>
            </a:extLst>
          </p:cNvPr>
          <p:cNvSpPr>
            <a:spLocks noChangeArrowheads="1"/>
          </p:cNvSpPr>
          <p:nvPr/>
        </p:nvSpPr>
        <p:spPr bwMode="auto">
          <a:xfrm>
            <a:off x="6680200" y="15443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7</a:t>
            </a:r>
          </a:p>
        </p:txBody>
      </p:sp>
      <p:sp>
        <p:nvSpPr>
          <p:cNvPr id="4" name="Oval 5">
            <a:extLst>
              <a:ext uri="{FF2B5EF4-FFF2-40B4-BE49-F238E27FC236}">
                <a16:creationId xmlns:a16="http://schemas.microsoft.com/office/drawing/2014/main" id="{CB0C4666-9D11-4BA4-A5B2-018449556407}"/>
              </a:ext>
            </a:extLst>
          </p:cNvPr>
          <p:cNvSpPr>
            <a:spLocks noChangeArrowheads="1"/>
          </p:cNvSpPr>
          <p:nvPr/>
        </p:nvSpPr>
        <p:spPr bwMode="auto">
          <a:xfrm>
            <a:off x="5689600" y="24587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6</a:t>
            </a:r>
          </a:p>
        </p:txBody>
      </p:sp>
      <p:sp>
        <p:nvSpPr>
          <p:cNvPr id="5" name="Oval 6">
            <a:extLst>
              <a:ext uri="{FF2B5EF4-FFF2-40B4-BE49-F238E27FC236}">
                <a16:creationId xmlns:a16="http://schemas.microsoft.com/office/drawing/2014/main" id="{61CA1EBD-363B-4F54-BBAC-815771DE83F9}"/>
              </a:ext>
            </a:extLst>
          </p:cNvPr>
          <p:cNvSpPr>
            <a:spLocks noChangeArrowheads="1"/>
          </p:cNvSpPr>
          <p:nvPr/>
        </p:nvSpPr>
        <p:spPr bwMode="auto">
          <a:xfrm>
            <a:off x="5232400" y="39065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3</a:t>
            </a:r>
          </a:p>
        </p:txBody>
      </p:sp>
      <p:sp>
        <p:nvSpPr>
          <p:cNvPr id="6" name="Oval 7">
            <a:extLst>
              <a:ext uri="{FF2B5EF4-FFF2-40B4-BE49-F238E27FC236}">
                <a16:creationId xmlns:a16="http://schemas.microsoft.com/office/drawing/2014/main" id="{F48507C6-B218-4DA1-8E7A-FF90ADCD6D45}"/>
              </a:ext>
            </a:extLst>
          </p:cNvPr>
          <p:cNvSpPr>
            <a:spLocks noChangeArrowheads="1"/>
          </p:cNvSpPr>
          <p:nvPr/>
        </p:nvSpPr>
        <p:spPr bwMode="auto">
          <a:xfrm>
            <a:off x="6070600" y="39065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5</a:t>
            </a:r>
          </a:p>
        </p:txBody>
      </p:sp>
      <p:sp>
        <p:nvSpPr>
          <p:cNvPr id="7" name="Oval 8">
            <a:extLst>
              <a:ext uri="{FF2B5EF4-FFF2-40B4-BE49-F238E27FC236}">
                <a16:creationId xmlns:a16="http://schemas.microsoft.com/office/drawing/2014/main" id="{A2B08B29-5381-4855-9840-8C0DD81251C5}"/>
              </a:ext>
            </a:extLst>
          </p:cNvPr>
          <p:cNvSpPr>
            <a:spLocks noChangeArrowheads="1"/>
          </p:cNvSpPr>
          <p:nvPr/>
        </p:nvSpPr>
        <p:spPr bwMode="auto">
          <a:xfrm>
            <a:off x="5689600" y="32969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4</a:t>
            </a:r>
          </a:p>
        </p:txBody>
      </p:sp>
      <p:sp>
        <p:nvSpPr>
          <p:cNvPr id="8" name="Oval 9">
            <a:extLst>
              <a:ext uri="{FF2B5EF4-FFF2-40B4-BE49-F238E27FC236}">
                <a16:creationId xmlns:a16="http://schemas.microsoft.com/office/drawing/2014/main" id="{E70AAA15-66C0-435E-805E-55B2D94A0C78}"/>
              </a:ext>
            </a:extLst>
          </p:cNvPr>
          <p:cNvSpPr>
            <a:spLocks noChangeArrowheads="1"/>
          </p:cNvSpPr>
          <p:nvPr/>
        </p:nvSpPr>
        <p:spPr bwMode="auto">
          <a:xfrm>
            <a:off x="7785100" y="24587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10</a:t>
            </a:r>
          </a:p>
        </p:txBody>
      </p:sp>
      <p:sp>
        <p:nvSpPr>
          <p:cNvPr id="9" name="Oval 10">
            <a:extLst>
              <a:ext uri="{FF2B5EF4-FFF2-40B4-BE49-F238E27FC236}">
                <a16:creationId xmlns:a16="http://schemas.microsoft.com/office/drawing/2014/main" id="{000E899D-A833-4655-994F-3214F2B25B88}"/>
              </a:ext>
            </a:extLst>
          </p:cNvPr>
          <p:cNvSpPr>
            <a:spLocks noChangeArrowheads="1"/>
          </p:cNvSpPr>
          <p:nvPr/>
        </p:nvSpPr>
        <p:spPr bwMode="auto">
          <a:xfrm>
            <a:off x="7213600" y="32969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8</a:t>
            </a:r>
          </a:p>
        </p:txBody>
      </p:sp>
      <p:sp>
        <p:nvSpPr>
          <p:cNvPr id="10" name="Oval 11">
            <a:extLst>
              <a:ext uri="{FF2B5EF4-FFF2-40B4-BE49-F238E27FC236}">
                <a16:creationId xmlns:a16="http://schemas.microsoft.com/office/drawing/2014/main" id="{F5121275-BB1B-4BF1-B96F-14C1050BF045}"/>
              </a:ext>
            </a:extLst>
          </p:cNvPr>
          <p:cNvSpPr>
            <a:spLocks noChangeArrowheads="1"/>
          </p:cNvSpPr>
          <p:nvPr/>
        </p:nvSpPr>
        <p:spPr bwMode="auto">
          <a:xfrm>
            <a:off x="8356600" y="329692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13</a:t>
            </a:r>
          </a:p>
        </p:txBody>
      </p:sp>
      <p:cxnSp>
        <p:nvCxnSpPr>
          <p:cNvPr id="11" name="AutoShape 12">
            <a:extLst>
              <a:ext uri="{FF2B5EF4-FFF2-40B4-BE49-F238E27FC236}">
                <a16:creationId xmlns:a16="http://schemas.microsoft.com/office/drawing/2014/main" id="{DE74B632-319A-4B98-98BB-13B9F2546E8B}"/>
              </a:ext>
            </a:extLst>
          </p:cNvPr>
          <p:cNvCxnSpPr>
            <a:cxnSpLocks noChangeShapeType="1"/>
            <a:stCxn id="3" idx="3"/>
            <a:endCxn id="4" idx="0"/>
          </p:cNvCxnSpPr>
          <p:nvPr/>
        </p:nvCxnSpPr>
        <p:spPr bwMode="auto">
          <a:xfrm flipH="1">
            <a:off x="5880101" y="1869758"/>
            <a:ext cx="855663" cy="5889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3">
            <a:extLst>
              <a:ext uri="{FF2B5EF4-FFF2-40B4-BE49-F238E27FC236}">
                <a16:creationId xmlns:a16="http://schemas.microsoft.com/office/drawing/2014/main" id="{3FFA367E-5D4D-42E8-ACDE-D6B26E100347}"/>
              </a:ext>
            </a:extLst>
          </p:cNvPr>
          <p:cNvCxnSpPr>
            <a:cxnSpLocks noChangeShapeType="1"/>
            <a:stCxn id="3" idx="5"/>
            <a:endCxn id="8" idx="1"/>
          </p:cNvCxnSpPr>
          <p:nvPr/>
        </p:nvCxnSpPr>
        <p:spPr bwMode="auto">
          <a:xfrm>
            <a:off x="7005639" y="1869759"/>
            <a:ext cx="835025" cy="644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4">
            <a:extLst>
              <a:ext uri="{FF2B5EF4-FFF2-40B4-BE49-F238E27FC236}">
                <a16:creationId xmlns:a16="http://schemas.microsoft.com/office/drawing/2014/main" id="{7286C7ED-C966-4F81-961C-ADA1C5693233}"/>
              </a:ext>
            </a:extLst>
          </p:cNvPr>
          <p:cNvCxnSpPr>
            <a:cxnSpLocks noChangeShapeType="1"/>
            <a:stCxn id="4" idx="4"/>
            <a:endCxn id="7" idx="0"/>
          </p:cNvCxnSpPr>
          <p:nvPr/>
        </p:nvCxnSpPr>
        <p:spPr bwMode="auto">
          <a:xfrm>
            <a:off x="5880100" y="2839720"/>
            <a:ext cx="0" cy="457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5">
            <a:extLst>
              <a:ext uri="{FF2B5EF4-FFF2-40B4-BE49-F238E27FC236}">
                <a16:creationId xmlns:a16="http://schemas.microsoft.com/office/drawing/2014/main" id="{88D1FC47-41D6-48D3-B884-88A540426C3E}"/>
              </a:ext>
            </a:extLst>
          </p:cNvPr>
          <p:cNvCxnSpPr>
            <a:cxnSpLocks noChangeShapeType="1"/>
            <a:stCxn id="7" idx="3"/>
            <a:endCxn id="5" idx="0"/>
          </p:cNvCxnSpPr>
          <p:nvPr/>
        </p:nvCxnSpPr>
        <p:spPr bwMode="auto">
          <a:xfrm flipH="1">
            <a:off x="5422901" y="3622358"/>
            <a:ext cx="322263" cy="2841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6">
            <a:extLst>
              <a:ext uri="{FF2B5EF4-FFF2-40B4-BE49-F238E27FC236}">
                <a16:creationId xmlns:a16="http://schemas.microsoft.com/office/drawing/2014/main" id="{5C4E33D7-38D1-4B8B-ADA0-CFB7DD7254F7}"/>
              </a:ext>
            </a:extLst>
          </p:cNvPr>
          <p:cNvCxnSpPr>
            <a:cxnSpLocks noChangeShapeType="1"/>
            <a:stCxn id="7" idx="5"/>
            <a:endCxn id="6" idx="0"/>
          </p:cNvCxnSpPr>
          <p:nvPr/>
        </p:nvCxnSpPr>
        <p:spPr bwMode="auto">
          <a:xfrm>
            <a:off x="6015038" y="3622358"/>
            <a:ext cx="246062" cy="2841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7">
            <a:extLst>
              <a:ext uri="{FF2B5EF4-FFF2-40B4-BE49-F238E27FC236}">
                <a16:creationId xmlns:a16="http://schemas.microsoft.com/office/drawing/2014/main" id="{7674A99F-8FB3-45CD-8E75-6587484EA255}"/>
              </a:ext>
            </a:extLst>
          </p:cNvPr>
          <p:cNvCxnSpPr>
            <a:cxnSpLocks noChangeShapeType="1"/>
            <a:stCxn id="8" idx="3"/>
            <a:endCxn id="9" idx="0"/>
          </p:cNvCxnSpPr>
          <p:nvPr/>
        </p:nvCxnSpPr>
        <p:spPr bwMode="auto">
          <a:xfrm flipH="1">
            <a:off x="7404101" y="2784158"/>
            <a:ext cx="436563" cy="5127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8">
            <a:extLst>
              <a:ext uri="{FF2B5EF4-FFF2-40B4-BE49-F238E27FC236}">
                <a16:creationId xmlns:a16="http://schemas.microsoft.com/office/drawing/2014/main" id="{DB2A9BCA-555D-4866-AA0A-5302A916D4BD}"/>
              </a:ext>
            </a:extLst>
          </p:cNvPr>
          <p:cNvCxnSpPr>
            <a:cxnSpLocks noChangeShapeType="1"/>
            <a:stCxn id="8" idx="5"/>
            <a:endCxn id="10" idx="0"/>
          </p:cNvCxnSpPr>
          <p:nvPr/>
        </p:nvCxnSpPr>
        <p:spPr bwMode="auto">
          <a:xfrm>
            <a:off x="8110538" y="2784158"/>
            <a:ext cx="436562" cy="5127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Rectangle 20">
            <a:extLst>
              <a:ext uri="{FF2B5EF4-FFF2-40B4-BE49-F238E27FC236}">
                <a16:creationId xmlns:a16="http://schemas.microsoft.com/office/drawing/2014/main" id="{7898850D-7EA9-4148-A7CE-9951A39741C6}"/>
              </a:ext>
            </a:extLst>
          </p:cNvPr>
          <p:cNvSpPr txBox="1">
            <a:spLocks noChangeArrowheads="1"/>
          </p:cNvSpPr>
          <p:nvPr/>
        </p:nvSpPr>
        <p:spPr>
          <a:xfrm>
            <a:off x="142081" y="1371600"/>
            <a:ext cx="5080000" cy="3220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just">
              <a:defRPr sz="2400"/>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n-US" altLang="en-US" dirty="0"/>
              <a:t>Do a post-order traversal of the left subtree</a:t>
            </a:r>
          </a:p>
          <a:p>
            <a:pPr marL="342900" indent="-342900">
              <a:buFont typeface="Arial" panose="020B0604020202020204" pitchFamily="34" charset="0"/>
              <a:buChar char="•"/>
            </a:pPr>
            <a:r>
              <a:rPr lang="en-US" altLang="en-US" dirty="0"/>
              <a:t>Followed by a post-order traversal of the right subtree </a:t>
            </a:r>
          </a:p>
          <a:p>
            <a:pPr marL="342900" indent="-342900">
              <a:buFont typeface="Arial" panose="020B0604020202020204" pitchFamily="34" charset="0"/>
              <a:buChar char="•"/>
            </a:pPr>
            <a:r>
              <a:rPr lang="en-US" altLang="en-US" dirty="0"/>
              <a:t>Visit the node</a:t>
            </a:r>
          </a:p>
          <a:p>
            <a:pPr marL="342900" indent="-342900">
              <a:buFont typeface="Arial" panose="020B0604020202020204" pitchFamily="34" charset="0"/>
              <a:buChar char="•"/>
            </a:pPr>
            <a:r>
              <a:rPr lang="en-US" altLang="en-US" dirty="0"/>
              <a:t>For the sample tree</a:t>
            </a:r>
          </a:p>
          <a:p>
            <a:pPr lvl="1"/>
            <a:r>
              <a:rPr lang="en-US" altLang="en-US" dirty="0"/>
              <a:t>3, 5, 4, 6, 8, 13, 10, 7</a:t>
            </a:r>
          </a:p>
        </p:txBody>
      </p:sp>
    </p:spTree>
    <p:extLst>
      <p:ext uri="{BB962C8B-B14F-4D97-AF65-F5344CB8AC3E}">
        <p14:creationId xmlns:p14="http://schemas.microsoft.com/office/powerpoint/2010/main" val="3074352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Post-order Traversal: LRV</a:t>
            </a:r>
          </a:p>
        </p:txBody>
      </p:sp>
      <p:sp>
        <p:nvSpPr>
          <p:cNvPr id="3" name="Rectangle 3">
            <a:extLst>
              <a:ext uri="{FF2B5EF4-FFF2-40B4-BE49-F238E27FC236}">
                <a16:creationId xmlns:a16="http://schemas.microsoft.com/office/drawing/2014/main" id="{67E22BFF-3C69-424B-9B2B-0A69B4EFDAD7}"/>
              </a:ext>
            </a:extLst>
          </p:cNvPr>
          <p:cNvSpPr txBox="1">
            <a:spLocks noChangeArrowheads="1"/>
          </p:cNvSpPr>
          <p:nvPr/>
        </p:nvSpPr>
        <p:spPr>
          <a:xfrm>
            <a:off x="193040" y="1412119"/>
            <a:ext cx="7416800" cy="165620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en-US" altLang="en-US" sz="2400" dirty="0"/>
              <a:t>Postorder traversal</a:t>
            </a:r>
          </a:p>
          <a:p>
            <a:pPr lvl="1">
              <a:lnSpc>
                <a:spcPct val="90000"/>
              </a:lnSpc>
            </a:pPr>
            <a:r>
              <a:rPr lang="en-US" altLang="en-US" dirty="0"/>
              <a:t>left, right, node</a:t>
            </a:r>
          </a:p>
          <a:p>
            <a:pPr lvl="1">
              <a:lnSpc>
                <a:spcPct val="90000"/>
              </a:lnSpc>
            </a:pPr>
            <a:r>
              <a:rPr lang="en-US" altLang="en-US" dirty="0"/>
              <a:t>postfix expression?</a:t>
            </a:r>
          </a:p>
          <a:p>
            <a:pPr lvl="2">
              <a:lnSpc>
                <a:spcPct val="90000"/>
              </a:lnSpc>
            </a:pPr>
            <a:r>
              <a:rPr lang="en-US" altLang="en-US" sz="2400" dirty="0"/>
              <a:t>(</a:t>
            </a:r>
            <a:r>
              <a:rPr lang="en-US" altLang="en-US" sz="2400" dirty="0" err="1"/>
              <a:t>a+b</a:t>
            </a:r>
            <a:r>
              <a:rPr lang="en-US" altLang="en-US" sz="2400" dirty="0"/>
              <a:t>*c)+((d*</a:t>
            </a:r>
            <a:r>
              <a:rPr lang="en-US" altLang="en-US" sz="2400" dirty="0" err="1"/>
              <a:t>e+f</a:t>
            </a:r>
            <a:r>
              <a:rPr lang="en-US" altLang="en-US" sz="2400" dirty="0"/>
              <a:t>)*g)</a:t>
            </a:r>
          </a:p>
        </p:txBody>
      </p:sp>
      <p:pic>
        <p:nvPicPr>
          <p:cNvPr id="4" name="Picture 3" descr="fig4_14">
            <a:extLst>
              <a:ext uri="{FF2B5EF4-FFF2-40B4-BE49-F238E27FC236}">
                <a16:creationId xmlns:a16="http://schemas.microsoft.com/office/drawing/2014/main" id="{646FDDAA-4081-40DC-9DE1-046E08D63EBA}"/>
              </a:ext>
            </a:extLst>
          </p:cNvPr>
          <p:cNvPicPr>
            <a:picLocks noChangeAspect="1" noChangeArrowheads="1"/>
          </p:cNvPicPr>
          <p:nvPr/>
        </p:nvPicPr>
        <p:blipFill rotWithShape="1">
          <a:blip r:embed="rId2">
            <a:lum bright="-20000" contrast="40000"/>
            <a:extLst>
              <a:ext uri="{28A0092B-C50C-407E-A947-70E740481C1C}">
                <a14:useLocalDpi xmlns:a14="http://schemas.microsoft.com/office/drawing/2010/main" val="0"/>
              </a:ext>
            </a:extLst>
          </a:blip>
          <a:srcRect b="17771"/>
          <a:stretch/>
        </p:blipFill>
        <p:spPr>
          <a:xfrm>
            <a:off x="193040" y="3325484"/>
            <a:ext cx="8705154" cy="3240916"/>
          </a:xfrm>
          <a:prstGeom prst="rect">
            <a:avLst/>
          </a:prstGeom>
          <a:noFill/>
        </p:spPr>
      </p:pic>
    </p:spTree>
    <p:extLst>
      <p:ext uri="{BB962C8B-B14F-4D97-AF65-F5344CB8AC3E}">
        <p14:creationId xmlns:p14="http://schemas.microsoft.com/office/powerpoint/2010/main" val="856670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Infix Notation</a:t>
            </a:r>
          </a:p>
        </p:txBody>
      </p:sp>
      <p:sp>
        <p:nvSpPr>
          <p:cNvPr id="3" name="Slide Number Placeholder 5">
            <a:extLst>
              <a:ext uri="{FF2B5EF4-FFF2-40B4-BE49-F238E27FC236}">
                <a16:creationId xmlns:a16="http://schemas.microsoft.com/office/drawing/2014/main" id="{0E5C81F9-9ED4-4ECA-9CA5-F5335D256ACC}"/>
              </a:ext>
            </a:extLst>
          </p:cNvPr>
          <p:cNvSpPr txBox="1">
            <a:spLocks/>
          </p:cNvSpPr>
          <p:nvPr/>
        </p:nvSpPr>
        <p:spPr>
          <a:xfrm>
            <a:off x="6878320" y="604139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7F214D9-94AA-4D19-8C4D-54A97B247C21}" type="slidenum">
              <a:rPr lang="en-US" altLang="en-US" smtClean="0"/>
              <a:pPr/>
              <a:t>29</a:t>
            </a:fld>
            <a:endParaRPr lang="en-US" altLang="en-US"/>
          </a:p>
        </p:txBody>
      </p:sp>
      <p:grpSp>
        <p:nvGrpSpPr>
          <p:cNvPr id="4" name="Group 3">
            <a:extLst>
              <a:ext uri="{FF2B5EF4-FFF2-40B4-BE49-F238E27FC236}">
                <a16:creationId xmlns:a16="http://schemas.microsoft.com/office/drawing/2014/main" id="{D311B78B-4CEE-43F1-9C1C-3F9F1ABFB17E}"/>
              </a:ext>
            </a:extLst>
          </p:cNvPr>
          <p:cNvGrpSpPr>
            <a:grpSpLocks/>
          </p:cNvGrpSpPr>
          <p:nvPr/>
        </p:nvGrpSpPr>
        <p:grpSpPr bwMode="auto">
          <a:xfrm>
            <a:off x="1785620" y="2496504"/>
            <a:ext cx="4638675" cy="2908299"/>
            <a:chOff x="1336" y="1627"/>
            <a:chExt cx="2922" cy="1832"/>
          </a:xfrm>
        </p:grpSpPr>
        <p:sp>
          <p:nvSpPr>
            <p:cNvPr id="5" name="Text Box 4">
              <a:extLst>
                <a:ext uri="{FF2B5EF4-FFF2-40B4-BE49-F238E27FC236}">
                  <a16:creationId xmlns:a16="http://schemas.microsoft.com/office/drawing/2014/main" id="{58BFAD4B-F65D-4295-9623-D11FA78A9BB5}"/>
                </a:ext>
              </a:extLst>
            </p:cNvPr>
            <p:cNvSpPr txBox="1">
              <a:spLocks noChangeArrowheads="1"/>
            </p:cNvSpPr>
            <p:nvPr/>
          </p:nvSpPr>
          <p:spPr bwMode="auto">
            <a:xfrm>
              <a:off x="2672" y="1627"/>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6" name="Text Box 5">
              <a:extLst>
                <a:ext uri="{FF2B5EF4-FFF2-40B4-BE49-F238E27FC236}">
                  <a16:creationId xmlns:a16="http://schemas.microsoft.com/office/drawing/2014/main" id="{94390F71-B210-4FB2-B4E3-1089717952D3}"/>
                </a:ext>
              </a:extLst>
            </p:cNvPr>
            <p:cNvSpPr txBox="1">
              <a:spLocks noChangeArrowheads="1"/>
            </p:cNvSpPr>
            <p:nvPr/>
          </p:nvSpPr>
          <p:spPr bwMode="auto">
            <a:xfrm>
              <a:off x="1943" y="1974"/>
              <a:ext cx="2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sym typeface="Symbol" panose="05050102010706020507" pitchFamily="18" charset="2"/>
                </a:rPr>
                <a:t></a:t>
              </a:r>
            </a:p>
          </p:txBody>
        </p:sp>
        <p:sp>
          <p:nvSpPr>
            <p:cNvPr id="7" name="Text Box 6">
              <a:extLst>
                <a:ext uri="{FF2B5EF4-FFF2-40B4-BE49-F238E27FC236}">
                  <a16:creationId xmlns:a16="http://schemas.microsoft.com/office/drawing/2014/main" id="{E433880E-2C0F-4C48-B346-C601D0ECD050}"/>
                </a:ext>
              </a:extLst>
            </p:cNvPr>
            <p:cNvSpPr txBox="1">
              <a:spLocks noChangeArrowheads="1"/>
            </p:cNvSpPr>
            <p:nvPr/>
          </p:nvSpPr>
          <p:spPr bwMode="auto">
            <a:xfrm>
              <a:off x="3080" y="2499"/>
              <a:ext cx="26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8" name="Text Box 7">
              <a:extLst>
                <a:ext uri="{FF2B5EF4-FFF2-40B4-BE49-F238E27FC236}">
                  <a16:creationId xmlns:a16="http://schemas.microsoft.com/office/drawing/2014/main" id="{28770CB5-E28B-4DD7-AEA4-D2232AEBC26B}"/>
                </a:ext>
              </a:extLst>
            </p:cNvPr>
            <p:cNvSpPr txBox="1">
              <a:spLocks noChangeArrowheads="1"/>
            </p:cNvSpPr>
            <p:nvPr/>
          </p:nvSpPr>
          <p:spPr bwMode="auto">
            <a:xfrm>
              <a:off x="3824" y="2515"/>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9" name="Text Box 8">
              <a:extLst>
                <a:ext uri="{FF2B5EF4-FFF2-40B4-BE49-F238E27FC236}">
                  <a16:creationId xmlns:a16="http://schemas.microsoft.com/office/drawing/2014/main" id="{E9FF2241-AF8B-4942-AEB2-B5A52A8156AB}"/>
                </a:ext>
              </a:extLst>
            </p:cNvPr>
            <p:cNvSpPr txBox="1">
              <a:spLocks noChangeArrowheads="1"/>
            </p:cNvSpPr>
            <p:nvPr/>
          </p:nvSpPr>
          <p:spPr bwMode="auto">
            <a:xfrm>
              <a:off x="3464" y="1974"/>
              <a:ext cx="1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t>
              </a:r>
              <a:endParaRPr lang="en-US" altLang="en-US" sz="2800" b="1"/>
            </a:p>
          </p:txBody>
        </p:sp>
        <p:sp>
          <p:nvSpPr>
            <p:cNvPr id="10" name="Line 9">
              <a:extLst>
                <a:ext uri="{FF2B5EF4-FFF2-40B4-BE49-F238E27FC236}">
                  <a16:creationId xmlns:a16="http://schemas.microsoft.com/office/drawing/2014/main" id="{E7324F2B-E2D0-4BE3-BD58-D0C68956A418}"/>
                </a:ext>
              </a:extLst>
            </p:cNvPr>
            <p:cNvSpPr>
              <a:spLocks noChangeShapeType="1"/>
            </p:cNvSpPr>
            <p:nvPr/>
          </p:nvSpPr>
          <p:spPr bwMode="auto">
            <a:xfrm flipH="1" flipV="1">
              <a:off x="2912" y="1846"/>
              <a:ext cx="560" cy="17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1" name="Line 10">
              <a:extLst>
                <a:ext uri="{FF2B5EF4-FFF2-40B4-BE49-F238E27FC236}">
                  <a16:creationId xmlns:a16="http://schemas.microsoft.com/office/drawing/2014/main" id="{8BDC1E85-2C13-43A5-9E00-E71392405CA6}"/>
                </a:ext>
              </a:extLst>
            </p:cNvPr>
            <p:cNvSpPr>
              <a:spLocks noChangeShapeType="1"/>
            </p:cNvSpPr>
            <p:nvPr/>
          </p:nvSpPr>
          <p:spPr bwMode="auto">
            <a:xfrm flipV="1">
              <a:off x="2144" y="1846"/>
              <a:ext cx="528" cy="18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2" name="Oval 11">
              <a:extLst>
                <a:ext uri="{FF2B5EF4-FFF2-40B4-BE49-F238E27FC236}">
                  <a16:creationId xmlns:a16="http://schemas.microsoft.com/office/drawing/2014/main" id="{1281371A-AA08-4AEA-ADED-0AE3F3443093}"/>
                </a:ext>
              </a:extLst>
            </p:cNvPr>
            <p:cNvSpPr>
              <a:spLocks noChangeArrowheads="1"/>
            </p:cNvSpPr>
            <p:nvPr/>
          </p:nvSpPr>
          <p:spPr bwMode="auto">
            <a:xfrm>
              <a:off x="2664" y="167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Oval 12">
              <a:extLst>
                <a:ext uri="{FF2B5EF4-FFF2-40B4-BE49-F238E27FC236}">
                  <a16:creationId xmlns:a16="http://schemas.microsoft.com/office/drawing/2014/main" id="{C4567CA3-38A8-4CDA-B60E-5F6EA4D41EEC}"/>
                </a:ext>
              </a:extLst>
            </p:cNvPr>
            <p:cNvSpPr>
              <a:spLocks noChangeArrowheads="1"/>
            </p:cNvSpPr>
            <p:nvPr/>
          </p:nvSpPr>
          <p:spPr bwMode="auto">
            <a:xfrm>
              <a:off x="1928" y="198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Oval 13">
              <a:extLst>
                <a:ext uri="{FF2B5EF4-FFF2-40B4-BE49-F238E27FC236}">
                  <a16:creationId xmlns:a16="http://schemas.microsoft.com/office/drawing/2014/main" id="{4694D672-D937-4B0F-BF8B-A8DE7BC9484B}"/>
                </a:ext>
              </a:extLst>
            </p:cNvPr>
            <p:cNvSpPr>
              <a:spLocks noChangeArrowheads="1"/>
            </p:cNvSpPr>
            <p:nvPr/>
          </p:nvSpPr>
          <p:spPr bwMode="auto">
            <a:xfrm>
              <a:off x="3432" y="199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Oval 14">
              <a:extLst>
                <a:ext uri="{FF2B5EF4-FFF2-40B4-BE49-F238E27FC236}">
                  <a16:creationId xmlns:a16="http://schemas.microsoft.com/office/drawing/2014/main" id="{25B6BE41-E081-41BA-80EC-5330A876E109}"/>
                </a:ext>
              </a:extLst>
            </p:cNvPr>
            <p:cNvSpPr>
              <a:spLocks noChangeArrowheads="1"/>
            </p:cNvSpPr>
            <p:nvPr/>
          </p:nvSpPr>
          <p:spPr bwMode="auto">
            <a:xfrm>
              <a:off x="3064"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Oval 15">
              <a:extLst>
                <a:ext uri="{FF2B5EF4-FFF2-40B4-BE49-F238E27FC236}">
                  <a16:creationId xmlns:a16="http://schemas.microsoft.com/office/drawing/2014/main" id="{8A4194CB-B1E7-4E91-B9E0-E6C1ECD96D12}"/>
                </a:ext>
              </a:extLst>
            </p:cNvPr>
            <p:cNvSpPr>
              <a:spLocks noChangeArrowheads="1"/>
            </p:cNvSpPr>
            <p:nvPr/>
          </p:nvSpPr>
          <p:spPr bwMode="auto">
            <a:xfrm>
              <a:off x="3816"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Text Box 16">
              <a:extLst>
                <a:ext uri="{FF2B5EF4-FFF2-40B4-BE49-F238E27FC236}">
                  <a16:creationId xmlns:a16="http://schemas.microsoft.com/office/drawing/2014/main" id="{310C4F61-D68A-43BE-832A-87806A584214}"/>
                </a:ext>
              </a:extLst>
            </p:cNvPr>
            <p:cNvSpPr txBox="1">
              <a:spLocks noChangeArrowheads="1"/>
            </p:cNvSpPr>
            <p:nvPr/>
          </p:nvSpPr>
          <p:spPr bwMode="auto">
            <a:xfrm>
              <a:off x="1576" y="2499"/>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18" name="Text Box 17">
              <a:extLst>
                <a:ext uri="{FF2B5EF4-FFF2-40B4-BE49-F238E27FC236}">
                  <a16:creationId xmlns:a16="http://schemas.microsoft.com/office/drawing/2014/main" id="{4247A14B-C05D-4F07-A360-E71AD0DA845A}"/>
                </a:ext>
              </a:extLst>
            </p:cNvPr>
            <p:cNvSpPr txBox="1">
              <a:spLocks noChangeArrowheads="1"/>
            </p:cNvSpPr>
            <p:nvPr/>
          </p:nvSpPr>
          <p:spPr bwMode="auto">
            <a:xfrm>
              <a:off x="2296" y="2515"/>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2</a:t>
              </a:r>
              <a:endParaRPr lang="en-US" altLang="en-US" sz="2800" b="1"/>
            </a:p>
          </p:txBody>
        </p:sp>
        <p:sp>
          <p:nvSpPr>
            <p:cNvPr id="19" name="Oval 18">
              <a:extLst>
                <a:ext uri="{FF2B5EF4-FFF2-40B4-BE49-F238E27FC236}">
                  <a16:creationId xmlns:a16="http://schemas.microsoft.com/office/drawing/2014/main" id="{149141C7-351F-4F11-AAFF-4763C6EEF4BA}"/>
                </a:ext>
              </a:extLst>
            </p:cNvPr>
            <p:cNvSpPr>
              <a:spLocks noChangeArrowheads="1"/>
            </p:cNvSpPr>
            <p:nvPr/>
          </p:nvSpPr>
          <p:spPr bwMode="auto">
            <a:xfrm>
              <a:off x="156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 name="Oval 19">
              <a:extLst>
                <a:ext uri="{FF2B5EF4-FFF2-40B4-BE49-F238E27FC236}">
                  <a16:creationId xmlns:a16="http://schemas.microsoft.com/office/drawing/2014/main" id="{C894308E-2B0E-40D0-B100-D5559AECF08D}"/>
                </a:ext>
              </a:extLst>
            </p:cNvPr>
            <p:cNvSpPr>
              <a:spLocks noChangeArrowheads="1"/>
            </p:cNvSpPr>
            <p:nvPr/>
          </p:nvSpPr>
          <p:spPr bwMode="auto">
            <a:xfrm>
              <a:off x="228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 name="Text Box 20">
              <a:extLst>
                <a:ext uri="{FF2B5EF4-FFF2-40B4-BE49-F238E27FC236}">
                  <a16:creationId xmlns:a16="http://schemas.microsoft.com/office/drawing/2014/main" id="{3C6A0363-5C12-49D8-82EB-6DFD215607E3}"/>
                </a:ext>
              </a:extLst>
            </p:cNvPr>
            <p:cNvSpPr txBox="1">
              <a:spLocks noChangeArrowheads="1"/>
            </p:cNvSpPr>
            <p:nvPr/>
          </p:nvSpPr>
          <p:spPr bwMode="auto">
            <a:xfrm>
              <a:off x="1352" y="3077"/>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x</a:t>
              </a:r>
              <a:endParaRPr lang="en-US" altLang="en-US" sz="2800" b="1"/>
            </a:p>
          </p:txBody>
        </p:sp>
        <p:sp>
          <p:nvSpPr>
            <p:cNvPr id="22" name="Text Box 21">
              <a:extLst>
                <a:ext uri="{FF2B5EF4-FFF2-40B4-BE49-F238E27FC236}">
                  <a16:creationId xmlns:a16="http://schemas.microsoft.com/office/drawing/2014/main" id="{6DC9DC60-E0DA-4052-98C1-BC69D656B9BF}"/>
                </a:ext>
              </a:extLst>
            </p:cNvPr>
            <p:cNvSpPr txBox="1">
              <a:spLocks noChangeArrowheads="1"/>
            </p:cNvSpPr>
            <p:nvPr/>
          </p:nvSpPr>
          <p:spPr bwMode="auto">
            <a:xfrm>
              <a:off x="1744" y="3037"/>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y</a:t>
              </a:r>
              <a:endParaRPr lang="en-US" altLang="en-US" sz="2800" b="1"/>
            </a:p>
          </p:txBody>
        </p:sp>
        <p:sp>
          <p:nvSpPr>
            <p:cNvPr id="23" name="Oval 22">
              <a:extLst>
                <a:ext uri="{FF2B5EF4-FFF2-40B4-BE49-F238E27FC236}">
                  <a16:creationId xmlns:a16="http://schemas.microsoft.com/office/drawing/2014/main" id="{C1787243-D652-40AC-BEA7-AAF95A6672F6}"/>
                </a:ext>
              </a:extLst>
            </p:cNvPr>
            <p:cNvSpPr>
              <a:spLocks noChangeArrowheads="1"/>
            </p:cNvSpPr>
            <p:nvPr/>
          </p:nvSpPr>
          <p:spPr bwMode="auto">
            <a:xfrm>
              <a:off x="1336"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 name="Oval 23">
              <a:extLst>
                <a:ext uri="{FF2B5EF4-FFF2-40B4-BE49-F238E27FC236}">
                  <a16:creationId xmlns:a16="http://schemas.microsoft.com/office/drawing/2014/main" id="{A1E1D87C-D45D-473C-8CCA-44268991E8C2}"/>
                </a:ext>
              </a:extLst>
            </p:cNvPr>
            <p:cNvSpPr>
              <a:spLocks noChangeArrowheads="1"/>
            </p:cNvSpPr>
            <p:nvPr/>
          </p:nvSpPr>
          <p:spPr bwMode="auto">
            <a:xfrm>
              <a:off x="1728"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 name="Text Box 24">
              <a:extLst>
                <a:ext uri="{FF2B5EF4-FFF2-40B4-BE49-F238E27FC236}">
                  <a16:creationId xmlns:a16="http://schemas.microsoft.com/office/drawing/2014/main" id="{7DED240F-768F-4ECC-BDE1-8F88D68410E1}"/>
                </a:ext>
              </a:extLst>
            </p:cNvPr>
            <p:cNvSpPr txBox="1">
              <a:spLocks noChangeArrowheads="1"/>
            </p:cNvSpPr>
            <p:nvPr/>
          </p:nvSpPr>
          <p:spPr bwMode="auto">
            <a:xfrm>
              <a:off x="2880" y="3085"/>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x</a:t>
              </a:r>
              <a:endParaRPr lang="en-US" altLang="en-US" sz="2800" b="1"/>
            </a:p>
          </p:txBody>
        </p:sp>
        <p:sp>
          <p:nvSpPr>
            <p:cNvPr id="26" name="Text Box 25">
              <a:extLst>
                <a:ext uri="{FF2B5EF4-FFF2-40B4-BE49-F238E27FC236}">
                  <a16:creationId xmlns:a16="http://schemas.microsoft.com/office/drawing/2014/main" id="{C91EE612-31D5-46F2-92B4-98D0E180614D}"/>
                </a:ext>
              </a:extLst>
            </p:cNvPr>
            <p:cNvSpPr txBox="1">
              <a:spLocks noChangeArrowheads="1"/>
            </p:cNvSpPr>
            <p:nvPr/>
          </p:nvSpPr>
          <p:spPr bwMode="auto">
            <a:xfrm>
              <a:off x="3264" y="3091"/>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3</a:t>
              </a:r>
              <a:endParaRPr lang="en-US" altLang="en-US" sz="2800" b="1"/>
            </a:p>
          </p:txBody>
        </p:sp>
        <p:sp>
          <p:nvSpPr>
            <p:cNvPr id="27" name="Oval 26">
              <a:extLst>
                <a:ext uri="{FF2B5EF4-FFF2-40B4-BE49-F238E27FC236}">
                  <a16:creationId xmlns:a16="http://schemas.microsoft.com/office/drawing/2014/main" id="{9A6B1C20-735F-44F5-B885-9D3DC30AEB9E}"/>
                </a:ext>
              </a:extLst>
            </p:cNvPr>
            <p:cNvSpPr>
              <a:spLocks noChangeArrowheads="1"/>
            </p:cNvSpPr>
            <p:nvPr/>
          </p:nvSpPr>
          <p:spPr bwMode="auto">
            <a:xfrm>
              <a:off x="2864"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 name="Oval 27">
              <a:extLst>
                <a:ext uri="{FF2B5EF4-FFF2-40B4-BE49-F238E27FC236}">
                  <a16:creationId xmlns:a16="http://schemas.microsoft.com/office/drawing/2014/main" id="{3A8CE880-D637-4D0E-AD36-68503C65DE17}"/>
                </a:ext>
              </a:extLst>
            </p:cNvPr>
            <p:cNvSpPr>
              <a:spLocks noChangeArrowheads="1"/>
            </p:cNvSpPr>
            <p:nvPr/>
          </p:nvSpPr>
          <p:spPr bwMode="auto">
            <a:xfrm>
              <a:off x="324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9" name="Group 28">
              <a:extLst>
                <a:ext uri="{FF2B5EF4-FFF2-40B4-BE49-F238E27FC236}">
                  <a16:creationId xmlns:a16="http://schemas.microsoft.com/office/drawing/2014/main" id="{17F0E049-9ABA-43A0-B310-6B8B567860DB}"/>
                </a:ext>
              </a:extLst>
            </p:cNvPr>
            <p:cNvGrpSpPr>
              <a:grpSpLocks/>
            </p:cNvGrpSpPr>
            <p:nvPr/>
          </p:nvGrpSpPr>
          <p:grpSpPr bwMode="auto">
            <a:xfrm>
              <a:off x="3008" y="2822"/>
              <a:ext cx="368" cy="312"/>
              <a:chOff x="4488" y="2960"/>
              <a:chExt cx="368" cy="352"/>
            </a:xfrm>
          </p:grpSpPr>
          <p:sp>
            <p:nvSpPr>
              <p:cNvPr id="46" name="Line 29">
                <a:extLst>
                  <a:ext uri="{FF2B5EF4-FFF2-40B4-BE49-F238E27FC236}">
                    <a16:creationId xmlns:a16="http://schemas.microsoft.com/office/drawing/2014/main" id="{683CBD2D-66C3-410D-813C-BED27BC783ED}"/>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7" name="Line 30">
                <a:extLst>
                  <a:ext uri="{FF2B5EF4-FFF2-40B4-BE49-F238E27FC236}">
                    <a16:creationId xmlns:a16="http://schemas.microsoft.com/office/drawing/2014/main" id="{A9BA48D7-D55D-4325-81BC-18267F55B8D5}"/>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30" name="Group 31">
              <a:extLst>
                <a:ext uri="{FF2B5EF4-FFF2-40B4-BE49-F238E27FC236}">
                  <a16:creationId xmlns:a16="http://schemas.microsoft.com/office/drawing/2014/main" id="{132C2458-8076-463D-B7A4-1F899BEA902A}"/>
                </a:ext>
              </a:extLst>
            </p:cNvPr>
            <p:cNvGrpSpPr>
              <a:grpSpLocks/>
            </p:cNvGrpSpPr>
            <p:nvPr/>
          </p:nvGrpSpPr>
          <p:grpSpPr bwMode="auto">
            <a:xfrm>
              <a:off x="3760" y="2822"/>
              <a:ext cx="368" cy="312"/>
              <a:chOff x="4488" y="2960"/>
              <a:chExt cx="368" cy="352"/>
            </a:xfrm>
          </p:grpSpPr>
          <p:sp>
            <p:nvSpPr>
              <p:cNvPr id="44" name="Line 32">
                <a:extLst>
                  <a:ext uri="{FF2B5EF4-FFF2-40B4-BE49-F238E27FC236}">
                    <a16:creationId xmlns:a16="http://schemas.microsoft.com/office/drawing/2014/main" id="{16520AE8-6735-44D6-A440-8DC549070FF6}"/>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5" name="Line 33">
                <a:extLst>
                  <a:ext uri="{FF2B5EF4-FFF2-40B4-BE49-F238E27FC236}">
                    <a16:creationId xmlns:a16="http://schemas.microsoft.com/office/drawing/2014/main" id="{DA69A83F-037D-417A-8DF5-447E3BC113B1}"/>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31" name="Group 34">
              <a:extLst>
                <a:ext uri="{FF2B5EF4-FFF2-40B4-BE49-F238E27FC236}">
                  <a16:creationId xmlns:a16="http://schemas.microsoft.com/office/drawing/2014/main" id="{EEB1420D-0984-4965-9974-5D78C4B0C109}"/>
                </a:ext>
              </a:extLst>
            </p:cNvPr>
            <p:cNvGrpSpPr>
              <a:grpSpLocks/>
            </p:cNvGrpSpPr>
            <p:nvPr/>
          </p:nvGrpSpPr>
          <p:grpSpPr bwMode="auto">
            <a:xfrm>
              <a:off x="1504" y="2822"/>
              <a:ext cx="368" cy="312"/>
              <a:chOff x="4488" y="2960"/>
              <a:chExt cx="368" cy="352"/>
            </a:xfrm>
          </p:grpSpPr>
          <p:sp>
            <p:nvSpPr>
              <p:cNvPr id="42" name="Line 35">
                <a:extLst>
                  <a:ext uri="{FF2B5EF4-FFF2-40B4-BE49-F238E27FC236}">
                    <a16:creationId xmlns:a16="http://schemas.microsoft.com/office/drawing/2014/main" id="{8D201387-C3C3-46D3-9811-30907A22796B}"/>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3" name="Line 36">
                <a:extLst>
                  <a:ext uri="{FF2B5EF4-FFF2-40B4-BE49-F238E27FC236}">
                    <a16:creationId xmlns:a16="http://schemas.microsoft.com/office/drawing/2014/main" id="{A926A458-DFF6-4632-ACF4-671CB9996CB9}"/>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32" name="Group 37">
              <a:extLst>
                <a:ext uri="{FF2B5EF4-FFF2-40B4-BE49-F238E27FC236}">
                  <a16:creationId xmlns:a16="http://schemas.microsoft.com/office/drawing/2014/main" id="{0E7B27CC-2936-4935-B0BD-3B7CDF707DDA}"/>
                </a:ext>
              </a:extLst>
            </p:cNvPr>
            <p:cNvGrpSpPr>
              <a:grpSpLocks/>
            </p:cNvGrpSpPr>
            <p:nvPr/>
          </p:nvGrpSpPr>
          <p:grpSpPr bwMode="auto">
            <a:xfrm>
              <a:off x="1760" y="2246"/>
              <a:ext cx="576" cy="336"/>
              <a:chOff x="4264" y="2912"/>
              <a:chExt cx="576" cy="336"/>
            </a:xfrm>
          </p:grpSpPr>
          <p:sp>
            <p:nvSpPr>
              <p:cNvPr id="40" name="Line 38">
                <a:extLst>
                  <a:ext uri="{FF2B5EF4-FFF2-40B4-BE49-F238E27FC236}">
                    <a16:creationId xmlns:a16="http://schemas.microsoft.com/office/drawing/2014/main" id="{44E1E7BC-1A13-4BB6-B43C-6F435E7EDC50}"/>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1" name="Line 39">
                <a:extLst>
                  <a:ext uri="{FF2B5EF4-FFF2-40B4-BE49-F238E27FC236}">
                    <a16:creationId xmlns:a16="http://schemas.microsoft.com/office/drawing/2014/main" id="{C8178968-1EDD-436C-ABF9-90032500BC65}"/>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33" name="Group 40">
              <a:extLst>
                <a:ext uri="{FF2B5EF4-FFF2-40B4-BE49-F238E27FC236}">
                  <a16:creationId xmlns:a16="http://schemas.microsoft.com/office/drawing/2014/main" id="{5B669FAF-C356-4A65-AD60-7D9BAF9DE93C}"/>
                </a:ext>
              </a:extLst>
            </p:cNvPr>
            <p:cNvGrpSpPr>
              <a:grpSpLocks/>
            </p:cNvGrpSpPr>
            <p:nvPr/>
          </p:nvGrpSpPr>
          <p:grpSpPr bwMode="auto">
            <a:xfrm>
              <a:off x="3280" y="2254"/>
              <a:ext cx="576" cy="336"/>
              <a:chOff x="4264" y="2912"/>
              <a:chExt cx="576" cy="336"/>
            </a:xfrm>
          </p:grpSpPr>
          <p:sp>
            <p:nvSpPr>
              <p:cNvPr id="38" name="Line 41">
                <a:extLst>
                  <a:ext uri="{FF2B5EF4-FFF2-40B4-BE49-F238E27FC236}">
                    <a16:creationId xmlns:a16="http://schemas.microsoft.com/office/drawing/2014/main" id="{29C246B3-2877-4786-BABC-45A2C842B593}"/>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9" name="Line 42">
                <a:extLst>
                  <a:ext uri="{FF2B5EF4-FFF2-40B4-BE49-F238E27FC236}">
                    <a16:creationId xmlns:a16="http://schemas.microsoft.com/office/drawing/2014/main" id="{EF299C11-ECD2-49BA-9664-2A7F637F35A4}"/>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34" name="Text Box 43">
              <a:extLst>
                <a:ext uri="{FF2B5EF4-FFF2-40B4-BE49-F238E27FC236}">
                  <a16:creationId xmlns:a16="http://schemas.microsoft.com/office/drawing/2014/main" id="{263BA2F3-1ED6-44BB-AF44-6F00577E2160}"/>
                </a:ext>
              </a:extLst>
            </p:cNvPr>
            <p:cNvSpPr txBox="1">
              <a:spLocks noChangeArrowheads="1"/>
            </p:cNvSpPr>
            <p:nvPr/>
          </p:nvSpPr>
          <p:spPr bwMode="auto">
            <a:xfrm>
              <a:off x="3624" y="304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y</a:t>
              </a:r>
              <a:endParaRPr lang="en-US" altLang="en-US" sz="2800" b="1"/>
            </a:p>
          </p:txBody>
        </p:sp>
        <p:sp>
          <p:nvSpPr>
            <p:cNvPr id="35" name="Text Box 44">
              <a:extLst>
                <a:ext uri="{FF2B5EF4-FFF2-40B4-BE49-F238E27FC236}">
                  <a16:creationId xmlns:a16="http://schemas.microsoft.com/office/drawing/2014/main" id="{33C1D470-A66A-4689-8FF1-128F6A3B7EC9}"/>
                </a:ext>
              </a:extLst>
            </p:cNvPr>
            <p:cNvSpPr txBox="1">
              <a:spLocks noChangeArrowheads="1"/>
            </p:cNvSpPr>
            <p:nvPr/>
          </p:nvSpPr>
          <p:spPr bwMode="auto">
            <a:xfrm>
              <a:off x="4008" y="3091"/>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2</a:t>
              </a:r>
              <a:endParaRPr lang="en-US" altLang="en-US" sz="2800" b="1"/>
            </a:p>
          </p:txBody>
        </p:sp>
        <p:sp>
          <p:nvSpPr>
            <p:cNvPr id="36" name="Oval 45">
              <a:extLst>
                <a:ext uri="{FF2B5EF4-FFF2-40B4-BE49-F238E27FC236}">
                  <a16:creationId xmlns:a16="http://schemas.microsoft.com/office/drawing/2014/main" id="{64F01E50-5644-415B-AC37-82BB81EEF858}"/>
                </a:ext>
              </a:extLst>
            </p:cNvPr>
            <p:cNvSpPr>
              <a:spLocks noChangeArrowheads="1"/>
            </p:cNvSpPr>
            <p:nvPr/>
          </p:nvSpPr>
          <p:spPr bwMode="auto">
            <a:xfrm>
              <a:off x="360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Oval 46">
              <a:extLst>
                <a:ext uri="{FF2B5EF4-FFF2-40B4-BE49-F238E27FC236}">
                  <a16:creationId xmlns:a16="http://schemas.microsoft.com/office/drawing/2014/main" id="{B7FAE651-44B4-488C-A351-0FD00572937D}"/>
                </a:ext>
              </a:extLst>
            </p:cNvPr>
            <p:cNvSpPr>
              <a:spLocks noChangeArrowheads="1"/>
            </p:cNvSpPr>
            <p:nvPr/>
          </p:nvSpPr>
          <p:spPr bwMode="auto">
            <a:xfrm>
              <a:off x="3992"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8" name="Rectangle 47">
            <a:extLst>
              <a:ext uri="{FF2B5EF4-FFF2-40B4-BE49-F238E27FC236}">
                <a16:creationId xmlns:a16="http://schemas.microsoft.com/office/drawing/2014/main" id="{4ED44A29-903D-43F2-B5DF-F216025288E2}"/>
              </a:ext>
            </a:extLst>
          </p:cNvPr>
          <p:cNvSpPr>
            <a:spLocks noChangeArrowheads="1"/>
          </p:cNvSpPr>
          <p:nvPr/>
        </p:nvSpPr>
        <p:spPr bwMode="auto">
          <a:xfrm>
            <a:off x="182705" y="1207228"/>
            <a:ext cx="8504904"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lnSpc>
                <a:spcPct val="150000"/>
              </a:lnSpc>
            </a:pPr>
            <a:r>
              <a:rPr lang="en-US" altLang="en-US" sz="2800" dirty="0">
                <a:latin typeface="+mn-lt"/>
              </a:rPr>
              <a:t>Traverse in order (LVR) adding parentheses for each operation</a:t>
            </a:r>
          </a:p>
        </p:txBody>
      </p:sp>
      <p:sp>
        <p:nvSpPr>
          <p:cNvPr id="49" name="Text Box 48">
            <a:extLst>
              <a:ext uri="{FF2B5EF4-FFF2-40B4-BE49-F238E27FC236}">
                <a16:creationId xmlns:a16="http://schemas.microsoft.com/office/drawing/2014/main" id="{6710C7B8-D051-401E-97B4-C4D4D239007C}"/>
              </a:ext>
            </a:extLst>
          </p:cNvPr>
          <p:cNvSpPr txBox="1">
            <a:spLocks noChangeArrowheads="1"/>
          </p:cNvSpPr>
          <p:nvPr/>
        </p:nvSpPr>
        <p:spPr bwMode="auto">
          <a:xfrm>
            <a:off x="1955913" y="5478949"/>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x</a:t>
            </a:r>
            <a:endParaRPr lang="en-US" altLang="en-US" i="1"/>
          </a:p>
        </p:txBody>
      </p:sp>
      <p:sp>
        <p:nvSpPr>
          <p:cNvPr id="50" name="Text Box 49">
            <a:extLst>
              <a:ext uri="{FF2B5EF4-FFF2-40B4-BE49-F238E27FC236}">
                <a16:creationId xmlns:a16="http://schemas.microsoft.com/office/drawing/2014/main" id="{4068B0F4-5805-4DE5-8324-98597E6648D8}"/>
              </a:ext>
            </a:extLst>
          </p:cNvPr>
          <p:cNvSpPr txBox="1">
            <a:spLocks noChangeArrowheads="1"/>
          </p:cNvSpPr>
          <p:nvPr/>
        </p:nvSpPr>
        <p:spPr bwMode="auto">
          <a:xfrm>
            <a:off x="2279748" y="5486888"/>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a:t>
            </a:r>
            <a:endParaRPr lang="en-US" altLang="en-US" i="1"/>
          </a:p>
        </p:txBody>
      </p:sp>
      <p:sp>
        <p:nvSpPr>
          <p:cNvPr id="51" name="Text Box 50">
            <a:extLst>
              <a:ext uri="{FF2B5EF4-FFF2-40B4-BE49-F238E27FC236}">
                <a16:creationId xmlns:a16="http://schemas.microsoft.com/office/drawing/2014/main" id="{2EFBAB9C-0985-4596-9C0C-05EE840A25D3}"/>
              </a:ext>
            </a:extLst>
          </p:cNvPr>
          <p:cNvSpPr txBox="1">
            <a:spLocks noChangeArrowheads="1"/>
          </p:cNvSpPr>
          <p:nvPr/>
        </p:nvSpPr>
        <p:spPr bwMode="auto">
          <a:xfrm>
            <a:off x="2612708" y="5476241"/>
            <a:ext cx="3619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y</a:t>
            </a:r>
            <a:endParaRPr lang="en-US" altLang="en-US" i="1"/>
          </a:p>
        </p:txBody>
      </p:sp>
      <p:grpSp>
        <p:nvGrpSpPr>
          <p:cNvPr id="52" name="Group 51">
            <a:extLst>
              <a:ext uri="{FF2B5EF4-FFF2-40B4-BE49-F238E27FC236}">
                <a16:creationId xmlns:a16="http://schemas.microsoft.com/office/drawing/2014/main" id="{90FBD688-03B0-49F4-95A3-C40CF0E97420}"/>
              </a:ext>
            </a:extLst>
          </p:cNvPr>
          <p:cNvGrpSpPr>
            <a:grpSpLocks/>
          </p:cNvGrpSpPr>
          <p:nvPr/>
        </p:nvGrpSpPr>
        <p:grpSpPr bwMode="auto">
          <a:xfrm>
            <a:off x="1833469" y="5488935"/>
            <a:ext cx="1289970" cy="523874"/>
            <a:chOff x="1301" y="3612"/>
            <a:chExt cx="945" cy="330"/>
          </a:xfrm>
        </p:grpSpPr>
        <p:sp>
          <p:nvSpPr>
            <p:cNvPr id="53" name="Text Box 52">
              <a:extLst>
                <a:ext uri="{FF2B5EF4-FFF2-40B4-BE49-F238E27FC236}">
                  <a16:creationId xmlns:a16="http://schemas.microsoft.com/office/drawing/2014/main" id="{DDA19619-ED9D-416C-9E2D-25D2368388E6}"/>
                </a:ext>
              </a:extLst>
            </p:cNvPr>
            <p:cNvSpPr txBox="1">
              <a:spLocks noChangeArrowheads="1"/>
            </p:cNvSpPr>
            <p:nvPr/>
          </p:nvSpPr>
          <p:spPr bwMode="auto">
            <a:xfrm>
              <a:off x="1301" y="3612"/>
              <a:ext cx="225"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54" name="Text Box 53">
              <a:extLst>
                <a:ext uri="{FF2B5EF4-FFF2-40B4-BE49-F238E27FC236}">
                  <a16:creationId xmlns:a16="http://schemas.microsoft.com/office/drawing/2014/main" id="{D863F182-F0AA-4F5B-83B0-06B1E822270C}"/>
                </a:ext>
              </a:extLst>
            </p:cNvPr>
            <p:cNvSpPr txBox="1">
              <a:spLocks noChangeArrowheads="1"/>
            </p:cNvSpPr>
            <p:nvPr/>
          </p:nvSpPr>
          <p:spPr bwMode="auto">
            <a:xfrm>
              <a:off x="2021" y="3612"/>
              <a:ext cx="225"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sp>
        <p:nvSpPr>
          <p:cNvPr id="55" name="Text Box 54">
            <a:extLst>
              <a:ext uri="{FF2B5EF4-FFF2-40B4-BE49-F238E27FC236}">
                <a16:creationId xmlns:a16="http://schemas.microsoft.com/office/drawing/2014/main" id="{726FB482-1918-4697-87FC-1B029B26CDAE}"/>
              </a:ext>
            </a:extLst>
          </p:cNvPr>
          <p:cNvSpPr txBox="1">
            <a:spLocks noChangeArrowheads="1"/>
          </p:cNvSpPr>
          <p:nvPr/>
        </p:nvSpPr>
        <p:spPr bwMode="auto">
          <a:xfrm>
            <a:off x="3042781" y="5558274"/>
            <a:ext cx="324128" cy="369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a:sym typeface="Symbol" panose="05050102010706020507" pitchFamily="18" charset="2"/>
              </a:rPr>
              <a:t></a:t>
            </a:r>
          </a:p>
        </p:txBody>
      </p:sp>
      <p:sp>
        <p:nvSpPr>
          <p:cNvPr id="56" name="Text Box 55">
            <a:extLst>
              <a:ext uri="{FF2B5EF4-FFF2-40B4-BE49-F238E27FC236}">
                <a16:creationId xmlns:a16="http://schemas.microsoft.com/office/drawing/2014/main" id="{339E2D42-78C3-4637-B893-DCCD12C09AB7}"/>
              </a:ext>
            </a:extLst>
          </p:cNvPr>
          <p:cNvSpPr txBox="1">
            <a:spLocks noChangeArrowheads="1"/>
          </p:cNvSpPr>
          <p:nvPr/>
        </p:nvSpPr>
        <p:spPr bwMode="auto">
          <a:xfrm>
            <a:off x="3294176" y="5474188"/>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2</a:t>
            </a:r>
            <a:endParaRPr lang="en-US" altLang="en-US" i="1"/>
          </a:p>
        </p:txBody>
      </p:sp>
      <p:grpSp>
        <p:nvGrpSpPr>
          <p:cNvPr id="57" name="Group 56">
            <a:extLst>
              <a:ext uri="{FF2B5EF4-FFF2-40B4-BE49-F238E27FC236}">
                <a16:creationId xmlns:a16="http://schemas.microsoft.com/office/drawing/2014/main" id="{CE8CD90E-862B-4AA6-8207-26383B9D3871}"/>
              </a:ext>
            </a:extLst>
          </p:cNvPr>
          <p:cNvGrpSpPr>
            <a:grpSpLocks/>
          </p:cNvGrpSpPr>
          <p:nvPr/>
        </p:nvGrpSpPr>
        <p:grpSpPr bwMode="auto">
          <a:xfrm>
            <a:off x="1719621" y="5484184"/>
            <a:ext cx="2103671" cy="523876"/>
            <a:chOff x="1352" y="3612"/>
            <a:chExt cx="842" cy="330"/>
          </a:xfrm>
        </p:grpSpPr>
        <p:sp>
          <p:nvSpPr>
            <p:cNvPr id="58" name="Text Box 57">
              <a:extLst>
                <a:ext uri="{FF2B5EF4-FFF2-40B4-BE49-F238E27FC236}">
                  <a16:creationId xmlns:a16="http://schemas.microsoft.com/office/drawing/2014/main" id="{74A1E3A7-6D1A-4E99-B6BB-5FC3FD20A8EA}"/>
                </a:ext>
              </a:extLst>
            </p:cNvPr>
            <p:cNvSpPr txBox="1">
              <a:spLocks noChangeArrowheads="1"/>
            </p:cNvSpPr>
            <p:nvPr/>
          </p:nvSpPr>
          <p:spPr bwMode="auto">
            <a:xfrm>
              <a:off x="1352" y="3612"/>
              <a:ext cx="123"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59" name="Text Box 58">
              <a:extLst>
                <a:ext uri="{FF2B5EF4-FFF2-40B4-BE49-F238E27FC236}">
                  <a16:creationId xmlns:a16="http://schemas.microsoft.com/office/drawing/2014/main" id="{68321F32-0E26-4364-904C-664621E59076}"/>
                </a:ext>
              </a:extLst>
            </p:cNvPr>
            <p:cNvSpPr txBox="1">
              <a:spLocks noChangeArrowheads="1"/>
            </p:cNvSpPr>
            <p:nvPr/>
          </p:nvSpPr>
          <p:spPr bwMode="auto">
            <a:xfrm>
              <a:off x="2071" y="3612"/>
              <a:ext cx="123"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sp>
        <p:nvSpPr>
          <p:cNvPr id="60" name="Text Box 59">
            <a:extLst>
              <a:ext uri="{FF2B5EF4-FFF2-40B4-BE49-F238E27FC236}">
                <a16:creationId xmlns:a16="http://schemas.microsoft.com/office/drawing/2014/main" id="{8334631C-347C-40C1-8F81-4D2963CB329A}"/>
              </a:ext>
            </a:extLst>
          </p:cNvPr>
          <p:cNvSpPr txBox="1">
            <a:spLocks noChangeArrowheads="1"/>
          </p:cNvSpPr>
          <p:nvPr/>
        </p:nvSpPr>
        <p:spPr bwMode="auto">
          <a:xfrm>
            <a:off x="3718023" y="5482124"/>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a:t>
            </a:r>
            <a:endParaRPr lang="en-US" altLang="en-US" i="1"/>
          </a:p>
        </p:txBody>
      </p:sp>
      <p:sp>
        <p:nvSpPr>
          <p:cNvPr id="61" name="Text Box 60">
            <a:extLst>
              <a:ext uri="{FF2B5EF4-FFF2-40B4-BE49-F238E27FC236}">
                <a16:creationId xmlns:a16="http://schemas.microsoft.com/office/drawing/2014/main" id="{CA66DC8E-4D07-43FA-A895-650868616BE8}"/>
              </a:ext>
            </a:extLst>
          </p:cNvPr>
          <p:cNvSpPr txBox="1">
            <a:spLocks noChangeArrowheads="1"/>
          </p:cNvSpPr>
          <p:nvPr/>
        </p:nvSpPr>
        <p:spPr bwMode="auto">
          <a:xfrm>
            <a:off x="4186351" y="5486888"/>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x</a:t>
            </a:r>
            <a:endParaRPr lang="en-US" altLang="en-US" i="1"/>
          </a:p>
        </p:txBody>
      </p:sp>
      <p:sp>
        <p:nvSpPr>
          <p:cNvPr id="62" name="Text Box 61">
            <a:extLst>
              <a:ext uri="{FF2B5EF4-FFF2-40B4-BE49-F238E27FC236}">
                <a16:creationId xmlns:a16="http://schemas.microsoft.com/office/drawing/2014/main" id="{CEFCB90B-0815-4F7B-815A-CD28A7EAB139}"/>
              </a:ext>
            </a:extLst>
          </p:cNvPr>
          <p:cNvSpPr txBox="1">
            <a:spLocks noChangeArrowheads="1"/>
          </p:cNvSpPr>
          <p:nvPr/>
        </p:nvSpPr>
        <p:spPr bwMode="auto">
          <a:xfrm>
            <a:off x="4474412" y="5494824"/>
            <a:ext cx="385042"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sz="2000"/>
          </a:p>
        </p:txBody>
      </p:sp>
      <p:sp>
        <p:nvSpPr>
          <p:cNvPr id="63" name="Text Box 62">
            <a:extLst>
              <a:ext uri="{FF2B5EF4-FFF2-40B4-BE49-F238E27FC236}">
                <a16:creationId xmlns:a16="http://schemas.microsoft.com/office/drawing/2014/main" id="{5BCFB538-A91E-4443-8A97-6150B4B875A1}"/>
              </a:ext>
            </a:extLst>
          </p:cNvPr>
          <p:cNvSpPr txBox="1">
            <a:spLocks noChangeArrowheads="1"/>
          </p:cNvSpPr>
          <p:nvPr/>
        </p:nvSpPr>
        <p:spPr bwMode="auto">
          <a:xfrm>
            <a:off x="4780060" y="5496413"/>
            <a:ext cx="373821"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3</a:t>
            </a:r>
            <a:endParaRPr lang="en-US" altLang="en-US" i="1"/>
          </a:p>
        </p:txBody>
      </p:sp>
      <p:grpSp>
        <p:nvGrpSpPr>
          <p:cNvPr id="64" name="Group 63">
            <a:extLst>
              <a:ext uri="{FF2B5EF4-FFF2-40B4-BE49-F238E27FC236}">
                <a16:creationId xmlns:a16="http://schemas.microsoft.com/office/drawing/2014/main" id="{DE281F37-481A-4653-8B4B-566BD19FD3E8}"/>
              </a:ext>
            </a:extLst>
          </p:cNvPr>
          <p:cNvGrpSpPr>
            <a:grpSpLocks/>
          </p:cNvGrpSpPr>
          <p:nvPr/>
        </p:nvGrpSpPr>
        <p:grpSpPr bwMode="auto">
          <a:xfrm>
            <a:off x="4056044" y="5496884"/>
            <a:ext cx="1234181" cy="523876"/>
            <a:chOff x="1295" y="3612"/>
            <a:chExt cx="957" cy="330"/>
          </a:xfrm>
        </p:grpSpPr>
        <p:sp>
          <p:nvSpPr>
            <p:cNvPr id="65" name="Text Box 64">
              <a:extLst>
                <a:ext uri="{FF2B5EF4-FFF2-40B4-BE49-F238E27FC236}">
                  <a16:creationId xmlns:a16="http://schemas.microsoft.com/office/drawing/2014/main" id="{FAA46813-38EC-4929-81A8-7B9F5B2F706B}"/>
                </a:ext>
              </a:extLst>
            </p:cNvPr>
            <p:cNvSpPr txBox="1">
              <a:spLocks noChangeArrowheads="1"/>
            </p:cNvSpPr>
            <p:nvPr/>
          </p:nvSpPr>
          <p:spPr bwMode="auto">
            <a:xfrm>
              <a:off x="1295" y="3612"/>
              <a:ext cx="238"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66" name="Text Box 65">
              <a:extLst>
                <a:ext uri="{FF2B5EF4-FFF2-40B4-BE49-F238E27FC236}">
                  <a16:creationId xmlns:a16="http://schemas.microsoft.com/office/drawing/2014/main" id="{2F79682B-FDBD-43BA-8191-BCC7A9CEDA95}"/>
                </a:ext>
              </a:extLst>
            </p:cNvPr>
            <p:cNvSpPr txBox="1">
              <a:spLocks noChangeArrowheads="1"/>
            </p:cNvSpPr>
            <p:nvPr/>
          </p:nvSpPr>
          <p:spPr bwMode="auto">
            <a:xfrm>
              <a:off x="2014" y="3612"/>
              <a:ext cx="238"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sp>
        <p:nvSpPr>
          <p:cNvPr id="67" name="Text Box 66">
            <a:extLst>
              <a:ext uri="{FF2B5EF4-FFF2-40B4-BE49-F238E27FC236}">
                <a16:creationId xmlns:a16="http://schemas.microsoft.com/office/drawing/2014/main" id="{9B6332C8-8772-4D56-91BF-2C918CF69100}"/>
              </a:ext>
            </a:extLst>
          </p:cNvPr>
          <p:cNvSpPr txBox="1">
            <a:spLocks noChangeArrowheads="1"/>
          </p:cNvSpPr>
          <p:nvPr/>
        </p:nvSpPr>
        <p:spPr bwMode="auto">
          <a:xfrm>
            <a:off x="5228231" y="5566212"/>
            <a:ext cx="271228" cy="369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a:sym typeface="Symbol" panose="05050102010706020507" pitchFamily="18" charset="2"/>
              </a:rPr>
              <a:t>/</a:t>
            </a:r>
          </a:p>
        </p:txBody>
      </p:sp>
      <p:sp>
        <p:nvSpPr>
          <p:cNvPr id="68" name="Text Box 67">
            <a:extLst>
              <a:ext uri="{FF2B5EF4-FFF2-40B4-BE49-F238E27FC236}">
                <a16:creationId xmlns:a16="http://schemas.microsoft.com/office/drawing/2014/main" id="{24A00C48-05D6-4F2C-9602-1D5C57897F65}"/>
              </a:ext>
            </a:extLst>
          </p:cNvPr>
          <p:cNvSpPr txBox="1">
            <a:spLocks noChangeArrowheads="1"/>
          </p:cNvSpPr>
          <p:nvPr/>
        </p:nvSpPr>
        <p:spPr bwMode="auto">
          <a:xfrm>
            <a:off x="5527358" y="5496878"/>
            <a:ext cx="36195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y</a:t>
            </a:r>
            <a:endParaRPr lang="en-US" altLang="en-US" i="1"/>
          </a:p>
        </p:txBody>
      </p:sp>
      <p:sp>
        <p:nvSpPr>
          <p:cNvPr id="69" name="Text Box 68">
            <a:extLst>
              <a:ext uri="{FF2B5EF4-FFF2-40B4-BE49-F238E27FC236}">
                <a16:creationId xmlns:a16="http://schemas.microsoft.com/office/drawing/2014/main" id="{7ECF6819-35E8-44F5-B4AA-A90DAE211EAB}"/>
              </a:ext>
            </a:extLst>
          </p:cNvPr>
          <p:cNvSpPr txBox="1">
            <a:spLocks noChangeArrowheads="1"/>
          </p:cNvSpPr>
          <p:nvPr/>
        </p:nvSpPr>
        <p:spPr bwMode="auto">
          <a:xfrm>
            <a:off x="5816698" y="5502763"/>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sz="2000"/>
          </a:p>
        </p:txBody>
      </p:sp>
      <p:sp>
        <p:nvSpPr>
          <p:cNvPr id="70" name="Text Box 69">
            <a:extLst>
              <a:ext uri="{FF2B5EF4-FFF2-40B4-BE49-F238E27FC236}">
                <a16:creationId xmlns:a16="http://schemas.microsoft.com/office/drawing/2014/main" id="{593C1C0D-AAB0-44CF-85AB-451639E4489B}"/>
              </a:ext>
            </a:extLst>
          </p:cNvPr>
          <p:cNvSpPr txBox="1">
            <a:spLocks noChangeArrowheads="1"/>
          </p:cNvSpPr>
          <p:nvPr/>
        </p:nvSpPr>
        <p:spPr bwMode="auto">
          <a:xfrm>
            <a:off x="6118338" y="5504349"/>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2</a:t>
            </a:r>
            <a:endParaRPr lang="en-US" altLang="en-US" i="1"/>
          </a:p>
        </p:txBody>
      </p:sp>
      <p:grpSp>
        <p:nvGrpSpPr>
          <p:cNvPr id="71" name="Group 70">
            <a:extLst>
              <a:ext uri="{FF2B5EF4-FFF2-40B4-BE49-F238E27FC236}">
                <a16:creationId xmlns:a16="http://schemas.microsoft.com/office/drawing/2014/main" id="{70E6D6CA-1922-4420-8108-6F9AAFA43123}"/>
              </a:ext>
            </a:extLst>
          </p:cNvPr>
          <p:cNvGrpSpPr>
            <a:grpSpLocks/>
          </p:cNvGrpSpPr>
          <p:nvPr/>
        </p:nvGrpSpPr>
        <p:grpSpPr bwMode="auto">
          <a:xfrm>
            <a:off x="5392719" y="5504810"/>
            <a:ext cx="1234181" cy="523874"/>
            <a:chOff x="1295" y="3612"/>
            <a:chExt cx="957" cy="330"/>
          </a:xfrm>
        </p:grpSpPr>
        <p:sp>
          <p:nvSpPr>
            <p:cNvPr id="72" name="Text Box 71">
              <a:extLst>
                <a:ext uri="{FF2B5EF4-FFF2-40B4-BE49-F238E27FC236}">
                  <a16:creationId xmlns:a16="http://schemas.microsoft.com/office/drawing/2014/main" id="{3240E650-FB77-4BF0-A568-75885DA16913}"/>
                </a:ext>
              </a:extLst>
            </p:cNvPr>
            <p:cNvSpPr txBox="1">
              <a:spLocks noChangeArrowheads="1"/>
            </p:cNvSpPr>
            <p:nvPr/>
          </p:nvSpPr>
          <p:spPr bwMode="auto">
            <a:xfrm>
              <a:off x="1295" y="3612"/>
              <a:ext cx="238"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73" name="Text Box 72">
              <a:extLst>
                <a:ext uri="{FF2B5EF4-FFF2-40B4-BE49-F238E27FC236}">
                  <a16:creationId xmlns:a16="http://schemas.microsoft.com/office/drawing/2014/main" id="{66B05BCE-43D9-43DF-9DE1-F08707E7E9AE}"/>
                </a:ext>
              </a:extLst>
            </p:cNvPr>
            <p:cNvSpPr txBox="1">
              <a:spLocks noChangeArrowheads="1"/>
            </p:cNvSpPr>
            <p:nvPr/>
          </p:nvSpPr>
          <p:spPr bwMode="auto">
            <a:xfrm>
              <a:off x="2014" y="3612"/>
              <a:ext cx="238"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grpSp>
        <p:nvGrpSpPr>
          <p:cNvPr id="74" name="Group 73">
            <a:extLst>
              <a:ext uri="{FF2B5EF4-FFF2-40B4-BE49-F238E27FC236}">
                <a16:creationId xmlns:a16="http://schemas.microsoft.com/office/drawing/2014/main" id="{BFBB5D4E-5250-4908-B728-7A4336C4051B}"/>
              </a:ext>
            </a:extLst>
          </p:cNvPr>
          <p:cNvGrpSpPr>
            <a:grpSpLocks/>
          </p:cNvGrpSpPr>
          <p:nvPr/>
        </p:nvGrpSpPr>
        <p:grpSpPr bwMode="auto">
          <a:xfrm>
            <a:off x="3923639" y="5501635"/>
            <a:ext cx="2837207" cy="523874"/>
            <a:chOff x="1370" y="3612"/>
            <a:chExt cx="806" cy="330"/>
          </a:xfrm>
        </p:grpSpPr>
        <p:sp>
          <p:nvSpPr>
            <p:cNvPr id="75" name="Text Box 74">
              <a:extLst>
                <a:ext uri="{FF2B5EF4-FFF2-40B4-BE49-F238E27FC236}">
                  <a16:creationId xmlns:a16="http://schemas.microsoft.com/office/drawing/2014/main" id="{12A66F7A-A780-443A-8EFC-D57A67116981}"/>
                </a:ext>
              </a:extLst>
            </p:cNvPr>
            <p:cNvSpPr txBox="1">
              <a:spLocks noChangeArrowheads="1"/>
            </p:cNvSpPr>
            <p:nvPr/>
          </p:nvSpPr>
          <p:spPr bwMode="auto">
            <a:xfrm>
              <a:off x="1370" y="3612"/>
              <a:ext cx="87"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76" name="Text Box 75">
              <a:extLst>
                <a:ext uri="{FF2B5EF4-FFF2-40B4-BE49-F238E27FC236}">
                  <a16:creationId xmlns:a16="http://schemas.microsoft.com/office/drawing/2014/main" id="{A4EB1E1D-E56A-4811-8D2E-D5C6919A6F21}"/>
                </a:ext>
              </a:extLst>
            </p:cNvPr>
            <p:cNvSpPr txBox="1">
              <a:spLocks noChangeArrowheads="1"/>
            </p:cNvSpPr>
            <p:nvPr/>
          </p:nvSpPr>
          <p:spPr bwMode="auto">
            <a:xfrm>
              <a:off x="2089" y="3612"/>
              <a:ext cx="87"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grpSp>
        <p:nvGrpSpPr>
          <p:cNvPr id="77" name="Group 76">
            <a:extLst>
              <a:ext uri="{FF2B5EF4-FFF2-40B4-BE49-F238E27FC236}">
                <a16:creationId xmlns:a16="http://schemas.microsoft.com/office/drawing/2014/main" id="{8542312B-5E3D-43FC-B25F-A4B97A3AAEBF}"/>
              </a:ext>
            </a:extLst>
          </p:cNvPr>
          <p:cNvGrpSpPr>
            <a:grpSpLocks/>
          </p:cNvGrpSpPr>
          <p:nvPr/>
        </p:nvGrpSpPr>
        <p:grpSpPr bwMode="auto">
          <a:xfrm>
            <a:off x="1590359" y="5493703"/>
            <a:ext cx="5305425" cy="519112"/>
            <a:chOff x="1391" y="3613"/>
            <a:chExt cx="763" cy="327"/>
          </a:xfrm>
        </p:grpSpPr>
        <p:sp>
          <p:nvSpPr>
            <p:cNvPr id="78" name="Text Box 77">
              <a:extLst>
                <a:ext uri="{FF2B5EF4-FFF2-40B4-BE49-F238E27FC236}">
                  <a16:creationId xmlns:a16="http://schemas.microsoft.com/office/drawing/2014/main" id="{5E41C5C2-CCCF-48BC-AB4C-BF9DD863A705}"/>
                </a:ext>
              </a:extLst>
            </p:cNvPr>
            <p:cNvSpPr txBox="1">
              <a:spLocks noChangeArrowheads="1"/>
            </p:cNvSpPr>
            <p:nvPr/>
          </p:nvSpPr>
          <p:spPr bwMode="auto">
            <a:xfrm>
              <a:off x="1391" y="3613"/>
              <a:ext cx="44"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sp>
          <p:nvSpPr>
            <p:cNvPr id="79" name="Text Box 78">
              <a:extLst>
                <a:ext uri="{FF2B5EF4-FFF2-40B4-BE49-F238E27FC236}">
                  <a16:creationId xmlns:a16="http://schemas.microsoft.com/office/drawing/2014/main" id="{0362F850-201A-4E0E-B1EA-01DFF4DBAE4A}"/>
                </a:ext>
              </a:extLst>
            </p:cNvPr>
            <p:cNvSpPr txBox="1">
              <a:spLocks noChangeArrowheads="1"/>
            </p:cNvSpPr>
            <p:nvPr/>
          </p:nvSpPr>
          <p:spPr bwMode="auto">
            <a:xfrm>
              <a:off x="2110" y="3613"/>
              <a:ext cx="44" cy="32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i="1"/>
            </a:p>
          </p:txBody>
        </p:sp>
      </p:grpSp>
    </p:spTree>
    <p:extLst>
      <p:ext uri="{BB962C8B-B14F-4D97-AF65-F5344CB8AC3E}">
        <p14:creationId xmlns:p14="http://schemas.microsoft.com/office/powerpoint/2010/main" val="404362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 calcmode="lin" valueType="num">
                                      <p:cBhvr additive="base">
                                        <p:cTn id="7"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ppt_w</p:attrName>
                                        </p:attrNameLst>
                                      </p:cBhvr>
                                      <p:tavLst>
                                        <p:tav tm="0">
                                          <p:val>
                                            <p:fltVal val="0"/>
                                          </p:val>
                                        </p:tav>
                                        <p:tav tm="100000">
                                          <p:val>
                                            <p:strVal val="#ppt_w"/>
                                          </p:val>
                                        </p:tav>
                                      </p:tavLst>
                                    </p:anim>
                                    <p:anim calcmode="lin" valueType="num">
                                      <p:cBhvr>
                                        <p:cTn id="19"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50"/>
                                        </p:tgtEl>
                                        <p:attrNameLst>
                                          <p:attrName>style.visibility</p:attrName>
                                        </p:attrNameLst>
                                      </p:cBhvr>
                                      <p:to>
                                        <p:strVal val="visible"/>
                                      </p:to>
                                    </p:set>
                                    <p:anim calcmode="lin" valueType="num">
                                      <p:cBhvr>
                                        <p:cTn id="24" dur="500" fill="hold"/>
                                        <p:tgtEl>
                                          <p:spTgt spid="50"/>
                                        </p:tgtEl>
                                        <p:attrNameLst>
                                          <p:attrName>ppt_w</p:attrName>
                                        </p:attrNameLst>
                                      </p:cBhvr>
                                      <p:tavLst>
                                        <p:tav tm="0">
                                          <p:val>
                                            <p:fltVal val="0"/>
                                          </p:val>
                                        </p:tav>
                                        <p:tav tm="100000">
                                          <p:val>
                                            <p:strVal val="#ppt_w"/>
                                          </p:val>
                                        </p:tav>
                                      </p:tavLst>
                                    </p:anim>
                                    <p:anim calcmode="lin" valueType="num">
                                      <p:cBhvr>
                                        <p:cTn id="25"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 calcmode="lin" valueType="num">
                                      <p:cBhvr>
                                        <p:cTn id="30" dur="500" fill="hold"/>
                                        <p:tgtEl>
                                          <p:spTgt spid="51"/>
                                        </p:tgtEl>
                                        <p:attrNameLst>
                                          <p:attrName>ppt_w</p:attrName>
                                        </p:attrNameLst>
                                      </p:cBhvr>
                                      <p:tavLst>
                                        <p:tav tm="0">
                                          <p:val>
                                            <p:fltVal val="0"/>
                                          </p:val>
                                        </p:tav>
                                        <p:tav tm="100000">
                                          <p:val>
                                            <p:strVal val="#ppt_w"/>
                                          </p:val>
                                        </p:tav>
                                      </p:tavLst>
                                    </p:anim>
                                    <p:anim calcmode="lin" valueType="num">
                                      <p:cBhvr>
                                        <p:cTn id="31"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 calcmode="lin" valueType="num">
                                      <p:cBhvr>
                                        <p:cTn id="36" dur="500" fill="hold"/>
                                        <p:tgtEl>
                                          <p:spTgt spid="52"/>
                                        </p:tgtEl>
                                        <p:attrNameLst>
                                          <p:attrName>ppt_w</p:attrName>
                                        </p:attrNameLst>
                                      </p:cBhvr>
                                      <p:tavLst>
                                        <p:tav tm="0">
                                          <p:val>
                                            <p:fltVal val="0"/>
                                          </p:val>
                                        </p:tav>
                                        <p:tav tm="100000">
                                          <p:val>
                                            <p:strVal val="#ppt_w"/>
                                          </p:val>
                                        </p:tav>
                                      </p:tavLst>
                                    </p:anim>
                                    <p:anim calcmode="lin" valueType="num">
                                      <p:cBhvr>
                                        <p:cTn id="37" dur="500" fill="hold"/>
                                        <p:tgtEl>
                                          <p:spTgt spid="52"/>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p:cTn id="42" dur="500" fill="hold"/>
                                        <p:tgtEl>
                                          <p:spTgt spid="55"/>
                                        </p:tgtEl>
                                        <p:attrNameLst>
                                          <p:attrName>ppt_w</p:attrName>
                                        </p:attrNameLst>
                                      </p:cBhvr>
                                      <p:tavLst>
                                        <p:tav tm="0">
                                          <p:val>
                                            <p:fltVal val="0"/>
                                          </p:val>
                                        </p:tav>
                                        <p:tav tm="100000">
                                          <p:val>
                                            <p:strVal val="#ppt_w"/>
                                          </p:val>
                                        </p:tav>
                                      </p:tavLst>
                                    </p:anim>
                                    <p:anim calcmode="lin" valueType="num">
                                      <p:cBhvr>
                                        <p:cTn id="4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56"/>
                                        </p:tgtEl>
                                        <p:attrNameLst>
                                          <p:attrName>style.visibility</p:attrName>
                                        </p:attrNameLst>
                                      </p:cBhvr>
                                      <p:to>
                                        <p:strVal val="visible"/>
                                      </p:to>
                                    </p:set>
                                    <p:anim calcmode="lin" valueType="num">
                                      <p:cBhvr>
                                        <p:cTn id="48" dur="500" fill="hold"/>
                                        <p:tgtEl>
                                          <p:spTgt spid="56"/>
                                        </p:tgtEl>
                                        <p:attrNameLst>
                                          <p:attrName>ppt_w</p:attrName>
                                        </p:attrNameLst>
                                      </p:cBhvr>
                                      <p:tavLst>
                                        <p:tav tm="0">
                                          <p:val>
                                            <p:fltVal val="0"/>
                                          </p:val>
                                        </p:tav>
                                        <p:tav tm="100000">
                                          <p:val>
                                            <p:strVal val="#ppt_w"/>
                                          </p:val>
                                        </p:tav>
                                      </p:tavLst>
                                    </p:anim>
                                    <p:anim calcmode="lin" valueType="num">
                                      <p:cBhvr>
                                        <p:cTn id="49"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 calcmode="lin" valueType="num">
                                      <p:cBhvr>
                                        <p:cTn id="54" dur="500" fill="hold"/>
                                        <p:tgtEl>
                                          <p:spTgt spid="57"/>
                                        </p:tgtEl>
                                        <p:attrNameLst>
                                          <p:attrName>ppt_w</p:attrName>
                                        </p:attrNameLst>
                                      </p:cBhvr>
                                      <p:tavLst>
                                        <p:tav tm="0">
                                          <p:val>
                                            <p:fltVal val="0"/>
                                          </p:val>
                                        </p:tav>
                                        <p:tav tm="100000">
                                          <p:val>
                                            <p:strVal val="#ppt_w"/>
                                          </p:val>
                                        </p:tav>
                                      </p:tavLst>
                                    </p:anim>
                                    <p:anim calcmode="lin" valueType="num">
                                      <p:cBhvr>
                                        <p:cTn id="5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60"/>
                                        </p:tgtEl>
                                        <p:attrNameLst>
                                          <p:attrName>style.visibility</p:attrName>
                                        </p:attrNameLst>
                                      </p:cBhvr>
                                      <p:to>
                                        <p:strVal val="visible"/>
                                      </p:to>
                                    </p:set>
                                    <p:anim calcmode="lin" valueType="num">
                                      <p:cBhvr>
                                        <p:cTn id="60" dur="500" fill="hold"/>
                                        <p:tgtEl>
                                          <p:spTgt spid="60"/>
                                        </p:tgtEl>
                                        <p:attrNameLst>
                                          <p:attrName>ppt_w</p:attrName>
                                        </p:attrNameLst>
                                      </p:cBhvr>
                                      <p:tavLst>
                                        <p:tav tm="0">
                                          <p:val>
                                            <p:fltVal val="0"/>
                                          </p:val>
                                        </p:tav>
                                        <p:tav tm="100000">
                                          <p:val>
                                            <p:strVal val="#ppt_w"/>
                                          </p:val>
                                        </p:tav>
                                      </p:tavLst>
                                    </p:anim>
                                    <p:anim calcmode="lin" valueType="num">
                                      <p:cBhvr>
                                        <p:cTn id="61" dur="500" fill="hold"/>
                                        <p:tgtEl>
                                          <p:spTgt spid="60"/>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grpId="0" nodeType="clickEffect">
                                  <p:stCondLst>
                                    <p:cond delay="0"/>
                                  </p:stCondLst>
                                  <p:childTnLst>
                                    <p:set>
                                      <p:cBhvr>
                                        <p:cTn id="65" dur="1" fill="hold">
                                          <p:stCondLst>
                                            <p:cond delay="0"/>
                                          </p:stCondLst>
                                        </p:cTn>
                                        <p:tgtEl>
                                          <p:spTgt spid="61"/>
                                        </p:tgtEl>
                                        <p:attrNameLst>
                                          <p:attrName>style.visibility</p:attrName>
                                        </p:attrNameLst>
                                      </p:cBhvr>
                                      <p:to>
                                        <p:strVal val="visible"/>
                                      </p:to>
                                    </p:set>
                                    <p:anim calcmode="lin" valueType="num">
                                      <p:cBhvr>
                                        <p:cTn id="66" dur="500" fill="hold"/>
                                        <p:tgtEl>
                                          <p:spTgt spid="61"/>
                                        </p:tgtEl>
                                        <p:attrNameLst>
                                          <p:attrName>ppt_w</p:attrName>
                                        </p:attrNameLst>
                                      </p:cBhvr>
                                      <p:tavLst>
                                        <p:tav tm="0">
                                          <p:val>
                                            <p:fltVal val="0"/>
                                          </p:val>
                                        </p:tav>
                                        <p:tav tm="100000">
                                          <p:val>
                                            <p:strVal val="#ppt_w"/>
                                          </p:val>
                                        </p:tav>
                                      </p:tavLst>
                                    </p:anim>
                                    <p:anim calcmode="lin" valueType="num">
                                      <p:cBhvr>
                                        <p:cTn id="67" dur="500" fill="hold"/>
                                        <p:tgtEl>
                                          <p:spTgt spid="61"/>
                                        </p:tgtEl>
                                        <p:attrNameLst>
                                          <p:attrName>ppt_h</p:attrName>
                                        </p:attrNameLst>
                                      </p:cBhvr>
                                      <p:tavLst>
                                        <p:tav tm="0">
                                          <p:val>
                                            <p:flt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62"/>
                                        </p:tgtEl>
                                        <p:attrNameLst>
                                          <p:attrName>style.visibility</p:attrName>
                                        </p:attrNameLst>
                                      </p:cBhvr>
                                      <p:to>
                                        <p:strVal val="visible"/>
                                      </p:to>
                                    </p:set>
                                    <p:anim calcmode="lin" valueType="num">
                                      <p:cBhvr>
                                        <p:cTn id="72" dur="500" fill="hold"/>
                                        <p:tgtEl>
                                          <p:spTgt spid="62"/>
                                        </p:tgtEl>
                                        <p:attrNameLst>
                                          <p:attrName>ppt_w</p:attrName>
                                        </p:attrNameLst>
                                      </p:cBhvr>
                                      <p:tavLst>
                                        <p:tav tm="0">
                                          <p:val>
                                            <p:fltVal val="0"/>
                                          </p:val>
                                        </p:tav>
                                        <p:tav tm="100000">
                                          <p:val>
                                            <p:strVal val="#ppt_w"/>
                                          </p:val>
                                        </p:tav>
                                      </p:tavLst>
                                    </p:anim>
                                    <p:anim calcmode="lin" valueType="num">
                                      <p:cBhvr>
                                        <p:cTn id="73"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wipe(down)">
                                      <p:cBhvr>
                                        <p:cTn id="78" dur="500"/>
                                        <p:tgtEl>
                                          <p:spTgt spid="63"/>
                                        </p:tgtEl>
                                      </p:cBhvr>
                                    </p:animEffect>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64"/>
                                        </p:tgtEl>
                                        <p:attrNameLst>
                                          <p:attrName>style.visibility</p:attrName>
                                        </p:attrNameLst>
                                      </p:cBhvr>
                                      <p:to>
                                        <p:strVal val="visible"/>
                                      </p:to>
                                    </p:set>
                                    <p:anim calcmode="lin" valueType="num">
                                      <p:cBhvr>
                                        <p:cTn id="83" dur="500" fill="hold"/>
                                        <p:tgtEl>
                                          <p:spTgt spid="64"/>
                                        </p:tgtEl>
                                        <p:attrNameLst>
                                          <p:attrName>ppt_w</p:attrName>
                                        </p:attrNameLst>
                                      </p:cBhvr>
                                      <p:tavLst>
                                        <p:tav tm="0">
                                          <p:val>
                                            <p:fltVal val="0"/>
                                          </p:val>
                                        </p:tav>
                                        <p:tav tm="100000">
                                          <p:val>
                                            <p:strVal val="#ppt_w"/>
                                          </p:val>
                                        </p:tav>
                                      </p:tavLst>
                                    </p:anim>
                                    <p:anim calcmode="lin" valueType="num">
                                      <p:cBhvr>
                                        <p:cTn id="84"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anim calcmode="lin" valueType="num">
                                      <p:cBhvr>
                                        <p:cTn id="89" dur="500" fill="hold"/>
                                        <p:tgtEl>
                                          <p:spTgt spid="67"/>
                                        </p:tgtEl>
                                        <p:attrNameLst>
                                          <p:attrName>ppt_w</p:attrName>
                                        </p:attrNameLst>
                                      </p:cBhvr>
                                      <p:tavLst>
                                        <p:tav tm="0">
                                          <p:val>
                                            <p:fltVal val="0"/>
                                          </p:val>
                                        </p:tav>
                                        <p:tav tm="100000">
                                          <p:val>
                                            <p:strVal val="#ppt_w"/>
                                          </p:val>
                                        </p:tav>
                                      </p:tavLst>
                                    </p:anim>
                                    <p:anim calcmode="lin" valueType="num">
                                      <p:cBhvr>
                                        <p:cTn id="90" dur="500" fill="hold"/>
                                        <p:tgtEl>
                                          <p:spTgt spid="67"/>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68"/>
                                        </p:tgtEl>
                                        <p:attrNameLst>
                                          <p:attrName>style.visibility</p:attrName>
                                        </p:attrNameLst>
                                      </p:cBhvr>
                                      <p:to>
                                        <p:strVal val="visible"/>
                                      </p:to>
                                    </p:set>
                                    <p:anim calcmode="lin" valueType="num">
                                      <p:cBhvr>
                                        <p:cTn id="95" dur="500" fill="hold"/>
                                        <p:tgtEl>
                                          <p:spTgt spid="68"/>
                                        </p:tgtEl>
                                        <p:attrNameLst>
                                          <p:attrName>ppt_w</p:attrName>
                                        </p:attrNameLst>
                                      </p:cBhvr>
                                      <p:tavLst>
                                        <p:tav tm="0">
                                          <p:val>
                                            <p:fltVal val="0"/>
                                          </p:val>
                                        </p:tav>
                                        <p:tav tm="100000">
                                          <p:val>
                                            <p:strVal val="#ppt_w"/>
                                          </p:val>
                                        </p:tav>
                                      </p:tavLst>
                                    </p:anim>
                                    <p:anim calcmode="lin" valueType="num">
                                      <p:cBhvr>
                                        <p:cTn id="96" dur="500" fill="hold"/>
                                        <p:tgtEl>
                                          <p:spTgt spid="68"/>
                                        </p:tgtEl>
                                        <p:attrNameLst>
                                          <p:attrName>ppt_h</p:attrName>
                                        </p:attrNameLst>
                                      </p:cBhvr>
                                      <p:tavLst>
                                        <p:tav tm="0">
                                          <p:val>
                                            <p:fltVal val="0"/>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3" presetClass="entr" presetSubtype="16" fill="hold" grpId="0" nodeType="clickEffect">
                                  <p:stCondLst>
                                    <p:cond delay="0"/>
                                  </p:stCondLst>
                                  <p:childTnLst>
                                    <p:set>
                                      <p:cBhvr>
                                        <p:cTn id="100" dur="1" fill="hold">
                                          <p:stCondLst>
                                            <p:cond delay="0"/>
                                          </p:stCondLst>
                                        </p:cTn>
                                        <p:tgtEl>
                                          <p:spTgt spid="69"/>
                                        </p:tgtEl>
                                        <p:attrNameLst>
                                          <p:attrName>style.visibility</p:attrName>
                                        </p:attrNameLst>
                                      </p:cBhvr>
                                      <p:to>
                                        <p:strVal val="visible"/>
                                      </p:to>
                                    </p:set>
                                    <p:anim calcmode="lin" valueType="num">
                                      <p:cBhvr>
                                        <p:cTn id="101" dur="500" fill="hold"/>
                                        <p:tgtEl>
                                          <p:spTgt spid="69"/>
                                        </p:tgtEl>
                                        <p:attrNameLst>
                                          <p:attrName>ppt_w</p:attrName>
                                        </p:attrNameLst>
                                      </p:cBhvr>
                                      <p:tavLst>
                                        <p:tav tm="0">
                                          <p:val>
                                            <p:fltVal val="0"/>
                                          </p:val>
                                        </p:tav>
                                        <p:tav tm="100000">
                                          <p:val>
                                            <p:strVal val="#ppt_w"/>
                                          </p:val>
                                        </p:tav>
                                      </p:tavLst>
                                    </p:anim>
                                    <p:anim calcmode="lin" valueType="num">
                                      <p:cBhvr>
                                        <p:cTn id="102" dur="5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grpId="0" nodeType="clickEffect">
                                  <p:stCondLst>
                                    <p:cond delay="0"/>
                                  </p:stCondLst>
                                  <p:childTnLst>
                                    <p:set>
                                      <p:cBhvr>
                                        <p:cTn id="106" dur="1" fill="hold">
                                          <p:stCondLst>
                                            <p:cond delay="0"/>
                                          </p:stCondLst>
                                        </p:cTn>
                                        <p:tgtEl>
                                          <p:spTgt spid="70"/>
                                        </p:tgtEl>
                                        <p:attrNameLst>
                                          <p:attrName>style.visibility</p:attrName>
                                        </p:attrNameLst>
                                      </p:cBhvr>
                                      <p:to>
                                        <p:strVal val="visible"/>
                                      </p:to>
                                    </p:set>
                                    <p:anim calcmode="lin" valueType="num">
                                      <p:cBhvr>
                                        <p:cTn id="107" dur="500" fill="hold"/>
                                        <p:tgtEl>
                                          <p:spTgt spid="70"/>
                                        </p:tgtEl>
                                        <p:attrNameLst>
                                          <p:attrName>ppt_w</p:attrName>
                                        </p:attrNameLst>
                                      </p:cBhvr>
                                      <p:tavLst>
                                        <p:tav tm="0">
                                          <p:val>
                                            <p:fltVal val="0"/>
                                          </p:val>
                                        </p:tav>
                                        <p:tav tm="100000">
                                          <p:val>
                                            <p:strVal val="#ppt_w"/>
                                          </p:val>
                                        </p:tav>
                                      </p:tavLst>
                                    </p:anim>
                                    <p:anim calcmode="lin" valueType="num">
                                      <p:cBhvr>
                                        <p:cTn id="108"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23" presetClass="entr" presetSubtype="16" fill="hold" nodeType="clickEffect">
                                  <p:stCondLst>
                                    <p:cond delay="0"/>
                                  </p:stCondLst>
                                  <p:childTnLst>
                                    <p:set>
                                      <p:cBhvr>
                                        <p:cTn id="112" dur="1" fill="hold">
                                          <p:stCondLst>
                                            <p:cond delay="0"/>
                                          </p:stCondLst>
                                        </p:cTn>
                                        <p:tgtEl>
                                          <p:spTgt spid="71"/>
                                        </p:tgtEl>
                                        <p:attrNameLst>
                                          <p:attrName>style.visibility</p:attrName>
                                        </p:attrNameLst>
                                      </p:cBhvr>
                                      <p:to>
                                        <p:strVal val="visible"/>
                                      </p:to>
                                    </p:set>
                                    <p:anim calcmode="lin" valueType="num">
                                      <p:cBhvr>
                                        <p:cTn id="113" dur="500" fill="hold"/>
                                        <p:tgtEl>
                                          <p:spTgt spid="71"/>
                                        </p:tgtEl>
                                        <p:attrNameLst>
                                          <p:attrName>ppt_w</p:attrName>
                                        </p:attrNameLst>
                                      </p:cBhvr>
                                      <p:tavLst>
                                        <p:tav tm="0">
                                          <p:val>
                                            <p:fltVal val="0"/>
                                          </p:val>
                                        </p:tav>
                                        <p:tav tm="100000">
                                          <p:val>
                                            <p:strVal val="#ppt_w"/>
                                          </p:val>
                                        </p:tav>
                                      </p:tavLst>
                                    </p:anim>
                                    <p:anim calcmode="lin" valueType="num">
                                      <p:cBhvr>
                                        <p:cTn id="114"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23" presetClass="entr" presetSubtype="16" fill="hold" nodeType="clickEffect">
                                  <p:stCondLst>
                                    <p:cond delay="0"/>
                                  </p:stCondLst>
                                  <p:childTnLst>
                                    <p:set>
                                      <p:cBhvr>
                                        <p:cTn id="118" dur="1" fill="hold">
                                          <p:stCondLst>
                                            <p:cond delay="0"/>
                                          </p:stCondLst>
                                        </p:cTn>
                                        <p:tgtEl>
                                          <p:spTgt spid="74"/>
                                        </p:tgtEl>
                                        <p:attrNameLst>
                                          <p:attrName>style.visibility</p:attrName>
                                        </p:attrNameLst>
                                      </p:cBhvr>
                                      <p:to>
                                        <p:strVal val="visible"/>
                                      </p:to>
                                    </p:set>
                                    <p:anim calcmode="lin" valueType="num">
                                      <p:cBhvr>
                                        <p:cTn id="119" dur="500" fill="hold"/>
                                        <p:tgtEl>
                                          <p:spTgt spid="74"/>
                                        </p:tgtEl>
                                        <p:attrNameLst>
                                          <p:attrName>ppt_w</p:attrName>
                                        </p:attrNameLst>
                                      </p:cBhvr>
                                      <p:tavLst>
                                        <p:tav tm="0">
                                          <p:val>
                                            <p:fltVal val="0"/>
                                          </p:val>
                                        </p:tav>
                                        <p:tav tm="100000">
                                          <p:val>
                                            <p:strVal val="#ppt_w"/>
                                          </p:val>
                                        </p:tav>
                                      </p:tavLst>
                                    </p:anim>
                                    <p:anim calcmode="lin" valueType="num">
                                      <p:cBhvr>
                                        <p:cTn id="120" dur="500" fill="hold"/>
                                        <p:tgtEl>
                                          <p:spTgt spid="74"/>
                                        </p:tgtEl>
                                        <p:attrNameLst>
                                          <p:attrName>ppt_h</p:attrName>
                                        </p:attrNameLst>
                                      </p:cBhvr>
                                      <p:tavLst>
                                        <p:tav tm="0">
                                          <p:val>
                                            <p:flt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23" presetClass="entr" presetSubtype="16" fill="hold" nodeType="clickEffect">
                                  <p:stCondLst>
                                    <p:cond delay="0"/>
                                  </p:stCondLst>
                                  <p:childTnLst>
                                    <p:set>
                                      <p:cBhvr>
                                        <p:cTn id="124" dur="1" fill="hold">
                                          <p:stCondLst>
                                            <p:cond delay="0"/>
                                          </p:stCondLst>
                                        </p:cTn>
                                        <p:tgtEl>
                                          <p:spTgt spid="77"/>
                                        </p:tgtEl>
                                        <p:attrNameLst>
                                          <p:attrName>style.visibility</p:attrName>
                                        </p:attrNameLst>
                                      </p:cBhvr>
                                      <p:to>
                                        <p:strVal val="visible"/>
                                      </p:to>
                                    </p:set>
                                    <p:anim calcmode="lin" valueType="num">
                                      <p:cBhvr>
                                        <p:cTn id="125" dur="500" fill="hold"/>
                                        <p:tgtEl>
                                          <p:spTgt spid="77"/>
                                        </p:tgtEl>
                                        <p:attrNameLst>
                                          <p:attrName>ppt_w</p:attrName>
                                        </p:attrNameLst>
                                      </p:cBhvr>
                                      <p:tavLst>
                                        <p:tav tm="0">
                                          <p:val>
                                            <p:fltVal val="0"/>
                                          </p:val>
                                        </p:tav>
                                        <p:tav tm="100000">
                                          <p:val>
                                            <p:strVal val="#ppt_w"/>
                                          </p:val>
                                        </p:tav>
                                      </p:tavLst>
                                    </p:anim>
                                    <p:anim calcmode="lin" valueType="num">
                                      <p:cBhvr>
                                        <p:cTn id="126" dur="500" fill="hold"/>
                                        <p:tgtEl>
                                          <p:spTgt spid="7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uild="p" autoUpdateAnimBg="0"/>
      <p:bldP spid="49" grpId="0" autoUpdateAnimBg="0"/>
      <p:bldP spid="50" grpId="0" autoUpdateAnimBg="0"/>
      <p:bldP spid="51" grpId="0" autoUpdateAnimBg="0"/>
      <p:bldP spid="55" grpId="0" autoUpdateAnimBg="0"/>
      <p:bldP spid="56" grpId="0" autoUpdateAnimBg="0"/>
      <p:bldP spid="60" grpId="0" autoUpdateAnimBg="0"/>
      <p:bldP spid="61" grpId="0" autoUpdateAnimBg="0"/>
      <p:bldP spid="62" grpId="0" autoUpdateAnimBg="0"/>
      <p:bldP spid="63" grpId="0" autoUpdateAnimBg="0"/>
      <p:bldP spid="67" grpId="0" autoUpdateAnimBg="0"/>
      <p:bldP spid="68" grpId="0" autoUpdateAnimBg="0"/>
      <p:bldP spid="69" grpId="0" autoUpdateAnimBg="0"/>
      <p:bldP spid="7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Prefix Notation</a:t>
            </a:r>
          </a:p>
        </p:txBody>
      </p:sp>
      <p:sp>
        <p:nvSpPr>
          <p:cNvPr id="3" name="Rectangle 3">
            <a:extLst>
              <a:ext uri="{FF2B5EF4-FFF2-40B4-BE49-F238E27FC236}">
                <a16:creationId xmlns:a16="http://schemas.microsoft.com/office/drawing/2014/main" id="{31AA5E04-C122-4B65-BFB2-FB296EA83C33}"/>
              </a:ext>
            </a:extLst>
          </p:cNvPr>
          <p:cNvSpPr>
            <a:spLocks noChangeArrowheads="1"/>
          </p:cNvSpPr>
          <p:nvPr/>
        </p:nvSpPr>
        <p:spPr bwMode="auto">
          <a:xfrm>
            <a:off x="492126" y="1539240"/>
            <a:ext cx="560387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pPr>
            <a:r>
              <a:rPr lang="en-US" altLang="en-US" sz="2800" dirty="0">
                <a:latin typeface="+mn-lt"/>
              </a:rPr>
              <a:t>Traverse in preorder (VLR)</a:t>
            </a:r>
          </a:p>
        </p:txBody>
      </p:sp>
      <p:sp>
        <p:nvSpPr>
          <p:cNvPr id="4" name="Text Box 4">
            <a:extLst>
              <a:ext uri="{FF2B5EF4-FFF2-40B4-BE49-F238E27FC236}">
                <a16:creationId xmlns:a16="http://schemas.microsoft.com/office/drawing/2014/main" id="{1CDD4072-A869-4F0B-9BD4-7E424ED712DA}"/>
              </a:ext>
            </a:extLst>
          </p:cNvPr>
          <p:cNvSpPr txBox="1">
            <a:spLocks noChangeArrowheads="1"/>
          </p:cNvSpPr>
          <p:nvPr/>
        </p:nvSpPr>
        <p:spPr bwMode="auto">
          <a:xfrm>
            <a:off x="3038906" y="5478949"/>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x</a:t>
            </a:r>
            <a:endParaRPr lang="en-US" altLang="en-US" i="1"/>
          </a:p>
        </p:txBody>
      </p:sp>
      <p:sp>
        <p:nvSpPr>
          <p:cNvPr id="5" name="Text Box 5">
            <a:extLst>
              <a:ext uri="{FF2B5EF4-FFF2-40B4-BE49-F238E27FC236}">
                <a16:creationId xmlns:a16="http://schemas.microsoft.com/office/drawing/2014/main" id="{F7F23FEB-7DDD-416E-8278-CB2F5A7BBC57}"/>
              </a:ext>
            </a:extLst>
          </p:cNvPr>
          <p:cNvSpPr txBox="1">
            <a:spLocks noChangeArrowheads="1"/>
          </p:cNvSpPr>
          <p:nvPr/>
        </p:nvSpPr>
        <p:spPr bwMode="auto">
          <a:xfrm>
            <a:off x="1833978" y="5486888"/>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a:t>
            </a:r>
            <a:endParaRPr lang="en-US" altLang="en-US" i="1"/>
          </a:p>
        </p:txBody>
      </p:sp>
      <p:sp>
        <p:nvSpPr>
          <p:cNvPr id="6" name="Text Box 6">
            <a:extLst>
              <a:ext uri="{FF2B5EF4-FFF2-40B4-BE49-F238E27FC236}">
                <a16:creationId xmlns:a16="http://schemas.microsoft.com/office/drawing/2014/main" id="{415F603C-E82B-4353-A659-7A91BB3527CC}"/>
              </a:ext>
            </a:extLst>
          </p:cNvPr>
          <p:cNvSpPr txBox="1">
            <a:spLocks noChangeArrowheads="1"/>
          </p:cNvSpPr>
          <p:nvPr/>
        </p:nvSpPr>
        <p:spPr bwMode="auto">
          <a:xfrm>
            <a:off x="3424238" y="5476241"/>
            <a:ext cx="36195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y</a:t>
            </a:r>
            <a:endParaRPr lang="en-US" altLang="en-US" i="1"/>
          </a:p>
        </p:txBody>
      </p:sp>
      <p:sp>
        <p:nvSpPr>
          <p:cNvPr id="7" name="Text Box 7">
            <a:extLst>
              <a:ext uri="{FF2B5EF4-FFF2-40B4-BE49-F238E27FC236}">
                <a16:creationId xmlns:a16="http://schemas.microsoft.com/office/drawing/2014/main" id="{F88B8593-D873-42C0-98F2-82DE44217764}"/>
              </a:ext>
            </a:extLst>
          </p:cNvPr>
          <p:cNvSpPr txBox="1">
            <a:spLocks noChangeArrowheads="1"/>
          </p:cNvSpPr>
          <p:nvPr/>
        </p:nvSpPr>
        <p:spPr bwMode="auto">
          <a:xfrm>
            <a:off x="2296974" y="5558274"/>
            <a:ext cx="324128" cy="369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a:sym typeface="Symbol" panose="05050102010706020507" pitchFamily="18" charset="2"/>
              </a:rPr>
              <a:t></a:t>
            </a:r>
          </a:p>
        </p:txBody>
      </p:sp>
      <p:sp>
        <p:nvSpPr>
          <p:cNvPr id="8" name="Text Box 8">
            <a:extLst>
              <a:ext uri="{FF2B5EF4-FFF2-40B4-BE49-F238E27FC236}">
                <a16:creationId xmlns:a16="http://schemas.microsoft.com/office/drawing/2014/main" id="{DA82EE8A-5414-4399-B89F-70EC8D72CD28}"/>
              </a:ext>
            </a:extLst>
          </p:cNvPr>
          <p:cNvSpPr txBox="1">
            <a:spLocks noChangeArrowheads="1"/>
          </p:cNvSpPr>
          <p:nvPr/>
        </p:nvSpPr>
        <p:spPr bwMode="auto">
          <a:xfrm>
            <a:off x="3805668" y="5474188"/>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2</a:t>
            </a:r>
            <a:endParaRPr lang="en-US" altLang="en-US" i="1"/>
          </a:p>
        </p:txBody>
      </p:sp>
      <p:sp>
        <p:nvSpPr>
          <p:cNvPr id="9" name="Text Box 9">
            <a:extLst>
              <a:ext uri="{FF2B5EF4-FFF2-40B4-BE49-F238E27FC236}">
                <a16:creationId xmlns:a16="http://schemas.microsoft.com/office/drawing/2014/main" id="{964D9E16-EF0F-4CC4-9B30-7059C388858A}"/>
              </a:ext>
            </a:extLst>
          </p:cNvPr>
          <p:cNvSpPr txBox="1">
            <a:spLocks noChangeArrowheads="1"/>
          </p:cNvSpPr>
          <p:nvPr/>
        </p:nvSpPr>
        <p:spPr bwMode="auto">
          <a:xfrm>
            <a:off x="2657890" y="5482124"/>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a:t>
            </a:r>
            <a:endParaRPr lang="en-US" altLang="en-US" i="1"/>
          </a:p>
        </p:txBody>
      </p:sp>
      <p:sp>
        <p:nvSpPr>
          <p:cNvPr id="10" name="Text Box 10">
            <a:extLst>
              <a:ext uri="{FF2B5EF4-FFF2-40B4-BE49-F238E27FC236}">
                <a16:creationId xmlns:a16="http://schemas.microsoft.com/office/drawing/2014/main" id="{434458F8-E951-415C-AA27-65C5E7CE183B}"/>
              </a:ext>
            </a:extLst>
          </p:cNvPr>
          <p:cNvSpPr txBox="1">
            <a:spLocks noChangeArrowheads="1"/>
          </p:cNvSpPr>
          <p:nvPr/>
        </p:nvSpPr>
        <p:spPr bwMode="auto">
          <a:xfrm>
            <a:off x="4912156" y="5486888"/>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x</a:t>
            </a:r>
            <a:endParaRPr lang="en-US" altLang="en-US" i="1"/>
          </a:p>
        </p:txBody>
      </p:sp>
      <p:sp>
        <p:nvSpPr>
          <p:cNvPr id="11" name="Text Box 11">
            <a:extLst>
              <a:ext uri="{FF2B5EF4-FFF2-40B4-BE49-F238E27FC236}">
                <a16:creationId xmlns:a16="http://schemas.microsoft.com/office/drawing/2014/main" id="{13D1A2C4-EA57-4ED9-86FD-A6BB629C4F0F}"/>
              </a:ext>
            </a:extLst>
          </p:cNvPr>
          <p:cNvSpPr txBox="1">
            <a:spLocks noChangeArrowheads="1"/>
          </p:cNvSpPr>
          <p:nvPr/>
        </p:nvSpPr>
        <p:spPr bwMode="auto">
          <a:xfrm>
            <a:off x="4514417" y="5494824"/>
            <a:ext cx="385042"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sz="2000"/>
          </a:p>
        </p:txBody>
      </p:sp>
      <p:sp>
        <p:nvSpPr>
          <p:cNvPr id="12" name="Text Box 12">
            <a:extLst>
              <a:ext uri="{FF2B5EF4-FFF2-40B4-BE49-F238E27FC236}">
                <a16:creationId xmlns:a16="http://schemas.microsoft.com/office/drawing/2014/main" id="{B6FF6FA3-BE6B-478C-91DA-99E51D284B35}"/>
              </a:ext>
            </a:extLst>
          </p:cNvPr>
          <p:cNvSpPr txBox="1">
            <a:spLocks noChangeArrowheads="1"/>
          </p:cNvSpPr>
          <p:nvPr/>
        </p:nvSpPr>
        <p:spPr bwMode="auto">
          <a:xfrm>
            <a:off x="5262978" y="5496413"/>
            <a:ext cx="373821"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3</a:t>
            </a:r>
            <a:endParaRPr lang="en-US" altLang="en-US" i="1"/>
          </a:p>
        </p:txBody>
      </p:sp>
      <p:sp>
        <p:nvSpPr>
          <p:cNvPr id="13" name="Text Box 13">
            <a:extLst>
              <a:ext uri="{FF2B5EF4-FFF2-40B4-BE49-F238E27FC236}">
                <a16:creationId xmlns:a16="http://schemas.microsoft.com/office/drawing/2014/main" id="{6573B2C0-63E3-44C6-B250-CD15843671D4}"/>
              </a:ext>
            </a:extLst>
          </p:cNvPr>
          <p:cNvSpPr txBox="1">
            <a:spLocks noChangeArrowheads="1"/>
          </p:cNvSpPr>
          <p:nvPr/>
        </p:nvSpPr>
        <p:spPr bwMode="auto">
          <a:xfrm>
            <a:off x="4225249" y="5566212"/>
            <a:ext cx="271228" cy="369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a:sym typeface="Symbol" panose="05050102010706020507" pitchFamily="18" charset="2"/>
              </a:rPr>
              <a:t>/</a:t>
            </a:r>
          </a:p>
        </p:txBody>
      </p:sp>
      <p:sp>
        <p:nvSpPr>
          <p:cNvPr id="14" name="Text Box 14">
            <a:extLst>
              <a:ext uri="{FF2B5EF4-FFF2-40B4-BE49-F238E27FC236}">
                <a16:creationId xmlns:a16="http://schemas.microsoft.com/office/drawing/2014/main" id="{F4943647-7E42-480B-8A03-D9CE969746DF}"/>
              </a:ext>
            </a:extLst>
          </p:cNvPr>
          <p:cNvSpPr txBox="1">
            <a:spLocks noChangeArrowheads="1"/>
          </p:cNvSpPr>
          <p:nvPr/>
        </p:nvSpPr>
        <p:spPr bwMode="auto">
          <a:xfrm>
            <a:off x="6024563" y="5496878"/>
            <a:ext cx="361950" cy="5191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i="1"/>
              <a:t>y</a:t>
            </a:r>
            <a:endParaRPr lang="en-US" altLang="en-US" i="1"/>
          </a:p>
        </p:txBody>
      </p:sp>
      <p:sp>
        <p:nvSpPr>
          <p:cNvPr id="15" name="Text Box 15">
            <a:extLst>
              <a:ext uri="{FF2B5EF4-FFF2-40B4-BE49-F238E27FC236}">
                <a16:creationId xmlns:a16="http://schemas.microsoft.com/office/drawing/2014/main" id="{151C6014-443B-488B-B651-970F87C6685D}"/>
              </a:ext>
            </a:extLst>
          </p:cNvPr>
          <p:cNvSpPr txBox="1">
            <a:spLocks noChangeArrowheads="1"/>
          </p:cNvSpPr>
          <p:nvPr/>
        </p:nvSpPr>
        <p:spPr bwMode="auto">
          <a:xfrm>
            <a:off x="5656678" y="5502763"/>
            <a:ext cx="373820"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a:t>
            </a:r>
            <a:endParaRPr lang="en-US" altLang="en-US" sz="2000"/>
          </a:p>
        </p:txBody>
      </p:sp>
      <p:sp>
        <p:nvSpPr>
          <p:cNvPr id="16" name="Text Box 16">
            <a:extLst>
              <a:ext uri="{FF2B5EF4-FFF2-40B4-BE49-F238E27FC236}">
                <a16:creationId xmlns:a16="http://schemas.microsoft.com/office/drawing/2014/main" id="{8B58CCA9-34B3-49B7-B1B4-4140B162F794}"/>
              </a:ext>
            </a:extLst>
          </p:cNvPr>
          <p:cNvSpPr txBox="1">
            <a:spLocks noChangeArrowheads="1"/>
          </p:cNvSpPr>
          <p:nvPr/>
        </p:nvSpPr>
        <p:spPr bwMode="auto">
          <a:xfrm>
            <a:off x="6372656" y="5504349"/>
            <a:ext cx="370614"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800"/>
              <a:t>2</a:t>
            </a:r>
            <a:endParaRPr lang="en-US" altLang="en-US" i="1"/>
          </a:p>
        </p:txBody>
      </p:sp>
      <p:grpSp>
        <p:nvGrpSpPr>
          <p:cNvPr id="17" name="Group 17">
            <a:extLst>
              <a:ext uri="{FF2B5EF4-FFF2-40B4-BE49-F238E27FC236}">
                <a16:creationId xmlns:a16="http://schemas.microsoft.com/office/drawing/2014/main" id="{B0AA4BC7-3887-4234-8379-22E770444657}"/>
              </a:ext>
            </a:extLst>
          </p:cNvPr>
          <p:cNvGrpSpPr>
            <a:grpSpLocks/>
          </p:cNvGrpSpPr>
          <p:nvPr/>
        </p:nvGrpSpPr>
        <p:grpSpPr bwMode="auto">
          <a:xfrm>
            <a:off x="1968500" y="2267904"/>
            <a:ext cx="4638675" cy="2908299"/>
            <a:chOff x="1336" y="1627"/>
            <a:chExt cx="2922" cy="1832"/>
          </a:xfrm>
        </p:grpSpPr>
        <p:sp>
          <p:nvSpPr>
            <p:cNvPr id="18" name="Text Box 18">
              <a:extLst>
                <a:ext uri="{FF2B5EF4-FFF2-40B4-BE49-F238E27FC236}">
                  <a16:creationId xmlns:a16="http://schemas.microsoft.com/office/drawing/2014/main" id="{A2669887-44BE-4BE6-9E83-5E4E01E88B2D}"/>
                </a:ext>
              </a:extLst>
            </p:cNvPr>
            <p:cNvSpPr txBox="1">
              <a:spLocks noChangeArrowheads="1"/>
            </p:cNvSpPr>
            <p:nvPr/>
          </p:nvSpPr>
          <p:spPr bwMode="auto">
            <a:xfrm>
              <a:off x="2672" y="1627"/>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19" name="Text Box 19">
              <a:extLst>
                <a:ext uri="{FF2B5EF4-FFF2-40B4-BE49-F238E27FC236}">
                  <a16:creationId xmlns:a16="http://schemas.microsoft.com/office/drawing/2014/main" id="{C0EE807E-B80F-464F-BBF6-C115C1BBC3A4}"/>
                </a:ext>
              </a:extLst>
            </p:cNvPr>
            <p:cNvSpPr txBox="1">
              <a:spLocks noChangeArrowheads="1"/>
            </p:cNvSpPr>
            <p:nvPr/>
          </p:nvSpPr>
          <p:spPr bwMode="auto">
            <a:xfrm>
              <a:off x="1943" y="1974"/>
              <a:ext cx="2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sym typeface="Symbol" panose="05050102010706020507" pitchFamily="18" charset="2"/>
                </a:rPr>
                <a:t></a:t>
              </a:r>
            </a:p>
          </p:txBody>
        </p:sp>
        <p:sp>
          <p:nvSpPr>
            <p:cNvPr id="20" name="Text Box 20">
              <a:extLst>
                <a:ext uri="{FF2B5EF4-FFF2-40B4-BE49-F238E27FC236}">
                  <a16:creationId xmlns:a16="http://schemas.microsoft.com/office/drawing/2014/main" id="{706539DF-1D8B-4F70-BA9C-9C3E7C88F029}"/>
                </a:ext>
              </a:extLst>
            </p:cNvPr>
            <p:cNvSpPr txBox="1">
              <a:spLocks noChangeArrowheads="1"/>
            </p:cNvSpPr>
            <p:nvPr/>
          </p:nvSpPr>
          <p:spPr bwMode="auto">
            <a:xfrm>
              <a:off x="3080" y="2499"/>
              <a:ext cx="26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21" name="Text Box 21">
              <a:extLst>
                <a:ext uri="{FF2B5EF4-FFF2-40B4-BE49-F238E27FC236}">
                  <a16:creationId xmlns:a16="http://schemas.microsoft.com/office/drawing/2014/main" id="{7F99BD83-FF6C-4483-92FA-BCFB2B3FF38B}"/>
                </a:ext>
              </a:extLst>
            </p:cNvPr>
            <p:cNvSpPr txBox="1">
              <a:spLocks noChangeArrowheads="1"/>
            </p:cNvSpPr>
            <p:nvPr/>
          </p:nvSpPr>
          <p:spPr bwMode="auto">
            <a:xfrm>
              <a:off x="3824" y="2515"/>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22" name="Text Box 22">
              <a:extLst>
                <a:ext uri="{FF2B5EF4-FFF2-40B4-BE49-F238E27FC236}">
                  <a16:creationId xmlns:a16="http://schemas.microsoft.com/office/drawing/2014/main" id="{0C4B1686-44DB-4474-9E99-25C0034461E5}"/>
                </a:ext>
              </a:extLst>
            </p:cNvPr>
            <p:cNvSpPr txBox="1">
              <a:spLocks noChangeArrowheads="1"/>
            </p:cNvSpPr>
            <p:nvPr/>
          </p:nvSpPr>
          <p:spPr bwMode="auto">
            <a:xfrm>
              <a:off x="3464" y="1974"/>
              <a:ext cx="1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t>
              </a:r>
              <a:endParaRPr lang="en-US" altLang="en-US" sz="2800" b="1"/>
            </a:p>
          </p:txBody>
        </p:sp>
        <p:sp>
          <p:nvSpPr>
            <p:cNvPr id="23" name="Line 23">
              <a:extLst>
                <a:ext uri="{FF2B5EF4-FFF2-40B4-BE49-F238E27FC236}">
                  <a16:creationId xmlns:a16="http://schemas.microsoft.com/office/drawing/2014/main" id="{0D244D0C-49E4-423D-9517-029F817E8A6E}"/>
                </a:ext>
              </a:extLst>
            </p:cNvPr>
            <p:cNvSpPr>
              <a:spLocks noChangeShapeType="1"/>
            </p:cNvSpPr>
            <p:nvPr/>
          </p:nvSpPr>
          <p:spPr bwMode="auto">
            <a:xfrm flipH="1" flipV="1">
              <a:off x="2912" y="1846"/>
              <a:ext cx="560" cy="17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4" name="Line 24">
              <a:extLst>
                <a:ext uri="{FF2B5EF4-FFF2-40B4-BE49-F238E27FC236}">
                  <a16:creationId xmlns:a16="http://schemas.microsoft.com/office/drawing/2014/main" id="{C3B680F0-822B-45E9-8D2A-2781C1EE2F7B}"/>
                </a:ext>
              </a:extLst>
            </p:cNvPr>
            <p:cNvSpPr>
              <a:spLocks noChangeShapeType="1"/>
            </p:cNvSpPr>
            <p:nvPr/>
          </p:nvSpPr>
          <p:spPr bwMode="auto">
            <a:xfrm flipV="1">
              <a:off x="2144" y="1846"/>
              <a:ext cx="528" cy="18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5" name="Oval 25">
              <a:extLst>
                <a:ext uri="{FF2B5EF4-FFF2-40B4-BE49-F238E27FC236}">
                  <a16:creationId xmlns:a16="http://schemas.microsoft.com/office/drawing/2014/main" id="{62DD7302-6337-4363-82AD-5A8D37EC3329}"/>
                </a:ext>
              </a:extLst>
            </p:cNvPr>
            <p:cNvSpPr>
              <a:spLocks noChangeArrowheads="1"/>
            </p:cNvSpPr>
            <p:nvPr/>
          </p:nvSpPr>
          <p:spPr bwMode="auto">
            <a:xfrm>
              <a:off x="2664" y="167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 name="Oval 26">
              <a:extLst>
                <a:ext uri="{FF2B5EF4-FFF2-40B4-BE49-F238E27FC236}">
                  <a16:creationId xmlns:a16="http://schemas.microsoft.com/office/drawing/2014/main" id="{59DE245A-6598-4431-9684-78F4FF2D9EBB}"/>
                </a:ext>
              </a:extLst>
            </p:cNvPr>
            <p:cNvSpPr>
              <a:spLocks noChangeArrowheads="1"/>
            </p:cNvSpPr>
            <p:nvPr/>
          </p:nvSpPr>
          <p:spPr bwMode="auto">
            <a:xfrm>
              <a:off x="1928" y="198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Oval 27">
              <a:extLst>
                <a:ext uri="{FF2B5EF4-FFF2-40B4-BE49-F238E27FC236}">
                  <a16:creationId xmlns:a16="http://schemas.microsoft.com/office/drawing/2014/main" id="{9DF21DF2-AADF-4F8C-99D2-7EB391B5E9F6}"/>
                </a:ext>
              </a:extLst>
            </p:cNvPr>
            <p:cNvSpPr>
              <a:spLocks noChangeArrowheads="1"/>
            </p:cNvSpPr>
            <p:nvPr/>
          </p:nvSpPr>
          <p:spPr bwMode="auto">
            <a:xfrm>
              <a:off x="3432" y="199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 name="Oval 28">
              <a:extLst>
                <a:ext uri="{FF2B5EF4-FFF2-40B4-BE49-F238E27FC236}">
                  <a16:creationId xmlns:a16="http://schemas.microsoft.com/office/drawing/2014/main" id="{E9ECACB1-BEF6-4B8C-B4DE-E1B22D69E935}"/>
                </a:ext>
              </a:extLst>
            </p:cNvPr>
            <p:cNvSpPr>
              <a:spLocks noChangeArrowheads="1"/>
            </p:cNvSpPr>
            <p:nvPr/>
          </p:nvSpPr>
          <p:spPr bwMode="auto">
            <a:xfrm>
              <a:off x="3064"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 name="Oval 29">
              <a:extLst>
                <a:ext uri="{FF2B5EF4-FFF2-40B4-BE49-F238E27FC236}">
                  <a16:creationId xmlns:a16="http://schemas.microsoft.com/office/drawing/2014/main" id="{CA25E0BB-9185-42EC-B0F1-2FC642604E04}"/>
                </a:ext>
              </a:extLst>
            </p:cNvPr>
            <p:cNvSpPr>
              <a:spLocks noChangeArrowheads="1"/>
            </p:cNvSpPr>
            <p:nvPr/>
          </p:nvSpPr>
          <p:spPr bwMode="auto">
            <a:xfrm>
              <a:off x="3816"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 name="Text Box 30">
              <a:extLst>
                <a:ext uri="{FF2B5EF4-FFF2-40B4-BE49-F238E27FC236}">
                  <a16:creationId xmlns:a16="http://schemas.microsoft.com/office/drawing/2014/main" id="{75607FA0-0016-4AA8-9575-6E0DF115980C}"/>
                </a:ext>
              </a:extLst>
            </p:cNvPr>
            <p:cNvSpPr txBox="1">
              <a:spLocks noChangeArrowheads="1"/>
            </p:cNvSpPr>
            <p:nvPr/>
          </p:nvSpPr>
          <p:spPr bwMode="auto">
            <a:xfrm>
              <a:off x="1576" y="2499"/>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a:t>
              </a:r>
              <a:endParaRPr lang="en-US" altLang="en-US" sz="2800" b="1"/>
            </a:p>
          </p:txBody>
        </p:sp>
        <p:sp>
          <p:nvSpPr>
            <p:cNvPr id="31" name="Text Box 31">
              <a:extLst>
                <a:ext uri="{FF2B5EF4-FFF2-40B4-BE49-F238E27FC236}">
                  <a16:creationId xmlns:a16="http://schemas.microsoft.com/office/drawing/2014/main" id="{DA37B087-D82B-47F2-B4AF-63A98BC191B9}"/>
                </a:ext>
              </a:extLst>
            </p:cNvPr>
            <p:cNvSpPr txBox="1">
              <a:spLocks noChangeArrowheads="1"/>
            </p:cNvSpPr>
            <p:nvPr/>
          </p:nvSpPr>
          <p:spPr bwMode="auto">
            <a:xfrm>
              <a:off x="2296" y="2515"/>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2</a:t>
              </a:r>
              <a:endParaRPr lang="en-US" altLang="en-US" sz="2800" b="1"/>
            </a:p>
          </p:txBody>
        </p:sp>
        <p:sp>
          <p:nvSpPr>
            <p:cNvPr id="32" name="Oval 32">
              <a:extLst>
                <a:ext uri="{FF2B5EF4-FFF2-40B4-BE49-F238E27FC236}">
                  <a16:creationId xmlns:a16="http://schemas.microsoft.com/office/drawing/2014/main" id="{106D75EA-3822-4619-AA64-7B6B293DDF2C}"/>
                </a:ext>
              </a:extLst>
            </p:cNvPr>
            <p:cNvSpPr>
              <a:spLocks noChangeArrowheads="1"/>
            </p:cNvSpPr>
            <p:nvPr/>
          </p:nvSpPr>
          <p:spPr bwMode="auto">
            <a:xfrm>
              <a:off x="156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Oval 33">
              <a:extLst>
                <a:ext uri="{FF2B5EF4-FFF2-40B4-BE49-F238E27FC236}">
                  <a16:creationId xmlns:a16="http://schemas.microsoft.com/office/drawing/2014/main" id="{646522E2-ABB4-4E68-A0F9-DBD8026C4849}"/>
                </a:ext>
              </a:extLst>
            </p:cNvPr>
            <p:cNvSpPr>
              <a:spLocks noChangeArrowheads="1"/>
            </p:cNvSpPr>
            <p:nvPr/>
          </p:nvSpPr>
          <p:spPr bwMode="auto">
            <a:xfrm>
              <a:off x="228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 name="Text Box 34">
              <a:extLst>
                <a:ext uri="{FF2B5EF4-FFF2-40B4-BE49-F238E27FC236}">
                  <a16:creationId xmlns:a16="http://schemas.microsoft.com/office/drawing/2014/main" id="{EE7F6F48-3BFF-4846-B923-1B24E87A83AC}"/>
                </a:ext>
              </a:extLst>
            </p:cNvPr>
            <p:cNvSpPr txBox="1">
              <a:spLocks noChangeArrowheads="1"/>
            </p:cNvSpPr>
            <p:nvPr/>
          </p:nvSpPr>
          <p:spPr bwMode="auto">
            <a:xfrm>
              <a:off x="1352" y="3077"/>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x</a:t>
              </a:r>
              <a:endParaRPr lang="en-US" altLang="en-US" sz="2800" b="1"/>
            </a:p>
          </p:txBody>
        </p:sp>
        <p:sp>
          <p:nvSpPr>
            <p:cNvPr id="35" name="Text Box 35">
              <a:extLst>
                <a:ext uri="{FF2B5EF4-FFF2-40B4-BE49-F238E27FC236}">
                  <a16:creationId xmlns:a16="http://schemas.microsoft.com/office/drawing/2014/main" id="{3A098D64-F1D3-4839-9DE6-6EB66A0C3B8B}"/>
                </a:ext>
              </a:extLst>
            </p:cNvPr>
            <p:cNvSpPr txBox="1">
              <a:spLocks noChangeArrowheads="1"/>
            </p:cNvSpPr>
            <p:nvPr/>
          </p:nvSpPr>
          <p:spPr bwMode="auto">
            <a:xfrm>
              <a:off x="1744" y="3037"/>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y</a:t>
              </a:r>
              <a:endParaRPr lang="en-US" altLang="en-US" sz="2800" b="1"/>
            </a:p>
          </p:txBody>
        </p:sp>
        <p:sp>
          <p:nvSpPr>
            <p:cNvPr id="36" name="Oval 36">
              <a:extLst>
                <a:ext uri="{FF2B5EF4-FFF2-40B4-BE49-F238E27FC236}">
                  <a16:creationId xmlns:a16="http://schemas.microsoft.com/office/drawing/2014/main" id="{F072E5B8-E69D-4076-A594-8232B0E444B4}"/>
                </a:ext>
              </a:extLst>
            </p:cNvPr>
            <p:cNvSpPr>
              <a:spLocks noChangeArrowheads="1"/>
            </p:cNvSpPr>
            <p:nvPr/>
          </p:nvSpPr>
          <p:spPr bwMode="auto">
            <a:xfrm>
              <a:off x="1336"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Oval 37">
              <a:extLst>
                <a:ext uri="{FF2B5EF4-FFF2-40B4-BE49-F238E27FC236}">
                  <a16:creationId xmlns:a16="http://schemas.microsoft.com/office/drawing/2014/main" id="{DFAA49FC-F14B-467E-AACF-95B1FF3F3E0A}"/>
                </a:ext>
              </a:extLst>
            </p:cNvPr>
            <p:cNvSpPr>
              <a:spLocks noChangeArrowheads="1"/>
            </p:cNvSpPr>
            <p:nvPr/>
          </p:nvSpPr>
          <p:spPr bwMode="auto">
            <a:xfrm>
              <a:off x="1728"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 name="Text Box 38">
              <a:extLst>
                <a:ext uri="{FF2B5EF4-FFF2-40B4-BE49-F238E27FC236}">
                  <a16:creationId xmlns:a16="http://schemas.microsoft.com/office/drawing/2014/main" id="{1A22114D-C60B-4933-AD20-B14561E8326D}"/>
                </a:ext>
              </a:extLst>
            </p:cNvPr>
            <p:cNvSpPr txBox="1">
              <a:spLocks noChangeArrowheads="1"/>
            </p:cNvSpPr>
            <p:nvPr/>
          </p:nvSpPr>
          <p:spPr bwMode="auto">
            <a:xfrm>
              <a:off x="2880" y="3085"/>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x</a:t>
              </a:r>
              <a:endParaRPr lang="en-US" altLang="en-US" sz="2800" b="1"/>
            </a:p>
          </p:txBody>
        </p:sp>
        <p:sp>
          <p:nvSpPr>
            <p:cNvPr id="39" name="Text Box 39">
              <a:extLst>
                <a:ext uri="{FF2B5EF4-FFF2-40B4-BE49-F238E27FC236}">
                  <a16:creationId xmlns:a16="http://schemas.microsoft.com/office/drawing/2014/main" id="{F3EC04A6-EF8F-4219-837D-9BEE8902C692}"/>
                </a:ext>
              </a:extLst>
            </p:cNvPr>
            <p:cNvSpPr txBox="1">
              <a:spLocks noChangeArrowheads="1"/>
            </p:cNvSpPr>
            <p:nvPr/>
          </p:nvSpPr>
          <p:spPr bwMode="auto">
            <a:xfrm>
              <a:off x="3264" y="3091"/>
              <a:ext cx="25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3</a:t>
              </a:r>
              <a:endParaRPr lang="en-US" altLang="en-US" sz="2800" b="1"/>
            </a:p>
          </p:txBody>
        </p:sp>
        <p:sp>
          <p:nvSpPr>
            <p:cNvPr id="40" name="Oval 40">
              <a:extLst>
                <a:ext uri="{FF2B5EF4-FFF2-40B4-BE49-F238E27FC236}">
                  <a16:creationId xmlns:a16="http://schemas.microsoft.com/office/drawing/2014/main" id="{0590C9C4-93D1-459E-816F-19E3DDB13150}"/>
                </a:ext>
              </a:extLst>
            </p:cNvPr>
            <p:cNvSpPr>
              <a:spLocks noChangeArrowheads="1"/>
            </p:cNvSpPr>
            <p:nvPr/>
          </p:nvSpPr>
          <p:spPr bwMode="auto">
            <a:xfrm>
              <a:off x="2864"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 name="Oval 41">
              <a:extLst>
                <a:ext uri="{FF2B5EF4-FFF2-40B4-BE49-F238E27FC236}">
                  <a16:creationId xmlns:a16="http://schemas.microsoft.com/office/drawing/2014/main" id="{086788F7-DEBD-4EBF-9B7B-2EB51AC3A7F8}"/>
                </a:ext>
              </a:extLst>
            </p:cNvPr>
            <p:cNvSpPr>
              <a:spLocks noChangeArrowheads="1"/>
            </p:cNvSpPr>
            <p:nvPr/>
          </p:nvSpPr>
          <p:spPr bwMode="auto">
            <a:xfrm>
              <a:off x="324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42" name="Group 42">
              <a:extLst>
                <a:ext uri="{FF2B5EF4-FFF2-40B4-BE49-F238E27FC236}">
                  <a16:creationId xmlns:a16="http://schemas.microsoft.com/office/drawing/2014/main" id="{6B52A2F9-37EB-48FE-82F6-A8D541CB8A9B}"/>
                </a:ext>
              </a:extLst>
            </p:cNvPr>
            <p:cNvGrpSpPr>
              <a:grpSpLocks/>
            </p:cNvGrpSpPr>
            <p:nvPr/>
          </p:nvGrpSpPr>
          <p:grpSpPr bwMode="auto">
            <a:xfrm>
              <a:off x="3008" y="2822"/>
              <a:ext cx="368" cy="312"/>
              <a:chOff x="4488" y="2960"/>
              <a:chExt cx="368" cy="352"/>
            </a:xfrm>
          </p:grpSpPr>
          <p:sp>
            <p:nvSpPr>
              <p:cNvPr id="59" name="Line 43">
                <a:extLst>
                  <a:ext uri="{FF2B5EF4-FFF2-40B4-BE49-F238E27FC236}">
                    <a16:creationId xmlns:a16="http://schemas.microsoft.com/office/drawing/2014/main" id="{F407B2A7-D43E-4962-B5BA-DF95C25CACCE}"/>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0" name="Line 44">
                <a:extLst>
                  <a:ext uri="{FF2B5EF4-FFF2-40B4-BE49-F238E27FC236}">
                    <a16:creationId xmlns:a16="http://schemas.microsoft.com/office/drawing/2014/main" id="{F53C8997-0C73-43DC-8048-5D2E370770CD}"/>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43" name="Group 45">
              <a:extLst>
                <a:ext uri="{FF2B5EF4-FFF2-40B4-BE49-F238E27FC236}">
                  <a16:creationId xmlns:a16="http://schemas.microsoft.com/office/drawing/2014/main" id="{70D50EFF-F4F9-48E0-8F87-E1A20E15C40A}"/>
                </a:ext>
              </a:extLst>
            </p:cNvPr>
            <p:cNvGrpSpPr>
              <a:grpSpLocks/>
            </p:cNvGrpSpPr>
            <p:nvPr/>
          </p:nvGrpSpPr>
          <p:grpSpPr bwMode="auto">
            <a:xfrm>
              <a:off x="3760" y="2822"/>
              <a:ext cx="368" cy="312"/>
              <a:chOff x="4488" y="2960"/>
              <a:chExt cx="368" cy="352"/>
            </a:xfrm>
          </p:grpSpPr>
          <p:sp>
            <p:nvSpPr>
              <p:cNvPr id="57" name="Line 46">
                <a:extLst>
                  <a:ext uri="{FF2B5EF4-FFF2-40B4-BE49-F238E27FC236}">
                    <a16:creationId xmlns:a16="http://schemas.microsoft.com/office/drawing/2014/main" id="{7726B111-57AD-45C3-A3D8-B555FA4A363F}"/>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8" name="Line 47">
                <a:extLst>
                  <a:ext uri="{FF2B5EF4-FFF2-40B4-BE49-F238E27FC236}">
                    <a16:creationId xmlns:a16="http://schemas.microsoft.com/office/drawing/2014/main" id="{C9701CA0-F65C-4402-94ED-E807C33C9C2A}"/>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44" name="Group 48">
              <a:extLst>
                <a:ext uri="{FF2B5EF4-FFF2-40B4-BE49-F238E27FC236}">
                  <a16:creationId xmlns:a16="http://schemas.microsoft.com/office/drawing/2014/main" id="{92371ED6-9780-4C33-9306-EC18616A7A52}"/>
                </a:ext>
              </a:extLst>
            </p:cNvPr>
            <p:cNvGrpSpPr>
              <a:grpSpLocks/>
            </p:cNvGrpSpPr>
            <p:nvPr/>
          </p:nvGrpSpPr>
          <p:grpSpPr bwMode="auto">
            <a:xfrm>
              <a:off x="1504" y="2822"/>
              <a:ext cx="368" cy="312"/>
              <a:chOff x="4488" y="2960"/>
              <a:chExt cx="368" cy="352"/>
            </a:xfrm>
          </p:grpSpPr>
          <p:sp>
            <p:nvSpPr>
              <p:cNvPr id="55" name="Line 49">
                <a:extLst>
                  <a:ext uri="{FF2B5EF4-FFF2-40B4-BE49-F238E27FC236}">
                    <a16:creationId xmlns:a16="http://schemas.microsoft.com/office/drawing/2014/main" id="{B578ACC5-B2F8-42AB-A22A-F263A21973B5}"/>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6" name="Line 50">
                <a:extLst>
                  <a:ext uri="{FF2B5EF4-FFF2-40B4-BE49-F238E27FC236}">
                    <a16:creationId xmlns:a16="http://schemas.microsoft.com/office/drawing/2014/main" id="{E760FB3C-EB2C-4240-AB77-4CEF1FC85F71}"/>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45" name="Group 51">
              <a:extLst>
                <a:ext uri="{FF2B5EF4-FFF2-40B4-BE49-F238E27FC236}">
                  <a16:creationId xmlns:a16="http://schemas.microsoft.com/office/drawing/2014/main" id="{D8B8E962-3E98-4C47-B463-DB564CEB0757}"/>
                </a:ext>
              </a:extLst>
            </p:cNvPr>
            <p:cNvGrpSpPr>
              <a:grpSpLocks/>
            </p:cNvGrpSpPr>
            <p:nvPr/>
          </p:nvGrpSpPr>
          <p:grpSpPr bwMode="auto">
            <a:xfrm>
              <a:off x="1760" y="2246"/>
              <a:ext cx="576" cy="336"/>
              <a:chOff x="4264" y="2912"/>
              <a:chExt cx="576" cy="336"/>
            </a:xfrm>
          </p:grpSpPr>
          <p:sp>
            <p:nvSpPr>
              <p:cNvPr id="53" name="Line 52">
                <a:extLst>
                  <a:ext uri="{FF2B5EF4-FFF2-40B4-BE49-F238E27FC236}">
                    <a16:creationId xmlns:a16="http://schemas.microsoft.com/office/drawing/2014/main" id="{F953AE67-1BE4-4C0B-AC56-EBDED8ECAF4C}"/>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4" name="Line 53">
                <a:extLst>
                  <a:ext uri="{FF2B5EF4-FFF2-40B4-BE49-F238E27FC236}">
                    <a16:creationId xmlns:a16="http://schemas.microsoft.com/office/drawing/2014/main" id="{E3167D14-BD42-4804-A4A8-76214710FCE0}"/>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46" name="Group 54">
              <a:extLst>
                <a:ext uri="{FF2B5EF4-FFF2-40B4-BE49-F238E27FC236}">
                  <a16:creationId xmlns:a16="http://schemas.microsoft.com/office/drawing/2014/main" id="{CE471A92-662F-4908-B2A6-B87E32B38A95}"/>
                </a:ext>
              </a:extLst>
            </p:cNvPr>
            <p:cNvGrpSpPr>
              <a:grpSpLocks/>
            </p:cNvGrpSpPr>
            <p:nvPr/>
          </p:nvGrpSpPr>
          <p:grpSpPr bwMode="auto">
            <a:xfrm>
              <a:off x="3280" y="2254"/>
              <a:ext cx="576" cy="336"/>
              <a:chOff x="4264" y="2912"/>
              <a:chExt cx="576" cy="336"/>
            </a:xfrm>
          </p:grpSpPr>
          <p:sp>
            <p:nvSpPr>
              <p:cNvPr id="51" name="Line 55">
                <a:extLst>
                  <a:ext uri="{FF2B5EF4-FFF2-40B4-BE49-F238E27FC236}">
                    <a16:creationId xmlns:a16="http://schemas.microsoft.com/office/drawing/2014/main" id="{F22597F8-A280-43AD-88A3-3A87B6CB9478}"/>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2" name="Line 56">
                <a:extLst>
                  <a:ext uri="{FF2B5EF4-FFF2-40B4-BE49-F238E27FC236}">
                    <a16:creationId xmlns:a16="http://schemas.microsoft.com/office/drawing/2014/main" id="{E60762D7-28D2-41CD-A608-C78ADC6C1A87}"/>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47" name="Text Box 57">
              <a:extLst>
                <a:ext uri="{FF2B5EF4-FFF2-40B4-BE49-F238E27FC236}">
                  <a16:creationId xmlns:a16="http://schemas.microsoft.com/office/drawing/2014/main" id="{01A79ED8-D666-4A8E-8FD8-E85927C8F481}"/>
                </a:ext>
              </a:extLst>
            </p:cNvPr>
            <p:cNvSpPr txBox="1">
              <a:spLocks noChangeArrowheads="1"/>
            </p:cNvSpPr>
            <p:nvPr/>
          </p:nvSpPr>
          <p:spPr bwMode="auto">
            <a:xfrm>
              <a:off x="3624" y="304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i="1"/>
                <a:t>y</a:t>
              </a:r>
              <a:endParaRPr lang="en-US" altLang="en-US" sz="2800" b="1"/>
            </a:p>
          </p:txBody>
        </p:sp>
        <p:sp>
          <p:nvSpPr>
            <p:cNvPr id="48" name="Text Box 58">
              <a:extLst>
                <a:ext uri="{FF2B5EF4-FFF2-40B4-BE49-F238E27FC236}">
                  <a16:creationId xmlns:a16="http://schemas.microsoft.com/office/drawing/2014/main" id="{06E6D594-6F49-4BF4-8741-38854EB72E33}"/>
                </a:ext>
              </a:extLst>
            </p:cNvPr>
            <p:cNvSpPr txBox="1">
              <a:spLocks noChangeArrowheads="1"/>
            </p:cNvSpPr>
            <p:nvPr/>
          </p:nvSpPr>
          <p:spPr bwMode="auto">
            <a:xfrm>
              <a:off x="4008" y="3091"/>
              <a:ext cx="2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200"/>
                <a:t>2</a:t>
              </a:r>
              <a:endParaRPr lang="en-US" altLang="en-US" sz="2800" b="1"/>
            </a:p>
          </p:txBody>
        </p:sp>
        <p:sp>
          <p:nvSpPr>
            <p:cNvPr id="49" name="Oval 59">
              <a:extLst>
                <a:ext uri="{FF2B5EF4-FFF2-40B4-BE49-F238E27FC236}">
                  <a16:creationId xmlns:a16="http://schemas.microsoft.com/office/drawing/2014/main" id="{4D339B30-F209-4BB2-A39D-979A70ADF794}"/>
                </a:ext>
              </a:extLst>
            </p:cNvPr>
            <p:cNvSpPr>
              <a:spLocks noChangeArrowheads="1"/>
            </p:cNvSpPr>
            <p:nvPr/>
          </p:nvSpPr>
          <p:spPr bwMode="auto">
            <a:xfrm>
              <a:off x="360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 name="Oval 60">
              <a:extLst>
                <a:ext uri="{FF2B5EF4-FFF2-40B4-BE49-F238E27FC236}">
                  <a16:creationId xmlns:a16="http://schemas.microsoft.com/office/drawing/2014/main" id="{CDEF5D4E-9FF1-470B-9A3B-003D3433AFF9}"/>
                </a:ext>
              </a:extLst>
            </p:cNvPr>
            <p:cNvSpPr>
              <a:spLocks noChangeArrowheads="1"/>
            </p:cNvSpPr>
            <p:nvPr/>
          </p:nvSpPr>
          <p:spPr bwMode="auto">
            <a:xfrm>
              <a:off x="3992"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135061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p:cTn id="36" dur="500" fill="hold"/>
                                        <p:tgtEl>
                                          <p:spTgt spid="4"/>
                                        </p:tgtEl>
                                        <p:attrNameLst>
                                          <p:attrName>ppt_w</p:attrName>
                                        </p:attrNameLst>
                                      </p:cBhvr>
                                      <p:tavLst>
                                        <p:tav tm="0">
                                          <p:val>
                                            <p:fltVal val="0"/>
                                          </p:val>
                                        </p:tav>
                                        <p:tav tm="100000">
                                          <p:val>
                                            <p:strVal val="#ppt_w"/>
                                          </p:val>
                                        </p:tav>
                                      </p:tavLst>
                                    </p:anim>
                                    <p:anim calcmode="lin" valueType="num">
                                      <p:cBhvr>
                                        <p:cTn id="37"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p:cTn id="48" dur="500" fill="hold"/>
                                        <p:tgtEl>
                                          <p:spTgt spid="8"/>
                                        </p:tgtEl>
                                        <p:attrNameLst>
                                          <p:attrName>ppt_w</p:attrName>
                                        </p:attrNameLst>
                                      </p:cBhvr>
                                      <p:tavLst>
                                        <p:tav tm="0">
                                          <p:val>
                                            <p:fltVal val="0"/>
                                          </p:val>
                                        </p:tav>
                                        <p:tav tm="100000">
                                          <p:val>
                                            <p:strVal val="#ppt_w"/>
                                          </p:val>
                                        </p:tav>
                                      </p:tavLst>
                                    </p:anim>
                                    <p:anim calcmode="lin" valueType="num">
                                      <p:cBhvr>
                                        <p:cTn id="49"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grpId="0" nodeType="clickEffect">
                                  <p:stCondLst>
                                    <p:cond delay="0"/>
                                  </p:stCondLst>
                                  <p:childTnLst>
                                    <p:set>
                                      <p:cBhvr>
                                        <p:cTn id="65" dur="1" fill="hold">
                                          <p:stCondLst>
                                            <p:cond delay="0"/>
                                          </p:stCondLst>
                                        </p:cTn>
                                        <p:tgtEl>
                                          <p:spTgt spid="10"/>
                                        </p:tgtEl>
                                        <p:attrNameLst>
                                          <p:attrName>style.visibility</p:attrName>
                                        </p:attrNameLst>
                                      </p:cBhvr>
                                      <p:to>
                                        <p:strVal val="visible"/>
                                      </p:to>
                                    </p:set>
                                    <p:anim calcmode="lin" valueType="num">
                                      <p:cBhvr>
                                        <p:cTn id="66" dur="500" fill="hold"/>
                                        <p:tgtEl>
                                          <p:spTgt spid="10"/>
                                        </p:tgtEl>
                                        <p:attrNameLst>
                                          <p:attrName>ppt_w</p:attrName>
                                        </p:attrNameLst>
                                      </p:cBhvr>
                                      <p:tavLst>
                                        <p:tav tm="0">
                                          <p:val>
                                            <p:fltVal val="0"/>
                                          </p:val>
                                        </p:tav>
                                        <p:tav tm="100000">
                                          <p:val>
                                            <p:strVal val="#ppt_w"/>
                                          </p:val>
                                        </p:tav>
                                      </p:tavLst>
                                    </p:anim>
                                    <p:anim calcmode="lin" valueType="num">
                                      <p:cBhvr>
                                        <p:cTn id="6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down)">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500" fill="hold"/>
                                        <p:tgtEl>
                                          <p:spTgt spid="15"/>
                                        </p:tgtEl>
                                        <p:attrNameLst>
                                          <p:attrName>ppt_w</p:attrName>
                                        </p:attrNameLst>
                                      </p:cBhvr>
                                      <p:tavLst>
                                        <p:tav tm="0">
                                          <p:val>
                                            <p:fltVal val="0"/>
                                          </p:val>
                                        </p:tav>
                                        <p:tav tm="100000">
                                          <p:val>
                                            <p:strVal val="#ppt_w"/>
                                          </p:val>
                                        </p:tav>
                                      </p:tavLst>
                                    </p:anim>
                                    <p:anim calcmode="lin" valueType="num">
                                      <p:cBhvr>
                                        <p:cTn id="7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 calcmode="lin" valueType="num">
                                      <p:cBhvr>
                                        <p:cTn id="83" dur="500" fill="hold"/>
                                        <p:tgtEl>
                                          <p:spTgt spid="14"/>
                                        </p:tgtEl>
                                        <p:attrNameLst>
                                          <p:attrName>ppt_w</p:attrName>
                                        </p:attrNameLst>
                                      </p:cBhvr>
                                      <p:tavLst>
                                        <p:tav tm="0">
                                          <p:val>
                                            <p:fltVal val="0"/>
                                          </p:val>
                                        </p:tav>
                                        <p:tav tm="100000">
                                          <p:val>
                                            <p:strVal val="#ppt_w"/>
                                          </p:val>
                                        </p:tav>
                                      </p:tavLst>
                                    </p:anim>
                                    <p:anim calcmode="lin" valueType="num">
                                      <p:cBhvr>
                                        <p:cTn id="84"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16"/>
                                        </p:tgtEl>
                                        <p:attrNameLst>
                                          <p:attrName>style.visibility</p:attrName>
                                        </p:attrNameLst>
                                      </p:cBhvr>
                                      <p:to>
                                        <p:strVal val="visible"/>
                                      </p:to>
                                    </p:set>
                                    <p:anim calcmode="lin" valueType="num">
                                      <p:cBhvr>
                                        <p:cTn id="89" dur="500" fill="hold"/>
                                        <p:tgtEl>
                                          <p:spTgt spid="16"/>
                                        </p:tgtEl>
                                        <p:attrNameLst>
                                          <p:attrName>ppt_w</p:attrName>
                                        </p:attrNameLst>
                                      </p:cBhvr>
                                      <p:tavLst>
                                        <p:tav tm="0">
                                          <p:val>
                                            <p:fltVal val="0"/>
                                          </p:val>
                                        </p:tav>
                                        <p:tav tm="100000">
                                          <p:val>
                                            <p:strVal val="#ppt_w"/>
                                          </p:val>
                                        </p:tav>
                                      </p:tavLst>
                                    </p:anim>
                                    <p:anim calcmode="lin" valueType="num">
                                      <p:cBhvr>
                                        <p:cTn id="90"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autoUpdateAnimBg="0"/>
      <p:bldP spid="5" grpId="0" autoUpdateAnimBg="0"/>
      <p:bldP spid="6" grpId="0" autoUpdateAnimBg="0"/>
      <p:bldP spid="7" grpId="0" autoUpdateAnimBg="0"/>
      <p:bldP spid="8" grpId="0" autoUpdateAnimBg="0"/>
      <p:bldP spid="9" grpId="0" autoUpdateAnimBg="0"/>
      <p:bldP spid="10" grpId="0" autoUpdateAnimBg="0"/>
      <p:bldP spid="11" grpId="0" autoUpdateAnimBg="0"/>
      <p:bldP spid="12" grpId="0" autoUpdateAnimBg="0"/>
      <p:bldP spid="13" grpId="0" autoUpdateAnimBg="0"/>
      <p:bldP spid="14" grpId="0" autoUpdateAnimBg="0"/>
      <p:bldP spid="15" grpId="0" autoUpdateAnimBg="0"/>
      <p:bldP spid="1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Evaluating Prefix Notation</a:t>
            </a:r>
          </a:p>
        </p:txBody>
      </p:sp>
      <p:sp>
        <p:nvSpPr>
          <p:cNvPr id="3" name="Rectangle 3">
            <a:extLst>
              <a:ext uri="{FF2B5EF4-FFF2-40B4-BE49-F238E27FC236}">
                <a16:creationId xmlns:a16="http://schemas.microsoft.com/office/drawing/2014/main" id="{63BE0694-68FC-4C62-A2F1-DCB469C34F07}"/>
              </a:ext>
            </a:extLst>
          </p:cNvPr>
          <p:cNvSpPr txBox="1">
            <a:spLocks noChangeArrowheads="1"/>
          </p:cNvSpPr>
          <p:nvPr/>
        </p:nvSpPr>
        <p:spPr>
          <a:xfrm>
            <a:off x="457519" y="1470979"/>
            <a:ext cx="8277225" cy="3595687"/>
          </a:xfrm>
          <a:prstGeom prst="rect">
            <a:avLst/>
          </a:prstGeom>
        </p:spPr>
        <p:txBody>
          <a:bodyPr vert="horz" lIns="0" tIns="45720" rIns="0" bIns="45720" rtlCol="0">
            <a:noAutofit/>
          </a:bodyPr>
          <a:lstStyle>
            <a:lvl1pPr marL="228600" indent="-228600" algn="l"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en-US" sz="2600" dirty="0"/>
              <a:t>In an prefix expression, a binary operator precedes its two operands</a:t>
            </a:r>
          </a:p>
          <a:p>
            <a:pPr>
              <a:lnSpc>
                <a:spcPct val="170000"/>
              </a:lnSpc>
            </a:pPr>
            <a:r>
              <a:rPr lang="en-US" altLang="en-US" sz="2600" dirty="0"/>
              <a:t>The expression is evaluated right-left</a:t>
            </a:r>
          </a:p>
          <a:p>
            <a:pPr>
              <a:lnSpc>
                <a:spcPct val="170000"/>
              </a:lnSpc>
            </a:pPr>
            <a:r>
              <a:rPr lang="en-US" altLang="en-US" sz="2600" dirty="0"/>
              <a:t>Look for the first operator from the right</a:t>
            </a:r>
          </a:p>
          <a:p>
            <a:pPr>
              <a:lnSpc>
                <a:spcPct val="170000"/>
              </a:lnSpc>
            </a:pPr>
            <a:r>
              <a:rPr lang="en-US" altLang="en-US" sz="2600" dirty="0"/>
              <a:t>Evaluate the operator with the two operands immediately to its right</a:t>
            </a:r>
          </a:p>
        </p:txBody>
      </p:sp>
    </p:spTree>
    <p:extLst>
      <p:ext uri="{BB962C8B-B14F-4D97-AF65-F5344CB8AC3E}">
        <p14:creationId xmlns:p14="http://schemas.microsoft.com/office/powerpoint/2010/main" val="241889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3CAE-5991-4C75-BD7E-401A1B552B33}"/>
              </a:ext>
            </a:extLst>
          </p:cNvPr>
          <p:cNvSpPr>
            <a:spLocks noGrp="1"/>
          </p:cNvSpPr>
          <p:nvPr>
            <p:ph type="title"/>
          </p:nvPr>
        </p:nvSpPr>
        <p:spPr/>
        <p:txBody>
          <a:bodyPr/>
          <a:lstStyle/>
          <a:p>
            <a:r>
              <a:rPr lang="en-IN" dirty="0"/>
              <a:t>Evaluating Prefix Notation</a:t>
            </a:r>
          </a:p>
        </p:txBody>
      </p:sp>
      <p:sp>
        <p:nvSpPr>
          <p:cNvPr id="3" name="Text Box 3">
            <a:extLst>
              <a:ext uri="{FF2B5EF4-FFF2-40B4-BE49-F238E27FC236}">
                <a16:creationId xmlns:a16="http://schemas.microsoft.com/office/drawing/2014/main" id="{DC33A87B-427A-401C-8410-179433BC458E}"/>
              </a:ext>
            </a:extLst>
          </p:cNvPr>
          <p:cNvSpPr txBox="1">
            <a:spLocks noChangeArrowheads="1"/>
          </p:cNvSpPr>
          <p:nvPr/>
        </p:nvSpPr>
        <p:spPr bwMode="auto">
          <a:xfrm>
            <a:off x="1343661" y="1841501"/>
            <a:ext cx="6410325"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   /   +   2   2   2   /   –   3   2   +   1   0</a:t>
            </a:r>
          </a:p>
        </p:txBody>
      </p:sp>
      <p:sp>
        <p:nvSpPr>
          <p:cNvPr id="4" name="Text Box 4">
            <a:extLst>
              <a:ext uri="{FF2B5EF4-FFF2-40B4-BE49-F238E27FC236}">
                <a16:creationId xmlns:a16="http://schemas.microsoft.com/office/drawing/2014/main" id="{E6973A58-A164-4AEF-AF11-AD4D92661569}"/>
              </a:ext>
            </a:extLst>
          </p:cNvPr>
          <p:cNvSpPr txBox="1">
            <a:spLocks noChangeArrowheads="1"/>
          </p:cNvSpPr>
          <p:nvPr/>
        </p:nvSpPr>
        <p:spPr bwMode="auto">
          <a:xfrm>
            <a:off x="1318260" y="2505076"/>
            <a:ext cx="5240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solidFill>
                  <a:schemeClr val="tx2"/>
                </a:solidFill>
              </a:rPr>
              <a:t>+   /   +   2   2   2   /   –   3   2   1</a:t>
            </a:r>
          </a:p>
        </p:txBody>
      </p:sp>
      <p:sp>
        <p:nvSpPr>
          <p:cNvPr id="5" name="Text Box 5">
            <a:extLst>
              <a:ext uri="{FF2B5EF4-FFF2-40B4-BE49-F238E27FC236}">
                <a16:creationId xmlns:a16="http://schemas.microsoft.com/office/drawing/2014/main" id="{03F1936F-9993-4C14-B564-286C3367BD55}"/>
              </a:ext>
            </a:extLst>
          </p:cNvPr>
          <p:cNvSpPr txBox="1">
            <a:spLocks noChangeArrowheads="1"/>
          </p:cNvSpPr>
          <p:nvPr/>
        </p:nvSpPr>
        <p:spPr bwMode="auto">
          <a:xfrm>
            <a:off x="1313498" y="3209926"/>
            <a:ext cx="4430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solidFill>
                  <a:schemeClr val="tx2"/>
                </a:solidFill>
              </a:rPr>
              <a:t>+   /   +   2   2   2   /   1   1</a:t>
            </a:r>
          </a:p>
        </p:txBody>
      </p:sp>
      <p:sp>
        <p:nvSpPr>
          <p:cNvPr id="6" name="Text Box 6">
            <a:extLst>
              <a:ext uri="{FF2B5EF4-FFF2-40B4-BE49-F238E27FC236}">
                <a16:creationId xmlns:a16="http://schemas.microsoft.com/office/drawing/2014/main" id="{310DF665-CC47-4E12-9E2A-7D973D96BBFF}"/>
              </a:ext>
            </a:extLst>
          </p:cNvPr>
          <p:cNvSpPr txBox="1">
            <a:spLocks noChangeArrowheads="1"/>
          </p:cNvSpPr>
          <p:nvPr/>
        </p:nvSpPr>
        <p:spPr bwMode="auto">
          <a:xfrm>
            <a:off x="1318260" y="4057651"/>
            <a:ext cx="3475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solidFill>
                  <a:schemeClr val="tx2"/>
                </a:solidFill>
              </a:rPr>
              <a:t>+   /   +   2   2   2   1</a:t>
            </a:r>
          </a:p>
        </p:txBody>
      </p:sp>
      <p:sp>
        <p:nvSpPr>
          <p:cNvPr id="7" name="Text Box 7">
            <a:extLst>
              <a:ext uri="{FF2B5EF4-FFF2-40B4-BE49-F238E27FC236}">
                <a16:creationId xmlns:a16="http://schemas.microsoft.com/office/drawing/2014/main" id="{EC0BD177-5176-4F95-A89D-060A8666C18A}"/>
              </a:ext>
            </a:extLst>
          </p:cNvPr>
          <p:cNvSpPr txBox="1">
            <a:spLocks noChangeArrowheads="1"/>
          </p:cNvSpPr>
          <p:nvPr/>
        </p:nvSpPr>
        <p:spPr bwMode="auto">
          <a:xfrm>
            <a:off x="1318261" y="4743451"/>
            <a:ext cx="2720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solidFill>
                  <a:schemeClr val="tx2"/>
                </a:solidFill>
              </a:rPr>
              <a:t>+   /   4   2   1</a:t>
            </a:r>
          </a:p>
        </p:txBody>
      </p:sp>
      <p:sp>
        <p:nvSpPr>
          <p:cNvPr id="8" name="Text Box 8">
            <a:extLst>
              <a:ext uri="{FF2B5EF4-FFF2-40B4-BE49-F238E27FC236}">
                <a16:creationId xmlns:a16="http://schemas.microsoft.com/office/drawing/2014/main" id="{CA036BDB-46D6-49C6-B7A9-DA5B2837A6D2}"/>
              </a:ext>
            </a:extLst>
          </p:cNvPr>
          <p:cNvSpPr txBox="1">
            <a:spLocks noChangeArrowheads="1"/>
          </p:cNvSpPr>
          <p:nvPr/>
        </p:nvSpPr>
        <p:spPr bwMode="auto">
          <a:xfrm>
            <a:off x="1318261" y="5429251"/>
            <a:ext cx="1793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solidFill>
                  <a:schemeClr val="tx2"/>
                </a:solidFill>
              </a:rPr>
              <a:t>+   2   1</a:t>
            </a:r>
          </a:p>
        </p:txBody>
      </p:sp>
      <p:sp>
        <p:nvSpPr>
          <p:cNvPr id="9" name="Text Box 9">
            <a:extLst>
              <a:ext uri="{FF2B5EF4-FFF2-40B4-BE49-F238E27FC236}">
                <a16:creationId xmlns:a16="http://schemas.microsoft.com/office/drawing/2014/main" id="{8F3BB513-0C0A-48C3-B42B-6220E302589A}"/>
              </a:ext>
            </a:extLst>
          </p:cNvPr>
          <p:cNvSpPr txBox="1">
            <a:spLocks noChangeArrowheads="1"/>
          </p:cNvSpPr>
          <p:nvPr/>
        </p:nvSpPr>
        <p:spPr bwMode="auto">
          <a:xfrm>
            <a:off x="1318260" y="6099176"/>
            <a:ext cx="3738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solidFill>
                  <a:schemeClr val="tx2"/>
                </a:solidFill>
              </a:rPr>
              <a:t>3</a:t>
            </a:r>
            <a:endParaRPr lang="en-US" altLang="en-US" sz="2000">
              <a:solidFill>
                <a:schemeClr val="tx2"/>
              </a:solidFill>
            </a:endParaRPr>
          </a:p>
        </p:txBody>
      </p:sp>
      <p:sp>
        <p:nvSpPr>
          <p:cNvPr id="10" name="Oval 10">
            <a:extLst>
              <a:ext uri="{FF2B5EF4-FFF2-40B4-BE49-F238E27FC236}">
                <a16:creationId xmlns:a16="http://schemas.microsoft.com/office/drawing/2014/main" id="{FF7A97CB-D728-44A2-B94B-F4E1BF31D716}"/>
              </a:ext>
            </a:extLst>
          </p:cNvPr>
          <p:cNvSpPr>
            <a:spLocks noChangeArrowheads="1"/>
          </p:cNvSpPr>
          <p:nvPr/>
        </p:nvSpPr>
        <p:spPr bwMode="auto">
          <a:xfrm>
            <a:off x="5868035" y="1819275"/>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Oval 11">
            <a:extLst>
              <a:ext uri="{FF2B5EF4-FFF2-40B4-BE49-F238E27FC236}">
                <a16:creationId xmlns:a16="http://schemas.microsoft.com/office/drawing/2014/main" id="{5B21CFFA-C705-4E62-A23F-079D66147EA8}"/>
              </a:ext>
            </a:extLst>
          </p:cNvPr>
          <p:cNvSpPr>
            <a:spLocks noChangeArrowheads="1"/>
          </p:cNvSpPr>
          <p:nvPr/>
        </p:nvSpPr>
        <p:spPr bwMode="auto">
          <a:xfrm>
            <a:off x="4528185" y="2519364"/>
            <a:ext cx="1371600" cy="504825"/>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Oval 12">
            <a:extLst>
              <a:ext uri="{FF2B5EF4-FFF2-40B4-BE49-F238E27FC236}">
                <a16:creationId xmlns:a16="http://schemas.microsoft.com/office/drawing/2014/main" id="{E36983D6-0DF8-47BD-827D-9971BEFD5019}"/>
              </a:ext>
            </a:extLst>
          </p:cNvPr>
          <p:cNvSpPr>
            <a:spLocks noChangeArrowheads="1"/>
          </p:cNvSpPr>
          <p:nvPr/>
        </p:nvSpPr>
        <p:spPr bwMode="auto">
          <a:xfrm>
            <a:off x="4002723" y="3221039"/>
            <a:ext cx="1471612" cy="547687"/>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Oval 13">
            <a:extLst>
              <a:ext uri="{FF2B5EF4-FFF2-40B4-BE49-F238E27FC236}">
                <a16:creationId xmlns:a16="http://schemas.microsoft.com/office/drawing/2014/main" id="{BEF7773A-9F21-4F86-B1AB-BC9222F26212}"/>
              </a:ext>
            </a:extLst>
          </p:cNvPr>
          <p:cNvSpPr>
            <a:spLocks noChangeArrowheads="1"/>
          </p:cNvSpPr>
          <p:nvPr/>
        </p:nvSpPr>
        <p:spPr bwMode="auto">
          <a:xfrm>
            <a:off x="2254885" y="4044950"/>
            <a:ext cx="1428750" cy="53340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Oval 14">
            <a:extLst>
              <a:ext uri="{FF2B5EF4-FFF2-40B4-BE49-F238E27FC236}">
                <a16:creationId xmlns:a16="http://schemas.microsoft.com/office/drawing/2014/main" id="{F52EB735-EF3A-4FD0-9B8D-ECD4A00926B9}"/>
              </a:ext>
            </a:extLst>
          </p:cNvPr>
          <p:cNvSpPr>
            <a:spLocks noChangeArrowheads="1"/>
          </p:cNvSpPr>
          <p:nvPr/>
        </p:nvSpPr>
        <p:spPr bwMode="auto">
          <a:xfrm>
            <a:off x="1650049" y="4779963"/>
            <a:ext cx="1614487" cy="506412"/>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Oval 15">
            <a:extLst>
              <a:ext uri="{FF2B5EF4-FFF2-40B4-BE49-F238E27FC236}">
                <a16:creationId xmlns:a16="http://schemas.microsoft.com/office/drawing/2014/main" id="{1D01232A-683F-4C43-BC6B-4BCA69FA9566}"/>
              </a:ext>
            </a:extLst>
          </p:cNvPr>
          <p:cNvSpPr>
            <a:spLocks noChangeArrowheads="1"/>
          </p:cNvSpPr>
          <p:nvPr/>
        </p:nvSpPr>
        <p:spPr bwMode="auto">
          <a:xfrm>
            <a:off x="1288098" y="5443538"/>
            <a:ext cx="1471612" cy="519112"/>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246769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0-#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500" fill="hold"/>
                                        <p:tgtEl>
                                          <p:spTgt spid="14"/>
                                        </p:tgtEl>
                                        <p:attrNameLst>
                                          <p:attrName>ppt_w</p:attrName>
                                        </p:attrNameLst>
                                      </p:cBhvr>
                                      <p:tavLst>
                                        <p:tav tm="0">
                                          <p:val>
                                            <p:fltVal val="0"/>
                                          </p:val>
                                        </p:tav>
                                        <p:tav tm="100000">
                                          <p:val>
                                            <p:strVal val="#ppt_w"/>
                                          </p:val>
                                        </p:tav>
                                      </p:tavLst>
                                    </p:anim>
                                    <p:anim calcmode="lin" valueType="num">
                                      <p:cBhvr>
                                        <p:cTn id="56"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0-#ppt_w/2"/>
                                          </p:val>
                                        </p:tav>
                                        <p:tav tm="100000">
                                          <p:val>
                                            <p:strVal val="#ppt_x"/>
                                          </p:val>
                                        </p:tav>
                                      </p:tavLst>
                                    </p:anim>
                                    <p:anim calcmode="lin" valueType="num">
                                      <p:cBhvr additive="base">
                                        <p:cTn id="6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p:cTn id="67" dur="500" fill="hold"/>
                                        <p:tgtEl>
                                          <p:spTgt spid="15"/>
                                        </p:tgtEl>
                                        <p:attrNameLst>
                                          <p:attrName>ppt_w</p:attrName>
                                        </p:attrNameLst>
                                      </p:cBhvr>
                                      <p:tavLst>
                                        <p:tav tm="0">
                                          <p:val>
                                            <p:fltVal val="0"/>
                                          </p:val>
                                        </p:tav>
                                        <p:tav tm="100000">
                                          <p:val>
                                            <p:strVal val="#ppt_w"/>
                                          </p:val>
                                        </p:tav>
                                      </p:tavLst>
                                    </p:anim>
                                    <p:anim calcmode="lin" valueType="num">
                                      <p:cBhvr>
                                        <p:cTn id="6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0-#ppt_w/2"/>
                                          </p:val>
                                        </p:tav>
                                        <p:tav tm="100000">
                                          <p:val>
                                            <p:strVal val="#ppt_x"/>
                                          </p:val>
                                        </p:tav>
                                      </p:tavLst>
                                    </p:anim>
                                    <p:anim calcmode="lin" valueType="num">
                                      <p:cBhvr additive="base">
                                        <p:cTn id="7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utoUpdateAnimBg="0"/>
      <p:bldP spid="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0719-97BA-4309-8838-AF6938BB781D}"/>
              </a:ext>
            </a:extLst>
          </p:cNvPr>
          <p:cNvSpPr>
            <a:spLocks noGrp="1"/>
          </p:cNvSpPr>
          <p:nvPr>
            <p:ph type="title"/>
          </p:nvPr>
        </p:nvSpPr>
        <p:spPr/>
        <p:txBody>
          <a:bodyPr/>
          <a:lstStyle/>
          <a:p>
            <a:r>
              <a:rPr lang="en-IN" dirty="0"/>
              <a:t>Postfix Notation</a:t>
            </a:r>
          </a:p>
        </p:txBody>
      </p:sp>
      <p:sp>
        <p:nvSpPr>
          <p:cNvPr id="4" name="Rectangle 3">
            <a:extLst>
              <a:ext uri="{FF2B5EF4-FFF2-40B4-BE49-F238E27FC236}">
                <a16:creationId xmlns:a16="http://schemas.microsoft.com/office/drawing/2014/main" id="{7285ECB0-6DA9-43CB-BCA7-99BD90F5C829}"/>
              </a:ext>
            </a:extLst>
          </p:cNvPr>
          <p:cNvSpPr>
            <a:spLocks noChangeArrowheads="1"/>
          </p:cNvSpPr>
          <p:nvPr/>
        </p:nvSpPr>
        <p:spPr bwMode="auto">
          <a:xfrm>
            <a:off x="685165" y="1376680"/>
            <a:ext cx="60325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pPr>
            <a:r>
              <a:rPr lang="en-US" altLang="en-US" sz="2400" dirty="0">
                <a:latin typeface="+mn-lt"/>
              </a:rPr>
              <a:t>Traverse in </a:t>
            </a:r>
            <a:r>
              <a:rPr lang="en-US" altLang="en-US" sz="2400" dirty="0" err="1">
                <a:latin typeface="+mn-lt"/>
              </a:rPr>
              <a:t>postorder</a:t>
            </a:r>
            <a:r>
              <a:rPr lang="en-US" altLang="en-US" sz="2400" dirty="0">
                <a:latin typeface="+mn-lt"/>
              </a:rPr>
              <a:t> (LRV)</a:t>
            </a:r>
          </a:p>
        </p:txBody>
      </p:sp>
      <p:sp>
        <p:nvSpPr>
          <p:cNvPr id="5" name="Text Box 4">
            <a:extLst>
              <a:ext uri="{FF2B5EF4-FFF2-40B4-BE49-F238E27FC236}">
                <a16:creationId xmlns:a16="http://schemas.microsoft.com/office/drawing/2014/main" id="{4FF6114D-BA25-499A-8343-E4060F8E8307}"/>
              </a:ext>
            </a:extLst>
          </p:cNvPr>
          <p:cNvSpPr txBox="1">
            <a:spLocks noChangeArrowheads="1"/>
          </p:cNvSpPr>
          <p:nvPr/>
        </p:nvSpPr>
        <p:spPr bwMode="auto">
          <a:xfrm>
            <a:off x="2002558" y="5347166"/>
            <a:ext cx="343363"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x</a:t>
            </a:r>
          </a:p>
        </p:txBody>
      </p:sp>
      <p:sp>
        <p:nvSpPr>
          <p:cNvPr id="6" name="Text Box 5">
            <a:extLst>
              <a:ext uri="{FF2B5EF4-FFF2-40B4-BE49-F238E27FC236}">
                <a16:creationId xmlns:a16="http://schemas.microsoft.com/office/drawing/2014/main" id="{A7859454-3928-400B-948E-00A484535146}"/>
              </a:ext>
            </a:extLst>
          </p:cNvPr>
          <p:cNvSpPr txBox="1">
            <a:spLocks noChangeArrowheads="1"/>
          </p:cNvSpPr>
          <p:nvPr/>
        </p:nvSpPr>
        <p:spPr bwMode="auto">
          <a:xfrm>
            <a:off x="2783593" y="5355105"/>
            <a:ext cx="346569"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a:t>
            </a:r>
          </a:p>
        </p:txBody>
      </p:sp>
      <p:sp>
        <p:nvSpPr>
          <p:cNvPr id="7" name="Text Box 6">
            <a:extLst>
              <a:ext uri="{FF2B5EF4-FFF2-40B4-BE49-F238E27FC236}">
                <a16:creationId xmlns:a16="http://schemas.microsoft.com/office/drawing/2014/main" id="{8207E0F0-1BB9-4902-A33D-0ADE68BDB32F}"/>
              </a:ext>
            </a:extLst>
          </p:cNvPr>
          <p:cNvSpPr txBox="1">
            <a:spLocks noChangeArrowheads="1"/>
          </p:cNvSpPr>
          <p:nvPr/>
        </p:nvSpPr>
        <p:spPr bwMode="auto">
          <a:xfrm>
            <a:off x="2388367" y="5342405"/>
            <a:ext cx="333745"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y</a:t>
            </a:r>
          </a:p>
        </p:txBody>
      </p:sp>
      <p:sp>
        <p:nvSpPr>
          <p:cNvPr id="8" name="Text Box 7">
            <a:extLst>
              <a:ext uri="{FF2B5EF4-FFF2-40B4-BE49-F238E27FC236}">
                <a16:creationId xmlns:a16="http://schemas.microsoft.com/office/drawing/2014/main" id="{52E669FF-E82E-426E-9821-1D02998C664C}"/>
              </a:ext>
            </a:extLst>
          </p:cNvPr>
          <p:cNvSpPr txBox="1">
            <a:spLocks noChangeArrowheads="1"/>
          </p:cNvSpPr>
          <p:nvPr/>
        </p:nvSpPr>
        <p:spPr bwMode="auto">
          <a:xfrm>
            <a:off x="3524046" y="5349548"/>
            <a:ext cx="370614"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sym typeface="Symbol" panose="05050102010706020507" pitchFamily="18" charset="2"/>
              </a:rPr>
              <a:t></a:t>
            </a:r>
          </a:p>
        </p:txBody>
      </p:sp>
      <p:sp>
        <p:nvSpPr>
          <p:cNvPr id="9" name="Text Box 8">
            <a:extLst>
              <a:ext uri="{FF2B5EF4-FFF2-40B4-BE49-F238E27FC236}">
                <a16:creationId xmlns:a16="http://schemas.microsoft.com/office/drawing/2014/main" id="{78FD1A93-673A-4797-B016-3BCA1BF8F9B0}"/>
              </a:ext>
            </a:extLst>
          </p:cNvPr>
          <p:cNvSpPr txBox="1">
            <a:spLocks noChangeArrowheads="1"/>
          </p:cNvSpPr>
          <p:nvPr/>
        </p:nvSpPr>
        <p:spPr bwMode="auto">
          <a:xfrm>
            <a:off x="3140796" y="5342405"/>
            <a:ext cx="343363"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t>2</a:t>
            </a:r>
            <a:endParaRPr lang="en-US" altLang="en-US" sz="2400" i="1"/>
          </a:p>
        </p:txBody>
      </p:sp>
      <p:sp>
        <p:nvSpPr>
          <p:cNvPr id="10" name="Text Box 9">
            <a:extLst>
              <a:ext uri="{FF2B5EF4-FFF2-40B4-BE49-F238E27FC236}">
                <a16:creationId xmlns:a16="http://schemas.microsoft.com/office/drawing/2014/main" id="{23E540BD-7E64-4320-9926-C03720C31E66}"/>
              </a:ext>
            </a:extLst>
          </p:cNvPr>
          <p:cNvSpPr txBox="1">
            <a:spLocks noChangeArrowheads="1"/>
          </p:cNvSpPr>
          <p:nvPr/>
        </p:nvSpPr>
        <p:spPr bwMode="auto">
          <a:xfrm>
            <a:off x="6665030" y="5350341"/>
            <a:ext cx="346569"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a:t>
            </a:r>
          </a:p>
        </p:txBody>
      </p:sp>
      <p:sp>
        <p:nvSpPr>
          <p:cNvPr id="11" name="Text Box 10">
            <a:extLst>
              <a:ext uri="{FF2B5EF4-FFF2-40B4-BE49-F238E27FC236}">
                <a16:creationId xmlns:a16="http://schemas.microsoft.com/office/drawing/2014/main" id="{E9293C1A-11CD-4D57-AAD3-0B1C0BF201C2}"/>
              </a:ext>
            </a:extLst>
          </p:cNvPr>
          <p:cNvSpPr txBox="1">
            <a:spLocks noChangeArrowheads="1"/>
          </p:cNvSpPr>
          <p:nvPr/>
        </p:nvSpPr>
        <p:spPr bwMode="auto">
          <a:xfrm>
            <a:off x="3961533" y="5355105"/>
            <a:ext cx="343363"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x</a:t>
            </a:r>
          </a:p>
        </p:txBody>
      </p:sp>
      <p:sp>
        <p:nvSpPr>
          <p:cNvPr id="12" name="Text Box 11">
            <a:extLst>
              <a:ext uri="{FF2B5EF4-FFF2-40B4-BE49-F238E27FC236}">
                <a16:creationId xmlns:a16="http://schemas.microsoft.com/office/drawing/2014/main" id="{93952E66-D738-4F93-8408-808C24FC7C41}"/>
              </a:ext>
            </a:extLst>
          </p:cNvPr>
          <p:cNvSpPr txBox="1">
            <a:spLocks noChangeArrowheads="1"/>
          </p:cNvSpPr>
          <p:nvPr/>
        </p:nvSpPr>
        <p:spPr bwMode="auto">
          <a:xfrm>
            <a:off x="4821896" y="5363041"/>
            <a:ext cx="356188"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t>–</a:t>
            </a:r>
          </a:p>
        </p:txBody>
      </p:sp>
      <p:sp>
        <p:nvSpPr>
          <p:cNvPr id="13" name="Text Box 12">
            <a:extLst>
              <a:ext uri="{FF2B5EF4-FFF2-40B4-BE49-F238E27FC236}">
                <a16:creationId xmlns:a16="http://schemas.microsoft.com/office/drawing/2014/main" id="{335BEC62-0C1D-4BDF-B82D-2BA53D4B3407}"/>
              </a:ext>
            </a:extLst>
          </p:cNvPr>
          <p:cNvSpPr txBox="1">
            <a:spLocks noChangeArrowheads="1"/>
          </p:cNvSpPr>
          <p:nvPr/>
        </p:nvSpPr>
        <p:spPr bwMode="auto">
          <a:xfrm>
            <a:off x="4382992" y="5364630"/>
            <a:ext cx="348172"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t>3</a:t>
            </a:r>
            <a:endParaRPr lang="en-US" altLang="en-US" sz="2400" i="1"/>
          </a:p>
        </p:txBody>
      </p:sp>
      <p:sp>
        <p:nvSpPr>
          <p:cNvPr id="14" name="Text Box 13">
            <a:extLst>
              <a:ext uri="{FF2B5EF4-FFF2-40B4-BE49-F238E27FC236}">
                <a16:creationId xmlns:a16="http://schemas.microsoft.com/office/drawing/2014/main" id="{21F74BFA-F46C-43DD-A8A1-1F839BF14C7E}"/>
              </a:ext>
            </a:extLst>
          </p:cNvPr>
          <p:cNvSpPr txBox="1">
            <a:spLocks noChangeArrowheads="1"/>
          </p:cNvSpPr>
          <p:nvPr/>
        </p:nvSpPr>
        <p:spPr bwMode="auto">
          <a:xfrm>
            <a:off x="6360447" y="5357486"/>
            <a:ext cx="301686"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sym typeface="Symbol" panose="05050102010706020507" pitchFamily="18" charset="2"/>
              </a:rPr>
              <a:t>/</a:t>
            </a:r>
          </a:p>
        </p:txBody>
      </p:sp>
      <p:sp>
        <p:nvSpPr>
          <p:cNvPr id="15" name="Text Box 14">
            <a:extLst>
              <a:ext uri="{FF2B5EF4-FFF2-40B4-BE49-F238E27FC236}">
                <a16:creationId xmlns:a16="http://schemas.microsoft.com/office/drawing/2014/main" id="{CBB527BB-8989-4D7E-9A9D-9531FA58DEC4}"/>
              </a:ext>
            </a:extLst>
          </p:cNvPr>
          <p:cNvSpPr txBox="1">
            <a:spLocks noChangeArrowheads="1"/>
          </p:cNvSpPr>
          <p:nvPr/>
        </p:nvSpPr>
        <p:spPr bwMode="auto">
          <a:xfrm>
            <a:off x="5174430" y="5363041"/>
            <a:ext cx="333745"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i="1"/>
              <a:t>y</a:t>
            </a:r>
          </a:p>
        </p:txBody>
      </p:sp>
      <p:sp>
        <p:nvSpPr>
          <p:cNvPr id="16" name="Text Box 15">
            <a:extLst>
              <a:ext uri="{FF2B5EF4-FFF2-40B4-BE49-F238E27FC236}">
                <a16:creationId xmlns:a16="http://schemas.microsoft.com/office/drawing/2014/main" id="{1142A186-3357-4744-9A79-31F467A63352}"/>
              </a:ext>
            </a:extLst>
          </p:cNvPr>
          <p:cNvSpPr txBox="1">
            <a:spLocks noChangeArrowheads="1"/>
          </p:cNvSpPr>
          <p:nvPr/>
        </p:nvSpPr>
        <p:spPr bwMode="auto">
          <a:xfrm>
            <a:off x="5963355" y="5370980"/>
            <a:ext cx="346569"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t>+</a:t>
            </a:r>
          </a:p>
        </p:txBody>
      </p:sp>
      <p:sp>
        <p:nvSpPr>
          <p:cNvPr id="17" name="Text Box 16">
            <a:extLst>
              <a:ext uri="{FF2B5EF4-FFF2-40B4-BE49-F238E27FC236}">
                <a16:creationId xmlns:a16="http://schemas.microsoft.com/office/drawing/2014/main" id="{BD0C3EF6-9A60-479F-9C93-8231E376A229}"/>
              </a:ext>
            </a:extLst>
          </p:cNvPr>
          <p:cNvSpPr txBox="1">
            <a:spLocks noChangeArrowheads="1"/>
          </p:cNvSpPr>
          <p:nvPr/>
        </p:nvSpPr>
        <p:spPr bwMode="auto">
          <a:xfrm>
            <a:off x="5564908" y="5372566"/>
            <a:ext cx="343363"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spcBef>
                <a:spcPct val="50000"/>
              </a:spcBef>
            </a:pPr>
            <a:r>
              <a:rPr lang="en-US" altLang="en-US" sz="2400"/>
              <a:t>2</a:t>
            </a:r>
            <a:endParaRPr lang="en-US" altLang="en-US" sz="2400" i="1"/>
          </a:p>
        </p:txBody>
      </p:sp>
      <p:grpSp>
        <p:nvGrpSpPr>
          <p:cNvPr id="18" name="Group 17">
            <a:extLst>
              <a:ext uri="{FF2B5EF4-FFF2-40B4-BE49-F238E27FC236}">
                <a16:creationId xmlns:a16="http://schemas.microsoft.com/office/drawing/2014/main" id="{7E32839F-B00C-4D3E-A5DF-4D7166CFB56A}"/>
              </a:ext>
            </a:extLst>
          </p:cNvPr>
          <p:cNvGrpSpPr>
            <a:grpSpLocks/>
          </p:cNvGrpSpPr>
          <p:nvPr/>
        </p:nvGrpSpPr>
        <p:grpSpPr bwMode="auto">
          <a:xfrm>
            <a:off x="2161540" y="2105344"/>
            <a:ext cx="4622800" cy="2824162"/>
            <a:chOff x="1336" y="1627"/>
            <a:chExt cx="2912" cy="1779"/>
          </a:xfrm>
        </p:grpSpPr>
        <p:sp>
          <p:nvSpPr>
            <p:cNvPr id="19" name="Text Box 18">
              <a:extLst>
                <a:ext uri="{FF2B5EF4-FFF2-40B4-BE49-F238E27FC236}">
                  <a16:creationId xmlns:a16="http://schemas.microsoft.com/office/drawing/2014/main" id="{EBC23F24-3160-4FC3-8E3B-2F3D7B34DDF2}"/>
                </a:ext>
              </a:extLst>
            </p:cNvPr>
            <p:cNvSpPr txBox="1">
              <a:spLocks noChangeArrowheads="1"/>
            </p:cNvSpPr>
            <p:nvPr/>
          </p:nvSpPr>
          <p:spPr bwMode="auto">
            <a:xfrm>
              <a:off x="2672" y="1627"/>
              <a:ext cx="2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a:t>
              </a:r>
              <a:endParaRPr lang="en-US" altLang="en-US" sz="2400" b="1"/>
            </a:p>
          </p:txBody>
        </p:sp>
        <p:sp>
          <p:nvSpPr>
            <p:cNvPr id="20" name="Text Box 19">
              <a:extLst>
                <a:ext uri="{FF2B5EF4-FFF2-40B4-BE49-F238E27FC236}">
                  <a16:creationId xmlns:a16="http://schemas.microsoft.com/office/drawing/2014/main" id="{3387BCE1-FA61-4C49-905A-AAFF9C0080F0}"/>
                </a:ext>
              </a:extLst>
            </p:cNvPr>
            <p:cNvSpPr txBox="1">
              <a:spLocks noChangeArrowheads="1"/>
            </p:cNvSpPr>
            <p:nvPr/>
          </p:nvSpPr>
          <p:spPr bwMode="auto">
            <a:xfrm>
              <a:off x="1943" y="1974"/>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sym typeface="Symbol" panose="05050102010706020507" pitchFamily="18" charset="2"/>
                </a:rPr>
                <a:t></a:t>
              </a:r>
            </a:p>
          </p:txBody>
        </p:sp>
        <p:sp>
          <p:nvSpPr>
            <p:cNvPr id="21" name="Text Box 20">
              <a:extLst>
                <a:ext uri="{FF2B5EF4-FFF2-40B4-BE49-F238E27FC236}">
                  <a16:creationId xmlns:a16="http://schemas.microsoft.com/office/drawing/2014/main" id="{73CCB492-5823-44AE-A0E3-56A202E6B3AC}"/>
                </a:ext>
              </a:extLst>
            </p:cNvPr>
            <p:cNvSpPr txBox="1">
              <a:spLocks noChangeArrowheads="1"/>
            </p:cNvSpPr>
            <p:nvPr/>
          </p:nvSpPr>
          <p:spPr bwMode="auto">
            <a:xfrm>
              <a:off x="3080" y="2499"/>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a:t>
              </a:r>
              <a:endParaRPr lang="en-US" altLang="en-US" sz="2400" b="1"/>
            </a:p>
          </p:txBody>
        </p:sp>
        <p:sp>
          <p:nvSpPr>
            <p:cNvPr id="22" name="Text Box 21">
              <a:extLst>
                <a:ext uri="{FF2B5EF4-FFF2-40B4-BE49-F238E27FC236}">
                  <a16:creationId xmlns:a16="http://schemas.microsoft.com/office/drawing/2014/main" id="{9F861382-2E8A-4652-A985-4910F23FEEA5}"/>
                </a:ext>
              </a:extLst>
            </p:cNvPr>
            <p:cNvSpPr txBox="1">
              <a:spLocks noChangeArrowheads="1"/>
            </p:cNvSpPr>
            <p:nvPr/>
          </p:nvSpPr>
          <p:spPr bwMode="auto">
            <a:xfrm>
              <a:off x="3824" y="2515"/>
              <a:ext cx="2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a:t>
              </a:r>
              <a:endParaRPr lang="en-US" altLang="en-US" sz="2400" b="1"/>
            </a:p>
          </p:txBody>
        </p:sp>
        <p:sp>
          <p:nvSpPr>
            <p:cNvPr id="23" name="Text Box 22">
              <a:extLst>
                <a:ext uri="{FF2B5EF4-FFF2-40B4-BE49-F238E27FC236}">
                  <a16:creationId xmlns:a16="http://schemas.microsoft.com/office/drawing/2014/main" id="{D1B5886A-8F19-4D14-BF23-DAEEF4F4525D}"/>
                </a:ext>
              </a:extLst>
            </p:cNvPr>
            <p:cNvSpPr txBox="1">
              <a:spLocks noChangeArrowheads="1"/>
            </p:cNvSpPr>
            <p:nvPr/>
          </p:nvSpPr>
          <p:spPr bwMode="auto">
            <a:xfrm>
              <a:off x="3464" y="1974"/>
              <a:ext cx="19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a:t>
              </a:r>
              <a:endParaRPr lang="en-US" altLang="en-US" sz="2400" b="1"/>
            </a:p>
          </p:txBody>
        </p:sp>
        <p:sp>
          <p:nvSpPr>
            <p:cNvPr id="24" name="Line 23">
              <a:extLst>
                <a:ext uri="{FF2B5EF4-FFF2-40B4-BE49-F238E27FC236}">
                  <a16:creationId xmlns:a16="http://schemas.microsoft.com/office/drawing/2014/main" id="{F5786E19-35F5-4591-85F6-1C2B88BB24D3}"/>
                </a:ext>
              </a:extLst>
            </p:cNvPr>
            <p:cNvSpPr>
              <a:spLocks noChangeShapeType="1"/>
            </p:cNvSpPr>
            <p:nvPr/>
          </p:nvSpPr>
          <p:spPr bwMode="auto">
            <a:xfrm flipH="1" flipV="1">
              <a:off x="2912" y="1846"/>
              <a:ext cx="560" cy="17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5" name="Line 24">
              <a:extLst>
                <a:ext uri="{FF2B5EF4-FFF2-40B4-BE49-F238E27FC236}">
                  <a16:creationId xmlns:a16="http://schemas.microsoft.com/office/drawing/2014/main" id="{EF849CD7-E857-457A-8FD6-D6E19FCE988F}"/>
                </a:ext>
              </a:extLst>
            </p:cNvPr>
            <p:cNvSpPr>
              <a:spLocks noChangeShapeType="1"/>
            </p:cNvSpPr>
            <p:nvPr/>
          </p:nvSpPr>
          <p:spPr bwMode="auto">
            <a:xfrm flipV="1">
              <a:off x="2144" y="1846"/>
              <a:ext cx="528" cy="18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6" name="Oval 25">
              <a:extLst>
                <a:ext uri="{FF2B5EF4-FFF2-40B4-BE49-F238E27FC236}">
                  <a16:creationId xmlns:a16="http://schemas.microsoft.com/office/drawing/2014/main" id="{0ABFE4A4-E698-4DBC-8E6A-ECB2E4F7CF42}"/>
                </a:ext>
              </a:extLst>
            </p:cNvPr>
            <p:cNvSpPr>
              <a:spLocks noChangeArrowheads="1"/>
            </p:cNvSpPr>
            <p:nvPr/>
          </p:nvSpPr>
          <p:spPr bwMode="auto">
            <a:xfrm>
              <a:off x="2664" y="167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7" name="Oval 26">
              <a:extLst>
                <a:ext uri="{FF2B5EF4-FFF2-40B4-BE49-F238E27FC236}">
                  <a16:creationId xmlns:a16="http://schemas.microsoft.com/office/drawing/2014/main" id="{8CD60E0E-F744-4FF7-B051-ADBAE845E4C7}"/>
                </a:ext>
              </a:extLst>
            </p:cNvPr>
            <p:cNvSpPr>
              <a:spLocks noChangeArrowheads="1"/>
            </p:cNvSpPr>
            <p:nvPr/>
          </p:nvSpPr>
          <p:spPr bwMode="auto">
            <a:xfrm>
              <a:off x="1928" y="198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8" name="Oval 27">
              <a:extLst>
                <a:ext uri="{FF2B5EF4-FFF2-40B4-BE49-F238E27FC236}">
                  <a16:creationId xmlns:a16="http://schemas.microsoft.com/office/drawing/2014/main" id="{F4B2DCFC-070F-418F-B469-9EC2B3F2507F}"/>
                </a:ext>
              </a:extLst>
            </p:cNvPr>
            <p:cNvSpPr>
              <a:spLocks noChangeArrowheads="1"/>
            </p:cNvSpPr>
            <p:nvPr/>
          </p:nvSpPr>
          <p:spPr bwMode="auto">
            <a:xfrm>
              <a:off x="3432" y="1990"/>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9" name="Oval 28">
              <a:extLst>
                <a:ext uri="{FF2B5EF4-FFF2-40B4-BE49-F238E27FC236}">
                  <a16:creationId xmlns:a16="http://schemas.microsoft.com/office/drawing/2014/main" id="{FCFC411C-4906-487E-8D98-279AF1DEBBA2}"/>
                </a:ext>
              </a:extLst>
            </p:cNvPr>
            <p:cNvSpPr>
              <a:spLocks noChangeArrowheads="1"/>
            </p:cNvSpPr>
            <p:nvPr/>
          </p:nvSpPr>
          <p:spPr bwMode="auto">
            <a:xfrm>
              <a:off x="3064"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0" name="Oval 29">
              <a:extLst>
                <a:ext uri="{FF2B5EF4-FFF2-40B4-BE49-F238E27FC236}">
                  <a16:creationId xmlns:a16="http://schemas.microsoft.com/office/drawing/2014/main" id="{B3A691DF-74F6-4CB6-B100-07F20E6D0D1D}"/>
                </a:ext>
              </a:extLst>
            </p:cNvPr>
            <p:cNvSpPr>
              <a:spLocks noChangeArrowheads="1"/>
            </p:cNvSpPr>
            <p:nvPr/>
          </p:nvSpPr>
          <p:spPr bwMode="auto">
            <a:xfrm>
              <a:off x="3816"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1" name="Text Box 30">
              <a:extLst>
                <a:ext uri="{FF2B5EF4-FFF2-40B4-BE49-F238E27FC236}">
                  <a16:creationId xmlns:a16="http://schemas.microsoft.com/office/drawing/2014/main" id="{29F8CC54-32F9-47C1-A7B8-CADA2BC884AF}"/>
                </a:ext>
              </a:extLst>
            </p:cNvPr>
            <p:cNvSpPr txBox="1">
              <a:spLocks noChangeArrowheads="1"/>
            </p:cNvSpPr>
            <p:nvPr/>
          </p:nvSpPr>
          <p:spPr bwMode="auto">
            <a:xfrm>
              <a:off x="1576" y="2499"/>
              <a:ext cx="2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a:t>
              </a:r>
              <a:endParaRPr lang="en-US" altLang="en-US" sz="2400" b="1"/>
            </a:p>
          </p:txBody>
        </p:sp>
        <p:sp>
          <p:nvSpPr>
            <p:cNvPr id="32" name="Text Box 31">
              <a:extLst>
                <a:ext uri="{FF2B5EF4-FFF2-40B4-BE49-F238E27FC236}">
                  <a16:creationId xmlns:a16="http://schemas.microsoft.com/office/drawing/2014/main" id="{F1B79B5D-9331-4916-90A2-EF7FDD2E0509}"/>
                </a:ext>
              </a:extLst>
            </p:cNvPr>
            <p:cNvSpPr txBox="1">
              <a:spLocks noChangeArrowheads="1"/>
            </p:cNvSpPr>
            <p:nvPr/>
          </p:nvSpPr>
          <p:spPr bwMode="auto">
            <a:xfrm>
              <a:off x="2296" y="2515"/>
              <a:ext cx="2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2</a:t>
              </a:r>
              <a:endParaRPr lang="en-US" altLang="en-US" sz="2400" b="1"/>
            </a:p>
          </p:txBody>
        </p:sp>
        <p:sp>
          <p:nvSpPr>
            <p:cNvPr id="33" name="Oval 32">
              <a:extLst>
                <a:ext uri="{FF2B5EF4-FFF2-40B4-BE49-F238E27FC236}">
                  <a16:creationId xmlns:a16="http://schemas.microsoft.com/office/drawing/2014/main" id="{E3E77FF2-A625-4761-B2C0-72B45C65A0D8}"/>
                </a:ext>
              </a:extLst>
            </p:cNvPr>
            <p:cNvSpPr>
              <a:spLocks noChangeArrowheads="1"/>
            </p:cNvSpPr>
            <p:nvPr/>
          </p:nvSpPr>
          <p:spPr bwMode="auto">
            <a:xfrm>
              <a:off x="156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4" name="Oval 33">
              <a:extLst>
                <a:ext uri="{FF2B5EF4-FFF2-40B4-BE49-F238E27FC236}">
                  <a16:creationId xmlns:a16="http://schemas.microsoft.com/office/drawing/2014/main" id="{623AED46-356C-4DC3-AE6E-3E9F2B2B1192}"/>
                </a:ext>
              </a:extLst>
            </p:cNvPr>
            <p:cNvSpPr>
              <a:spLocks noChangeArrowheads="1"/>
            </p:cNvSpPr>
            <p:nvPr/>
          </p:nvSpPr>
          <p:spPr bwMode="auto">
            <a:xfrm>
              <a:off x="2280" y="2558"/>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5" name="Text Box 34">
              <a:extLst>
                <a:ext uri="{FF2B5EF4-FFF2-40B4-BE49-F238E27FC236}">
                  <a16:creationId xmlns:a16="http://schemas.microsoft.com/office/drawing/2014/main" id="{619943A0-4900-4D75-873E-1A7CF06916A0}"/>
                </a:ext>
              </a:extLst>
            </p:cNvPr>
            <p:cNvSpPr txBox="1">
              <a:spLocks noChangeArrowheads="1"/>
            </p:cNvSpPr>
            <p:nvPr/>
          </p:nvSpPr>
          <p:spPr bwMode="auto">
            <a:xfrm>
              <a:off x="1352" y="3077"/>
              <a:ext cx="2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t>x</a:t>
              </a:r>
              <a:endParaRPr lang="en-US" altLang="en-US" sz="2400" b="1"/>
            </a:p>
          </p:txBody>
        </p:sp>
        <p:sp>
          <p:nvSpPr>
            <p:cNvPr id="36" name="Text Box 35">
              <a:extLst>
                <a:ext uri="{FF2B5EF4-FFF2-40B4-BE49-F238E27FC236}">
                  <a16:creationId xmlns:a16="http://schemas.microsoft.com/office/drawing/2014/main" id="{3AE23C76-FEF6-46DB-BB7C-95EE55C0FDB0}"/>
                </a:ext>
              </a:extLst>
            </p:cNvPr>
            <p:cNvSpPr txBox="1">
              <a:spLocks noChangeArrowheads="1"/>
            </p:cNvSpPr>
            <p:nvPr/>
          </p:nvSpPr>
          <p:spPr bwMode="auto">
            <a:xfrm>
              <a:off x="1744" y="3037"/>
              <a:ext cx="2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t>y</a:t>
              </a:r>
              <a:endParaRPr lang="en-US" altLang="en-US" sz="2400" b="1"/>
            </a:p>
          </p:txBody>
        </p:sp>
        <p:sp>
          <p:nvSpPr>
            <p:cNvPr id="37" name="Oval 36">
              <a:extLst>
                <a:ext uri="{FF2B5EF4-FFF2-40B4-BE49-F238E27FC236}">
                  <a16:creationId xmlns:a16="http://schemas.microsoft.com/office/drawing/2014/main" id="{E3D3F459-7416-4A8A-9CFD-2B6FCE6F67D4}"/>
                </a:ext>
              </a:extLst>
            </p:cNvPr>
            <p:cNvSpPr>
              <a:spLocks noChangeArrowheads="1"/>
            </p:cNvSpPr>
            <p:nvPr/>
          </p:nvSpPr>
          <p:spPr bwMode="auto">
            <a:xfrm>
              <a:off x="1336"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8" name="Oval 37">
              <a:extLst>
                <a:ext uri="{FF2B5EF4-FFF2-40B4-BE49-F238E27FC236}">
                  <a16:creationId xmlns:a16="http://schemas.microsoft.com/office/drawing/2014/main" id="{BC7BA975-7429-4D67-AF40-9271A0F7A3AD}"/>
                </a:ext>
              </a:extLst>
            </p:cNvPr>
            <p:cNvSpPr>
              <a:spLocks noChangeArrowheads="1"/>
            </p:cNvSpPr>
            <p:nvPr/>
          </p:nvSpPr>
          <p:spPr bwMode="auto">
            <a:xfrm>
              <a:off x="1728" y="3134"/>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9" name="Text Box 38">
              <a:extLst>
                <a:ext uri="{FF2B5EF4-FFF2-40B4-BE49-F238E27FC236}">
                  <a16:creationId xmlns:a16="http://schemas.microsoft.com/office/drawing/2014/main" id="{FE5F4BFB-4131-444B-AC24-C61CCAED6DD6}"/>
                </a:ext>
              </a:extLst>
            </p:cNvPr>
            <p:cNvSpPr txBox="1">
              <a:spLocks noChangeArrowheads="1"/>
            </p:cNvSpPr>
            <p:nvPr/>
          </p:nvSpPr>
          <p:spPr bwMode="auto">
            <a:xfrm>
              <a:off x="2880" y="3085"/>
              <a:ext cx="2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t>x</a:t>
              </a:r>
              <a:endParaRPr lang="en-US" altLang="en-US" sz="2400" b="1"/>
            </a:p>
          </p:txBody>
        </p:sp>
        <p:sp>
          <p:nvSpPr>
            <p:cNvPr id="40" name="Text Box 39">
              <a:extLst>
                <a:ext uri="{FF2B5EF4-FFF2-40B4-BE49-F238E27FC236}">
                  <a16:creationId xmlns:a16="http://schemas.microsoft.com/office/drawing/2014/main" id="{63E478C2-1804-4AEE-92CE-673EF4A7C072}"/>
                </a:ext>
              </a:extLst>
            </p:cNvPr>
            <p:cNvSpPr txBox="1">
              <a:spLocks noChangeArrowheads="1"/>
            </p:cNvSpPr>
            <p:nvPr/>
          </p:nvSpPr>
          <p:spPr bwMode="auto">
            <a:xfrm>
              <a:off x="3264" y="3091"/>
              <a:ext cx="21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3</a:t>
              </a:r>
              <a:endParaRPr lang="en-US" altLang="en-US" sz="2400" b="1"/>
            </a:p>
          </p:txBody>
        </p:sp>
        <p:sp>
          <p:nvSpPr>
            <p:cNvPr id="41" name="Oval 40">
              <a:extLst>
                <a:ext uri="{FF2B5EF4-FFF2-40B4-BE49-F238E27FC236}">
                  <a16:creationId xmlns:a16="http://schemas.microsoft.com/office/drawing/2014/main" id="{72DB758D-89EF-44C4-B6E6-07BD120BB85A}"/>
                </a:ext>
              </a:extLst>
            </p:cNvPr>
            <p:cNvSpPr>
              <a:spLocks noChangeArrowheads="1"/>
            </p:cNvSpPr>
            <p:nvPr/>
          </p:nvSpPr>
          <p:spPr bwMode="auto">
            <a:xfrm>
              <a:off x="2864"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42" name="Oval 41">
              <a:extLst>
                <a:ext uri="{FF2B5EF4-FFF2-40B4-BE49-F238E27FC236}">
                  <a16:creationId xmlns:a16="http://schemas.microsoft.com/office/drawing/2014/main" id="{81AE969F-6AA3-4041-A194-5AB1AD9B1A1F}"/>
                </a:ext>
              </a:extLst>
            </p:cNvPr>
            <p:cNvSpPr>
              <a:spLocks noChangeArrowheads="1"/>
            </p:cNvSpPr>
            <p:nvPr/>
          </p:nvSpPr>
          <p:spPr bwMode="auto">
            <a:xfrm>
              <a:off x="324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grpSp>
          <p:nvGrpSpPr>
            <p:cNvPr id="43" name="Group 42">
              <a:extLst>
                <a:ext uri="{FF2B5EF4-FFF2-40B4-BE49-F238E27FC236}">
                  <a16:creationId xmlns:a16="http://schemas.microsoft.com/office/drawing/2014/main" id="{E0A438E6-2A30-4DA1-898B-454924902615}"/>
                </a:ext>
              </a:extLst>
            </p:cNvPr>
            <p:cNvGrpSpPr>
              <a:grpSpLocks/>
            </p:cNvGrpSpPr>
            <p:nvPr/>
          </p:nvGrpSpPr>
          <p:grpSpPr bwMode="auto">
            <a:xfrm>
              <a:off x="3008" y="2822"/>
              <a:ext cx="368" cy="312"/>
              <a:chOff x="4488" y="2960"/>
              <a:chExt cx="368" cy="352"/>
            </a:xfrm>
          </p:grpSpPr>
          <p:sp>
            <p:nvSpPr>
              <p:cNvPr id="60" name="Line 43">
                <a:extLst>
                  <a:ext uri="{FF2B5EF4-FFF2-40B4-BE49-F238E27FC236}">
                    <a16:creationId xmlns:a16="http://schemas.microsoft.com/office/drawing/2014/main" id="{73020E8A-AA85-42CF-BC50-D1133F806ABC}"/>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61" name="Line 44">
                <a:extLst>
                  <a:ext uri="{FF2B5EF4-FFF2-40B4-BE49-F238E27FC236}">
                    <a16:creationId xmlns:a16="http://schemas.microsoft.com/office/drawing/2014/main" id="{B2E1DDF5-35BC-40D9-A617-A12240790F9E}"/>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grpSp>
          <p:nvGrpSpPr>
            <p:cNvPr id="44" name="Group 45">
              <a:extLst>
                <a:ext uri="{FF2B5EF4-FFF2-40B4-BE49-F238E27FC236}">
                  <a16:creationId xmlns:a16="http://schemas.microsoft.com/office/drawing/2014/main" id="{2DE592C2-67A6-46ED-8329-D07143BF358D}"/>
                </a:ext>
              </a:extLst>
            </p:cNvPr>
            <p:cNvGrpSpPr>
              <a:grpSpLocks/>
            </p:cNvGrpSpPr>
            <p:nvPr/>
          </p:nvGrpSpPr>
          <p:grpSpPr bwMode="auto">
            <a:xfrm>
              <a:off x="3760" y="2822"/>
              <a:ext cx="368" cy="312"/>
              <a:chOff x="4488" y="2960"/>
              <a:chExt cx="368" cy="352"/>
            </a:xfrm>
          </p:grpSpPr>
          <p:sp>
            <p:nvSpPr>
              <p:cNvPr id="58" name="Line 46">
                <a:extLst>
                  <a:ext uri="{FF2B5EF4-FFF2-40B4-BE49-F238E27FC236}">
                    <a16:creationId xmlns:a16="http://schemas.microsoft.com/office/drawing/2014/main" id="{56D9826E-CAFA-4D3B-9BB1-1EF5F87ACB99}"/>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59" name="Line 47">
                <a:extLst>
                  <a:ext uri="{FF2B5EF4-FFF2-40B4-BE49-F238E27FC236}">
                    <a16:creationId xmlns:a16="http://schemas.microsoft.com/office/drawing/2014/main" id="{F6400136-E9CA-4D3B-B9DE-A3EA4DF99777}"/>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grpSp>
          <p:nvGrpSpPr>
            <p:cNvPr id="45" name="Group 48">
              <a:extLst>
                <a:ext uri="{FF2B5EF4-FFF2-40B4-BE49-F238E27FC236}">
                  <a16:creationId xmlns:a16="http://schemas.microsoft.com/office/drawing/2014/main" id="{835BFBD1-2771-49EF-99E1-759CB49C17A5}"/>
                </a:ext>
              </a:extLst>
            </p:cNvPr>
            <p:cNvGrpSpPr>
              <a:grpSpLocks/>
            </p:cNvGrpSpPr>
            <p:nvPr/>
          </p:nvGrpSpPr>
          <p:grpSpPr bwMode="auto">
            <a:xfrm>
              <a:off x="1504" y="2822"/>
              <a:ext cx="368" cy="312"/>
              <a:chOff x="4488" y="2960"/>
              <a:chExt cx="368" cy="352"/>
            </a:xfrm>
          </p:grpSpPr>
          <p:sp>
            <p:nvSpPr>
              <p:cNvPr id="56" name="Line 49">
                <a:extLst>
                  <a:ext uri="{FF2B5EF4-FFF2-40B4-BE49-F238E27FC236}">
                    <a16:creationId xmlns:a16="http://schemas.microsoft.com/office/drawing/2014/main" id="{2DBD9AC0-BE33-4F54-8439-5EC15719C568}"/>
                  </a:ext>
                </a:extLst>
              </p:cNvPr>
              <p:cNvSpPr>
                <a:spLocks noChangeShapeType="1"/>
              </p:cNvSpPr>
              <p:nvPr/>
            </p:nvSpPr>
            <p:spPr bwMode="auto">
              <a:xfrm flipV="1">
                <a:off x="4488" y="2968"/>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57" name="Line 50">
                <a:extLst>
                  <a:ext uri="{FF2B5EF4-FFF2-40B4-BE49-F238E27FC236}">
                    <a16:creationId xmlns:a16="http://schemas.microsoft.com/office/drawing/2014/main" id="{61844692-47A4-4BC8-8DF9-123F629233F6}"/>
                  </a:ext>
                </a:extLst>
              </p:cNvPr>
              <p:cNvSpPr>
                <a:spLocks noChangeShapeType="1"/>
              </p:cNvSpPr>
              <p:nvPr/>
            </p:nvSpPr>
            <p:spPr bwMode="auto">
              <a:xfrm flipH="1" flipV="1">
                <a:off x="4672" y="2960"/>
                <a:ext cx="184" cy="344"/>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grpSp>
          <p:nvGrpSpPr>
            <p:cNvPr id="46" name="Group 51">
              <a:extLst>
                <a:ext uri="{FF2B5EF4-FFF2-40B4-BE49-F238E27FC236}">
                  <a16:creationId xmlns:a16="http://schemas.microsoft.com/office/drawing/2014/main" id="{56886B80-50B6-40C7-85BA-EC4CE069AFF1}"/>
                </a:ext>
              </a:extLst>
            </p:cNvPr>
            <p:cNvGrpSpPr>
              <a:grpSpLocks/>
            </p:cNvGrpSpPr>
            <p:nvPr/>
          </p:nvGrpSpPr>
          <p:grpSpPr bwMode="auto">
            <a:xfrm>
              <a:off x="1760" y="2246"/>
              <a:ext cx="576" cy="336"/>
              <a:chOff x="4264" y="2912"/>
              <a:chExt cx="576" cy="336"/>
            </a:xfrm>
          </p:grpSpPr>
          <p:sp>
            <p:nvSpPr>
              <p:cNvPr id="54" name="Line 52">
                <a:extLst>
                  <a:ext uri="{FF2B5EF4-FFF2-40B4-BE49-F238E27FC236}">
                    <a16:creationId xmlns:a16="http://schemas.microsoft.com/office/drawing/2014/main" id="{F24061E9-05EC-463D-A78A-5F4988673026}"/>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55" name="Line 53">
                <a:extLst>
                  <a:ext uri="{FF2B5EF4-FFF2-40B4-BE49-F238E27FC236}">
                    <a16:creationId xmlns:a16="http://schemas.microsoft.com/office/drawing/2014/main" id="{DF2B8628-37E0-44C0-AF10-BE76859AFBB1}"/>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grpSp>
          <p:nvGrpSpPr>
            <p:cNvPr id="47" name="Group 54">
              <a:extLst>
                <a:ext uri="{FF2B5EF4-FFF2-40B4-BE49-F238E27FC236}">
                  <a16:creationId xmlns:a16="http://schemas.microsoft.com/office/drawing/2014/main" id="{E91D89CD-1C9B-4A2B-B286-EBAC1ACDCF70}"/>
                </a:ext>
              </a:extLst>
            </p:cNvPr>
            <p:cNvGrpSpPr>
              <a:grpSpLocks/>
            </p:cNvGrpSpPr>
            <p:nvPr/>
          </p:nvGrpSpPr>
          <p:grpSpPr bwMode="auto">
            <a:xfrm>
              <a:off x="3280" y="2254"/>
              <a:ext cx="576" cy="336"/>
              <a:chOff x="4264" y="2912"/>
              <a:chExt cx="576" cy="336"/>
            </a:xfrm>
          </p:grpSpPr>
          <p:sp>
            <p:nvSpPr>
              <p:cNvPr id="52" name="Line 55">
                <a:extLst>
                  <a:ext uri="{FF2B5EF4-FFF2-40B4-BE49-F238E27FC236}">
                    <a16:creationId xmlns:a16="http://schemas.microsoft.com/office/drawing/2014/main" id="{DF6A5525-384C-4762-913C-876F9898346C}"/>
                  </a:ext>
                </a:extLst>
              </p:cNvPr>
              <p:cNvSpPr>
                <a:spLocks noChangeShapeType="1"/>
              </p:cNvSpPr>
              <p:nvPr/>
            </p:nvSpPr>
            <p:spPr bwMode="auto">
              <a:xfrm flipV="1">
                <a:off x="4264"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53" name="Line 56">
                <a:extLst>
                  <a:ext uri="{FF2B5EF4-FFF2-40B4-BE49-F238E27FC236}">
                    <a16:creationId xmlns:a16="http://schemas.microsoft.com/office/drawing/2014/main" id="{B633C98A-AE3B-421F-B369-9686D51F953E}"/>
                  </a:ext>
                </a:extLst>
              </p:cNvPr>
              <p:cNvSpPr>
                <a:spLocks noChangeShapeType="1"/>
              </p:cNvSpPr>
              <p:nvPr/>
            </p:nvSpPr>
            <p:spPr bwMode="auto">
              <a:xfrm flipH="1" flipV="1">
                <a:off x="4552" y="2912"/>
                <a:ext cx="288" cy="336"/>
              </a:xfrm>
              <a:prstGeom prst="line">
                <a:avLst/>
              </a:prstGeom>
              <a:noFill/>
              <a:ln w="285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sp>
          <p:nvSpPr>
            <p:cNvPr id="48" name="Text Box 57">
              <a:extLst>
                <a:ext uri="{FF2B5EF4-FFF2-40B4-BE49-F238E27FC236}">
                  <a16:creationId xmlns:a16="http://schemas.microsoft.com/office/drawing/2014/main" id="{111162D8-7CCF-4927-8902-24BA51EB0CEF}"/>
                </a:ext>
              </a:extLst>
            </p:cNvPr>
            <p:cNvSpPr txBox="1">
              <a:spLocks noChangeArrowheads="1"/>
            </p:cNvSpPr>
            <p:nvPr/>
          </p:nvSpPr>
          <p:spPr bwMode="auto">
            <a:xfrm>
              <a:off x="3624" y="3045"/>
              <a:ext cx="2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t>y</a:t>
              </a:r>
              <a:endParaRPr lang="en-US" altLang="en-US" sz="2400" b="1"/>
            </a:p>
          </p:txBody>
        </p:sp>
        <p:sp>
          <p:nvSpPr>
            <p:cNvPr id="49" name="Text Box 58">
              <a:extLst>
                <a:ext uri="{FF2B5EF4-FFF2-40B4-BE49-F238E27FC236}">
                  <a16:creationId xmlns:a16="http://schemas.microsoft.com/office/drawing/2014/main" id="{368F016D-B0E7-489B-80FB-0E2EEAE3C50B}"/>
                </a:ext>
              </a:extLst>
            </p:cNvPr>
            <p:cNvSpPr txBox="1">
              <a:spLocks noChangeArrowheads="1"/>
            </p:cNvSpPr>
            <p:nvPr/>
          </p:nvSpPr>
          <p:spPr bwMode="auto">
            <a:xfrm>
              <a:off x="4008" y="3091"/>
              <a:ext cx="2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t>2</a:t>
              </a:r>
              <a:endParaRPr lang="en-US" altLang="en-US" sz="2400" b="1"/>
            </a:p>
          </p:txBody>
        </p:sp>
        <p:sp>
          <p:nvSpPr>
            <p:cNvPr id="50" name="Oval 59">
              <a:extLst>
                <a:ext uri="{FF2B5EF4-FFF2-40B4-BE49-F238E27FC236}">
                  <a16:creationId xmlns:a16="http://schemas.microsoft.com/office/drawing/2014/main" id="{94D1BE97-596F-4B8E-9213-452DB3B64A12}"/>
                </a:ext>
              </a:extLst>
            </p:cNvPr>
            <p:cNvSpPr>
              <a:spLocks noChangeArrowheads="1"/>
            </p:cNvSpPr>
            <p:nvPr/>
          </p:nvSpPr>
          <p:spPr bwMode="auto">
            <a:xfrm>
              <a:off x="3608"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51" name="Oval 60">
              <a:extLst>
                <a:ext uri="{FF2B5EF4-FFF2-40B4-BE49-F238E27FC236}">
                  <a16:creationId xmlns:a16="http://schemas.microsoft.com/office/drawing/2014/main" id="{1C61E40B-285F-4B75-9950-F0D4C58BA8F5}"/>
                </a:ext>
              </a:extLst>
            </p:cNvPr>
            <p:cNvSpPr>
              <a:spLocks noChangeArrowheads="1"/>
            </p:cNvSpPr>
            <p:nvPr/>
          </p:nvSpPr>
          <p:spPr bwMode="auto">
            <a:xfrm>
              <a:off x="3992" y="3142"/>
              <a:ext cx="256" cy="264"/>
            </a:xfrm>
            <a:prstGeom prst="ellipse">
              <a:avLst/>
            </a:prstGeom>
            <a:noFill/>
            <a:ln w="19050">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grpSp>
    </p:spTree>
    <p:extLst>
      <p:ext uri="{BB962C8B-B14F-4D97-AF65-F5344CB8AC3E}">
        <p14:creationId xmlns:p14="http://schemas.microsoft.com/office/powerpoint/2010/main" val="94662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up)">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p:cTn id="71" dur="500" fill="hold"/>
                                        <p:tgtEl>
                                          <p:spTgt spid="17"/>
                                        </p:tgtEl>
                                        <p:attrNameLst>
                                          <p:attrName>ppt_w</p:attrName>
                                        </p:attrNameLst>
                                      </p:cBhvr>
                                      <p:tavLst>
                                        <p:tav tm="0">
                                          <p:val>
                                            <p:fltVal val="0"/>
                                          </p:val>
                                        </p:tav>
                                        <p:tav tm="100000">
                                          <p:val>
                                            <p:strVal val="#ppt_w"/>
                                          </p:val>
                                        </p:tav>
                                      </p:tavLst>
                                    </p:anim>
                                    <p:anim calcmode="lin" valueType="num">
                                      <p:cBhvr>
                                        <p:cTn id="72"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 calcmode="lin" valueType="num">
                                      <p:cBhvr>
                                        <p:cTn id="83" dur="500" fill="hold"/>
                                        <p:tgtEl>
                                          <p:spTgt spid="14"/>
                                        </p:tgtEl>
                                        <p:attrNameLst>
                                          <p:attrName>ppt_w</p:attrName>
                                        </p:attrNameLst>
                                      </p:cBhvr>
                                      <p:tavLst>
                                        <p:tav tm="0">
                                          <p:val>
                                            <p:fltVal val="0"/>
                                          </p:val>
                                        </p:tav>
                                        <p:tav tm="100000">
                                          <p:val>
                                            <p:strVal val="#ppt_w"/>
                                          </p:val>
                                        </p:tav>
                                      </p:tavLst>
                                    </p:anim>
                                    <p:anim calcmode="lin" valueType="num">
                                      <p:cBhvr>
                                        <p:cTn id="84"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10"/>
                                        </p:tgtEl>
                                        <p:attrNameLst>
                                          <p:attrName>style.visibility</p:attrName>
                                        </p:attrNameLst>
                                      </p:cBhvr>
                                      <p:to>
                                        <p:strVal val="visible"/>
                                      </p:to>
                                    </p:set>
                                    <p:anim calcmode="lin" valueType="num">
                                      <p:cBhvr>
                                        <p:cTn id="89" dur="500" fill="hold"/>
                                        <p:tgtEl>
                                          <p:spTgt spid="10"/>
                                        </p:tgtEl>
                                        <p:attrNameLst>
                                          <p:attrName>ppt_w</p:attrName>
                                        </p:attrNameLst>
                                      </p:cBhvr>
                                      <p:tavLst>
                                        <p:tav tm="0">
                                          <p:val>
                                            <p:fltVal val="0"/>
                                          </p:val>
                                        </p:tav>
                                        <p:tav tm="100000">
                                          <p:val>
                                            <p:strVal val="#ppt_w"/>
                                          </p:val>
                                        </p:tav>
                                      </p:tavLst>
                                    </p:anim>
                                    <p:anim calcmode="lin" valueType="num">
                                      <p:cBhvr>
                                        <p:cTn id="90"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utoUpdateAnimBg="0"/>
      <p:bldP spid="6" grpId="0" autoUpdateAnimBg="0"/>
      <p:bldP spid="7" grpId="0" autoUpdateAnimBg="0"/>
      <p:bldP spid="8" grpId="0" autoUpdateAnimBg="0"/>
      <p:bldP spid="9" grpId="0" autoUpdateAnimBg="0"/>
      <p:bldP spid="10" grpId="0" autoUpdateAnimBg="0"/>
      <p:bldP spid="11" grpId="0" autoUpdateAnimBg="0"/>
      <p:bldP spid="12" grpId="0" autoUpdateAnimBg="0"/>
      <p:bldP spid="13" grpId="0" autoUpdateAnimBg="0"/>
      <p:bldP spid="14" grpId="0" autoUpdateAnimBg="0"/>
      <p:bldP spid="15" grpId="0" autoUpdateAnimBg="0"/>
      <p:bldP spid="16" grpId="0" autoUpdateAnimBg="0"/>
      <p:bldP spid="1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0719-97BA-4309-8838-AF6938BB781D}"/>
              </a:ext>
            </a:extLst>
          </p:cNvPr>
          <p:cNvSpPr>
            <a:spLocks noGrp="1"/>
          </p:cNvSpPr>
          <p:nvPr>
            <p:ph type="title"/>
          </p:nvPr>
        </p:nvSpPr>
        <p:spPr/>
        <p:txBody>
          <a:bodyPr/>
          <a:lstStyle/>
          <a:p>
            <a:r>
              <a:rPr lang="en-IN" dirty="0"/>
              <a:t>Postfix Notation - LRV</a:t>
            </a:r>
          </a:p>
        </p:txBody>
      </p:sp>
      <p:sp>
        <p:nvSpPr>
          <p:cNvPr id="62" name="Rectangle 2">
            <a:extLst>
              <a:ext uri="{FF2B5EF4-FFF2-40B4-BE49-F238E27FC236}">
                <a16:creationId xmlns:a16="http://schemas.microsoft.com/office/drawing/2014/main" id="{150AF023-C947-4DD3-9233-E23F512CE62B}"/>
              </a:ext>
            </a:extLst>
          </p:cNvPr>
          <p:cNvSpPr txBox="1">
            <a:spLocks noChangeArrowheads="1"/>
          </p:cNvSpPr>
          <p:nvPr/>
        </p:nvSpPr>
        <p:spPr>
          <a:xfrm>
            <a:off x="508953" y="1666240"/>
            <a:ext cx="8134350" cy="4114800"/>
          </a:xfrm>
          <a:prstGeom prst="rect">
            <a:avLst/>
          </a:prstGeom>
        </p:spPr>
        <p:txBody>
          <a:bodyPr vert="horz" lIns="0" tIns="45720" rIns="0" bIns="45720" rtlCol="0">
            <a:normAutofit lnSpcReduction="10000"/>
          </a:bodyPr>
          <a:lstStyle>
            <a:lvl1pPr marL="228600" indent="-228600" algn="l"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dirty="0"/>
              <a:t>In an postfix expression, a binary operator follows its two operands</a:t>
            </a:r>
          </a:p>
          <a:p>
            <a:pPr algn="just"/>
            <a:r>
              <a:rPr lang="en-US" altLang="en-US" dirty="0"/>
              <a:t>The expression is evaluated left-right</a:t>
            </a:r>
          </a:p>
          <a:p>
            <a:pPr algn="just"/>
            <a:r>
              <a:rPr lang="en-US" altLang="en-US" dirty="0"/>
              <a:t>Look for the first operator from the left</a:t>
            </a:r>
          </a:p>
          <a:p>
            <a:pPr algn="just"/>
            <a:r>
              <a:rPr lang="en-US" altLang="en-US" dirty="0"/>
              <a:t>Evaluate the operator with the two operands immediately to its left</a:t>
            </a:r>
          </a:p>
          <a:p>
            <a:endParaRPr lang="en-US" altLang="en-US" dirty="0"/>
          </a:p>
        </p:txBody>
      </p:sp>
    </p:spTree>
    <p:extLst>
      <p:ext uri="{BB962C8B-B14F-4D97-AF65-F5344CB8AC3E}">
        <p14:creationId xmlns:p14="http://schemas.microsoft.com/office/powerpoint/2010/main" val="55949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
                                            <p:txEl>
                                              <p:pRg st="1" end="1"/>
                                            </p:txEl>
                                          </p:spTgt>
                                        </p:tgtEl>
                                        <p:attrNameLst>
                                          <p:attrName>style.visibility</p:attrName>
                                        </p:attrNameLst>
                                      </p:cBhvr>
                                      <p:to>
                                        <p:strVal val="visible"/>
                                      </p:to>
                                    </p:set>
                                    <p:anim calcmode="lin" valueType="num">
                                      <p:cBhvr additive="base">
                                        <p:cTn id="13" dur="500" fill="hold"/>
                                        <p:tgtEl>
                                          <p:spTgt spid="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
                                            <p:txEl>
                                              <p:pRg st="2" end="2"/>
                                            </p:txEl>
                                          </p:spTgt>
                                        </p:tgtEl>
                                        <p:attrNameLst>
                                          <p:attrName>style.visibility</p:attrName>
                                        </p:attrNameLst>
                                      </p:cBhvr>
                                      <p:to>
                                        <p:strVal val="visible"/>
                                      </p:to>
                                    </p:set>
                                    <p:anim calcmode="lin" valueType="num">
                                      <p:cBhvr additive="base">
                                        <p:cTn id="19" dur="500" fill="hold"/>
                                        <p:tgtEl>
                                          <p:spTgt spid="6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
                                            <p:txEl>
                                              <p:pRg st="3" end="3"/>
                                            </p:txEl>
                                          </p:spTgt>
                                        </p:tgtEl>
                                        <p:attrNameLst>
                                          <p:attrName>style.visibility</p:attrName>
                                        </p:attrNameLst>
                                      </p:cBhvr>
                                      <p:to>
                                        <p:strVal val="visible"/>
                                      </p:to>
                                    </p:set>
                                    <p:anim calcmode="lin" valueType="num">
                                      <p:cBhvr additive="base">
                                        <p:cTn id="25" dur="500" fill="hold"/>
                                        <p:tgtEl>
                                          <p:spTgt spid="6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0719-97BA-4309-8838-AF6938BB781D}"/>
              </a:ext>
            </a:extLst>
          </p:cNvPr>
          <p:cNvSpPr>
            <a:spLocks noGrp="1"/>
          </p:cNvSpPr>
          <p:nvPr>
            <p:ph type="title"/>
          </p:nvPr>
        </p:nvSpPr>
        <p:spPr/>
        <p:txBody>
          <a:bodyPr/>
          <a:lstStyle/>
          <a:p>
            <a:r>
              <a:rPr lang="en-IN" dirty="0"/>
              <a:t>Postfix Notation - LRV</a:t>
            </a:r>
          </a:p>
        </p:txBody>
      </p:sp>
      <p:sp>
        <p:nvSpPr>
          <p:cNvPr id="4" name="Rectangle 3">
            <a:extLst>
              <a:ext uri="{FF2B5EF4-FFF2-40B4-BE49-F238E27FC236}">
                <a16:creationId xmlns:a16="http://schemas.microsoft.com/office/drawing/2014/main" id="{AE676337-0A32-40A6-9849-1323D6870CE7}"/>
              </a:ext>
            </a:extLst>
          </p:cNvPr>
          <p:cNvSpPr txBox="1">
            <a:spLocks noChangeArrowheads="1"/>
          </p:cNvSpPr>
          <p:nvPr/>
        </p:nvSpPr>
        <p:spPr>
          <a:xfrm>
            <a:off x="320040" y="1447800"/>
            <a:ext cx="7772400" cy="15240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400" dirty="0"/>
              <a:t>Going from left to right, if you see an operator, apply it to the previous two operands (numbers)</a:t>
            </a:r>
          </a:p>
          <a:p>
            <a:pPr algn="just"/>
            <a:r>
              <a:rPr lang="en-US" altLang="en-US" sz="2400" dirty="0"/>
              <a:t>Example:</a:t>
            </a:r>
          </a:p>
        </p:txBody>
      </p:sp>
      <p:sp>
        <p:nvSpPr>
          <p:cNvPr id="5" name="Text Box 6">
            <a:extLst>
              <a:ext uri="{FF2B5EF4-FFF2-40B4-BE49-F238E27FC236}">
                <a16:creationId xmlns:a16="http://schemas.microsoft.com/office/drawing/2014/main" id="{9CE2A7F1-FFEE-40E1-8D96-0914B6BEB12A}"/>
              </a:ext>
            </a:extLst>
          </p:cNvPr>
          <p:cNvSpPr txBox="1">
            <a:spLocks noChangeArrowheads="1"/>
          </p:cNvSpPr>
          <p:nvPr/>
        </p:nvSpPr>
        <p:spPr bwMode="auto">
          <a:xfrm>
            <a:off x="1005840" y="321056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solidFill>
                  <a:srgbClr val="FF0000"/>
                </a:solidFill>
                <a:latin typeface="Trebuchet MS" panose="020B0603020202020204" pitchFamily="34" charset="0"/>
              </a:rPr>
              <a:t>2     10     4     *     5    /     +     9     3     -     -</a:t>
            </a:r>
          </a:p>
        </p:txBody>
      </p:sp>
      <p:grpSp>
        <p:nvGrpSpPr>
          <p:cNvPr id="6" name="Group 9">
            <a:extLst>
              <a:ext uri="{FF2B5EF4-FFF2-40B4-BE49-F238E27FC236}">
                <a16:creationId xmlns:a16="http://schemas.microsoft.com/office/drawing/2014/main" id="{1C11D654-9C89-46A8-80F1-FC1357E1C4C1}"/>
              </a:ext>
            </a:extLst>
          </p:cNvPr>
          <p:cNvGrpSpPr>
            <a:grpSpLocks/>
          </p:cNvGrpSpPr>
          <p:nvPr/>
        </p:nvGrpSpPr>
        <p:grpSpPr bwMode="auto">
          <a:xfrm>
            <a:off x="1539240" y="3667760"/>
            <a:ext cx="1752600" cy="609600"/>
            <a:chOff x="1200" y="2016"/>
            <a:chExt cx="1104" cy="384"/>
          </a:xfrm>
        </p:grpSpPr>
        <p:sp>
          <p:nvSpPr>
            <p:cNvPr id="7" name="AutoShape 7">
              <a:extLst>
                <a:ext uri="{FF2B5EF4-FFF2-40B4-BE49-F238E27FC236}">
                  <a16:creationId xmlns:a16="http://schemas.microsoft.com/office/drawing/2014/main" id="{70C45983-D613-4B74-869D-FE9E95ECB352}"/>
                </a:ext>
              </a:extLst>
            </p:cNvPr>
            <p:cNvSpPr>
              <a:spLocks/>
            </p:cNvSpPr>
            <p:nvPr/>
          </p:nvSpPr>
          <p:spPr bwMode="auto">
            <a:xfrm rot="-5400000">
              <a:off x="1680" y="1536"/>
              <a:ext cx="144" cy="1104"/>
            </a:xfrm>
            <a:prstGeom prst="leftBrace">
              <a:avLst>
                <a:gd name="adj1" fmla="val 6388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srgbClr val="FF0000"/>
                </a:solidFill>
              </a:endParaRPr>
            </a:p>
          </p:txBody>
        </p:sp>
        <p:sp>
          <p:nvSpPr>
            <p:cNvPr id="8" name="Text Box 8">
              <a:extLst>
                <a:ext uri="{FF2B5EF4-FFF2-40B4-BE49-F238E27FC236}">
                  <a16:creationId xmlns:a16="http://schemas.microsoft.com/office/drawing/2014/main" id="{00EB7E79-2BA4-4696-A0E8-9E93FF54FBC2}"/>
                </a:ext>
              </a:extLst>
            </p:cNvPr>
            <p:cNvSpPr txBox="1">
              <a:spLocks noChangeArrowheads="1"/>
            </p:cNvSpPr>
            <p:nvPr/>
          </p:nvSpPr>
          <p:spPr bwMode="auto">
            <a:xfrm>
              <a:off x="1584" y="211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latin typeface="Trebuchet MS" panose="020B0603020202020204" pitchFamily="34" charset="0"/>
                </a:rPr>
                <a:t>40</a:t>
              </a:r>
            </a:p>
          </p:txBody>
        </p:sp>
      </p:grpSp>
      <p:grpSp>
        <p:nvGrpSpPr>
          <p:cNvPr id="9" name="Group 15">
            <a:extLst>
              <a:ext uri="{FF2B5EF4-FFF2-40B4-BE49-F238E27FC236}">
                <a16:creationId xmlns:a16="http://schemas.microsoft.com/office/drawing/2014/main" id="{1D115634-9D20-4876-A121-E2B1B455FB66}"/>
              </a:ext>
            </a:extLst>
          </p:cNvPr>
          <p:cNvGrpSpPr>
            <a:grpSpLocks/>
          </p:cNvGrpSpPr>
          <p:nvPr/>
        </p:nvGrpSpPr>
        <p:grpSpPr bwMode="auto">
          <a:xfrm>
            <a:off x="1539240" y="4124960"/>
            <a:ext cx="2895600" cy="685800"/>
            <a:chOff x="1200" y="2304"/>
            <a:chExt cx="1824" cy="432"/>
          </a:xfrm>
        </p:grpSpPr>
        <p:sp>
          <p:nvSpPr>
            <p:cNvPr id="10" name="AutoShape 11">
              <a:extLst>
                <a:ext uri="{FF2B5EF4-FFF2-40B4-BE49-F238E27FC236}">
                  <a16:creationId xmlns:a16="http://schemas.microsoft.com/office/drawing/2014/main" id="{0D05E256-CF8C-483F-BBC1-24A44BE7D797}"/>
                </a:ext>
              </a:extLst>
            </p:cNvPr>
            <p:cNvSpPr>
              <a:spLocks/>
            </p:cNvSpPr>
            <p:nvPr/>
          </p:nvSpPr>
          <p:spPr bwMode="auto">
            <a:xfrm rot="-5400000">
              <a:off x="2028" y="1476"/>
              <a:ext cx="168" cy="1824"/>
            </a:xfrm>
            <a:prstGeom prst="leftBrace">
              <a:avLst>
                <a:gd name="adj1" fmla="val 9047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srgbClr val="FF0000"/>
                </a:solidFill>
              </a:endParaRPr>
            </a:p>
          </p:txBody>
        </p:sp>
        <p:sp>
          <p:nvSpPr>
            <p:cNvPr id="11" name="Text Box 12">
              <a:extLst>
                <a:ext uri="{FF2B5EF4-FFF2-40B4-BE49-F238E27FC236}">
                  <a16:creationId xmlns:a16="http://schemas.microsoft.com/office/drawing/2014/main" id="{7EE0D31D-69EC-4B84-BB5C-78933D8CC21A}"/>
                </a:ext>
              </a:extLst>
            </p:cNvPr>
            <p:cNvSpPr txBox="1">
              <a:spLocks noChangeArrowheads="1"/>
            </p:cNvSpPr>
            <p:nvPr/>
          </p:nvSpPr>
          <p:spPr bwMode="auto">
            <a:xfrm>
              <a:off x="2016" y="24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latin typeface="Trebuchet MS" panose="020B0603020202020204" pitchFamily="34" charset="0"/>
                </a:rPr>
                <a:t>8</a:t>
              </a:r>
            </a:p>
          </p:txBody>
        </p:sp>
      </p:grpSp>
      <p:grpSp>
        <p:nvGrpSpPr>
          <p:cNvPr id="12" name="Group 17">
            <a:extLst>
              <a:ext uri="{FF2B5EF4-FFF2-40B4-BE49-F238E27FC236}">
                <a16:creationId xmlns:a16="http://schemas.microsoft.com/office/drawing/2014/main" id="{16701D41-C2C4-4115-9E42-D5494087DFB9}"/>
              </a:ext>
            </a:extLst>
          </p:cNvPr>
          <p:cNvGrpSpPr>
            <a:grpSpLocks/>
          </p:cNvGrpSpPr>
          <p:nvPr/>
        </p:nvGrpSpPr>
        <p:grpSpPr bwMode="auto">
          <a:xfrm>
            <a:off x="1005840" y="4658360"/>
            <a:ext cx="4038600" cy="685800"/>
            <a:chOff x="864" y="2640"/>
            <a:chExt cx="2544" cy="432"/>
          </a:xfrm>
        </p:grpSpPr>
        <p:sp>
          <p:nvSpPr>
            <p:cNvPr id="13" name="AutoShape 14">
              <a:extLst>
                <a:ext uri="{FF2B5EF4-FFF2-40B4-BE49-F238E27FC236}">
                  <a16:creationId xmlns:a16="http://schemas.microsoft.com/office/drawing/2014/main" id="{E7B3F2C3-C770-4675-A50A-0199B8AB030B}"/>
                </a:ext>
              </a:extLst>
            </p:cNvPr>
            <p:cNvSpPr>
              <a:spLocks/>
            </p:cNvSpPr>
            <p:nvPr/>
          </p:nvSpPr>
          <p:spPr bwMode="auto">
            <a:xfrm rot="-5400000">
              <a:off x="2052" y="1452"/>
              <a:ext cx="168" cy="2544"/>
            </a:xfrm>
            <a:prstGeom prst="leftBrace">
              <a:avLst>
                <a:gd name="adj1" fmla="val 12619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srgbClr val="FF0000"/>
                </a:solidFill>
              </a:endParaRPr>
            </a:p>
          </p:txBody>
        </p:sp>
        <p:sp>
          <p:nvSpPr>
            <p:cNvPr id="14" name="Text Box 16">
              <a:extLst>
                <a:ext uri="{FF2B5EF4-FFF2-40B4-BE49-F238E27FC236}">
                  <a16:creationId xmlns:a16="http://schemas.microsoft.com/office/drawing/2014/main" id="{F1A2B960-A2D4-4B56-9C89-CAA7EEC90729}"/>
                </a:ext>
              </a:extLst>
            </p:cNvPr>
            <p:cNvSpPr txBox="1">
              <a:spLocks noChangeArrowheads="1"/>
            </p:cNvSpPr>
            <p:nvPr/>
          </p:nvSpPr>
          <p:spPr bwMode="auto">
            <a:xfrm>
              <a:off x="1968" y="278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latin typeface="Trebuchet MS" panose="020B0603020202020204" pitchFamily="34" charset="0"/>
                </a:rPr>
                <a:t>10</a:t>
              </a:r>
            </a:p>
          </p:txBody>
        </p:sp>
      </p:grpSp>
      <p:grpSp>
        <p:nvGrpSpPr>
          <p:cNvPr id="15" name="Group 20">
            <a:extLst>
              <a:ext uri="{FF2B5EF4-FFF2-40B4-BE49-F238E27FC236}">
                <a16:creationId xmlns:a16="http://schemas.microsoft.com/office/drawing/2014/main" id="{EB0E6C02-4A96-4344-AC80-02CE7B1C7B13}"/>
              </a:ext>
            </a:extLst>
          </p:cNvPr>
          <p:cNvGrpSpPr>
            <a:grpSpLocks/>
          </p:cNvGrpSpPr>
          <p:nvPr/>
        </p:nvGrpSpPr>
        <p:grpSpPr bwMode="auto">
          <a:xfrm>
            <a:off x="5349240" y="3629660"/>
            <a:ext cx="1524000" cy="647700"/>
            <a:chOff x="3600" y="1992"/>
            <a:chExt cx="960" cy="408"/>
          </a:xfrm>
        </p:grpSpPr>
        <p:sp>
          <p:nvSpPr>
            <p:cNvPr id="16" name="AutoShape 18">
              <a:extLst>
                <a:ext uri="{FF2B5EF4-FFF2-40B4-BE49-F238E27FC236}">
                  <a16:creationId xmlns:a16="http://schemas.microsoft.com/office/drawing/2014/main" id="{E7439FE1-5CAE-40B0-B627-0F3D50E8BFC3}"/>
                </a:ext>
              </a:extLst>
            </p:cNvPr>
            <p:cNvSpPr>
              <a:spLocks/>
            </p:cNvSpPr>
            <p:nvPr/>
          </p:nvSpPr>
          <p:spPr bwMode="auto">
            <a:xfrm rot="-5400000">
              <a:off x="3996" y="1596"/>
              <a:ext cx="168" cy="960"/>
            </a:xfrm>
            <a:prstGeom prst="leftBrace">
              <a:avLst>
                <a:gd name="adj1" fmla="val 4761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srgbClr val="FF0000"/>
                </a:solidFill>
              </a:endParaRPr>
            </a:p>
          </p:txBody>
        </p:sp>
        <p:sp>
          <p:nvSpPr>
            <p:cNvPr id="17" name="Text Box 19">
              <a:extLst>
                <a:ext uri="{FF2B5EF4-FFF2-40B4-BE49-F238E27FC236}">
                  <a16:creationId xmlns:a16="http://schemas.microsoft.com/office/drawing/2014/main" id="{D59159A1-26CC-45D3-AA7A-892B2DCE77E5}"/>
                </a:ext>
              </a:extLst>
            </p:cNvPr>
            <p:cNvSpPr txBox="1">
              <a:spLocks noChangeArrowheads="1"/>
            </p:cNvSpPr>
            <p:nvPr/>
          </p:nvSpPr>
          <p:spPr bwMode="auto">
            <a:xfrm>
              <a:off x="3984" y="211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latin typeface="Trebuchet MS" panose="020B0603020202020204" pitchFamily="34" charset="0"/>
                </a:rPr>
                <a:t>6</a:t>
              </a:r>
            </a:p>
          </p:txBody>
        </p:sp>
      </p:grpSp>
      <p:grpSp>
        <p:nvGrpSpPr>
          <p:cNvPr id="18" name="Group 23">
            <a:extLst>
              <a:ext uri="{FF2B5EF4-FFF2-40B4-BE49-F238E27FC236}">
                <a16:creationId xmlns:a16="http://schemas.microsoft.com/office/drawing/2014/main" id="{24033599-A1D0-44C2-822A-3C721A892E5F}"/>
              </a:ext>
            </a:extLst>
          </p:cNvPr>
          <p:cNvGrpSpPr>
            <a:grpSpLocks/>
          </p:cNvGrpSpPr>
          <p:nvPr/>
        </p:nvGrpSpPr>
        <p:grpSpPr bwMode="auto">
          <a:xfrm>
            <a:off x="929640" y="5267960"/>
            <a:ext cx="6400800" cy="685800"/>
            <a:chOff x="816" y="3024"/>
            <a:chExt cx="4032" cy="432"/>
          </a:xfrm>
        </p:grpSpPr>
        <p:sp>
          <p:nvSpPr>
            <p:cNvPr id="19" name="AutoShape 21">
              <a:extLst>
                <a:ext uri="{FF2B5EF4-FFF2-40B4-BE49-F238E27FC236}">
                  <a16:creationId xmlns:a16="http://schemas.microsoft.com/office/drawing/2014/main" id="{A351FD37-F7BB-44C5-A834-8A17FC5D3FFC}"/>
                </a:ext>
              </a:extLst>
            </p:cNvPr>
            <p:cNvSpPr>
              <a:spLocks/>
            </p:cNvSpPr>
            <p:nvPr/>
          </p:nvSpPr>
          <p:spPr bwMode="auto">
            <a:xfrm rot="-5400000">
              <a:off x="2748" y="1092"/>
              <a:ext cx="168" cy="4032"/>
            </a:xfrm>
            <a:prstGeom prst="leftBrace">
              <a:avLst>
                <a:gd name="adj1" fmla="val 20000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srgbClr val="FF0000"/>
                </a:solidFill>
              </a:endParaRPr>
            </a:p>
          </p:txBody>
        </p:sp>
        <p:sp>
          <p:nvSpPr>
            <p:cNvPr id="20" name="Text Box 22">
              <a:extLst>
                <a:ext uri="{FF2B5EF4-FFF2-40B4-BE49-F238E27FC236}">
                  <a16:creationId xmlns:a16="http://schemas.microsoft.com/office/drawing/2014/main" id="{DDC62327-E269-4474-B4C0-CA18B3F7AD91}"/>
                </a:ext>
              </a:extLst>
            </p:cNvPr>
            <p:cNvSpPr txBox="1">
              <a:spLocks noChangeArrowheads="1"/>
            </p:cNvSpPr>
            <p:nvPr/>
          </p:nvSpPr>
          <p:spPr bwMode="auto">
            <a:xfrm>
              <a:off x="2736" y="316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latin typeface="Trebuchet MS" panose="020B0603020202020204" pitchFamily="34" charset="0"/>
                </a:rPr>
                <a:t>4</a:t>
              </a:r>
            </a:p>
          </p:txBody>
        </p:sp>
      </p:grpSp>
    </p:spTree>
    <p:extLst>
      <p:ext uri="{BB962C8B-B14F-4D97-AF65-F5344CB8AC3E}">
        <p14:creationId xmlns:p14="http://schemas.microsoft.com/office/powerpoint/2010/main" val="239048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autoUpdateAnimBg="0"/>
      <p:bldP spid="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0719-97BA-4309-8838-AF6938BB781D}"/>
              </a:ext>
            </a:extLst>
          </p:cNvPr>
          <p:cNvSpPr>
            <a:spLocks noGrp="1"/>
          </p:cNvSpPr>
          <p:nvPr>
            <p:ph type="title"/>
          </p:nvPr>
        </p:nvSpPr>
        <p:spPr/>
        <p:txBody>
          <a:bodyPr/>
          <a:lstStyle/>
          <a:p>
            <a:r>
              <a:rPr lang="en-IN" dirty="0"/>
              <a:t>Postfix Notation - LRV</a:t>
            </a:r>
          </a:p>
        </p:txBody>
      </p:sp>
      <p:sp>
        <p:nvSpPr>
          <p:cNvPr id="21" name="Text Box 3">
            <a:extLst>
              <a:ext uri="{FF2B5EF4-FFF2-40B4-BE49-F238E27FC236}">
                <a16:creationId xmlns:a16="http://schemas.microsoft.com/office/drawing/2014/main" id="{8C456B47-A822-4994-A301-2B41C5E12FA4}"/>
              </a:ext>
            </a:extLst>
          </p:cNvPr>
          <p:cNvSpPr txBox="1">
            <a:spLocks noChangeArrowheads="1"/>
          </p:cNvSpPr>
          <p:nvPr/>
        </p:nvSpPr>
        <p:spPr bwMode="auto">
          <a:xfrm>
            <a:off x="6222366" y="5908675"/>
            <a:ext cx="6127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3</a:t>
            </a:r>
            <a:endParaRPr lang="en-US" altLang="en-US">
              <a:solidFill>
                <a:schemeClr val="tx2"/>
              </a:solidFill>
            </a:endParaRPr>
          </a:p>
        </p:txBody>
      </p:sp>
      <p:sp>
        <p:nvSpPr>
          <p:cNvPr id="22" name="Text Box 4">
            <a:extLst>
              <a:ext uri="{FF2B5EF4-FFF2-40B4-BE49-F238E27FC236}">
                <a16:creationId xmlns:a16="http://schemas.microsoft.com/office/drawing/2014/main" id="{3ADA57C4-BD78-4D6E-B71E-A7287B57F98B}"/>
              </a:ext>
            </a:extLst>
          </p:cNvPr>
          <p:cNvSpPr txBox="1">
            <a:spLocks noChangeArrowheads="1"/>
          </p:cNvSpPr>
          <p:nvPr/>
        </p:nvSpPr>
        <p:spPr bwMode="auto">
          <a:xfrm>
            <a:off x="740728" y="1890714"/>
            <a:ext cx="6265862"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2   2   +   2   /   3   2   –   1   0   +   /   +</a:t>
            </a:r>
          </a:p>
        </p:txBody>
      </p:sp>
      <p:sp>
        <p:nvSpPr>
          <p:cNvPr id="23" name="Text Box 5">
            <a:extLst>
              <a:ext uri="{FF2B5EF4-FFF2-40B4-BE49-F238E27FC236}">
                <a16:creationId xmlns:a16="http://schemas.microsoft.com/office/drawing/2014/main" id="{DF138F8D-4807-4918-872E-9ECC9D649015}"/>
              </a:ext>
            </a:extLst>
          </p:cNvPr>
          <p:cNvSpPr txBox="1">
            <a:spLocks noChangeArrowheads="1"/>
          </p:cNvSpPr>
          <p:nvPr/>
        </p:nvSpPr>
        <p:spPr bwMode="auto">
          <a:xfrm>
            <a:off x="1663066" y="2570164"/>
            <a:ext cx="5299075"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4   2   /   3   2   –   1   0   +   /   +</a:t>
            </a:r>
          </a:p>
        </p:txBody>
      </p:sp>
      <p:sp>
        <p:nvSpPr>
          <p:cNvPr id="24" name="Text Box 6">
            <a:extLst>
              <a:ext uri="{FF2B5EF4-FFF2-40B4-BE49-F238E27FC236}">
                <a16:creationId xmlns:a16="http://schemas.microsoft.com/office/drawing/2014/main" id="{E1DAD762-9782-4B97-8E3D-E1FEB36C2D35}"/>
              </a:ext>
            </a:extLst>
          </p:cNvPr>
          <p:cNvSpPr txBox="1">
            <a:spLocks noChangeArrowheads="1"/>
          </p:cNvSpPr>
          <p:nvPr/>
        </p:nvSpPr>
        <p:spPr bwMode="auto">
          <a:xfrm>
            <a:off x="2593340" y="3284539"/>
            <a:ext cx="4533900"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2   3   2   –   1   0   +   /   +</a:t>
            </a:r>
          </a:p>
        </p:txBody>
      </p:sp>
      <p:sp>
        <p:nvSpPr>
          <p:cNvPr id="25" name="Text Box 7">
            <a:extLst>
              <a:ext uri="{FF2B5EF4-FFF2-40B4-BE49-F238E27FC236}">
                <a16:creationId xmlns:a16="http://schemas.microsoft.com/office/drawing/2014/main" id="{AACCFBEC-93F9-444D-B27D-237EFDEB230C}"/>
              </a:ext>
            </a:extLst>
          </p:cNvPr>
          <p:cNvSpPr txBox="1">
            <a:spLocks noChangeArrowheads="1"/>
          </p:cNvSpPr>
          <p:nvPr/>
        </p:nvSpPr>
        <p:spPr bwMode="auto">
          <a:xfrm>
            <a:off x="3485515" y="3935414"/>
            <a:ext cx="3652838"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2   1   1   0   +   /   +</a:t>
            </a:r>
          </a:p>
        </p:txBody>
      </p:sp>
      <p:sp>
        <p:nvSpPr>
          <p:cNvPr id="26" name="Text Box 8">
            <a:extLst>
              <a:ext uri="{FF2B5EF4-FFF2-40B4-BE49-F238E27FC236}">
                <a16:creationId xmlns:a16="http://schemas.microsoft.com/office/drawing/2014/main" id="{3D3D50DD-DC99-438B-AE45-1F4D39EF10B9}"/>
              </a:ext>
            </a:extLst>
          </p:cNvPr>
          <p:cNvSpPr txBox="1">
            <a:spLocks noChangeArrowheads="1"/>
          </p:cNvSpPr>
          <p:nvPr/>
        </p:nvSpPr>
        <p:spPr bwMode="auto">
          <a:xfrm>
            <a:off x="4404678" y="4613276"/>
            <a:ext cx="2671762"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2   1   1   /   +</a:t>
            </a:r>
          </a:p>
        </p:txBody>
      </p:sp>
      <p:sp>
        <p:nvSpPr>
          <p:cNvPr id="27" name="Text Box 9">
            <a:extLst>
              <a:ext uri="{FF2B5EF4-FFF2-40B4-BE49-F238E27FC236}">
                <a16:creationId xmlns:a16="http://schemas.microsoft.com/office/drawing/2014/main" id="{4A0C5686-B9D6-47EA-8EE5-C7DF038C4161}"/>
              </a:ext>
            </a:extLst>
          </p:cNvPr>
          <p:cNvSpPr txBox="1">
            <a:spLocks noChangeArrowheads="1"/>
          </p:cNvSpPr>
          <p:nvPr/>
        </p:nvSpPr>
        <p:spPr bwMode="auto">
          <a:xfrm>
            <a:off x="5323841" y="5267326"/>
            <a:ext cx="1806575"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chemeClr val="tx1"/>
              </a:buClr>
              <a:buSzPct val="75000"/>
            </a:pPr>
            <a:r>
              <a:rPr lang="en-US" altLang="en-US" sz="2800">
                <a:solidFill>
                  <a:schemeClr val="tx2"/>
                </a:solidFill>
              </a:rPr>
              <a:t>2   1   +</a:t>
            </a:r>
          </a:p>
        </p:txBody>
      </p:sp>
      <p:sp>
        <p:nvSpPr>
          <p:cNvPr id="28" name="Oval 10">
            <a:extLst>
              <a:ext uri="{FF2B5EF4-FFF2-40B4-BE49-F238E27FC236}">
                <a16:creationId xmlns:a16="http://schemas.microsoft.com/office/drawing/2014/main" id="{B3F267EF-75CE-478B-9462-50AF68A664AE}"/>
              </a:ext>
            </a:extLst>
          </p:cNvPr>
          <p:cNvSpPr>
            <a:spLocks noChangeArrowheads="1"/>
          </p:cNvSpPr>
          <p:nvPr/>
        </p:nvSpPr>
        <p:spPr bwMode="auto">
          <a:xfrm>
            <a:off x="613728" y="1878013"/>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9" name="Oval 11">
            <a:extLst>
              <a:ext uri="{FF2B5EF4-FFF2-40B4-BE49-F238E27FC236}">
                <a16:creationId xmlns:a16="http://schemas.microsoft.com/office/drawing/2014/main" id="{1A04CC4C-5F85-47CF-96DF-7F858ABBE791}"/>
              </a:ext>
            </a:extLst>
          </p:cNvPr>
          <p:cNvSpPr>
            <a:spLocks noChangeArrowheads="1"/>
          </p:cNvSpPr>
          <p:nvPr/>
        </p:nvSpPr>
        <p:spPr bwMode="auto">
          <a:xfrm>
            <a:off x="1582103" y="2555875"/>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 name="Oval 12">
            <a:extLst>
              <a:ext uri="{FF2B5EF4-FFF2-40B4-BE49-F238E27FC236}">
                <a16:creationId xmlns:a16="http://schemas.microsoft.com/office/drawing/2014/main" id="{57187B9A-AA19-4DB6-9C33-A11043050F05}"/>
              </a:ext>
            </a:extLst>
          </p:cNvPr>
          <p:cNvSpPr>
            <a:spLocks noChangeArrowheads="1"/>
          </p:cNvSpPr>
          <p:nvPr/>
        </p:nvSpPr>
        <p:spPr bwMode="auto">
          <a:xfrm>
            <a:off x="2923540" y="3278188"/>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 name="Oval 13">
            <a:extLst>
              <a:ext uri="{FF2B5EF4-FFF2-40B4-BE49-F238E27FC236}">
                <a16:creationId xmlns:a16="http://schemas.microsoft.com/office/drawing/2014/main" id="{61832EAF-2386-4032-9B7B-DE720005A5FA}"/>
              </a:ext>
            </a:extLst>
          </p:cNvPr>
          <p:cNvSpPr>
            <a:spLocks noChangeArrowheads="1"/>
          </p:cNvSpPr>
          <p:nvPr/>
        </p:nvSpPr>
        <p:spPr bwMode="auto">
          <a:xfrm>
            <a:off x="4264978" y="3913188"/>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 name="Oval 14">
            <a:extLst>
              <a:ext uri="{FF2B5EF4-FFF2-40B4-BE49-F238E27FC236}">
                <a16:creationId xmlns:a16="http://schemas.microsoft.com/office/drawing/2014/main" id="{D9520E28-6F80-436C-A0FC-8EBCB2FCE7B2}"/>
              </a:ext>
            </a:extLst>
          </p:cNvPr>
          <p:cNvSpPr>
            <a:spLocks noChangeArrowheads="1"/>
          </p:cNvSpPr>
          <p:nvPr/>
        </p:nvSpPr>
        <p:spPr bwMode="auto">
          <a:xfrm>
            <a:off x="4741228" y="4603750"/>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Oval 15">
            <a:extLst>
              <a:ext uri="{FF2B5EF4-FFF2-40B4-BE49-F238E27FC236}">
                <a16:creationId xmlns:a16="http://schemas.microsoft.com/office/drawing/2014/main" id="{72D077CB-49CF-41CD-8EA0-3207353FC562}"/>
              </a:ext>
            </a:extLst>
          </p:cNvPr>
          <p:cNvSpPr>
            <a:spLocks noChangeArrowheads="1"/>
          </p:cNvSpPr>
          <p:nvPr/>
        </p:nvSpPr>
        <p:spPr bwMode="auto">
          <a:xfrm>
            <a:off x="5217478" y="5254625"/>
            <a:ext cx="1485900" cy="476250"/>
          </a:xfrm>
          <a:prstGeom prst="ellipse">
            <a:avLst/>
          </a:prstGeom>
          <a:noFill/>
          <a:ln w="254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299002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0-#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0-#ppt_w/2"/>
                                          </p:val>
                                        </p:tav>
                                        <p:tav tm="100000">
                                          <p:val>
                                            <p:strVal val="#ppt_x"/>
                                          </p:val>
                                        </p:tav>
                                      </p:tavLst>
                                    </p:anim>
                                    <p:anim calcmode="lin" valueType="num">
                                      <p:cBhvr additive="base">
                                        <p:cTn id="26"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0-#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fltVal val="0"/>
                                          </p:val>
                                        </p:tav>
                                        <p:tav tm="100000">
                                          <p:val>
                                            <p:strVal val="#ppt_w"/>
                                          </p:val>
                                        </p:tav>
                                      </p:tavLst>
                                    </p:anim>
                                    <p:anim calcmode="lin" valueType="num">
                                      <p:cBhvr>
                                        <p:cTn id="44"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500" fill="hold"/>
                                        <p:tgtEl>
                                          <p:spTgt spid="32"/>
                                        </p:tgtEl>
                                        <p:attrNameLst>
                                          <p:attrName>ppt_w</p:attrName>
                                        </p:attrNameLst>
                                      </p:cBhvr>
                                      <p:tavLst>
                                        <p:tav tm="0">
                                          <p:val>
                                            <p:fltVal val="0"/>
                                          </p:val>
                                        </p:tav>
                                        <p:tav tm="100000">
                                          <p:val>
                                            <p:strVal val="#ppt_w"/>
                                          </p:val>
                                        </p:tav>
                                      </p:tavLst>
                                    </p:anim>
                                    <p:anim calcmode="lin" valueType="num">
                                      <p:cBhvr>
                                        <p:cTn id="56"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0-#ppt_w/2"/>
                                          </p:val>
                                        </p:tav>
                                        <p:tav tm="100000">
                                          <p:val>
                                            <p:strVal val="#ppt_x"/>
                                          </p:val>
                                        </p:tav>
                                      </p:tavLst>
                                    </p:anim>
                                    <p:anim calcmode="lin" valueType="num">
                                      <p:cBhvr additive="base">
                                        <p:cTn id="62"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 calcmode="lin" valueType="num">
                                      <p:cBhvr>
                                        <p:cTn id="67" dur="500" fill="hold"/>
                                        <p:tgtEl>
                                          <p:spTgt spid="33"/>
                                        </p:tgtEl>
                                        <p:attrNameLst>
                                          <p:attrName>ppt_w</p:attrName>
                                        </p:attrNameLst>
                                      </p:cBhvr>
                                      <p:tavLst>
                                        <p:tav tm="0">
                                          <p:val>
                                            <p:fltVal val="0"/>
                                          </p:val>
                                        </p:tav>
                                        <p:tav tm="100000">
                                          <p:val>
                                            <p:strVal val="#ppt_w"/>
                                          </p:val>
                                        </p:tav>
                                      </p:tavLst>
                                    </p:anim>
                                    <p:anim calcmode="lin" valueType="num">
                                      <p:cBhvr>
                                        <p:cTn id="68"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3" grpId="0" autoUpdateAnimBg="0"/>
      <p:bldP spid="24" grpId="0" autoUpdateAnimBg="0"/>
      <p:bldP spid="25" grpId="0" autoUpdateAnimBg="0"/>
      <p:bldP spid="26" grpId="0" autoUpdateAnimBg="0"/>
      <p:bldP spid="2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657</TotalTime>
  <Words>1473</Words>
  <Application>Microsoft Office PowerPoint</Application>
  <PresentationFormat>On-screen Show (4:3)</PresentationFormat>
  <Paragraphs>444</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vt:lpstr>
      <vt:lpstr>Bahnschrift</vt:lpstr>
      <vt:lpstr>Bahnschrift SemiBold</vt:lpstr>
      <vt:lpstr>Calibri</vt:lpstr>
      <vt:lpstr>Tahoma</vt:lpstr>
      <vt:lpstr>Trebuchet MS</vt:lpstr>
      <vt:lpstr>Office Theme</vt:lpstr>
      <vt:lpstr>EMTH403</vt:lpstr>
      <vt:lpstr>Lecture Outcomes</vt:lpstr>
      <vt:lpstr>Tree traversals</vt:lpstr>
      <vt:lpstr>Tree traversals</vt:lpstr>
      <vt:lpstr>More binary trees examples</vt:lpstr>
      <vt:lpstr>More binary trees examples</vt:lpstr>
      <vt:lpstr>More binary trees examples</vt:lpstr>
      <vt:lpstr>More binary trees examples</vt:lpstr>
      <vt:lpstr>More binary trees examples</vt:lpstr>
      <vt:lpstr>More binary trees examples</vt:lpstr>
      <vt:lpstr>Preoder, Inorder, Postorder</vt:lpstr>
      <vt:lpstr>Tree traversals using “flags”</vt:lpstr>
      <vt:lpstr>Preorder Depth-first Traversal - N-L-R </vt:lpstr>
      <vt:lpstr>Preorder Depth-first Traversal - N-L-R </vt:lpstr>
      <vt:lpstr>Preorder Depth-first Traversal - N-L-R </vt:lpstr>
      <vt:lpstr>Tree traversals using “flags”</vt:lpstr>
      <vt:lpstr>In-order Traversal: LNR</vt:lpstr>
      <vt:lpstr>In-order Traversal: LNR</vt:lpstr>
      <vt:lpstr>In-order Traversal: LNR</vt:lpstr>
      <vt:lpstr>In-order Traversal: LNR</vt:lpstr>
      <vt:lpstr>In-order Traversal: LNR</vt:lpstr>
      <vt:lpstr>In-order Traversal: LNR</vt:lpstr>
      <vt:lpstr>Tree traversals using “flags”</vt:lpstr>
      <vt:lpstr>Post-order Traversal: LRV</vt:lpstr>
      <vt:lpstr>Post-order Traversal: LRV</vt:lpstr>
      <vt:lpstr>Post-order Traversal: LRV</vt:lpstr>
      <vt:lpstr>Post-order Traversal: LRV</vt:lpstr>
      <vt:lpstr>Post-order Traversal: LRV</vt:lpstr>
      <vt:lpstr>Infix Notation</vt:lpstr>
      <vt:lpstr>Prefix Notation</vt:lpstr>
      <vt:lpstr>Evaluating Prefix Notation</vt:lpstr>
      <vt:lpstr>Evaluating Prefix Notation</vt:lpstr>
      <vt:lpstr>Postfix Notation</vt:lpstr>
      <vt:lpstr>Postfix Notation - LRV</vt:lpstr>
      <vt:lpstr>Postfix Notation - LRV</vt:lpstr>
      <vt:lpstr>Postfix Notation - LRV</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69</cp:revision>
  <dcterms:created xsi:type="dcterms:W3CDTF">2020-12-04T05:20:56Z</dcterms:created>
  <dcterms:modified xsi:type="dcterms:W3CDTF">2021-01-30T09:29:00Z</dcterms:modified>
</cp:coreProperties>
</file>