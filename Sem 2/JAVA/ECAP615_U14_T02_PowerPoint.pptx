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6" r:id="rId2"/>
    <p:sldId id="261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BC"/>
    <a:srgbClr val="26CB8E"/>
    <a:srgbClr val="24CA92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0AAC7E-D071-4914-9B3A-CB50A18F4DB3}" type="doc">
      <dgm:prSet loTypeId="urn:microsoft.com/office/officeart/2005/8/layout/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4ACB314-A95D-467E-9516-DCB962664E87}">
      <dgm:prSet custT="1"/>
      <dgm:spPr>
        <a:solidFill>
          <a:srgbClr val="2190BC"/>
        </a:solidFill>
      </dgm:spPr>
      <dgm:t>
        <a:bodyPr/>
        <a:lstStyle/>
        <a:p>
          <a:r>
            <a:rPr lang="en-US" sz="2400">
              <a:latin typeface="Bahnschrift" panose="020B0502040204020203" pitchFamily="34" charset="0"/>
            </a:rPr>
            <a:t>Every packet sent from a datagram socket is individually routed and delivered. </a:t>
          </a:r>
          <a:endParaRPr lang="en-IN" sz="2400">
            <a:latin typeface="Bahnschrift" panose="020B0502040204020203" pitchFamily="34" charset="0"/>
          </a:endParaRPr>
        </a:p>
      </dgm:t>
    </dgm:pt>
    <dgm:pt modelId="{26001A12-3BDC-4E04-8A05-1DF46EAEFEFC}" type="parTrans" cxnId="{BD775C23-5FCA-4162-9411-9C4F465DB1C6}">
      <dgm:prSet/>
      <dgm:spPr/>
      <dgm:t>
        <a:bodyPr/>
        <a:lstStyle/>
        <a:p>
          <a:endParaRPr lang="en-IN"/>
        </a:p>
      </dgm:t>
    </dgm:pt>
    <dgm:pt modelId="{92781C45-A1A7-4099-A3FE-09707796981B}" type="sibTrans" cxnId="{BD775C23-5FCA-4162-9411-9C4F465DB1C6}">
      <dgm:prSet/>
      <dgm:spPr/>
      <dgm:t>
        <a:bodyPr/>
        <a:lstStyle/>
        <a:p>
          <a:endParaRPr lang="en-IN"/>
        </a:p>
      </dgm:t>
    </dgm:pt>
    <dgm:pt modelId="{4480D1D4-D097-4221-8986-64194B229B54}">
      <dgm:prSet custT="1"/>
      <dgm:spPr>
        <a:solidFill>
          <a:srgbClr val="2190BC"/>
        </a:solidFill>
      </dgm:spPr>
      <dgm:t>
        <a:bodyPr/>
        <a:lstStyle/>
        <a:p>
          <a:r>
            <a:rPr lang="en-US" sz="2400">
              <a:latin typeface="Bahnschrift" panose="020B0502040204020203" pitchFamily="34" charset="0"/>
            </a:rPr>
            <a:t>It can also be used for sending and receiving broadcast messages. </a:t>
          </a:r>
          <a:endParaRPr lang="en-IN" sz="2400">
            <a:latin typeface="Bahnschrift" panose="020B0502040204020203" pitchFamily="34" charset="0"/>
          </a:endParaRPr>
        </a:p>
      </dgm:t>
    </dgm:pt>
    <dgm:pt modelId="{88D5324B-B742-4D31-9819-345FF9737F7C}" type="parTrans" cxnId="{3B18F027-001A-4A34-A921-170F03B08508}">
      <dgm:prSet/>
      <dgm:spPr/>
      <dgm:t>
        <a:bodyPr/>
        <a:lstStyle/>
        <a:p>
          <a:endParaRPr lang="en-IN"/>
        </a:p>
      </dgm:t>
    </dgm:pt>
    <dgm:pt modelId="{40ECD2E7-255F-4F15-8A3C-CB355AA31738}" type="sibTrans" cxnId="{3B18F027-001A-4A34-A921-170F03B08508}">
      <dgm:prSet/>
      <dgm:spPr/>
      <dgm:t>
        <a:bodyPr/>
        <a:lstStyle/>
        <a:p>
          <a:endParaRPr lang="en-IN"/>
        </a:p>
      </dgm:t>
    </dgm:pt>
    <dgm:pt modelId="{FE098CF9-9C2D-49D4-B4A8-F0B9ABDE3727}">
      <dgm:prSet custT="1"/>
      <dgm:spPr>
        <a:solidFill>
          <a:srgbClr val="2190BC"/>
        </a:solidFill>
      </dgm:spPr>
      <dgm:t>
        <a:bodyPr/>
        <a:lstStyle/>
        <a:p>
          <a:r>
            <a:rPr lang="en-US" sz="2400">
              <a:latin typeface="Bahnschrift" panose="020B0502040204020203" pitchFamily="34" charset="0"/>
            </a:rPr>
            <a:t>Datagram Sockets is the java’s mechanism for providing network communication via UDP instead of TCP.</a:t>
          </a:r>
          <a:endParaRPr lang="en-IN" sz="2400">
            <a:latin typeface="Bahnschrift" panose="020B0502040204020203" pitchFamily="34" charset="0"/>
          </a:endParaRPr>
        </a:p>
      </dgm:t>
    </dgm:pt>
    <dgm:pt modelId="{B410AB0A-8C30-4F7E-8487-F84BE595CF99}" type="parTrans" cxnId="{63766FB8-5A8E-4CCE-81E0-EC5F41227846}">
      <dgm:prSet/>
      <dgm:spPr/>
      <dgm:t>
        <a:bodyPr/>
        <a:lstStyle/>
        <a:p>
          <a:endParaRPr lang="en-IN"/>
        </a:p>
      </dgm:t>
    </dgm:pt>
    <dgm:pt modelId="{D3282664-03DD-4442-800C-D5DB9F4D94A4}" type="sibTrans" cxnId="{63766FB8-5A8E-4CCE-81E0-EC5F41227846}">
      <dgm:prSet/>
      <dgm:spPr/>
      <dgm:t>
        <a:bodyPr/>
        <a:lstStyle/>
        <a:p>
          <a:endParaRPr lang="en-IN"/>
        </a:p>
      </dgm:t>
    </dgm:pt>
    <dgm:pt modelId="{4FBF605D-24F3-4CD3-B8B8-3F683EEE0E5D}" type="pres">
      <dgm:prSet presAssocID="{0B0AAC7E-D071-4914-9B3A-CB50A18F4DB3}" presName="linear" presStyleCnt="0">
        <dgm:presLayoutVars>
          <dgm:dir/>
          <dgm:animLvl val="lvl"/>
          <dgm:resizeHandles val="exact"/>
        </dgm:presLayoutVars>
      </dgm:prSet>
      <dgm:spPr/>
    </dgm:pt>
    <dgm:pt modelId="{F6704FC3-E150-4157-B9C2-BFD4033C1873}" type="pres">
      <dgm:prSet presAssocID="{14ACB314-A95D-467E-9516-DCB962664E87}" presName="parentLin" presStyleCnt="0"/>
      <dgm:spPr/>
    </dgm:pt>
    <dgm:pt modelId="{849C81A7-620A-49F9-9699-2BBA7D0F65F1}" type="pres">
      <dgm:prSet presAssocID="{14ACB314-A95D-467E-9516-DCB962664E87}" presName="parentLeftMargin" presStyleLbl="node1" presStyleIdx="0" presStyleCnt="3"/>
      <dgm:spPr/>
    </dgm:pt>
    <dgm:pt modelId="{E5C3BA9B-B852-42F4-85F4-94EC9BAC2F98}" type="pres">
      <dgm:prSet presAssocID="{14ACB314-A95D-467E-9516-DCB962664E8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0A5675-8B23-4CBB-AB4A-65DF267BFA07}" type="pres">
      <dgm:prSet presAssocID="{14ACB314-A95D-467E-9516-DCB962664E87}" presName="negativeSpace" presStyleCnt="0"/>
      <dgm:spPr/>
    </dgm:pt>
    <dgm:pt modelId="{B4976E51-913C-4A86-8601-E0B05FF96245}" type="pres">
      <dgm:prSet presAssocID="{14ACB314-A95D-467E-9516-DCB962664E87}" presName="childText" presStyleLbl="conFgAcc1" presStyleIdx="0" presStyleCnt="3">
        <dgm:presLayoutVars>
          <dgm:bulletEnabled val="1"/>
        </dgm:presLayoutVars>
      </dgm:prSet>
      <dgm:spPr/>
    </dgm:pt>
    <dgm:pt modelId="{C9E8B438-411D-407C-8969-D271615749FE}" type="pres">
      <dgm:prSet presAssocID="{92781C45-A1A7-4099-A3FE-09707796981B}" presName="spaceBetweenRectangles" presStyleCnt="0"/>
      <dgm:spPr/>
    </dgm:pt>
    <dgm:pt modelId="{5E4E7465-56B5-4F85-A267-B0D056868EA2}" type="pres">
      <dgm:prSet presAssocID="{4480D1D4-D097-4221-8986-64194B229B54}" presName="parentLin" presStyleCnt="0"/>
      <dgm:spPr/>
    </dgm:pt>
    <dgm:pt modelId="{8368CAE8-E126-409F-8BE7-17568A051D2F}" type="pres">
      <dgm:prSet presAssocID="{4480D1D4-D097-4221-8986-64194B229B54}" presName="parentLeftMargin" presStyleLbl="node1" presStyleIdx="0" presStyleCnt="3"/>
      <dgm:spPr/>
    </dgm:pt>
    <dgm:pt modelId="{4F3C83FA-2551-45E9-96D4-DC10CE1304CC}" type="pres">
      <dgm:prSet presAssocID="{4480D1D4-D097-4221-8986-64194B229B5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24148D-E168-496B-9D01-134FB3F522A6}" type="pres">
      <dgm:prSet presAssocID="{4480D1D4-D097-4221-8986-64194B229B54}" presName="negativeSpace" presStyleCnt="0"/>
      <dgm:spPr/>
    </dgm:pt>
    <dgm:pt modelId="{81C86CB4-B918-4830-AA59-E177DDC12A07}" type="pres">
      <dgm:prSet presAssocID="{4480D1D4-D097-4221-8986-64194B229B54}" presName="childText" presStyleLbl="conFgAcc1" presStyleIdx="1" presStyleCnt="3">
        <dgm:presLayoutVars>
          <dgm:bulletEnabled val="1"/>
        </dgm:presLayoutVars>
      </dgm:prSet>
      <dgm:spPr/>
    </dgm:pt>
    <dgm:pt modelId="{94172FAD-DA6E-4328-9197-CF09055D8724}" type="pres">
      <dgm:prSet presAssocID="{40ECD2E7-255F-4F15-8A3C-CB355AA31738}" presName="spaceBetweenRectangles" presStyleCnt="0"/>
      <dgm:spPr/>
    </dgm:pt>
    <dgm:pt modelId="{FEA07365-D024-401C-B988-58F4B7FCF87A}" type="pres">
      <dgm:prSet presAssocID="{FE098CF9-9C2D-49D4-B4A8-F0B9ABDE3727}" presName="parentLin" presStyleCnt="0"/>
      <dgm:spPr/>
    </dgm:pt>
    <dgm:pt modelId="{7C2323EB-AFF4-4B03-A71A-C279B6021A98}" type="pres">
      <dgm:prSet presAssocID="{FE098CF9-9C2D-49D4-B4A8-F0B9ABDE3727}" presName="parentLeftMargin" presStyleLbl="node1" presStyleIdx="1" presStyleCnt="3"/>
      <dgm:spPr/>
    </dgm:pt>
    <dgm:pt modelId="{C4C0C8E4-78B8-458B-8E2B-C49860BD7184}" type="pres">
      <dgm:prSet presAssocID="{FE098CF9-9C2D-49D4-B4A8-F0B9ABDE372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81BEEA3-0299-4ED9-8D23-035862BDDD67}" type="pres">
      <dgm:prSet presAssocID="{FE098CF9-9C2D-49D4-B4A8-F0B9ABDE3727}" presName="negativeSpace" presStyleCnt="0"/>
      <dgm:spPr/>
    </dgm:pt>
    <dgm:pt modelId="{09EB9D44-E554-44CA-B588-7DD766CDDDCF}" type="pres">
      <dgm:prSet presAssocID="{FE098CF9-9C2D-49D4-B4A8-F0B9ABDE372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0424A1F-1B85-409F-B987-D07D0332698F}" type="presOf" srcId="{4480D1D4-D097-4221-8986-64194B229B54}" destId="{4F3C83FA-2551-45E9-96D4-DC10CE1304CC}" srcOrd="1" destOrd="0" presId="urn:microsoft.com/office/officeart/2005/8/layout/list1"/>
    <dgm:cxn modelId="{BD775C23-5FCA-4162-9411-9C4F465DB1C6}" srcId="{0B0AAC7E-D071-4914-9B3A-CB50A18F4DB3}" destId="{14ACB314-A95D-467E-9516-DCB962664E87}" srcOrd="0" destOrd="0" parTransId="{26001A12-3BDC-4E04-8A05-1DF46EAEFEFC}" sibTransId="{92781C45-A1A7-4099-A3FE-09707796981B}"/>
    <dgm:cxn modelId="{3EABA125-EBC8-4554-A98B-F08724F99C47}" type="presOf" srcId="{0B0AAC7E-D071-4914-9B3A-CB50A18F4DB3}" destId="{4FBF605D-24F3-4CD3-B8B8-3F683EEE0E5D}" srcOrd="0" destOrd="0" presId="urn:microsoft.com/office/officeart/2005/8/layout/list1"/>
    <dgm:cxn modelId="{11C56426-E36C-4A23-92B7-97C0E293D0E7}" type="presOf" srcId="{14ACB314-A95D-467E-9516-DCB962664E87}" destId="{E5C3BA9B-B852-42F4-85F4-94EC9BAC2F98}" srcOrd="1" destOrd="0" presId="urn:microsoft.com/office/officeart/2005/8/layout/list1"/>
    <dgm:cxn modelId="{3B18F027-001A-4A34-A921-170F03B08508}" srcId="{0B0AAC7E-D071-4914-9B3A-CB50A18F4DB3}" destId="{4480D1D4-D097-4221-8986-64194B229B54}" srcOrd="1" destOrd="0" parTransId="{88D5324B-B742-4D31-9819-345FF9737F7C}" sibTransId="{40ECD2E7-255F-4F15-8A3C-CB355AA31738}"/>
    <dgm:cxn modelId="{D3913E6A-E9E1-4F8D-AFFA-A51E96C5D08E}" type="presOf" srcId="{FE098CF9-9C2D-49D4-B4A8-F0B9ABDE3727}" destId="{C4C0C8E4-78B8-458B-8E2B-C49860BD7184}" srcOrd="1" destOrd="0" presId="urn:microsoft.com/office/officeart/2005/8/layout/list1"/>
    <dgm:cxn modelId="{63766FB8-5A8E-4CCE-81E0-EC5F41227846}" srcId="{0B0AAC7E-D071-4914-9B3A-CB50A18F4DB3}" destId="{FE098CF9-9C2D-49D4-B4A8-F0B9ABDE3727}" srcOrd="2" destOrd="0" parTransId="{B410AB0A-8C30-4F7E-8487-F84BE595CF99}" sibTransId="{D3282664-03DD-4442-800C-D5DB9F4D94A4}"/>
    <dgm:cxn modelId="{FBC152B8-61B8-4F52-87EE-C693CD616731}" type="presOf" srcId="{FE098CF9-9C2D-49D4-B4A8-F0B9ABDE3727}" destId="{7C2323EB-AFF4-4B03-A71A-C279B6021A98}" srcOrd="0" destOrd="0" presId="urn:microsoft.com/office/officeart/2005/8/layout/list1"/>
    <dgm:cxn modelId="{2EFE91BA-018B-4D3B-A572-1EA43CC061E0}" type="presOf" srcId="{14ACB314-A95D-467E-9516-DCB962664E87}" destId="{849C81A7-620A-49F9-9699-2BBA7D0F65F1}" srcOrd="0" destOrd="0" presId="urn:microsoft.com/office/officeart/2005/8/layout/list1"/>
    <dgm:cxn modelId="{CB33C7F4-2CDE-42B1-B957-37751B862BD7}" type="presOf" srcId="{4480D1D4-D097-4221-8986-64194B229B54}" destId="{8368CAE8-E126-409F-8BE7-17568A051D2F}" srcOrd="0" destOrd="0" presId="urn:microsoft.com/office/officeart/2005/8/layout/list1"/>
    <dgm:cxn modelId="{FD0672A7-0908-4FED-8CF4-5FB8E862AC3B}" type="presParOf" srcId="{4FBF605D-24F3-4CD3-B8B8-3F683EEE0E5D}" destId="{F6704FC3-E150-4157-B9C2-BFD4033C1873}" srcOrd="0" destOrd="0" presId="urn:microsoft.com/office/officeart/2005/8/layout/list1"/>
    <dgm:cxn modelId="{848649BB-BB87-4830-ADCB-71D8CD840BDF}" type="presParOf" srcId="{F6704FC3-E150-4157-B9C2-BFD4033C1873}" destId="{849C81A7-620A-49F9-9699-2BBA7D0F65F1}" srcOrd="0" destOrd="0" presId="urn:microsoft.com/office/officeart/2005/8/layout/list1"/>
    <dgm:cxn modelId="{C890DA3D-92C2-48A9-9AC2-A9C414C00CD9}" type="presParOf" srcId="{F6704FC3-E150-4157-B9C2-BFD4033C1873}" destId="{E5C3BA9B-B852-42F4-85F4-94EC9BAC2F98}" srcOrd="1" destOrd="0" presId="urn:microsoft.com/office/officeart/2005/8/layout/list1"/>
    <dgm:cxn modelId="{A3B82E93-6802-42FD-BDDA-492BC1813926}" type="presParOf" srcId="{4FBF605D-24F3-4CD3-B8B8-3F683EEE0E5D}" destId="{F00A5675-8B23-4CBB-AB4A-65DF267BFA07}" srcOrd="1" destOrd="0" presId="urn:microsoft.com/office/officeart/2005/8/layout/list1"/>
    <dgm:cxn modelId="{7B23172C-25CD-44EE-BA59-C5F206BFD850}" type="presParOf" srcId="{4FBF605D-24F3-4CD3-B8B8-3F683EEE0E5D}" destId="{B4976E51-913C-4A86-8601-E0B05FF96245}" srcOrd="2" destOrd="0" presId="urn:microsoft.com/office/officeart/2005/8/layout/list1"/>
    <dgm:cxn modelId="{74CB78E3-5E52-4DAB-A3A0-40C2CD1A85C3}" type="presParOf" srcId="{4FBF605D-24F3-4CD3-B8B8-3F683EEE0E5D}" destId="{C9E8B438-411D-407C-8969-D271615749FE}" srcOrd="3" destOrd="0" presId="urn:microsoft.com/office/officeart/2005/8/layout/list1"/>
    <dgm:cxn modelId="{7D8D841D-6EFC-4CCC-A47F-A03BAD9B71EA}" type="presParOf" srcId="{4FBF605D-24F3-4CD3-B8B8-3F683EEE0E5D}" destId="{5E4E7465-56B5-4F85-A267-B0D056868EA2}" srcOrd="4" destOrd="0" presId="urn:microsoft.com/office/officeart/2005/8/layout/list1"/>
    <dgm:cxn modelId="{4884E7D0-1AFC-4250-8524-4A5C8F28F232}" type="presParOf" srcId="{5E4E7465-56B5-4F85-A267-B0D056868EA2}" destId="{8368CAE8-E126-409F-8BE7-17568A051D2F}" srcOrd="0" destOrd="0" presId="urn:microsoft.com/office/officeart/2005/8/layout/list1"/>
    <dgm:cxn modelId="{544DC035-F86D-404D-B9EE-999B6321DAE6}" type="presParOf" srcId="{5E4E7465-56B5-4F85-A267-B0D056868EA2}" destId="{4F3C83FA-2551-45E9-96D4-DC10CE1304CC}" srcOrd="1" destOrd="0" presId="urn:microsoft.com/office/officeart/2005/8/layout/list1"/>
    <dgm:cxn modelId="{7328B87B-667A-45AD-AC63-7826687659A5}" type="presParOf" srcId="{4FBF605D-24F3-4CD3-B8B8-3F683EEE0E5D}" destId="{C424148D-E168-496B-9D01-134FB3F522A6}" srcOrd="5" destOrd="0" presId="urn:microsoft.com/office/officeart/2005/8/layout/list1"/>
    <dgm:cxn modelId="{7ABB9C95-8389-434C-88EF-4CE8EB3B0EBB}" type="presParOf" srcId="{4FBF605D-24F3-4CD3-B8B8-3F683EEE0E5D}" destId="{81C86CB4-B918-4830-AA59-E177DDC12A07}" srcOrd="6" destOrd="0" presId="urn:microsoft.com/office/officeart/2005/8/layout/list1"/>
    <dgm:cxn modelId="{2DC48793-702D-481E-A701-A198671FF33A}" type="presParOf" srcId="{4FBF605D-24F3-4CD3-B8B8-3F683EEE0E5D}" destId="{94172FAD-DA6E-4328-9197-CF09055D8724}" srcOrd="7" destOrd="0" presId="urn:microsoft.com/office/officeart/2005/8/layout/list1"/>
    <dgm:cxn modelId="{098376E9-542D-4580-A125-791C7DC748D7}" type="presParOf" srcId="{4FBF605D-24F3-4CD3-B8B8-3F683EEE0E5D}" destId="{FEA07365-D024-401C-B988-58F4B7FCF87A}" srcOrd="8" destOrd="0" presId="urn:microsoft.com/office/officeart/2005/8/layout/list1"/>
    <dgm:cxn modelId="{5508A535-A328-467E-B22E-08C0FBF6EC4F}" type="presParOf" srcId="{FEA07365-D024-401C-B988-58F4B7FCF87A}" destId="{7C2323EB-AFF4-4B03-A71A-C279B6021A98}" srcOrd="0" destOrd="0" presId="urn:microsoft.com/office/officeart/2005/8/layout/list1"/>
    <dgm:cxn modelId="{CAE50666-6579-4AC9-B4EF-385EAA215846}" type="presParOf" srcId="{FEA07365-D024-401C-B988-58F4B7FCF87A}" destId="{C4C0C8E4-78B8-458B-8E2B-C49860BD7184}" srcOrd="1" destOrd="0" presId="urn:microsoft.com/office/officeart/2005/8/layout/list1"/>
    <dgm:cxn modelId="{9245BC2E-CAEC-4686-8562-621B1D5FFFE1}" type="presParOf" srcId="{4FBF605D-24F3-4CD3-B8B8-3F683EEE0E5D}" destId="{081BEEA3-0299-4ED9-8D23-035862BDDD67}" srcOrd="9" destOrd="0" presId="urn:microsoft.com/office/officeart/2005/8/layout/list1"/>
    <dgm:cxn modelId="{CAEF3878-B946-4567-852C-288F4CB06367}" type="presParOf" srcId="{4FBF605D-24F3-4CD3-B8B8-3F683EEE0E5D}" destId="{09EB9D44-E554-44CA-B588-7DD766CDDDC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76E51-913C-4A86-8601-E0B05FF96245}">
      <dsp:nvSpPr>
        <dsp:cNvPr id="0" name=""/>
        <dsp:cNvSpPr/>
      </dsp:nvSpPr>
      <dsp:spPr>
        <a:xfrm>
          <a:off x="0" y="580401"/>
          <a:ext cx="8445873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C3BA9B-B852-42F4-85F4-94EC9BAC2F98}">
      <dsp:nvSpPr>
        <dsp:cNvPr id="0" name=""/>
        <dsp:cNvSpPr/>
      </dsp:nvSpPr>
      <dsp:spPr>
        <a:xfrm>
          <a:off x="422293" y="19521"/>
          <a:ext cx="5912111" cy="1121760"/>
        </a:xfrm>
        <a:prstGeom prst="roundRect">
          <a:avLst/>
        </a:prstGeom>
        <a:solidFill>
          <a:srgbClr val="2190B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3464" tIns="0" rIns="22346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Bahnschrift" panose="020B0502040204020203" pitchFamily="34" charset="0"/>
            </a:rPr>
            <a:t>Every packet sent from a datagram socket is individually routed and delivered. </a:t>
          </a:r>
          <a:endParaRPr lang="en-IN" sz="2400" kern="1200">
            <a:latin typeface="Bahnschrift" panose="020B0502040204020203" pitchFamily="34" charset="0"/>
          </a:endParaRPr>
        </a:p>
      </dsp:txBody>
      <dsp:txXfrm>
        <a:off x="477053" y="74281"/>
        <a:ext cx="5802591" cy="1012240"/>
      </dsp:txXfrm>
    </dsp:sp>
    <dsp:sp modelId="{81C86CB4-B918-4830-AA59-E177DDC12A07}">
      <dsp:nvSpPr>
        <dsp:cNvPr id="0" name=""/>
        <dsp:cNvSpPr/>
      </dsp:nvSpPr>
      <dsp:spPr>
        <a:xfrm>
          <a:off x="0" y="2304082"/>
          <a:ext cx="8445873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C83FA-2551-45E9-96D4-DC10CE1304CC}">
      <dsp:nvSpPr>
        <dsp:cNvPr id="0" name=""/>
        <dsp:cNvSpPr/>
      </dsp:nvSpPr>
      <dsp:spPr>
        <a:xfrm>
          <a:off x="422293" y="1743201"/>
          <a:ext cx="5912111" cy="1121760"/>
        </a:xfrm>
        <a:prstGeom prst="roundRect">
          <a:avLst/>
        </a:prstGeom>
        <a:solidFill>
          <a:srgbClr val="2190B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3464" tIns="0" rIns="22346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Bahnschrift" panose="020B0502040204020203" pitchFamily="34" charset="0"/>
            </a:rPr>
            <a:t>It can also be used for sending and receiving broadcast messages. </a:t>
          </a:r>
          <a:endParaRPr lang="en-IN" sz="2400" kern="1200">
            <a:latin typeface="Bahnschrift" panose="020B0502040204020203" pitchFamily="34" charset="0"/>
          </a:endParaRPr>
        </a:p>
      </dsp:txBody>
      <dsp:txXfrm>
        <a:off x="477053" y="1797961"/>
        <a:ext cx="5802591" cy="1012240"/>
      </dsp:txXfrm>
    </dsp:sp>
    <dsp:sp modelId="{09EB9D44-E554-44CA-B588-7DD766CDDDCF}">
      <dsp:nvSpPr>
        <dsp:cNvPr id="0" name=""/>
        <dsp:cNvSpPr/>
      </dsp:nvSpPr>
      <dsp:spPr>
        <a:xfrm>
          <a:off x="0" y="4027762"/>
          <a:ext cx="8445873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0C8E4-78B8-458B-8E2B-C49860BD7184}">
      <dsp:nvSpPr>
        <dsp:cNvPr id="0" name=""/>
        <dsp:cNvSpPr/>
      </dsp:nvSpPr>
      <dsp:spPr>
        <a:xfrm>
          <a:off x="422293" y="3466882"/>
          <a:ext cx="5912111" cy="1121760"/>
        </a:xfrm>
        <a:prstGeom prst="roundRect">
          <a:avLst/>
        </a:prstGeom>
        <a:solidFill>
          <a:srgbClr val="2190B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3464" tIns="0" rIns="22346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Bahnschrift" panose="020B0502040204020203" pitchFamily="34" charset="0"/>
            </a:rPr>
            <a:t>Datagram Sockets is the java’s mechanism for providing network communication via UDP instead of TCP.</a:t>
          </a:r>
          <a:endParaRPr lang="en-IN" sz="2400" kern="1200">
            <a:latin typeface="Bahnschrift" panose="020B0502040204020203" pitchFamily="34" charset="0"/>
          </a:endParaRPr>
        </a:p>
      </dsp:txBody>
      <dsp:txXfrm>
        <a:off x="477053" y="3521642"/>
        <a:ext cx="5802591" cy="1012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01-09-2021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2" y="2818150"/>
            <a:ext cx="7585023" cy="36981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Learn the basic concept </a:t>
            </a:r>
            <a:r>
              <a:rPr lang="en-US" dirty="0" err="1"/>
              <a:t>DatagramSocket</a:t>
            </a:r>
            <a:r>
              <a:rPr lang="en-US" dirty="0"/>
              <a:t> Class.</a:t>
            </a:r>
          </a:p>
          <a:p>
            <a:pPr algn="just"/>
            <a:r>
              <a:rPr lang="en-US" dirty="0"/>
              <a:t>Understand the various constructors and methods of </a:t>
            </a:r>
            <a:r>
              <a:rPr lang="en-US" dirty="0" err="1"/>
              <a:t>DatagramSocket</a:t>
            </a:r>
            <a:r>
              <a:rPr lang="en-US" dirty="0"/>
              <a:t> Class.</a:t>
            </a:r>
          </a:p>
          <a:p>
            <a:pPr algn="just"/>
            <a:r>
              <a:rPr lang="en-US" dirty="0"/>
              <a:t>Implementation of </a:t>
            </a:r>
            <a:r>
              <a:rPr lang="en-US" dirty="0" err="1"/>
              <a:t>DatagramSocket</a:t>
            </a:r>
            <a:r>
              <a:rPr lang="en-US" dirty="0"/>
              <a:t> Class.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9034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Datagrams are collection of information sent from one device to another device via the established network.</a:t>
            </a:r>
          </a:p>
          <a:p>
            <a:pPr algn="just"/>
            <a:r>
              <a:rPr lang="en-US" sz="2600" dirty="0"/>
              <a:t> When the datagram is sent to the targeted device, there is no assurance that it will reach to the target device safely and completely. </a:t>
            </a:r>
          </a:p>
          <a:p>
            <a:pPr algn="just"/>
            <a:r>
              <a:rPr lang="en-US" sz="2600" dirty="0"/>
              <a:t>The UDP protocol is used to implement the datagrams in Java.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 Datagram</a:t>
            </a:r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508224"/>
            <a:ext cx="8490844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DatagramSocket</a:t>
            </a:r>
            <a:r>
              <a:rPr lang="en-US" dirty="0"/>
              <a:t> class represents a connection-less socket for sending and receiving datagram packets. </a:t>
            </a:r>
          </a:p>
          <a:p>
            <a:pPr algn="just"/>
            <a:r>
              <a:rPr lang="en-US" dirty="0"/>
              <a:t>A datagram is basically an information but there is no guarantee of its content, arrival or arrival time.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 err="1"/>
              <a:t>DatagramSocket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78516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FDEF66F-6B8A-4E71-852B-CBDD630DC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833512"/>
              </p:ext>
            </p:extLst>
          </p:nvPr>
        </p:nvGraphicFramePr>
        <p:xfrm>
          <a:off x="338362" y="1463253"/>
          <a:ext cx="8445873" cy="500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 err="1"/>
              <a:t>DatagramSocket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99040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2" y="1463253"/>
            <a:ext cx="8430883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DatagramSocket</a:t>
            </a:r>
            <a:r>
              <a:rPr lang="en-US" dirty="0"/>
              <a:t>()</a:t>
            </a:r>
          </a:p>
          <a:p>
            <a:pPr algn="just"/>
            <a:r>
              <a:rPr lang="en-IN" dirty="0" err="1"/>
              <a:t>DatagramSocket</a:t>
            </a:r>
            <a:r>
              <a:rPr lang="en-IN" dirty="0"/>
              <a:t>(</a:t>
            </a:r>
            <a:r>
              <a:rPr lang="en-IN" dirty="0" err="1"/>
              <a:t>DatagramSocketImpl</a:t>
            </a:r>
            <a:r>
              <a:rPr lang="en-IN" dirty="0"/>
              <a:t> </a:t>
            </a:r>
            <a:r>
              <a:rPr lang="en-IN" dirty="0" err="1"/>
              <a:t>impl</a:t>
            </a:r>
            <a:r>
              <a:rPr lang="en-IN" dirty="0"/>
              <a:t>)</a:t>
            </a:r>
          </a:p>
          <a:p>
            <a:pPr algn="just"/>
            <a:r>
              <a:rPr lang="en-US" dirty="0" err="1"/>
              <a:t>DatagramSocket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port)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Constructors of </a:t>
            </a:r>
            <a:r>
              <a:rPr lang="en-IN" dirty="0" err="1"/>
              <a:t>DatagramSocket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26101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63253"/>
            <a:ext cx="7886700" cy="5004884"/>
          </a:xfrm>
        </p:spPr>
        <p:txBody>
          <a:bodyPr/>
          <a:lstStyle/>
          <a:p>
            <a:r>
              <a:rPr lang="en-US" dirty="0" err="1"/>
              <a:t>DatagramSocket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port, </a:t>
            </a:r>
            <a:r>
              <a:rPr lang="en-US" dirty="0" err="1"/>
              <a:t>InetAddress</a:t>
            </a:r>
            <a:r>
              <a:rPr lang="en-US" dirty="0"/>
              <a:t> </a:t>
            </a:r>
            <a:r>
              <a:rPr lang="en-US" dirty="0" err="1"/>
              <a:t>laddr</a:t>
            </a:r>
            <a:r>
              <a:rPr lang="en-US" dirty="0"/>
              <a:t>)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DatagramSocket</a:t>
            </a:r>
            <a:r>
              <a:rPr lang="en-US" dirty="0"/>
              <a:t>(</a:t>
            </a:r>
            <a:r>
              <a:rPr lang="en-US" dirty="0" err="1"/>
              <a:t>SocketAddress</a:t>
            </a:r>
            <a:r>
              <a:rPr lang="en-US" dirty="0"/>
              <a:t> </a:t>
            </a:r>
            <a:r>
              <a:rPr lang="en-US" dirty="0" err="1"/>
              <a:t>bindaddr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Constructors of </a:t>
            </a:r>
            <a:r>
              <a:rPr lang="en-IN" dirty="0" err="1"/>
              <a:t>DatagramSocket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435354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48263"/>
            <a:ext cx="7886700" cy="5004884"/>
          </a:xfrm>
        </p:spPr>
        <p:txBody>
          <a:bodyPr>
            <a:normAutofit/>
          </a:bodyPr>
          <a:lstStyle/>
          <a:p>
            <a:r>
              <a:rPr lang="en-US" dirty="0"/>
              <a:t>bind() </a:t>
            </a:r>
          </a:p>
          <a:p>
            <a:r>
              <a:rPr lang="en-US" dirty="0"/>
              <a:t>connect() 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  <a:p>
            <a:r>
              <a:rPr lang="en-US" dirty="0"/>
              <a:t>disconnect() </a:t>
            </a:r>
          </a:p>
          <a:p>
            <a:r>
              <a:rPr lang="en-US" dirty="0" err="1"/>
              <a:t>isClosed</a:t>
            </a:r>
            <a:r>
              <a:rPr lang="en-US" dirty="0"/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Methods of </a:t>
            </a:r>
            <a:r>
              <a:rPr lang="en-IN" dirty="0" err="1"/>
              <a:t>DatagramSocket</a:t>
            </a:r>
            <a:r>
              <a:rPr lang="en-IN" dirty="0"/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385820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33273"/>
            <a:ext cx="7886700" cy="5004884"/>
          </a:xfrm>
        </p:spPr>
        <p:txBody>
          <a:bodyPr>
            <a:normAutofit/>
          </a:bodyPr>
          <a:lstStyle/>
          <a:p>
            <a:r>
              <a:rPr lang="en-US" dirty="0" err="1"/>
              <a:t>getChannel</a:t>
            </a:r>
            <a:r>
              <a:rPr lang="en-US" dirty="0"/>
              <a:t>() </a:t>
            </a:r>
          </a:p>
          <a:p>
            <a:r>
              <a:rPr lang="en-US" dirty="0"/>
              <a:t>close() </a:t>
            </a:r>
          </a:p>
          <a:p>
            <a:r>
              <a:rPr lang="en-US" dirty="0" err="1"/>
              <a:t>setBroadcast</a:t>
            </a:r>
            <a:r>
              <a:rPr lang="en-US" dirty="0"/>
              <a:t>() </a:t>
            </a:r>
          </a:p>
          <a:p>
            <a:r>
              <a:rPr lang="en-US" dirty="0" err="1"/>
              <a:t>getBroadcast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Methods of </a:t>
            </a:r>
            <a:r>
              <a:rPr lang="en-IN" dirty="0" err="1"/>
              <a:t>DatagramSocket</a:t>
            </a:r>
            <a:r>
              <a:rPr lang="en-IN" dirty="0"/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3702801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505446"/>
            <a:ext cx="7886700" cy="5004884"/>
          </a:xfrm>
        </p:spPr>
        <p:txBody>
          <a:bodyPr>
            <a:normAutofit/>
          </a:bodyPr>
          <a:lstStyle/>
          <a:p>
            <a:r>
              <a:rPr lang="en-US" dirty="0" err="1"/>
              <a:t>setReuseAddress</a:t>
            </a:r>
            <a:r>
              <a:rPr lang="en-US" dirty="0"/>
              <a:t>() </a:t>
            </a:r>
          </a:p>
          <a:p>
            <a:r>
              <a:rPr lang="en-US" dirty="0" err="1"/>
              <a:t>setReceiveBufferSize</a:t>
            </a:r>
            <a:r>
              <a:rPr lang="en-US" dirty="0"/>
              <a:t>() </a:t>
            </a:r>
          </a:p>
          <a:p>
            <a:r>
              <a:rPr lang="en-US" dirty="0" err="1"/>
              <a:t>getReceiveBufferSize</a:t>
            </a:r>
            <a:r>
              <a:rPr lang="en-US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setSOTimeout</a:t>
            </a:r>
            <a:r>
              <a:rPr lang="en-US" dirty="0"/>
              <a:t>() </a:t>
            </a:r>
          </a:p>
          <a:p>
            <a:r>
              <a:rPr lang="en-US" dirty="0" err="1"/>
              <a:t>getSoTimeout</a:t>
            </a:r>
            <a:r>
              <a:rPr lang="en-US" dirty="0"/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Methods of </a:t>
            </a:r>
            <a:r>
              <a:rPr lang="en-IN" dirty="0" err="1"/>
              <a:t>DatagramSocket</a:t>
            </a:r>
            <a:r>
              <a:rPr lang="en-IN" dirty="0"/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3294168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78243"/>
            <a:ext cx="7886700" cy="5004884"/>
          </a:xfrm>
        </p:spPr>
        <p:txBody>
          <a:bodyPr>
            <a:normAutofit/>
          </a:bodyPr>
          <a:lstStyle/>
          <a:p>
            <a:r>
              <a:rPr lang="en-US" dirty="0" err="1"/>
              <a:t>getLocalPort</a:t>
            </a:r>
            <a:r>
              <a:rPr lang="en-US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getLocalAddress</a:t>
            </a:r>
            <a:r>
              <a:rPr lang="en-US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receive() </a:t>
            </a:r>
          </a:p>
          <a:p>
            <a:r>
              <a:rPr lang="en-US"/>
              <a:t>send()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Methods of </a:t>
            </a:r>
            <a:r>
              <a:rPr lang="en-IN" dirty="0" err="1"/>
              <a:t>DatagramSocket</a:t>
            </a:r>
            <a:r>
              <a:rPr lang="en-IN" dirty="0"/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3658341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2432</TotalTime>
  <Words>241</Words>
  <Application>Microsoft Office PowerPoint</Application>
  <PresentationFormat>On-screen Show (4:3)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 Datagram</vt:lpstr>
      <vt:lpstr>DatagramSocket class</vt:lpstr>
      <vt:lpstr>DatagramSocket class</vt:lpstr>
      <vt:lpstr>Constructors of DatagramSocket class</vt:lpstr>
      <vt:lpstr>Constructors of DatagramSocket class</vt:lpstr>
      <vt:lpstr>Methods of DatagramSocket class </vt:lpstr>
      <vt:lpstr>Methods of DatagramSocket class </vt:lpstr>
      <vt:lpstr>Methods of DatagramSocket class </vt:lpstr>
      <vt:lpstr>Methods of DatagramSocket class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213</cp:revision>
  <dcterms:created xsi:type="dcterms:W3CDTF">2021-05-13T17:45:44Z</dcterms:created>
  <dcterms:modified xsi:type="dcterms:W3CDTF">2021-09-01T08:29:34Z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349103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