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vnd.ms-photo" Extension="wdp"/>
  <Default ContentType="application/xml" Extension="xml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handoutMaster+xml" PartName="/ppt/handoutMasters/handout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drawingml.diagramData+xml" PartName="/ppt/diagrams/data1.xml"/>
  <Override ContentType="application/vnd.openxmlformats-officedocument.drawingml.diagramLayout+xml" PartName="/ppt/diagrams/layout1.xml"/>
  <Override ContentType="application/vnd.openxmlformats-officedocument.drawingml.diagramStyle+xml" PartName="/ppt/diagrams/quickStyle1.xml"/>
  <Override ContentType="application/vnd.openxmlformats-officedocument.drawingml.diagramColors+xml" PartName="/ppt/diagrams/colors1.xml"/>
  <Override ContentType="application/vnd.ms-office.drawingml.diagramDrawing+xml" PartName="/ppt/diagrams/drawing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custom-properties+xml" PartName="/docProps/custom.xml"/>
</Types>
</file>

<file path=_rels/.rels><?xml version="1.0" encoding="UTF-8" standalone="yes" ?><Relationships xmlns="http://schemas.openxmlformats.org/package/2006/relationships"><Relationship Id="rId3" Target="docProps/core.xml" Type="http://schemas.openxmlformats.org/package/2006/relationships/metadata/core-properties"/><Relationship Id="rId2" Target="docProps/thumbnail.jpeg" Type="http://schemas.openxmlformats.org/package/2006/relationships/metadata/thumbnail"/><Relationship Id="rId1" Target="ppt/presentation.xml" Type="http://schemas.openxmlformats.org/officeDocument/2006/relationships/officeDocument"/><Relationship Id="rId4" Target="docProps/app.xml" Type="http://schemas.openxmlformats.org/officeDocument/2006/relationships/extended-properties"/><Relationship Id="rId5" Target="docProps/custom.xml" Type="http://schemas.openxmlformats.org/officeDocument/2006/relationships/custom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handoutMasterIdLst>
    <p:handoutMasterId r:id="rId11"/>
  </p:handoutMasterIdLst>
  <p:sldIdLst>
    <p:sldId id="266" r:id="rId2"/>
    <p:sldId id="261" r:id="rId3"/>
    <p:sldId id="286" r:id="rId4"/>
    <p:sldId id="287" r:id="rId5"/>
    <p:sldId id="288" r:id="rId6"/>
    <p:sldId id="289" r:id="rId7"/>
    <p:sldId id="290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90BC"/>
    <a:srgbClr val="26CB8E"/>
    <a:srgbClr val="24CA92"/>
    <a:srgbClr val="D1F4E8"/>
    <a:srgbClr val="092E43"/>
    <a:srgbClr val="2C2C2C"/>
    <a:srgbClr val="353535"/>
    <a:srgbClr val="FFFFFF"/>
    <a:srgbClr val="29C5CA"/>
    <a:srgbClr val="017C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91" autoAdjust="0"/>
    <p:restoredTop sz="94660"/>
  </p:normalViewPr>
  <p:slideViewPr>
    <p:cSldViewPr snapToGrid="0">
      <p:cViewPr varScale="1">
        <p:scale>
          <a:sx n="64" d="100"/>
          <a:sy n="64" d="100"/>
        </p:scale>
        <p:origin x="154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9" d="100"/>
          <a:sy n="49" d="100"/>
        </p:scale>
        <p:origin x="2910" y="3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E5C5647-B349-40CE-B680-4DCE3BFC0B5A}" type="doc">
      <dgm:prSet loTypeId="urn:microsoft.com/office/officeart/2005/8/layout/hierarchy1" loCatId="hierarchy" qsTypeId="urn:microsoft.com/office/officeart/2005/8/quickstyle/simple1" qsCatId="simple" csTypeId="urn:microsoft.com/office/officeart/2005/8/colors/accent6_2" csCatId="accent6" phldr="1"/>
      <dgm:spPr/>
      <dgm:t>
        <a:bodyPr/>
        <a:lstStyle/>
        <a:p>
          <a:endParaRPr lang="en-IN"/>
        </a:p>
      </dgm:t>
    </dgm:pt>
    <dgm:pt modelId="{ECC61552-FDB5-4AB3-9223-4A10F261A2BA}">
      <dgm:prSet phldrT="[Text]"/>
      <dgm:spPr/>
      <dgm:t>
        <a:bodyPr/>
        <a:lstStyle/>
        <a:p>
          <a:r>
            <a:rPr lang="en-IN" dirty="0">
              <a:latin typeface="Bahnschrift" panose="020B0502040204020203" pitchFamily="34" charset="0"/>
            </a:rPr>
            <a:t>Types of Exceptions</a:t>
          </a:r>
        </a:p>
      </dgm:t>
    </dgm:pt>
    <dgm:pt modelId="{C3083D49-E45D-4448-AD44-DB51A7F8C96C}" type="parTrans" cxnId="{3135675B-B404-4106-BF09-A4CFB9836DAE}">
      <dgm:prSet/>
      <dgm:spPr/>
      <dgm:t>
        <a:bodyPr/>
        <a:lstStyle/>
        <a:p>
          <a:endParaRPr lang="en-IN"/>
        </a:p>
      </dgm:t>
    </dgm:pt>
    <dgm:pt modelId="{B4289A76-3E6C-4858-AE55-4019CBD2D168}" type="sibTrans" cxnId="{3135675B-B404-4106-BF09-A4CFB9836DAE}">
      <dgm:prSet/>
      <dgm:spPr/>
      <dgm:t>
        <a:bodyPr/>
        <a:lstStyle/>
        <a:p>
          <a:endParaRPr lang="en-IN"/>
        </a:p>
      </dgm:t>
    </dgm:pt>
    <dgm:pt modelId="{486906A8-773D-496B-A064-3683B7C2B62C}">
      <dgm:prSet phldrT="[Text]"/>
      <dgm:spPr/>
      <dgm:t>
        <a:bodyPr/>
        <a:lstStyle/>
        <a:p>
          <a:r>
            <a:rPr lang="en-IN" dirty="0">
              <a:latin typeface="Bahnschrift" panose="020B0502040204020203" pitchFamily="34" charset="0"/>
            </a:rPr>
            <a:t>Checked</a:t>
          </a:r>
        </a:p>
      </dgm:t>
    </dgm:pt>
    <dgm:pt modelId="{C9F07193-32F9-4BAD-961F-91FAA425A438}" type="parTrans" cxnId="{D1454240-E49A-4A7A-83D0-A95FA5038BC2}">
      <dgm:prSet/>
      <dgm:spPr/>
      <dgm:t>
        <a:bodyPr/>
        <a:lstStyle/>
        <a:p>
          <a:endParaRPr lang="en-IN"/>
        </a:p>
      </dgm:t>
    </dgm:pt>
    <dgm:pt modelId="{2C8FAD91-26D8-4618-BF80-032FAB43465F}" type="sibTrans" cxnId="{D1454240-E49A-4A7A-83D0-A95FA5038BC2}">
      <dgm:prSet/>
      <dgm:spPr/>
      <dgm:t>
        <a:bodyPr/>
        <a:lstStyle/>
        <a:p>
          <a:endParaRPr lang="en-IN"/>
        </a:p>
      </dgm:t>
    </dgm:pt>
    <dgm:pt modelId="{E1995985-C911-42C3-8E25-526F31F74DBC}">
      <dgm:prSet phldrT="[Text]"/>
      <dgm:spPr/>
      <dgm:t>
        <a:bodyPr/>
        <a:lstStyle/>
        <a:p>
          <a:r>
            <a:rPr lang="en-IN" dirty="0">
              <a:latin typeface="Bahnschrift" panose="020B0502040204020203" pitchFamily="34" charset="0"/>
            </a:rPr>
            <a:t>Unchecked</a:t>
          </a:r>
        </a:p>
      </dgm:t>
    </dgm:pt>
    <dgm:pt modelId="{3AED5497-E02C-4DDA-8367-2ED59D7B3F7D}" type="parTrans" cxnId="{A7674811-7711-4097-B623-D50DF2B65A91}">
      <dgm:prSet/>
      <dgm:spPr/>
      <dgm:t>
        <a:bodyPr/>
        <a:lstStyle/>
        <a:p>
          <a:endParaRPr lang="en-IN"/>
        </a:p>
      </dgm:t>
    </dgm:pt>
    <dgm:pt modelId="{4FB405EF-F02B-4D5D-B9EA-64A6F8A29209}" type="sibTrans" cxnId="{A7674811-7711-4097-B623-D50DF2B65A91}">
      <dgm:prSet/>
      <dgm:spPr/>
      <dgm:t>
        <a:bodyPr/>
        <a:lstStyle/>
        <a:p>
          <a:endParaRPr lang="en-IN"/>
        </a:p>
      </dgm:t>
    </dgm:pt>
    <dgm:pt modelId="{52EDF3FD-21DC-44BD-88F0-59D729948E6C}" type="pres">
      <dgm:prSet presAssocID="{EE5C5647-B349-40CE-B680-4DCE3BFC0B5A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6706B02-AB04-4FF6-BE44-A286F6FAA8B0}" type="pres">
      <dgm:prSet presAssocID="{ECC61552-FDB5-4AB3-9223-4A10F261A2BA}" presName="hierRoot1" presStyleCnt="0"/>
      <dgm:spPr/>
    </dgm:pt>
    <dgm:pt modelId="{0914B3DA-9B21-4C02-9D22-820C9B57F40C}" type="pres">
      <dgm:prSet presAssocID="{ECC61552-FDB5-4AB3-9223-4A10F261A2BA}" presName="composite" presStyleCnt="0"/>
      <dgm:spPr/>
    </dgm:pt>
    <dgm:pt modelId="{3A537DF2-E08D-40A9-BF70-50333A4ABBB8}" type="pres">
      <dgm:prSet presAssocID="{ECC61552-FDB5-4AB3-9223-4A10F261A2BA}" presName="background" presStyleLbl="node0" presStyleIdx="0" presStyleCnt="1"/>
      <dgm:spPr/>
    </dgm:pt>
    <dgm:pt modelId="{D5776FF2-C58E-4ECC-BC62-6DA3970EF87B}" type="pres">
      <dgm:prSet presAssocID="{ECC61552-FDB5-4AB3-9223-4A10F261A2BA}" presName="text" presStyleLbl="fgAcc0" presStyleIdx="0" presStyleCnt="1">
        <dgm:presLayoutVars>
          <dgm:chPref val="3"/>
        </dgm:presLayoutVars>
      </dgm:prSet>
      <dgm:spPr/>
    </dgm:pt>
    <dgm:pt modelId="{FAB6299F-F54A-4B34-8F18-0C0EDBED0BB8}" type="pres">
      <dgm:prSet presAssocID="{ECC61552-FDB5-4AB3-9223-4A10F261A2BA}" presName="hierChild2" presStyleCnt="0"/>
      <dgm:spPr/>
    </dgm:pt>
    <dgm:pt modelId="{39A27E97-3BF7-4B48-AD3E-40AF6CA4C22B}" type="pres">
      <dgm:prSet presAssocID="{C9F07193-32F9-4BAD-961F-91FAA425A438}" presName="Name10" presStyleLbl="parChTrans1D2" presStyleIdx="0" presStyleCnt="2"/>
      <dgm:spPr/>
    </dgm:pt>
    <dgm:pt modelId="{B9C57DAE-6574-42D6-83BD-C03E739A0509}" type="pres">
      <dgm:prSet presAssocID="{486906A8-773D-496B-A064-3683B7C2B62C}" presName="hierRoot2" presStyleCnt="0"/>
      <dgm:spPr/>
    </dgm:pt>
    <dgm:pt modelId="{5057EB4A-EFBB-4801-AFCE-C324485546AF}" type="pres">
      <dgm:prSet presAssocID="{486906A8-773D-496B-A064-3683B7C2B62C}" presName="composite2" presStyleCnt="0"/>
      <dgm:spPr/>
    </dgm:pt>
    <dgm:pt modelId="{858F57C4-5581-41DA-89FA-7C43CA146DFA}" type="pres">
      <dgm:prSet presAssocID="{486906A8-773D-496B-A064-3683B7C2B62C}" presName="background2" presStyleLbl="node2" presStyleIdx="0" presStyleCnt="2"/>
      <dgm:spPr/>
    </dgm:pt>
    <dgm:pt modelId="{F7250FF4-002A-4CC0-A925-F4A79DFBEAFB}" type="pres">
      <dgm:prSet presAssocID="{486906A8-773D-496B-A064-3683B7C2B62C}" presName="text2" presStyleLbl="fgAcc2" presStyleIdx="0" presStyleCnt="2">
        <dgm:presLayoutVars>
          <dgm:chPref val="3"/>
        </dgm:presLayoutVars>
      </dgm:prSet>
      <dgm:spPr/>
    </dgm:pt>
    <dgm:pt modelId="{8F56F301-9561-4435-84A7-33C47BC00425}" type="pres">
      <dgm:prSet presAssocID="{486906A8-773D-496B-A064-3683B7C2B62C}" presName="hierChild3" presStyleCnt="0"/>
      <dgm:spPr/>
    </dgm:pt>
    <dgm:pt modelId="{48BE56DC-27A7-4041-87CC-C9116CFAEFA9}" type="pres">
      <dgm:prSet presAssocID="{3AED5497-E02C-4DDA-8367-2ED59D7B3F7D}" presName="Name10" presStyleLbl="parChTrans1D2" presStyleIdx="1" presStyleCnt="2"/>
      <dgm:spPr/>
    </dgm:pt>
    <dgm:pt modelId="{262CD00A-D5F9-47F8-949D-B3922EC86EE8}" type="pres">
      <dgm:prSet presAssocID="{E1995985-C911-42C3-8E25-526F31F74DBC}" presName="hierRoot2" presStyleCnt="0"/>
      <dgm:spPr/>
    </dgm:pt>
    <dgm:pt modelId="{C0DA6105-5B61-44AA-AD3C-95824B8AFE14}" type="pres">
      <dgm:prSet presAssocID="{E1995985-C911-42C3-8E25-526F31F74DBC}" presName="composite2" presStyleCnt="0"/>
      <dgm:spPr/>
    </dgm:pt>
    <dgm:pt modelId="{A92C842C-E640-4202-8B46-656BED498AF5}" type="pres">
      <dgm:prSet presAssocID="{E1995985-C911-42C3-8E25-526F31F74DBC}" presName="background2" presStyleLbl="node2" presStyleIdx="1" presStyleCnt="2"/>
      <dgm:spPr/>
    </dgm:pt>
    <dgm:pt modelId="{288BE856-261A-4B5C-AE3E-6D1C30403FB1}" type="pres">
      <dgm:prSet presAssocID="{E1995985-C911-42C3-8E25-526F31F74DBC}" presName="text2" presStyleLbl="fgAcc2" presStyleIdx="1" presStyleCnt="2">
        <dgm:presLayoutVars>
          <dgm:chPref val="3"/>
        </dgm:presLayoutVars>
      </dgm:prSet>
      <dgm:spPr/>
    </dgm:pt>
    <dgm:pt modelId="{7EE13DCB-81C8-456B-B336-4EFB479B5BD2}" type="pres">
      <dgm:prSet presAssocID="{E1995985-C911-42C3-8E25-526F31F74DBC}" presName="hierChild3" presStyleCnt="0"/>
      <dgm:spPr/>
    </dgm:pt>
  </dgm:ptLst>
  <dgm:cxnLst>
    <dgm:cxn modelId="{A7674811-7711-4097-B623-D50DF2B65A91}" srcId="{ECC61552-FDB5-4AB3-9223-4A10F261A2BA}" destId="{E1995985-C911-42C3-8E25-526F31F74DBC}" srcOrd="1" destOrd="0" parTransId="{3AED5497-E02C-4DDA-8367-2ED59D7B3F7D}" sibTransId="{4FB405EF-F02B-4D5D-B9EA-64A6F8A29209}"/>
    <dgm:cxn modelId="{106FC214-AF3F-473D-B1B9-09D6BE84F5DF}" type="presOf" srcId="{E1995985-C911-42C3-8E25-526F31F74DBC}" destId="{288BE856-261A-4B5C-AE3E-6D1C30403FB1}" srcOrd="0" destOrd="0" presId="urn:microsoft.com/office/officeart/2005/8/layout/hierarchy1"/>
    <dgm:cxn modelId="{02557B19-5882-4AC8-9EC0-727C6F2953FC}" type="presOf" srcId="{EE5C5647-B349-40CE-B680-4DCE3BFC0B5A}" destId="{52EDF3FD-21DC-44BD-88F0-59D729948E6C}" srcOrd="0" destOrd="0" presId="urn:microsoft.com/office/officeart/2005/8/layout/hierarchy1"/>
    <dgm:cxn modelId="{7C41841F-F9E6-40D3-8501-C1432FFF9B0E}" type="presOf" srcId="{ECC61552-FDB5-4AB3-9223-4A10F261A2BA}" destId="{D5776FF2-C58E-4ECC-BC62-6DA3970EF87B}" srcOrd="0" destOrd="0" presId="urn:microsoft.com/office/officeart/2005/8/layout/hierarchy1"/>
    <dgm:cxn modelId="{324FA03E-5C7C-4518-8926-369E56E175F9}" type="presOf" srcId="{486906A8-773D-496B-A064-3683B7C2B62C}" destId="{F7250FF4-002A-4CC0-A925-F4A79DFBEAFB}" srcOrd="0" destOrd="0" presId="urn:microsoft.com/office/officeart/2005/8/layout/hierarchy1"/>
    <dgm:cxn modelId="{D1454240-E49A-4A7A-83D0-A95FA5038BC2}" srcId="{ECC61552-FDB5-4AB3-9223-4A10F261A2BA}" destId="{486906A8-773D-496B-A064-3683B7C2B62C}" srcOrd="0" destOrd="0" parTransId="{C9F07193-32F9-4BAD-961F-91FAA425A438}" sibTransId="{2C8FAD91-26D8-4618-BF80-032FAB43465F}"/>
    <dgm:cxn modelId="{3135675B-B404-4106-BF09-A4CFB9836DAE}" srcId="{EE5C5647-B349-40CE-B680-4DCE3BFC0B5A}" destId="{ECC61552-FDB5-4AB3-9223-4A10F261A2BA}" srcOrd="0" destOrd="0" parTransId="{C3083D49-E45D-4448-AD44-DB51A7F8C96C}" sibTransId="{B4289A76-3E6C-4858-AE55-4019CBD2D168}"/>
    <dgm:cxn modelId="{0E21DA79-D624-4A27-9257-FC44785D4666}" type="presOf" srcId="{3AED5497-E02C-4DDA-8367-2ED59D7B3F7D}" destId="{48BE56DC-27A7-4041-87CC-C9116CFAEFA9}" srcOrd="0" destOrd="0" presId="urn:microsoft.com/office/officeart/2005/8/layout/hierarchy1"/>
    <dgm:cxn modelId="{DEF6EAD5-DB59-4AE0-A4AC-296086B4BB7C}" type="presOf" srcId="{C9F07193-32F9-4BAD-961F-91FAA425A438}" destId="{39A27E97-3BF7-4B48-AD3E-40AF6CA4C22B}" srcOrd="0" destOrd="0" presId="urn:microsoft.com/office/officeart/2005/8/layout/hierarchy1"/>
    <dgm:cxn modelId="{80509856-C714-4164-8672-6C4D182AF37F}" type="presParOf" srcId="{52EDF3FD-21DC-44BD-88F0-59D729948E6C}" destId="{96706B02-AB04-4FF6-BE44-A286F6FAA8B0}" srcOrd="0" destOrd="0" presId="urn:microsoft.com/office/officeart/2005/8/layout/hierarchy1"/>
    <dgm:cxn modelId="{B7C62A25-1B37-4052-B1D5-3AC30C74A275}" type="presParOf" srcId="{96706B02-AB04-4FF6-BE44-A286F6FAA8B0}" destId="{0914B3DA-9B21-4C02-9D22-820C9B57F40C}" srcOrd="0" destOrd="0" presId="urn:microsoft.com/office/officeart/2005/8/layout/hierarchy1"/>
    <dgm:cxn modelId="{47DBF3BA-8B2F-431E-A545-4B749FD22369}" type="presParOf" srcId="{0914B3DA-9B21-4C02-9D22-820C9B57F40C}" destId="{3A537DF2-E08D-40A9-BF70-50333A4ABBB8}" srcOrd="0" destOrd="0" presId="urn:microsoft.com/office/officeart/2005/8/layout/hierarchy1"/>
    <dgm:cxn modelId="{1EBE093A-CB8C-4DA7-9606-DBAB79EFA43C}" type="presParOf" srcId="{0914B3DA-9B21-4C02-9D22-820C9B57F40C}" destId="{D5776FF2-C58E-4ECC-BC62-6DA3970EF87B}" srcOrd="1" destOrd="0" presId="urn:microsoft.com/office/officeart/2005/8/layout/hierarchy1"/>
    <dgm:cxn modelId="{C167C30F-A226-4407-ADBA-C62CB30954D5}" type="presParOf" srcId="{96706B02-AB04-4FF6-BE44-A286F6FAA8B0}" destId="{FAB6299F-F54A-4B34-8F18-0C0EDBED0BB8}" srcOrd="1" destOrd="0" presId="urn:microsoft.com/office/officeart/2005/8/layout/hierarchy1"/>
    <dgm:cxn modelId="{20972536-11CE-4F9D-B571-2BF1C160635B}" type="presParOf" srcId="{FAB6299F-F54A-4B34-8F18-0C0EDBED0BB8}" destId="{39A27E97-3BF7-4B48-AD3E-40AF6CA4C22B}" srcOrd="0" destOrd="0" presId="urn:microsoft.com/office/officeart/2005/8/layout/hierarchy1"/>
    <dgm:cxn modelId="{F7FA6E95-C7EA-4877-8B81-ABC1E57D48CF}" type="presParOf" srcId="{FAB6299F-F54A-4B34-8F18-0C0EDBED0BB8}" destId="{B9C57DAE-6574-42D6-83BD-C03E739A0509}" srcOrd="1" destOrd="0" presId="urn:microsoft.com/office/officeart/2005/8/layout/hierarchy1"/>
    <dgm:cxn modelId="{472FC95E-1762-46AB-A415-0CAB972014E0}" type="presParOf" srcId="{B9C57DAE-6574-42D6-83BD-C03E739A0509}" destId="{5057EB4A-EFBB-4801-AFCE-C324485546AF}" srcOrd="0" destOrd="0" presId="urn:microsoft.com/office/officeart/2005/8/layout/hierarchy1"/>
    <dgm:cxn modelId="{2AB45166-ECBA-4FF1-ACCC-11BB5F9FBB2B}" type="presParOf" srcId="{5057EB4A-EFBB-4801-AFCE-C324485546AF}" destId="{858F57C4-5581-41DA-89FA-7C43CA146DFA}" srcOrd="0" destOrd="0" presId="urn:microsoft.com/office/officeart/2005/8/layout/hierarchy1"/>
    <dgm:cxn modelId="{8D91F224-E43B-4C36-A0F7-D8733F128C39}" type="presParOf" srcId="{5057EB4A-EFBB-4801-AFCE-C324485546AF}" destId="{F7250FF4-002A-4CC0-A925-F4A79DFBEAFB}" srcOrd="1" destOrd="0" presId="urn:microsoft.com/office/officeart/2005/8/layout/hierarchy1"/>
    <dgm:cxn modelId="{70116305-FF59-46C2-AF19-644215D28B2F}" type="presParOf" srcId="{B9C57DAE-6574-42D6-83BD-C03E739A0509}" destId="{8F56F301-9561-4435-84A7-33C47BC00425}" srcOrd="1" destOrd="0" presId="urn:microsoft.com/office/officeart/2005/8/layout/hierarchy1"/>
    <dgm:cxn modelId="{99121633-C277-4517-94D0-3807B3AF94D4}" type="presParOf" srcId="{FAB6299F-F54A-4B34-8F18-0C0EDBED0BB8}" destId="{48BE56DC-27A7-4041-87CC-C9116CFAEFA9}" srcOrd="2" destOrd="0" presId="urn:microsoft.com/office/officeart/2005/8/layout/hierarchy1"/>
    <dgm:cxn modelId="{4909D1E2-23FB-4681-9508-B345602DA0C9}" type="presParOf" srcId="{FAB6299F-F54A-4B34-8F18-0C0EDBED0BB8}" destId="{262CD00A-D5F9-47F8-949D-B3922EC86EE8}" srcOrd="3" destOrd="0" presId="urn:microsoft.com/office/officeart/2005/8/layout/hierarchy1"/>
    <dgm:cxn modelId="{AA4D39F4-019D-4AC9-B4AB-71B8FA0EC529}" type="presParOf" srcId="{262CD00A-D5F9-47F8-949D-B3922EC86EE8}" destId="{C0DA6105-5B61-44AA-AD3C-95824B8AFE14}" srcOrd="0" destOrd="0" presId="urn:microsoft.com/office/officeart/2005/8/layout/hierarchy1"/>
    <dgm:cxn modelId="{29BB5975-AF13-4E13-B128-47169A971C6A}" type="presParOf" srcId="{C0DA6105-5B61-44AA-AD3C-95824B8AFE14}" destId="{A92C842C-E640-4202-8B46-656BED498AF5}" srcOrd="0" destOrd="0" presId="urn:microsoft.com/office/officeart/2005/8/layout/hierarchy1"/>
    <dgm:cxn modelId="{B7C49ADD-09AC-4B13-92F4-DAF763EA87DE}" type="presParOf" srcId="{C0DA6105-5B61-44AA-AD3C-95824B8AFE14}" destId="{288BE856-261A-4B5C-AE3E-6D1C30403FB1}" srcOrd="1" destOrd="0" presId="urn:microsoft.com/office/officeart/2005/8/layout/hierarchy1"/>
    <dgm:cxn modelId="{1A70A0FD-EFE0-4857-AD5B-8CBADAB70337}" type="presParOf" srcId="{262CD00A-D5F9-47F8-949D-B3922EC86EE8}" destId="{7EE13DCB-81C8-456B-B336-4EFB479B5BD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BE56DC-27A7-4041-87CC-C9116CFAEFA9}">
      <dsp:nvSpPr>
        <dsp:cNvPr id="0" name=""/>
        <dsp:cNvSpPr/>
      </dsp:nvSpPr>
      <dsp:spPr>
        <a:xfrm>
          <a:off x="2747688" y="1441842"/>
          <a:ext cx="1386051" cy="65963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49521"/>
              </a:lnTo>
              <a:lnTo>
                <a:pt x="1386051" y="449521"/>
              </a:lnTo>
              <a:lnTo>
                <a:pt x="1386051" y="659634"/>
              </a:lnTo>
            </a:path>
          </a:pathLst>
        </a:custGeom>
        <a:noFill/>
        <a:ln w="12700" cap="flat" cmpd="sng" algn="ctr">
          <a:solidFill>
            <a:schemeClr val="accent6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9A27E97-3BF7-4B48-AD3E-40AF6CA4C22B}">
      <dsp:nvSpPr>
        <dsp:cNvPr id="0" name=""/>
        <dsp:cNvSpPr/>
      </dsp:nvSpPr>
      <dsp:spPr>
        <a:xfrm>
          <a:off x="1361636" y="1441842"/>
          <a:ext cx="1386051" cy="659634"/>
        </a:xfrm>
        <a:custGeom>
          <a:avLst/>
          <a:gdLst/>
          <a:ahLst/>
          <a:cxnLst/>
          <a:rect l="0" t="0" r="0" b="0"/>
          <a:pathLst>
            <a:path>
              <a:moveTo>
                <a:pt x="1386051" y="0"/>
              </a:moveTo>
              <a:lnTo>
                <a:pt x="1386051" y="449521"/>
              </a:lnTo>
              <a:lnTo>
                <a:pt x="0" y="449521"/>
              </a:lnTo>
              <a:lnTo>
                <a:pt x="0" y="659634"/>
              </a:lnTo>
            </a:path>
          </a:pathLst>
        </a:custGeom>
        <a:noFill/>
        <a:ln w="12700" cap="flat" cmpd="sng" algn="ctr">
          <a:solidFill>
            <a:schemeClr val="accent6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A537DF2-E08D-40A9-BF70-50333A4ABBB8}">
      <dsp:nvSpPr>
        <dsp:cNvPr id="0" name=""/>
        <dsp:cNvSpPr/>
      </dsp:nvSpPr>
      <dsp:spPr>
        <a:xfrm>
          <a:off x="1613646" y="1608"/>
          <a:ext cx="2268085" cy="1440234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776FF2-C58E-4ECC-BC62-6DA3970EF87B}">
      <dsp:nvSpPr>
        <dsp:cNvPr id="0" name=""/>
        <dsp:cNvSpPr/>
      </dsp:nvSpPr>
      <dsp:spPr>
        <a:xfrm>
          <a:off x="1865655" y="241017"/>
          <a:ext cx="2268085" cy="144023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100" kern="1200" dirty="0">
              <a:latin typeface="Bahnschrift" panose="020B0502040204020203" pitchFamily="34" charset="0"/>
            </a:rPr>
            <a:t>Types of Exceptions</a:t>
          </a:r>
        </a:p>
      </dsp:txBody>
      <dsp:txXfrm>
        <a:off x="1907838" y="283200"/>
        <a:ext cx="2183719" cy="1355868"/>
      </dsp:txXfrm>
    </dsp:sp>
    <dsp:sp modelId="{858F57C4-5581-41DA-89FA-7C43CA146DFA}">
      <dsp:nvSpPr>
        <dsp:cNvPr id="0" name=""/>
        <dsp:cNvSpPr/>
      </dsp:nvSpPr>
      <dsp:spPr>
        <a:xfrm>
          <a:off x="227594" y="2101476"/>
          <a:ext cx="2268085" cy="1440234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250FF4-002A-4CC0-A925-F4A79DFBEAFB}">
      <dsp:nvSpPr>
        <dsp:cNvPr id="0" name=""/>
        <dsp:cNvSpPr/>
      </dsp:nvSpPr>
      <dsp:spPr>
        <a:xfrm>
          <a:off x="479603" y="2340885"/>
          <a:ext cx="2268085" cy="144023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100" kern="1200" dirty="0">
              <a:latin typeface="Bahnschrift" panose="020B0502040204020203" pitchFamily="34" charset="0"/>
            </a:rPr>
            <a:t>Checked</a:t>
          </a:r>
        </a:p>
      </dsp:txBody>
      <dsp:txXfrm>
        <a:off x="521786" y="2383068"/>
        <a:ext cx="2183719" cy="1355868"/>
      </dsp:txXfrm>
    </dsp:sp>
    <dsp:sp modelId="{A92C842C-E640-4202-8B46-656BED498AF5}">
      <dsp:nvSpPr>
        <dsp:cNvPr id="0" name=""/>
        <dsp:cNvSpPr/>
      </dsp:nvSpPr>
      <dsp:spPr>
        <a:xfrm>
          <a:off x="2999698" y="2101476"/>
          <a:ext cx="2268085" cy="1440234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8BE856-261A-4B5C-AE3E-6D1C30403FB1}">
      <dsp:nvSpPr>
        <dsp:cNvPr id="0" name=""/>
        <dsp:cNvSpPr/>
      </dsp:nvSpPr>
      <dsp:spPr>
        <a:xfrm>
          <a:off x="3251707" y="2340885"/>
          <a:ext cx="2268085" cy="144023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100" kern="1200" dirty="0">
              <a:latin typeface="Bahnschrift" panose="020B0502040204020203" pitchFamily="34" charset="0"/>
            </a:rPr>
            <a:t>Unchecked</a:t>
          </a:r>
        </a:p>
      </dsp:txBody>
      <dsp:txXfrm>
        <a:off x="3293890" y="2383068"/>
        <a:ext cx="2183719" cy="13558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22CA918-4CC9-454A-A0CC-18E4AB14716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B17E60-0D58-4E11-A0B3-7C89A952127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1E31DF-E085-4560-B70C-2BE0282116AF}" type="datetimeFigureOut">
              <a:rPr lang="en-US" smtClean="0"/>
              <a:t>9/16/2021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826CD9-44E6-4934-88CC-7B6414A4080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126C7B-3E85-4BB4-8FD9-8DF00D10313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2DE278-E6FC-4BDC-BC08-49EFF8121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9040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35CBFA-C51C-42B2-8DBE-720A919DF98A}" type="datetimeFigureOut">
              <a:rPr lang="en-IN" smtClean="0"/>
              <a:t>16-09-2021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F0183C-110E-4E22-8E21-FEB9DA5A98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71381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preserve="1" userDrawn="1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5BBB26F-36AB-4353-993F-62CF999756E9}"/>
              </a:ext>
            </a:extLst>
          </p:cNvPr>
          <p:cNvSpPr/>
          <p:nvPr userDrawn="1"/>
        </p:nvSpPr>
        <p:spPr>
          <a:xfrm>
            <a:off x="0" y="0"/>
            <a:ext cx="9144000" cy="6857455"/>
          </a:xfrm>
          <a:prstGeom prst="rect">
            <a:avLst/>
          </a:prstGeom>
          <a:solidFill>
            <a:schemeClr val="accent1">
              <a:alpha val="4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56F253B3-0491-4BA6-9B87-CD68D575C85D}"/>
              </a:ext>
            </a:extLst>
          </p:cNvPr>
          <p:cNvPicPr>
            <a:picLocks noChangeArrowheads="1"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7" r="41"/>
          <a:stretch>
            <a:fillRect/>
          </a:stretch>
        </p:blipFill>
        <p:spPr bwMode="auto">
          <a:xfrm>
            <a:off x="14258" y="1546468"/>
            <a:ext cx="7837786" cy="5311532"/>
          </a:xfrm>
          <a:custGeom>
            <a:avLst/>
            <a:gdLst>
              <a:gd fmla="*/ 0 w 7837786" name="connsiteX0"/>
              <a:gd fmla="*/ 0 h 5311532" name="connsiteY0"/>
              <a:gd fmla="*/ 7837786 w 7837786" name="connsiteX1"/>
              <a:gd fmla="*/ 0 h 5311532" name="connsiteY1"/>
              <a:gd fmla="*/ 7837786 w 7837786" name="connsiteX2"/>
              <a:gd fmla="*/ 5311532 h 5311532" name="connsiteY2"/>
              <a:gd fmla="*/ 0 w 7837786" name="connsiteX3"/>
              <a:gd fmla="*/ 5311532 h 5311532" name="connsiteY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b="b" l="l" r="r" t="t"/>
            <a:pathLst>
              <a:path h="5311532" w="7837786">
                <a:moveTo>
                  <a:pt x="0" y="0"/>
                </a:moveTo>
                <a:lnTo>
                  <a:pt x="7837786" y="0"/>
                </a:lnTo>
                <a:lnTo>
                  <a:pt x="7837786" y="5311532"/>
                </a:lnTo>
                <a:lnTo>
                  <a:pt x="0" y="5311532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hidden="1" id="18" name="Group 45">
            <a:extLst>
              <a:ext uri="{FF2B5EF4-FFF2-40B4-BE49-F238E27FC236}">
                <a16:creationId xmlns:a16="http://schemas.microsoft.com/office/drawing/2014/main" id="{850EC89B-90C3-44BB-9D08-4AA2F18B76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562810" y="545"/>
            <a:ext cx="656040" cy="6857455"/>
            <a:chOff x="5632355" y="0"/>
            <a:chExt cx="874719" cy="6857455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E7AE735-969F-4B48-90BB-9C0B68FF30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rot="5400000">
              <a:off x="2640985" y="2991370"/>
              <a:ext cx="6857455" cy="874715"/>
            </a:xfrm>
            <a:custGeom>
              <a:avLst/>
              <a:gdLst>
                <a:gd fmla="*/ 6857455 w 6857455" name="connsiteX0"/>
                <a:gd fmla="*/ 804643 h 874716" name="connsiteY0"/>
                <a:gd fmla="*/ 6857455 w 6857455" name="connsiteX1"/>
                <a:gd fmla="*/ 562246 h 874716" name="connsiteY1"/>
                <a:gd fmla="*/ 6829178 w 6857455" name="connsiteX2"/>
                <a:gd fmla="*/ 551284 h 874716" name="connsiteY2"/>
                <a:gd fmla="*/ 6766024 w 6857455" name="connsiteX3"/>
                <a:gd fmla="*/ 500372 h 874716" name="connsiteY3"/>
                <a:gd fmla="*/ 6734971 w 6857455" name="connsiteX4"/>
                <a:gd fmla="*/ 500944 h 874716" name="connsiteY4"/>
                <a:gd fmla="*/ 6683915 w 6857455" name="connsiteX5"/>
                <a:gd fmla="*/ 507040 h 874716" name="connsiteY5"/>
                <a:gd fmla="*/ 6628860 w 6857455" name="connsiteX6"/>
                <a:gd fmla="*/ 495418 h 874716" name="connsiteY6"/>
                <a:gd fmla="*/ 6588662 w 6857455" name="connsiteX7"/>
                <a:gd fmla="*/ 487227 h 874716" name="connsiteY7"/>
                <a:gd fmla="*/ 6476074 w 6857455" name="connsiteX8"/>
                <a:gd fmla="*/ 511230 h 874716" name="connsiteY8"/>
                <a:gd fmla="*/ 6382345 w 6857455" name="connsiteX9"/>
                <a:gd fmla="*/ 534853 h 874716" name="connsiteY9"/>
                <a:gd fmla="*/ 6369391 w 6857455" name="connsiteX10"/>
                <a:gd fmla="*/ 531615 h 874716" name="connsiteY10"/>
                <a:gd fmla="*/ 6244799 w 6857455" name="connsiteX11"/>
                <a:gd fmla="*/ 512182 h 874716" name="connsiteY11"/>
                <a:gd fmla="*/ 6190315 w 6857455" name="connsiteX12"/>
                <a:gd fmla="*/ 485703 h 874716" name="connsiteY12"/>
                <a:gd fmla="*/ 6115446 w 6857455" name="connsiteX13"/>
                <a:gd fmla="*/ 462270 h 874716" name="connsiteY13"/>
                <a:gd fmla="*/ 6032194 w 6857455" name="connsiteX14"/>
                <a:gd fmla="*/ 434266 h 874716" name="connsiteY14"/>
                <a:gd fmla="*/ 5971042 w 6857455" name="connsiteX15"/>
                <a:gd fmla="*/ 420738 h 874716" name="connsiteY15"/>
                <a:gd fmla="*/ 5880933 w 6857455" name="connsiteX16"/>
                <a:gd fmla="*/ 430646 h 874716" name="connsiteY16"/>
                <a:gd fmla="*/ 5862452 w 6857455" name="connsiteX17"/>
                <a:gd fmla="*/ 438648 h 874716" name="connsiteY17"/>
                <a:gd fmla="*/ 5685283 w 6857455" name="connsiteX18"/>
                <a:gd fmla="*/ 498658 h 874716" name="connsiteY18"/>
                <a:gd fmla="*/ 5567169 w 6857455" name="connsiteX19"/>
                <a:gd fmla="*/ 499420 h 874716" name="connsiteY19"/>
                <a:gd fmla="*/ 5527923 w 6857455" name="connsiteX20"/>
                <a:gd fmla="*/ 490466 h 874716" name="connsiteY20"/>
                <a:gd fmla="*/ 5456292 w 6857455" name="connsiteX21"/>
                <a:gd fmla="*/ 450650 h 874716" name="connsiteY21"/>
                <a:gd fmla="*/ 5424670 w 6857455" name="connsiteX22"/>
                <a:gd fmla="*/ 444934 h 874716" name="connsiteY22"/>
                <a:gd fmla="*/ 5368662 w 6857455" name="connsiteX23"/>
                <a:gd fmla="*/ 441124 h 874716" name="connsiteY23"/>
                <a:gd fmla="*/ 5247118 w 6857455" name="connsiteX24"/>
                <a:gd fmla="*/ 444934 h 874716" name="connsiteY24"/>
                <a:gd fmla="*/ 5088617 w 6857455" name="connsiteX25"/>
                <a:gd fmla="*/ 428742 h 874716" name="connsiteY25"/>
                <a:gd fmla="*/ 5025750 w 6857455" name="connsiteX26"/>
                <a:gd fmla="*/ 433694 h 874716" name="connsiteY26"/>
                <a:gd fmla="*/ 4957930 w 6857455" name="connsiteX27"/>
                <a:gd fmla="*/ 442268 h 874716" name="connsiteY27"/>
                <a:gd fmla="*/ 4938116 w 6857455" name="connsiteX28"/>
                <a:gd fmla="*/ 441886 h 874716" name="connsiteY28"/>
                <a:gd fmla="*/ 4833910 w 6857455" name="connsiteX29"/>
                <a:gd fmla="*/ 421693 h 874716" name="connsiteY29"/>
                <a:gd fmla="*/ 4810095 w 6857455" name="connsiteX30"/>
                <a:gd fmla="*/ 408167 h 874716" name="connsiteY30"/>
                <a:gd fmla="*/ 4747991 w 6857455" name="connsiteX31"/>
                <a:gd fmla="*/ 413691 h 874716" name="connsiteY31"/>
                <a:gd fmla="*/ 4692745 w 6857455" name="connsiteX32"/>
                <a:gd fmla="*/ 435790 h 874716" name="connsiteY32"/>
                <a:gd fmla="*/ 4375933 w 6857455" name="connsiteX33"/>
                <a:gd fmla="*/ 483417 h 874716" name="connsiteY33"/>
                <a:gd fmla="*/ 4185426 w 6857455" name="connsiteX34"/>
                <a:gd fmla="*/ 484179 h 874716" name="connsiteY34"/>
                <a:gd fmla="*/ 4052072 w 6857455" name="connsiteX35"/>
                <a:gd fmla="*/ 505134 h 874716" name="connsiteY35"/>
                <a:gd fmla="*/ 4029973 w 6857455" name="connsiteX36"/>
                <a:gd fmla="*/ 527233 h 874716" name="connsiteY36"/>
                <a:gd fmla="*/ 3948626 w 6857455" name="connsiteX37"/>
                <a:gd fmla="*/ 550666 h 874716" name="connsiteY37"/>
                <a:gd fmla="*/ 3871280 w 6857455" name="connsiteX38"/>
                <a:gd fmla="*/ 502275 h 874716" name="connsiteY38"/>
                <a:gd fmla="*/ 3774312 w 6857455" name="connsiteX39"/>
                <a:gd fmla="*/ 429122 h 874716" name="connsiteY39"/>
                <a:gd fmla="*/ 3721543 w 6857455" name="connsiteX40"/>
                <a:gd fmla="*/ 428552 h 874716" name="connsiteY40"/>
                <a:gd fmla="*/ 3612763 w 6857455" name="connsiteX41"/>
                <a:gd fmla="*/ 414263 h 874716" name="connsiteY41"/>
                <a:gd fmla="*/ 3537323 w 6857455" name="connsiteX42"/>
                <a:gd fmla="*/ 389878 h 874716" name="connsiteY42"/>
                <a:gd fmla="*/ 3431593 w 6857455" name="connsiteX43"/>
                <a:gd fmla="*/ 360921 h 874716" name="connsiteY43"/>
                <a:gd fmla="*/ 3392158 w 6857455" name="connsiteX44"/>
                <a:gd fmla="*/ 345681 h 874716" name="connsiteY44"/>
                <a:gd fmla="*/ 3297856 w 6857455" name="connsiteX45"/>
                <a:gd fmla="*/ 323010 h 874716" name="connsiteY45"/>
                <a:gd fmla="*/ 3219748 w 6857455" name="connsiteX46"/>
                <a:gd fmla="*/ 308151 h 874716" name="connsiteY46"/>
                <a:gd fmla="*/ 3156692 w 6857455" name="connsiteX47"/>
                <a:gd fmla="*/ 261668 h 874716" name="connsiteY47"/>
                <a:gd fmla="*/ 3136497 w 6857455" name="connsiteX48"/>
                <a:gd fmla="*/ 237663 h 874716" name="connsiteY48"/>
                <a:gd fmla="*/ 3119733 w 6857455" name="connsiteX49"/>
                <a:gd fmla="*/ 222233 h 874716" name="connsiteY49"/>
                <a:gd fmla="*/ 3045436 w 6857455" name="connsiteX50"/>
                <a:gd fmla="*/ 131742 h 874716" name="connsiteY50"/>
                <a:gd fmla="*/ 3037054 w 6857455" name="connsiteX51"/>
                <a:gd fmla="*/ 124121 h 874716" name="connsiteY51"/>
                <a:gd fmla="*/ 2936466 w 6857455" name="connsiteX52"/>
                <a:gd fmla="*/ 82400 h 874716" name="connsiteY52"/>
                <a:gd fmla="*/ 2901031 w 6857455" name="connsiteX53"/>
                <a:gd fmla="*/ 59731 h 874716" name="connsiteY53"/>
                <a:gd fmla="*/ 2828259 w 6857455" name="connsiteX54"/>
                <a:gd fmla="*/ 3149 h 874716" name="connsiteY54"/>
                <a:gd fmla="*/ 2799492 w 6857455" name="connsiteX55"/>
                <a:gd fmla="*/ 1245 h 874716" name="connsiteY55"/>
                <a:gd fmla="*/ 2693570 w 6857455" name="connsiteX56"/>
                <a:gd fmla="*/ 35154 h 874716" name="connsiteY56"/>
                <a:gd fmla="*/ 2639847 w 6857455" name="connsiteX57"/>
                <a:gd fmla="*/ 73448 h 874716" name="connsiteY57"/>
                <a:gd fmla="*/ 2621178 w 6857455" name="connsiteX58"/>
                <a:gd fmla="*/ 88688 h 874716" name="connsiteY58"/>
                <a:gd fmla="*/ 2489348 w 6857455" name="connsiteX59"/>
                <a:gd fmla="*/ 72304 h 874716" name="connsiteY59"/>
                <a:gd fmla="*/ 2452580 w 6857455" name="connsiteX60"/>
                <a:gd fmla="*/ 68683 h 874716" name="connsiteY60"/>
                <a:gd fmla="*/ 2326464 w 6857455" name="connsiteX61"/>
                <a:gd fmla="*/ 50395 h 874716" name="connsiteY61"/>
                <a:gd fmla="*/ 2300365 w 6857455" name="connsiteX62"/>
                <a:gd fmla="*/ 54777 h 874716" name="connsiteY62"/>
                <a:gd fmla="*/ 2130434 w 6857455" name="connsiteX63"/>
                <a:gd fmla="*/ 58397 h 874716" name="connsiteY63"/>
                <a:gd fmla="*/ 2118621 w 6857455" name="connsiteX64"/>
                <a:gd fmla="*/ 47919 h 874716" name="connsiteY64"/>
                <a:gd fmla="*/ 2057659 w 6857455" name="connsiteX65"/>
                <a:gd fmla="*/ 16866 h 874716" name="connsiteY65"/>
                <a:gd fmla="*/ 1976314 w 6857455" name="connsiteX66"/>
                <a:gd fmla="*/ 8865 h 874716" name="connsiteY66"/>
                <a:gd fmla="*/ 1961454 w 6857455" name="connsiteX67"/>
                <a:gd fmla="*/ 11724 h 874716" name="connsiteY67"/>
                <a:gd fmla="*/ 1906588 w 6857455" name="connsiteX68"/>
                <a:gd fmla="*/ 30964 h 874716" name="connsiteY68"/>
                <a:gd fmla="*/ 1783330 w 6857455" name="connsiteX69"/>
                <a:gd fmla="*/ 48871 h 874716" name="connsiteY69"/>
                <a:gd fmla="*/ 1759327 w 6857455" name="connsiteX70"/>
                <a:gd fmla="*/ 55349 h 874716" name="connsiteY70"/>
                <a:gd fmla="*/ 1716082 w 6857455" name="connsiteX71"/>
                <a:gd fmla="*/ 65445 h 874716" name="connsiteY71"/>
                <a:gd fmla="*/ 1598920 w 6857455" name="connsiteX72"/>
                <a:gd fmla="*/ 72114 h 874716" name="connsiteY72"/>
                <a:gd fmla="*/ 1542150 w 6857455" name="connsiteX73"/>
                <a:gd fmla="*/ 62207 h 874716" name="connsiteY73"/>
                <a:gd fmla="*/ 1516813 w 6857455" name="connsiteX74"/>
                <a:gd fmla="*/ 62779 h 874716" name="connsiteY74"/>
                <a:gd fmla="*/ 1432228 w 6857455" name="connsiteX75"/>
                <a:gd fmla="*/ 88116 h 874716" name="connsiteY75"/>
                <a:gd fmla="*/ 1224765 w 6857455" name="connsiteX76"/>
                <a:gd fmla="*/ 71924 h 874716" name="connsiteY76"/>
                <a:gd fmla="*/ 1159231 w 6857455" name="connsiteX77"/>
                <a:gd fmla="*/ 58207 h 874716" name="connsiteY77"/>
                <a:gd fmla="*/ 1124370 w 6857455" name="connsiteX78"/>
                <a:gd fmla="*/ 56301 h 874716" name="connsiteY78"/>
                <a:gd fmla="*/ 1075600 w 6857455" name="connsiteX79"/>
                <a:gd fmla="*/ 75542 h 874716" name="connsiteY79"/>
                <a:gd fmla="*/ 986633 w 6857455" name="connsiteX80"/>
                <a:gd fmla="*/ 79162 h 874716" name="connsiteY80"/>
                <a:gd fmla="*/ 861089 w 6857455" name="connsiteX81"/>
                <a:gd fmla="*/ 76304 h 874716" name="connsiteY81"/>
                <a:gd fmla="*/ 759168 w 6857455" name="connsiteX82"/>
                <a:gd fmla="*/ 104689 h 874716" name="connsiteY82"/>
                <a:gd fmla="*/ 723735 w 6857455" name="connsiteX83"/>
                <a:gd fmla="*/ 140696 h 874716" name="connsiteY83"/>
                <a:gd fmla="*/ 647532 w 6857455" name="connsiteX84"/>
                <a:gd fmla="*/ 147934 h 874716" name="connsiteY84"/>
                <a:gd fmla="*/ 552659 w 6857455" name="connsiteX85"/>
                <a:gd fmla="*/ 95926 h 874716" name="connsiteY85"/>
                <a:gd fmla="*/ 541800 w 6857455" name="connsiteX86"/>
                <a:gd fmla="*/ 97640 h 874716" name="connsiteY86"/>
                <a:gd fmla="*/ 375107 w 6857455" name="connsiteX87"/>
                <a:gd fmla="*/ 123169 h 874716" name="connsiteY87"/>
                <a:gd fmla="*/ 273567 w 6857455" name="connsiteX88"/>
                <a:gd fmla="*/ 145458 h 874716" name="connsiteY88"/>
                <a:gd fmla="*/ 264043 w 6857455" name="connsiteX89"/>
                <a:gd fmla="*/ 154792 h 874716" name="connsiteY89"/>
                <a:gd fmla="*/ 169360 w 6857455" name="connsiteX90"/>
                <a:gd fmla="*/ 177273 h 874716" name="connsiteY90"/>
                <a:gd fmla="*/ 89347 w 6857455" name="connsiteX91"/>
                <a:gd fmla="*/ 157460 h 874716" name="connsiteY91"/>
                <a:gd fmla="*/ 34291 w 6857455" name="connsiteX92"/>
                <a:gd fmla="*/ 145268 h 874716" name="connsiteY92"/>
                <a:gd fmla="*/ 0 w 6857455" name="connsiteX93"/>
                <a:gd fmla="*/ 142056 h 874716" name="connsiteY93"/>
                <a:gd fmla="*/ 0 w 6857455" name="connsiteX94"/>
                <a:gd fmla="*/ 849556 h 874716" name="connsiteY94"/>
                <a:gd fmla="*/ 60652 w 6857455" name="connsiteX95"/>
                <a:gd fmla="*/ 844783 h 874716" name="connsiteY95"/>
                <a:gd fmla="*/ 119068 w 6857455" name="connsiteX96"/>
                <a:gd fmla="*/ 827281 h 874716" name="connsiteY96"/>
                <a:gd fmla="*/ 171840 w 6857455" name="connsiteX97"/>
                <a:gd fmla="*/ 804420 h 874716" name="connsiteY97"/>
                <a:gd fmla="*/ 274329 w 6857455" name="connsiteX98"/>
                <a:gd fmla="*/ 794324 h 874716" name="connsiteY98"/>
                <a:gd fmla="*/ 306715 w 6857455" name="connsiteX99"/>
                <a:gd fmla="*/ 788798 h 874716" name="connsiteY99"/>
                <a:gd fmla="*/ 393967 w 6857455" name="connsiteX100"/>
                <a:gd fmla="*/ 765937 h 874716" name="connsiteY100"/>
                <a:gd fmla="*/ 493793 w 6857455" name="connsiteX101"/>
                <a:gd fmla="*/ 725549 h 874716" name="connsiteY101"/>
                <a:gd fmla="*/ 546373 w 6857455" name="connsiteX102"/>
                <a:gd fmla="*/ 740600 h 874716" name="connsiteY102"/>
                <a:gd fmla="*/ 730211 w 6857455" name="connsiteX103"/>
                <a:gd fmla="*/ 698116 h 874716" name="connsiteY103"/>
                <a:gd fmla="*/ 784889 w 6857455" name="connsiteX104"/>
                <a:gd fmla="*/ 676018 h 874716" name="connsiteY104"/>
                <a:gd fmla="*/ 800509 w 6857455" name="connsiteX105"/>
                <a:gd fmla="*/ 661349 h 874716" name="connsiteY105"/>
                <a:gd fmla="*/ 857661 w 6857455" name="connsiteX106"/>
                <a:gd fmla="*/ 626868 h 874716" name="connsiteY106"/>
                <a:gd fmla="*/ 949102 w 6857455" name="connsiteX107"/>
                <a:gd fmla="*/ 614676 h 874716" name="connsiteY107"/>
                <a:gd fmla="*/ 960342 w 6857455" name="connsiteX108"/>
                <a:gd fmla="*/ 607435 h 874716" name="connsiteY108"/>
                <a:gd fmla="*/ 977109 w 6857455" name="connsiteX109"/>
                <a:gd fmla="*/ 595815 h 874716" name="connsiteY109"/>
                <a:gd fmla="*/ 1071218 w 6857455" name="connsiteX110"/>
                <a:gd fmla="*/ 575240 h 874716" name="connsiteY110"/>
                <a:gd fmla="*/ 1091983 w 6857455" name="connsiteX111"/>
                <a:gd fmla="*/ 568764 h 874716" name="connsiteY111"/>
                <a:gd fmla="*/ 1109321 w 6857455" name="connsiteX112"/>
                <a:gd fmla="*/ 557904 h 874716" name="connsiteY112"/>
                <a:gd fmla="*/ 1162279 w 6857455" name="connsiteX113"/>
                <a:gd fmla="*/ 532949 h 874716" name="connsiteY113"/>
                <a:gd fmla="*/ 1206097 w 6857455" name="connsiteX114"/>
                <a:gd fmla="*/ 532187 h 874716" name="connsiteY114"/>
                <a:gd fmla="*/ 1266867 w 6857455" name="connsiteX115"/>
                <a:gd fmla="*/ 518088 h 874716" name="connsiteY115"/>
                <a:gd fmla="*/ 1380219 w 6857455" name="connsiteX116"/>
                <a:gd fmla="*/ 504182 h 874716" name="connsiteY116"/>
                <a:gd fmla="*/ 1403461 w 6857455" name="connsiteX117"/>
                <a:gd fmla="*/ 496180 h 874716" name="connsiteY117"/>
                <a:gd fmla="*/ 1544054 w 6857455" name="connsiteX118"/>
                <a:gd fmla="*/ 458268 h 874716" name="connsiteY118"/>
                <a:gd fmla="*/ 1656644 w 6857455" name="connsiteX119"/>
                <a:gd fmla="*/ 459032 h 874716" name="connsiteY119"/>
                <a:gd fmla="*/ 1665406 w 6857455" name="connsiteX120"/>
                <a:gd fmla="*/ 460747 h 874716" name="connsiteY120"/>
                <a:gd fmla="*/ 1708461 w 6857455" name="connsiteX121"/>
                <a:gd fmla="*/ 473318 h 874716" name="connsiteY121"/>
                <a:gd fmla="*/ 1775140 w 6857455" name="connsiteX122"/>
                <a:gd fmla="*/ 469891 h 874716" name="connsiteY122"/>
                <a:gd fmla="*/ 1821051 w 6857455" name="connsiteX123"/>
                <a:gd fmla="*/ 452554 h 874716" name="connsiteY123"/>
                <a:gd fmla="*/ 1878203 w 6857455" name="connsiteX124"/>
                <a:gd fmla="*/ 451792 h 874716" name="connsiteY124"/>
                <a:gd fmla="*/ 1943547 w 6857455" name="connsiteX125"/>
                <a:gd fmla="*/ 462651 h 874716" name="connsiteY125"/>
                <a:gd fmla="*/ 1972884 w 6857455" name="connsiteX126"/>
                <a:gd fmla="*/ 464937 h 874716" name="connsiteY126"/>
                <a:gd fmla="*/ 2053469 w 6857455" name="connsiteX127"/>
                <a:gd fmla="*/ 487417 h 874716" name="connsiteY127"/>
                <a:gd fmla="*/ 2101477 w 6857455" name="connsiteX128"/>
                <a:gd fmla="*/ 481893 h 874716" name="connsiteY128"/>
                <a:gd fmla="*/ 2148722 w 6857455" name="connsiteX129"/>
                <a:gd fmla="*/ 467033 h 874716" name="connsiteY129"/>
                <a:gd fmla="*/ 2179011 w 6857455" name="connsiteX130"/>
                <a:gd fmla="*/ 452744 h 874716" name="connsiteY130"/>
                <a:gd fmla="*/ 2240165 w 6857455" name="connsiteX131"/>
                <a:gd fmla="*/ 442648 h 874716" name="connsiteY131"/>
                <a:gd fmla="*/ 2251404 w 6857455" name="connsiteX132"/>
                <a:gd fmla="*/ 444172 h 874716" name="connsiteY132"/>
                <a:gd fmla="*/ 2433912 w 6857455" name="connsiteX133"/>
                <a:gd fmla="*/ 456746 h 874716" name="connsiteY133"/>
                <a:gd fmla="*/ 2506302 w 6857455" name="connsiteX134"/>
                <a:gd fmla="*/ 476939 h 874716" name="connsiteY134"/>
                <a:gd fmla="*/ 2521735 w 6857455" name="connsiteX135"/>
                <a:gd fmla="*/ 479415 h 874716" name="connsiteY135"/>
                <a:gd fmla="*/ 2675854 w 6857455" name="connsiteX136"/>
                <a:gd fmla="*/ 502086 h 874716" name="connsiteY136"/>
                <a:gd fmla="*/ 2692998 w 6857455" name="connsiteX137"/>
                <a:gd fmla="*/ 503038 h 874716" name="connsiteY137"/>
                <a:gd fmla="*/ 2740816 w 6857455" name="connsiteX138"/>
                <a:gd fmla="*/ 499037 h 874716" name="connsiteY138"/>
                <a:gd fmla="*/ 2853596 w 6857455" name="connsiteX139"/>
                <a:gd fmla="*/ 540187 h 874716" name="connsiteY139"/>
                <a:gd fmla="*/ 2966565 w 6857455" name="connsiteX140"/>
                <a:gd fmla="*/ 554286 h 874716" name="connsiteY140"/>
                <a:gd fmla="*/ 3028671 w 6857455" name="connsiteX141"/>
                <a:gd fmla="*/ 554094 h 874716" name="connsiteY141"/>
                <a:gd fmla="*/ 3073059 w 6857455" name="connsiteX142"/>
                <a:gd fmla="*/ 564192 h 874716" name="connsiteY142"/>
                <a:gd fmla="*/ 3182219 w 6857455" name="connsiteX143"/>
                <a:gd fmla="*/ 594862 h 874716" name="connsiteY143"/>
                <a:gd fmla="*/ 3233656 w 6857455" name="connsiteX144"/>
                <a:gd fmla="*/ 599625 h 874716" name="connsiteY144"/>
                <a:gd fmla="*/ 3288332 w 6857455" name="connsiteX145"/>
                <a:gd fmla="*/ 609914 h 874716" name="connsiteY145"/>
                <a:gd fmla="*/ 3423591 w 6857455" name="connsiteX146"/>
                <a:gd fmla="*/ 656015 h 874716" name="connsiteY146"/>
                <a:gd fmla="*/ 3534084 w 6857455" name="connsiteX147"/>
                <a:gd fmla="*/ 653349 h 874716" name="connsiteY147"/>
                <a:gd fmla="*/ 3604571 w 6857455" name="connsiteX148"/>
                <a:gd fmla="*/ 653918 h 874716" name="connsiteY148"/>
                <a:gd fmla="*/ 3688586 w 6857455" name="connsiteX149"/>
                <a:gd fmla="*/ 669160 h 874716" name="connsiteY149"/>
                <a:gd fmla="*/ 3757358 w 6857455" name="connsiteX150"/>
                <a:gd fmla="*/ 691450 h 874716" name="connsiteY150"/>
                <a:gd fmla="*/ 3852421 w 6857455" name="connsiteX151"/>
                <a:gd fmla="*/ 709167 h 874716" name="connsiteY151"/>
                <a:gd fmla="*/ 3947104 w 6857455" name="connsiteX152"/>
                <a:gd fmla="*/ 743267 h 874716" name="connsiteY152"/>
                <a:gd fmla="*/ 4013208 w 6857455" name="connsiteX153"/>
                <a:gd fmla="*/ 769367 h 874716" name="connsiteY153"/>
                <a:gd fmla="*/ 4105222 w 6857455" name="connsiteX154"/>
                <a:gd fmla="*/ 792418 h 874716" name="connsiteY154"/>
                <a:gd fmla="*/ 4246006 w 6857455" name="connsiteX155"/>
                <a:gd fmla="*/ 808610 h 874716" name="connsiteY155"/>
                <a:gd fmla="*/ 4310779 w 6857455" name="connsiteX156"/>
                <a:gd fmla="*/ 810326 h 874716" name="connsiteY156"/>
                <a:gd fmla="*/ 4413272 w 6857455" name="connsiteX157"/>
                <a:gd fmla="*/ 848235 h 874716" name="connsiteY157"/>
                <a:gd fmla="*/ 4457087 w 6857455" name="connsiteX158"/>
                <a:gd fmla="*/ 866524 h 874716" name="connsiteY158"/>
                <a:gd fmla="*/ 4496523 w 6857455" name="connsiteX159"/>
                <a:gd fmla="*/ 851284 h 874716" name="connsiteY159"/>
                <a:gd fmla="*/ 4522050 w 6857455" name="connsiteX160"/>
                <a:gd fmla="*/ 833757 h 874716" name="connsiteY160"/>
                <a:gd fmla="*/ 4602824 w 6857455" name="connsiteX161"/>
                <a:gd fmla="*/ 848618 h 874716" name="connsiteY161"/>
                <a:gd fmla="*/ 4688553 w 6857455" name="connsiteX162"/>
                <a:gd fmla="*/ 864238 h 874716" name="connsiteY162"/>
                <a:gd fmla="*/ 4749895 w 6857455" name="connsiteX163"/>
                <a:gd fmla="*/ 874716 h 874716" name="connsiteY163"/>
                <a:gd fmla="*/ 4826480 w 6857455" name="connsiteX164"/>
                <a:gd fmla="*/ 866334 h 874716" name="connsiteY164"/>
                <a:gd fmla="*/ 4886870 w 6857455" name="connsiteX165"/>
                <a:gd fmla="*/ 862906 h 874716" name="connsiteY165"/>
                <a:gd fmla="*/ 4935639 w 6857455" name="connsiteX166"/>
                <a:gd fmla="*/ 853190 h 874716" name="connsiteY166"/>
                <a:gd fmla="*/ 4952784 w 6857455" name="connsiteX167"/>
                <a:gd fmla="*/ 847473 h 874716" name="connsiteY167"/>
                <a:gd fmla="*/ 5088617 w 6857455" name="connsiteX168"/>
                <a:gd fmla="*/ 802896 h 874716" name="connsiteY168"/>
                <a:gd fmla="*/ 5233781 w 6857455" name="connsiteX169"/>
                <a:gd fmla="*/ 767271 h 874716" name="connsiteY169"/>
                <a:gd fmla="*/ 5327893 w 6857455" name="connsiteX170"/>
                <a:gd fmla="*/ 789752 h 874716" name="connsiteY170"/>
                <a:gd fmla="*/ 5362946 w 6857455" name="connsiteX171"/>
                <a:gd fmla="*/ 789370 h 874716" name="connsiteY171"/>
                <a:gd fmla="*/ 5524115 w 6857455" name="connsiteX172"/>
                <a:gd fmla="*/ 794514 h 874716" name="connsiteY172"/>
                <a:gd fmla="*/ 5552500 w 6857455" name="connsiteX173"/>
                <a:gd fmla="*/ 800038 h 874716" name="connsiteY173"/>
                <a:gd fmla="*/ 5705857 w 6857455" name="connsiteX174"/>
                <a:gd fmla="*/ 777367 h 874716" name="connsiteY174"/>
                <a:gd fmla="*/ 5761485 w 6857455" name="connsiteX175"/>
                <a:gd fmla="*/ 773557 h 874716" name="connsiteY175"/>
                <a:gd fmla="*/ 5812731 w 6857455" name="connsiteX176"/>
                <a:gd fmla="*/ 767271 h 874716" name="connsiteY176"/>
                <a:gd fmla="*/ 5884361 w 6857455" name="connsiteX177"/>
                <a:gd fmla="*/ 765747 h 874716" name="connsiteY177"/>
                <a:gd fmla="*/ 5958660 w 6857455" name="connsiteX178"/>
                <a:gd fmla="*/ 768605 h 874716" name="connsiteY178"/>
                <a:gd fmla="*/ 6041528 w 6857455" name="connsiteX179"/>
                <a:gd fmla="*/ 768033 h 874716" name="connsiteY179"/>
                <a:gd fmla="*/ 6074297 w 6857455" name="connsiteX180"/>
                <a:gd fmla="*/ 763081 h 874716" name="connsiteY180"/>
                <a:gd fmla="*/ 6162880 w 6857455" name="connsiteX181"/>
                <a:gd fmla="*/ 766509 h 874716" name="connsiteY181"/>
                <a:gd fmla="*/ 6209364 w 6857455" name="connsiteX182"/>
                <a:gd fmla="*/ 760795 h 874716" name="connsiteY182"/>
                <a:gd fmla="*/ 6285948 w 6857455" name="connsiteX183"/>
                <a:gd fmla="*/ 759651 h 874716" name="connsiteY183"/>
                <a:gd fmla="*/ 6310905 w 6857455" name="connsiteX184"/>
                <a:gd fmla="*/ 758316 h 874716" name="connsiteY184"/>
                <a:gd fmla="*/ 6333194 w 6857455" name="connsiteX185"/>
                <a:gd fmla="*/ 757554 h 874716" name="connsiteY185"/>
                <a:gd fmla="*/ 6409586 w 6857455" name="connsiteX186"/>
                <a:gd fmla="*/ 773177 h 874716" name="connsiteY186"/>
                <a:gd fmla="*/ 6477407 w 6857455" name="connsiteX187"/>
                <a:gd fmla="*/ 774129 h 874716" name="connsiteY187"/>
                <a:gd fmla="*/ 6596283 w 6857455" name="connsiteX188"/>
                <a:gd fmla="*/ 786703 h 874716" name="connsiteY188"/>
                <a:gd fmla="*/ 6622573 w 6857455" name="connsiteX189"/>
                <a:gd fmla="*/ 782321 h 874716" name="connsiteY189"/>
                <a:gd fmla="*/ 6704872 w 6857455" name="connsiteX190"/>
                <a:gd fmla="*/ 780607 h 874716" name="connsiteY190"/>
                <a:gd fmla="*/ 6751738 w 6857455" name="connsiteX191"/>
                <a:gd fmla="*/ 779273 h 874716" name="connsiteY191"/>
                <a:gd fmla="*/ 6809650 w 6857455" name="connsiteX192"/>
                <a:gd fmla="*/ 788417 h 874716" name="connsiteY192"/>
                <a:gd fmla="*/ 6832976 w 6857455" name="connsiteX193"/>
                <a:gd fmla="*/ 800428 h 874716" name="connsiteY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b="b" l="l" r="r" t="t"/>
              <a:pathLst>
                <a:path h="874716" w="6857455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8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: Shape 47">
              <a:extLst>
                <a:ext uri="{FF2B5EF4-FFF2-40B4-BE49-F238E27FC236}">
                  <a16:creationId xmlns:a16="http://schemas.microsoft.com/office/drawing/2014/main" id="{1E3EFCBE-34EF-4B4E-BB43-0CC49CCDD1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rot="5400000">
              <a:off x="2640988" y="2991370"/>
              <a:ext cx="6857455" cy="874716"/>
            </a:xfrm>
            <a:custGeom>
              <a:avLst/>
              <a:gdLst>
                <a:gd fmla="*/ 6857455 w 6857455" name="connsiteX0"/>
                <a:gd fmla="*/ 804643 h 874716" name="connsiteY0"/>
                <a:gd fmla="*/ 6857455 w 6857455" name="connsiteX1"/>
                <a:gd fmla="*/ 562246 h 874716" name="connsiteY1"/>
                <a:gd fmla="*/ 6829178 w 6857455" name="connsiteX2"/>
                <a:gd fmla="*/ 551284 h 874716" name="connsiteY2"/>
                <a:gd fmla="*/ 6766024 w 6857455" name="connsiteX3"/>
                <a:gd fmla="*/ 500372 h 874716" name="connsiteY3"/>
                <a:gd fmla="*/ 6734971 w 6857455" name="connsiteX4"/>
                <a:gd fmla="*/ 500944 h 874716" name="connsiteY4"/>
                <a:gd fmla="*/ 6683915 w 6857455" name="connsiteX5"/>
                <a:gd fmla="*/ 507040 h 874716" name="connsiteY5"/>
                <a:gd fmla="*/ 6628860 w 6857455" name="connsiteX6"/>
                <a:gd fmla="*/ 495418 h 874716" name="connsiteY6"/>
                <a:gd fmla="*/ 6588662 w 6857455" name="connsiteX7"/>
                <a:gd fmla="*/ 487227 h 874716" name="connsiteY7"/>
                <a:gd fmla="*/ 6476074 w 6857455" name="connsiteX8"/>
                <a:gd fmla="*/ 511230 h 874716" name="connsiteY8"/>
                <a:gd fmla="*/ 6382345 w 6857455" name="connsiteX9"/>
                <a:gd fmla="*/ 534853 h 874716" name="connsiteY9"/>
                <a:gd fmla="*/ 6369391 w 6857455" name="connsiteX10"/>
                <a:gd fmla="*/ 531615 h 874716" name="connsiteY10"/>
                <a:gd fmla="*/ 6244799 w 6857455" name="connsiteX11"/>
                <a:gd fmla="*/ 512182 h 874716" name="connsiteY11"/>
                <a:gd fmla="*/ 6190315 w 6857455" name="connsiteX12"/>
                <a:gd fmla="*/ 485703 h 874716" name="connsiteY12"/>
                <a:gd fmla="*/ 6115446 w 6857455" name="connsiteX13"/>
                <a:gd fmla="*/ 462270 h 874716" name="connsiteY13"/>
                <a:gd fmla="*/ 6032194 w 6857455" name="connsiteX14"/>
                <a:gd fmla="*/ 434266 h 874716" name="connsiteY14"/>
                <a:gd fmla="*/ 5971042 w 6857455" name="connsiteX15"/>
                <a:gd fmla="*/ 420738 h 874716" name="connsiteY15"/>
                <a:gd fmla="*/ 5880933 w 6857455" name="connsiteX16"/>
                <a:gd fmla="*/ 430646 h 874716" name="connsiteY16"/>
                <a:gd fmla="*/ 5862452 w 6857455" name="connsiteX17"/>
                <a:gd fmla="*/ 438648 h 874716" name="connsiteY17"/>
                <a:gd fmla="*/ 5685283 w 6857455" name="connsiteX18"/>
                <a:gd fmla="*/ 498658 h 874716" name="connsiteY18"/>
                <a:gd fmla="*/ 5567169 w 6857455" name="connsiteX19"/>
                <a:gd fmla="*/ 499420 h 874716" name="connsiteY19"/>
                <a:gd fmla="*/ 5527923 w 6857455" name="connsiteX20"/>
                <a:gd fmla="*/ 490466 h 874716" name="connsiteY20"/>
                <a:gd fmla="*/ 5456292 w 6857455" name="connsiteX21"/>
                <a:gd fmla="*/ 450650 h 874716" name="connsiteY21"/>
                <a:gd fmla="*/ 5424670 w 6857455" name="connsiteX22"/>
                <a:gd fmla="*/ 444934 h 874716" name="connsiteY22"/>
                <a:gd fmla="*/ 5368662 w 6857455" name="connsiteX23"/>
                <a:gd fmla="*/ 441124 h 874716" name="connsiteY23"/>
                <a:gd fmla="*/ 5247118 w 6857455" name="connsiteX24"/>
                <a:gd fmla="*/ 444934 h 874716" name="connsiteY24"/>
                <a:gd fmla="*/ 5088617 w 6857455" name="connsiteX25"/>
                <a:gd fmla="*/ 428742 h 874716" name="connsiteY25"/>
                <a:gd fmla="*/ 5025750 w 6857455" name="connsiteX26"/>
                <a:gd fmla="*/ 433694 h 874716" name="connsiteY26"/>
                <a:gd fmla="*/ 4957930 w 6857455" name="connsiteX27"/>
                <a:gd fmla="*/ 442268 h 874716" name="connsiteY27"/>
                <a:gd fmla="*/ 4938116 w 6857455" name="connsiteX28"/>
                <a:gd fmla="*/ 441886 h 874716" name="connsiteY28"/>
                <a:gd fmla="*/ 4833910 w 6857455" name="connsiteX29"/>
                <a:gd fmla="*/ 421693 h 874716" name="connsiteY29"/>
                <a:gd fmla="*/ 4810095 w 6857455" name="connsiteX30"/>
                <a:gd fmla="*/ 408167 h 874716" name="connsiteY30"/>
                <a:gd fmla="*/ 4747991 w 6857455" name="connsiteX31"/>
                <a:gd fmla="*/ 413691 h 874716" name="connsiteY31"/>
                <a:gd fmla="*/ 4692745 w 6857455" name="connsiteX32"/>
                <a:gd fmla="*/ 435790 h 874716" name="connsiteY32"/>
                <a:gd fmla="*/ 4375933 w 6857455" name="connsiteX33"/>
                <a:gd fmla="*/ 483417 h 874716" name="connsiteY33"/>
                <a:gd fmla="*/ 4185426 w 6857455" name="connsiteX34"/>
                <a:gd fmla="*/ 484179 h 874716" name="connsiteY34"/>
                <a:gd fmla="*/ 4052072 w 6857455" name="connsiteX35"/>
                <a:gd fmla="*/ 505134 h 874716" name="connsiteY35"/>
                <a:gd fmla="*/ 4029973 w 6857455" name="connsiteX36"/>
                <a:gd fmla="*/ 527233 h 874716" name="connsiteY36"/>
                <a:gd fmla="*/ 3948626 w 6857455" name="connsiteX37"/>
                <a:gd fmla="*/ 550666 h 874716" name="connsiteY37"/>
                <a:gd fmla="*/ 3871280 w 6857455" name="connsiteX38"/>
                <a:gd fmla="*/ 502275 h 874716" name="connsiteY38"/>
                <a:gd fmla="*/ 3774312 w 6857455" name="connsiteX39"/>
                <a:gd fmla="*/ 429122 h 874716" name="connsiteY39"/>
                <a:gd fmla="*/ 3721543 w 6857455" name="connsiteX40"/>
                <a:gd fmla="*/ 428552 h 874716" name="connsiteY40"/>
                <a:gd fmla="*/ 3612763 w 6857455" name="connsiteX41"/>
                <a:gd fmla="*/ 414263 h 874716" name="connsiteY41"/>
                <a:gd fmla="*/ 3537323 w 6857455" name="connsiteX42"/>
                <a:gd fmla="*/ 389878 h 874716" name="connsiteY42"/>
                <a:gd fmla="*/ 3431593 w 6857455" name="connsiteX43"/>
                <a:gd fmla="*/ 360921 h 874716" name="connsiteY43"/>
                <a:gd fmla="*/ 3392158 w 6857455" name="connsiteX44"/>
                <a:gd fmla="*/ 345681 h 874716" name="connsiteY44"/>
                <a:gd fmla="*/ 3297856 w 6857455" name="connsiteX45"/>
                <a:gd fmla="*/ 323010 h 874716" name="connsiteY45"/>
                <a:gd fmla="*/ 3219748 w 6857455" name="connsiteX46"/>
                <a:gd fmla="*/ 308151 h 874716" name="connsiteY46"/>
                <a:gd fmla="*/ 3156692 w 6857455" name="connsiteX47"/>
                <a:gd fmla="*/ 261668 h 874716" name="connsiteY47"/>
                <a:gd fmla="*/ 3136497 w 6857455" name="connsiteX48"/>
                <a:gd fmla="*/ 237663 h 874716" name="connsiteY48"/>
                <a:gd fmla="*/ 3119733 w 6857455" name="connsiteX49"/>
                <a:gd fmla="*/ 222233 h 874716" name="connsiteY49"/>
                <a:gd fmla="*/ 3045436 w 6857455" name="connsiteX50"/>
                <a:gd fmla="*/ 131742 h 874716" name="connsiteY50"/>
                <a:gd fmla="*/ 3037054 w 6857455" name="connsiteX51"/>
                <a:gd fmla="*/ 124121 h 874716" name="connsiteY51"/>
                <a:gd fmla="*/ 2936466 w 6857455" name="connsiteX52"/>
                <a:gd fmla="*/ 82400 h 874716" name="connsiteY52"/>
                <a:gd fmla="*/ 2901031 w 6857455" name="connsiteX53"/>
                <a:gd fmla="*/ 59731 h 874716" name="connsiteY53"/>
                <a:gd fmla="*/ 2828259 w 6857455" name="connsiteX54"/>
                <a:gd fmla="*/ 3149 h 874716" name="connsiteY54"/>
                <a:gd fmla="*/ 2799492 w 6857455" name="connsiteX55"/>
                <a:gd fmla="*/ 1245 h 874716" name="connsiteY55"/>
                <a:gd fmla="*/ 2693570 w 6857455" name="connsiteX56"/>
                <a:gd fmla="*/ 35154 h 874716" name="connsiteY56"/>
                <a:gd fmla="*/ 2639847 w 6857455" name="connsiteX57"/>
                <a:gd fmla="*/ 73448 h 874716" name="connsiteY57"/>
                <a:gd fmla="*/ 2621178 w 6857455" name="connsiteX58"/>
                <a:gd fmla="*/ 88688 h 874716" name="connsiteY58"/>
                <a:gd fmla="*/ 2489348 w 6857455" name="connsiteX59"/>
                <a:gd fmla="*/ 72304 h 874716" name="connsiteY59"/>
                <a:gd fmla="*/ 2452580 w 6857455" name="connsiteX60"/>
                <a:gd fmla="*/ 68683 h 874716" name="connsiteY60"/>
                <a:gd fmla="*/ 2326464 w 6857455" name="connsiteX61"/>
                <a:gd fmla="*/ 50395 h 874716" name="connsiteY61"/>
                <a:gd fmla="*/ 2300365 w 6857455" name="connsiteX62"/>
                <a:gd fmla="*/ 54777 h 874716" name="connsiteY62"/>
                <a:gd fmla="*/ 2130434 w 6857455" name="connsiteX63"/>
                <a:gd fmla="*/ 58397 h 874716" name="connsiteY63"/>
                <a:gd fmla="*/ 2118621 w 6857455" name="connsiteX64"/>
                <a:gd fmla="*/ 47919 h 874716" name="connsiteY64"/>
                <a:gd fmla="*/ 2057659 w 6857455" name="connsiteX65"/>
                <a:gd fmla="*/ 16866 h 874716" name="connsiteY65"/>
                <a:gd fmla="*/ 1976314 w 6857455" name="connsiteX66"/>
                <a:gd fmla="*/ 8865 h 874716" name="connsiteY66"/>
                <a:gd fmla="*/ 1961454 w 6857455" name="connsiteX67"/>
                <a:gd fmla="*/ 11724 h 874716" name="connsiteY67"/>
                <a:gd fmla="*/ 1906588 w 6857455" name="connsiteX68"/>
                <a:gd fmla="*/ 30964 h 874716" name="connsiteY68"/>
                <a:gd fmla="*/ 1783330 w 6857455" name="connsiteX69"/>
                <a:gd fmla="*/ 48871 h 874716" name="connsiteY69"/>
                <a:gd fmla="*/ 1759327 w 6857455" name="connsiteX70"/>
                <a:gd fmla="*/ 55349 h 874716" name="connsiteY70"/>
                <a:gd fmla="*/ 1716082 w 6857455" name="connsiteX71"/>
                <a:gd fmla="*/ 65445 h 874716" name="connsiteY71"/>
                <a:gd fmla="*/ 1598920 w 6857455" name="connsiteX72"/>
                <a:gd fmla="*/ 72114 h 874716" name="connsiteY72"/>
                <a:gd fmla="*/ 1542150 w 6857455" name="connsiteX73"/>
                <a:gd fmla="*/ 62207 h 874716" name="connsiteY73"/>
                <a:gd fmla="*/ 1516813 w 6857455" name="connsiteX74"/>
                <a:gd fmla="*/ 62779 h 874716" name="connsiteY74"/>
                <a:gd fmla="*/ 1432228 w 6857455" name="connsiteX75"/>
                <a:gd fmla="*/ 88116 h 874716" name="connsiteY75"/>
                <a:gd fmla="*/ 1224765 w 6857455" name="connsiteX76"/>
                <a:gd fmla="*/ 71924 h 874716" name="connsiteY76"/>
                <a:gd fmla="*/ 1159231 w 6857455" name="connsiteX77"/>
                <a:gd fmla="*/ 58207 h 874716" name="connsiteY77"/>
                <a:gd fmla="*/ 1124370 w 6857455" name="connsiteX78"/>
                <a:gd fmla="*/ 56301 h 874716" name="connsiteY78"/>
                <a:gd fmla="*/ 1075600 w 6857455" name="connsiteX79"/>
                <a:gd fmla="*/ 75542 h 874716" name="connsiteY79"/>
                <a:gd fmla="*/ 986633 w 6857455" name="connsiteX80"/>
                <a:gd fmla="*/ 79162 h 874716" name="connsiteY80"/>
                <a:gd fmla="*/ 861089 w 6857455" name="connsiteX81"/>
                <a:gd fmla="*/ 76304 h 874716" name="connsiteY81"/>
                <a:gd fmla="*/ 759168 w 6857455" name="connsiteX82"/>
                <a:gd fmla="*/ 104689 h 874716" name="connsiteY82"/>
                <a:gd fmla="*/ 723735 w 6857455" name="connsiteX83"/>
                <a:gd fmla="*/ 140696 h 874716" name="connsiteY83"/>
                <a:gd fmla="*/ 647532 w 6857455" name="connsiteX84"/>
                <a:gd fmla="*/ 147934 h 874716" name="connsiteY84"/>
                <a:gd fmla="*/ 552659 w 6857455" name="connsiteX85"/>
                <a:gd fmla="*/ 95926 h 874716" name="connsiteY85"/>
                <a:gd fmla="*/ 541800 w 6857455" name="connsiteX86"/>
                <a:gd fmla="*/ 97640 h 874716" name="connsiteY86"/>
                <a:gd fmla="*/ 375107 w 6857455" name="connsiteX87"/>
                <a:gd fmla="*/ 123169 h 874716" name="connsiteY87"/>
                <a:gd fmla="*/ 273567 w 6857455" name="connsiteX88"/>
                <a:gd fmla="*/ 145458 h 874716" name="connsiteY88"/>
                <a:gd fmla="*/ 264043 w 6857455" name="connsiteX89"/>
                <a:gd fmla="*/ 154792 h 874716" name="connsiteY89"/>
                <a:gd fmla="*/ 169360 w 6857455" name="connsiteX90"/>
                <a:gd fmla="*/ 177273 h 874716" name="connsiteY90"/>
                <a:gd fmla="*/ 89347 w 6857455" name="connsiteX91"/>
                <a:gd fmla="*/ 157460 h 874716" name="connsiteY91"/>
                <a:gd fmla="*/ 34291 w 6857455" name="connsiteX92"/>
                <a:gd fmla="*/ 145268 h 874716" name="connsiteY92"/>
                <a:gd fmla="*/ 0 w 6857455" name="connsiteX93"/>
                <a:gd fmla="*/ 142056 h 874716" name="connsiteY93"/>
                <a:gd fmla="*/ 0 w 6857455" name="connsiteX94"/>
                <a:gd fmla="*/ 849556 h 874716" name="connsiteY94"/>
                <a:gd fmla="*/ 60652 w 6857455" name="connsiteX95"/>
                <a:gd fmla="*/ 844783 h 874716" name="connsiteY95"/>
                <a:gd fmla="*/ 119068 w 6857455" name="connsiteX96"/>
                <a:gd fmla="*/ 827281 h 874716" name="connsiteY96"/>
                <a:gd fmla="*/ 171840 w 6857455" name="connsiteX97"/>
                <a:gd fmla="*/ 804420 h 874716" name="connsiteY97"/>
                <a:gd fmla="*/ 274329 w 6857455" name="connsiteX98"/>
                <a:gd fmla="*/ 794324 h 874716" name="connsiteY98"/>
                <a:gd fmla="*/ 306715 w 6857455" name="connsiteX99"/>
                <a:gd fmla="*/ 788798 h 874716" name="connsiteY99"/>
                <a:gd fmla="*/ 393967 w 6857455" name="connsiteX100"/>
                <a:gd fmla="*/ 765937 h 874716" name="connsiteY100"/>
                <a:gd fmla="*/ 493793 w 6857455" name="connsiteX101"/>
                <a:gd fmla="*/ 725549 h 874716" name="connsiteY101"/>
                <a:gd fmla="*/ 546373 w 6857455" name="connsiteX102"/>
                <a:gd fmla="*/ 740600 h 874716" name="connsiteY102"/>
                <a:gd fmla="*/ 730211 w 6857455" name="connsiteX103"/>
                <a:gd fmla="*/ 698116 h 874716" name="connsiteY103"/>
                <a:gd fmla="*/ 784889 w 6857455" name="connsiteX104"/>
                <a:gd fmla="*/ 676018 h 874716" name="connsiteY104"/>
                <a:gd fmla="*/ 800509 w 6857455" name="connsiteX105"/>
                <a:gd fmla="*/ 661349 h 874716" name="connsiteY105"/>
                <a:gd fmla="*/ 857661 w 6857455" name="connsiteX106"/>
                <a:gd fmla="*/ 626868 h 874716" name="connsiteY106"/>
                <a:gd fmla="*/ 949102 w 6857455" name="connsiteX107"/>
                <a:gd fmla="*/ 614676 h 874716" name="connsiteY107"/>
                <a:gd fmla="*/ 960342 w 6857455" name="connsiteX108"/>
                <a:gd fmla="*/ 607435 h 874716" name="connsiteY108"/>
                <a:gd fmla="*/ 977109 w 6857455" name="connsiteX109"/>
                <a:gd fmla="*/ 595815 h 874716" name="connsiteY109"/>
                <a:gd fmla="*/ 1071218 w 6857455" name="connsiteX110"/>
                <a:gd fmla="*/ 575240 h 874716" name="connsiteY110"/>
                <a:gd fmla="*/ 1091983 w 6857455" name="connsiteX111"/>
                <a:gd fmla="*/ 568764 h 874716" name="connsiteY111"/>
                <a:gd fmla="*/ 1109321 w 6857455" name="connsiteX112"/>
                <a:gd fmla="*/ 557904 h 874716" name="connsiteY112"/>
                <a:gd fmla="*/ 1162279 w 6857455" name="connsiteX113"/>
                <a:gd fmla="*/ 532949 h 874716" name="connsiteY113"/>
                <a:gd fmla="*/ 1206097 w 6857455" name="connsiteX114"/>
                <a:gd fmla="*/ 532187 h 874716" name="connsiteY114"/>
                <a:gd fmla="*/ 1266867 w 6857455" name="connsiteX115"/>
                <a:gd fmla="*/ 518088 h 874716" name="connsiteY115"/>
                <a:gd fmla="*/ 1380219 w 6857455" name="connsiteX116"/>
                <a:gd fmla="*/ 504182 h 874716" name="connsiteY116"/>
                <a:gd fmla="*/ 1403461 w 6857455" name="connsiteX117"/>
                <a:gd fmla="*/ 496180 h 874716" name="connsiteY117"/>
                <a:gd fmla="*/ 1544054 w 6857455" name="connsiteX118"/>
                <a:gd fmla="*/ 458268 h 874716" name="connsiteY118"/>
                <a:gd fmla="*/ 1656644 w 6857455" name="connsiteX119"/>
                <a:gd fmla="*/ 459032 h 874716" name="connsiteY119"/>
                <a:gd fmla="*/ 1665406 w 6857455" name="connsiteX120"/>
                <a:gd fmla="*/ 460747 h 874716" name="connsiteY120"/>
                <a:gd fmla="*/ 1708461 w 6857455" name="connsiteX121"/>
                <a:gd fmla="*/ 473318 h 874716" name="connsiteY121"/>
                <a:gd fmla="*/ 1775140 w 6857455" name="connsiteX122"/>
                <a:gd fmla="*/ 469891 h 874716" name="connsiteY122"/>
                <a:gd fmla="*/ 1821051 w 6857455" name="connsiteX123"/>
                <a:gd fmla="*/ 452554 h 874716" name="connsiteY123"/>
                <a:gd fmla="*/ 1878203 w 6857455" name="connsiteX124"/>
                <a:gd fmla="*/ 451792 h 874716" name="connsiteY124"/>
                <a:gd fmla="*/ 1943547 w 6857455" name="connsiteX125"/>
                <a:gd fmla="*/ 462651 h 874716" name="connsiteY125"/>
                <a:gd fmla="*/ 1972884 w 6857455" name="connsiteX126"/>
                <a:gd fmla="*/ 464937 h 874716" name="connsiteY126"/>
                <a:gd fmla="*/ 2053469 w 6857455" name="connsiteX127"/>
                <a:gd fmla="*/ 487417 h 874716" name="connsiteY127"/>
                <a:gd fmla="*/ 2101477 w 6857455" name="connsiteX128"/>
                <a:gd fmla="*/ 481893 h 874716" name="connsiteY128"/>
                <a:gd fmla="*/ 2148722 w 6857455" name="connsiteX129"/>
                <a:gd fmla="*/ 467033 h 874716" name="connsiteY129"/>
                <a:gd fmla="*/ 2179011 w 6857455" name="connsiteX130"/>
                <a:gd fmla="*/ 452744 h 874716" name="connsiteY130"/>
                <a:gd fmla="*/ 2240165 w 6857455" name="connsiteX131"/>
                <a:gd fmla="*/ 442648 h 874716" name="connsiteY131"/>
                <a:gd fmla="*/ 2251404 w 6857455" name="connsiteX132"/>
                <a:gd fmla="*/ 444172 h 874716" name="connsiteY132"/>
                <a:gd fmla="*/ 2433912 w 6857455" name="connsiteX133"/>
                <a:gd fmla="*/ 456746 h 874716" name="connsiteY133"/>
                <a:gd fmla="*/ 2506302 w 6857455" name="connsiteX134"/>
                <a:gd fmla="*/ 476939 h 874716" name="connsiteY134"/>
                <a:gd fmla="*/ 2521735 w 6857455" name="connsiteX135"/>
                <a:gd fmla="*/ 479415 h 874716" name="connsiteY135"/>
                <a:gd fmla="*/ 2675854 w 6857455" name="connsiteX136"/>
                <a:gd fmla="*/ 502086 h 874716" name="connsiteY136"/>
                <a:gd fmla="*/ 2692998 w 6857455" name="connsiteX137"/>
                <a:gd fmla="*/ 503038 h 874716" name="connsiteY137"/>
                <a:gd fmla="*/ 2740816 w 6857455" name="connsiteX138"/>
                <a:gd fmla="*/ 499037 h 874716" name="connsiteY138"/>
                <a:gd fmla="*/ 2853596 w 6857455" name="connsiteX139"/>
                <a:gd fmla="*/ 540187 h 874716" name="connsiteY139"/>
                <a:gd fmla="*/ 2966565 w 6857455" name="connsiteX140"/>
                <a:gd fmla="*/ 554286 h 874716" name="connsiteY140"/>
                <a:gd fmla="*/ 3028671 w 6857455" name="connsiteX141"/>
                <a:gd fmla="*/ 554094 h 874716" name="connsiteY141"/>
                <a:gd fmla="*/ 3073059 w 6857455" name="connsiteX142"/>
                <a:gd fmla="*/ 564192 h 874716" name="connsiteY142"/>
                <a:gd fmla="*/ 3182219 w 6857455" name="connsiteX143"/>
                <a:gd fmla="*/ 594862 h 874716" name="connsiteY143"/>
                <a:gd fmla="*/ 3233656 w 6857455" name="connsiteX144"/>
                <a:gd fmla="*/ 599625 h 874716" name="connsiteY144"/>
                <a:gd fmla="*/ 3288332 w 6857455" name="connsiteX145"/>
                <a:gd fmla="*/ 609914 h 874716" name="connsiteY145"/>
                <a:gd fmla="*/ 3423591 w 6857455" name="connsiteX146"/>
                <a:gd fmla="*/ 656015 h 874716" name="connsiteY146"/>
                <a:gd fmla="*/ 3534084 w 6857455" name="connsiteX147"/>
                <a:gd fmla="*/ 653349 h 874716" name="connsiteY147"/>
                <a:gd fmla="*/ 3604571 w 6857455" name="connsiteX148"/>
                <a:gd fmla="*/ 653918 h 874716" name="connsiteY148"/>
                <a:gd fmla="*/ 3688586 w 6857455" name="connsiteX149"/>
                <a:gd fmla="*/ 669160 h 874716" name="connsiteY149"/>
                <a:gd fmla="*/ 3757358 w 6857455" name="connsiteX150"/>
                <a:gd fmla="*/ 691450 h 874716" name="connsiteY150"/>
                <a:gd fmla="*/ 3852421 w 6857455" name="connsiteX151"/>
                <a:gd fmla="*/ 709167 h 874716" name="connsiteY151"/>
                <a:gd fmla="*/ 3947104 w 6857455" name="connsiteX152"/>
                <a:gd fmla="*/ 743267 h 874716" name="connsiteY152"/>
                <a:gd fmla="*/ 4013208 w 6857455" name="connsiteX153"/>
                <a:gd fmla="*/ 769367 h 874716" name="connsiteY153"/>
                <a:gd fmla="*/ 4105222 w 6857455" name="connsiteX154"/>
                <a:gd fmla="*/ 792417 h 874716" name="connsiteY154"/>
                <a:gd fmla="*/ 4246006 w 6857455" name="connsiteX155"/>
                <a:gd fmla="*/ 808610 h 874716" name="connsiteY155"/>
                <a:gd fmla="*/ 4310779 w 6857455" name="connsiteX156"/>
                <a:gd fmla="*/ 810326 h 874716" name="connsiteY156"/>
                <a:gd fmla="*/ 4413272 w 6857455" name="connsiteX157"/>
                <a:gd fmla="*/ 848235 h 874716" name="connsiteY157"/>
                <a:gd fmla="*/ 4457087 w 6857455" name="connsiteX158"/>
                <a:gd fmla="*/ 866524 h 874716" name="connsiteY158"/>
                <a:gd fmla="*/ 4496523 w 6857455" name="connsiteX159"/>
                <a:gd fmla="*/ 851284 h 874716" name="connsiteY159"/>
                <a:gd fmla="*/ 4522050 w 6857455" name="connsiteX160"/>
                <a:gd fmla="*/ 833757 h 874716" name="connsiteY160"/>
                <a:gd fmla="*/ 4602824 w 6857455" name="connsiteX161"/>
                <a:gd fmla="*/ 848618 h 874716" name="connsiteY161"/>
                <a:gd fmla="*/ 4688553 w 6857455" name="connsiteX162"/>
                <a:gd fmla="*/ 864238 h 874716" name="connsiteY162"/>
                <a:gd fmla="*/ 4749895 w 6857455" name="connsiteX163"/>
                <a:gd fmla="*/ 874716 h 874716" name="connsiteY163"/>
                <a:gd fmla="*/ 4826480 w 6857455" name="connsiteX164"/>
                <a:gd fmla="*/ 866334 h 874716" name="connsiteY164"/>
                <a:gd fmla="*/ 4886870 w 6857455" name="connsiteX165"/>
                <a:gd fmla="*/ 862906 h 874716" name="connsiteY165"/>
                <a:gd fmla="*/ 4935639 w 6857455" name="connsiteX166"/>
                <a:gd fmla="*/ 853190 h 874716" name="connsiteY166"/>
                <a:gd fmla="*/ 4952784 w 6857455" name="connsiteX167"/>
                <a:gd fmla="*/ 847473 h 874716" name="connsiteY167"/>
                <a:gd fmla="*/ 5088617 w 6857455" name="connsiteX168"/>
                <a:gd fmla="*/ 802896 h 874716" name="connsiteY168"/>
                <a:gd fmla="*/ 5233781 w 6857455" name="connsiteX169"/>
                <a:gd fmla="*/ 767271 h 874716" name="connsiteY169"/>
                <a:gd fmla="*/ 5327893 w 6857455" name="connsiteX170"/>
                <a:gd fmla="*/ 789752 h 874716" name="connsiteY170"/>
                <a:gd fmla="*/ 5362946 w 6857455" name="connsiteX171"/>
                <a:gd fmla="*/ 789370 h 874716" name="connsiteY171"/>
                <a:gd fmla="*/ 5524115 w 6857455" name="connsiteX172"/>
                <a:gd fmla="*/ 794514 h 874716" name="connsiteY172"/>
                <a:gd fmla="*/ 5552500 w 6857455" name="connsiteX173"/>
                <a:gd fmla="*/ 800038 h 874716" name="connsiteY173"/>
                <a:gd fmla="*/ 5705857 w 6857455" name="connsiteX174"/>
                <a:gd fmla="*/ 777367 h 874716" name="connsiteY174"/>
                <a:gd fmla="*/ 5761485 w 6857455" name="connsiteX175"/>
                <a:gd fmla="*/ 773557 h 874716" name="connsiteY175"/>
                <a:gd fmla="*/ 5812731 w 6857455" name="connsiteX176"/>
                <a:gd fmla="*/ 767271 h 874716" name="connsiteY176"/>
                <a:gd fmla="*/ 5884361 w 6857455" name="connsiteX177"/>
                <a:gd fmla="*/ 765747 h 874716" name="connsiteY177"/>
                <a:gd fmla="*/ 5958660 w 6857455" name="connsiteX178"/>
                <a:gd fmla="*/ 768605 h 874716" name="connsiteY178"/>
                <a:gd fmla="*/ 6041528 w 6857455" name="connsiteX179"/>
                <a:gd fmla="*/ 768033 h 874716" name="connsiteY179"/>
                <a:gd fmla="*/ 6074297 w 6857455" name="connsiteX180"/>
                <a:gd fmla="*/ 763081 h 874716" name="connsiteY180"/>
                <a:gd fmla="*/ 6162880 w 6857455" name="connsiteX181"/>
                <a:gd fmla="*/ 766509 h 874716" name="connsiteY181"/>
                <a:gd fmla="*/ 6209364 w 6857455" name="connsiteX182"/>
                <a:gd fmla="*/ 760795 h 874716" name="connsiteY182"/>
                <a:gd fmla="*/ 6285948 w 6857455" name="connsiteX183"/>
                <a:gd fmla="*/ 759651 h 874716" name="connsiteY183"/>
                <a:gd fmla="*/ 6310905 w 6857455" name="connsiteX184"/>
                <a:gd fmla="*/ 758316 h 874716" name="connsiteY184"/>
                <a:gd fmla="*/ 6333194 w 6857455" name="connsiteX185"/>
                <a:gd fmla="*/ 757554 h 874716" name="connsiteY185"/>
                <a:gd fmla="*/ 6409586 w 6857455" name="connsiteX186"/>
                <a:gd fmla="*/ 773177 h 874716" name="connsiteY186"/>
                <a:gd fmla="*/ 6477407 w 6857455" name="connsiteX187"/>
                <a:gd fmla="*/ 774129 h 874716" name="connsiteY187"/>
                <a:gd fmla="*/ 6596283 w 6857455" name="connsiteX188"/>
                <a:gd fmla="*/ 786703 h 874716" name="connsiteY188"/>
                <a:gd fmla="*/ 6622573 w 6857455" name="connsiteX189"/>
                <a:gd fmla="*/ 782321 h 874716" name="connsiteY189"/>
                <a:gd fmla="*/ 6704872 w 6857455" name="connsiteX190"/>
                <a:gd fmla="*/ 780607 h 874716" name="connsiteY190"/>
                <a:gd fmla="*/ 6751738 w 6857455" name="connsiteX191"/>
                <a:gd fmla="*/ 779273 h 874716" name="connsiteY191"/>
                <a:gd fmla="*/ 6809650 w 6857455" name="connsiteX192"/>
                <a:gd fmla="*/ 788417 h 874716" name="connsiteY192"/>
                <a:gd fmla="*/ 6832976 w 6857455" name="connsiteX193"/>
                <a:gd fmla="*/ 800428 h 874716" name="connsiteY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b="b" l="l" r="r" t="t"/>
              <a:pathLst>
                <a:path h="874716" w="6857455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7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blipFill dpi="0" rotWithShape="1">
              <a:blip r:embed="rId3">
                <a:alphaModFix amt="57000"/>
              </a:blip>
              <a:srcRect/>
              <a:tile algn="tl" flip="none" sx="100000" sy="100000" tx="0" ty="0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32F4E99-68B4-440A-91FB-F0AC78AC3D87}"/>
              </a:ext>
            </a:extLst>
          </p:cNvPr>
          <p:cNvSpPr/>
          <p:nvPr userDrawn="1"/>
        </p:nvSpPr>
        <p:spPr>
          <a:xfrm>
            <a:off x="0" y="0"/>
            <a:ext cx="9143999" cy="3690929"/>
          </a:xfrm>
          <a:custGeom>
            <a:avLst/>
            <a:gdLst>
              <a:gd fmla="*/ 0 w 9144000" name="connsiteX0"/>
              <a:gd fmla="*/ 0 h 3704595" name="connsiteY0"/>
              <a:gd fmla="*/ 9144000 w 9144000" name="connsiteX1"/>
              <a:gd fmla="*/ 0 h 3704595" name="connsiteY1"/>
              <a:gd fmla="*/ 9144000 w 9144000" name="connsiteX2"/>
              <a:gd fmla="*/ 3704595 h 3704595" name="connsiteY2"/>
              <a:gd fmla="*/ 8983376 w 9144000" name="connsiteX3"/>
              <a:gd fmla="*/ 3589931 h 3704595" name="connsiteY3"/>
              <a:gd fmla="*/ 4191907 w 9144000" name="connsiteX4"/>
              <a:gd fmla="*/ 2322286 h 3704595" name="connsiteY4"/>
              <a:gd fmla="*/ 16852 w 9144000" name="connsiteX5"/>
              <a:gd fmla="*/ 3227218 h 3704595" name="connsiteY5"/>
              <a:gd fmla="*/ 0 w 9144000" name="connsiteX6"/>
              <a:gd fmla="*/ 3236231 h 3704595" name="connsiteY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b="b" l="l" r="r" t="t"/>
            <a:pathLst>
              <a:path h="3704595" w="9144000">
                <a:moveTo>
                  <a:pt x="0" y="0"/>
                </a:moveTo>
                <a:lnTo>
                  <a:pt x="9144000" y="0"/>
                </a:lnTo>
                <a:lnTo>
                  <a:pt x="9144000" y="3704595"/>
                </a:lnTo>
                <a:lnTo>
                  <a:pt x="8983376" y="3589931"/>
                </a:lnTo>
                <a:cubicBezTo>
                  <a:pt x="7844483" y="2815748"/>
                  <a:pt x="6120918" y="2322286"/>
                  <a:pt x="4191907" y="2322286"/>
                </a:cubicBezTo>
                <a:cubicBezTo>
                  <a:pt x="2584398" y="2322286"/>
                  <a:pt x="1119560" y="2664968"/>
                  <a:pt x="16852" y="3227218"/>
                </a:cubicBezTo>
                <a:lnTo>
                  <a:pt x="0" y="3236231"/>
                </a:lnTo>
                <a:close/>
              </a:path>
            </a:pathLst>
          </a:cu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rgbClr val="2190BC"/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635F975-9D22-4A02-9B93-709E2910DC03}"/>
              </a:ext>
            </a:extLst>
          </p:cNvPr>
          <p:cNvSpPr/>
          <p:nvPr userDrawn="1"/>
        </p:nvSpPr>
        <p:spPr>
          <a:xfrm rot="21105158">
            <a:off x="-115121" y="1891480"/>
            <a:ext cx="9223687" cy="960239"/>
          </a:xfrm>
          <a:custGeom>
            <a:avLst/>
            <a:gdLst>
              <a:gd fmla="*/ 7117835 w 9280687" name="connsiteX0"/>
              <a:gd fmla="*/ 125922 h 1183170" name="connsiteY0"/>
              <a:gd fmla="*/ 9073490 w 9280687" name="connsiteX1"/>
              <a:gd fmla="*/ 581620 h 1183170" name="connsiteY1"/>
              <a:gd fmla="*/ 9280687 w 9280687" name="connsiteX2"/>
              <a:gd fmla="*/ 666400 h 1183170" name="connsiteY2"/>
              <a:gd fmla="*/ 9205783 w 9280687" name="connsiteX3"/>
              <a:gd fmla="*/ 1183170 h 1183170" name="connsiteY3"/>
              <a:gd fmla="*/ 9165483 w 9280687" name="connsiteX4"/>
              <a:gd fmla="*/ 1165010 h 1183170" name="connsiteY4"/>
              <a:gd fmla="*/ 4283728 w 9280687" name="connsiteX5"/>
              <a:gd fmla="*/ 365188 h 1183170" name="connsiteY5"/>
              <a:gd fmla="*/ 162127 w 9280687" name="connsiteX6"/>
              <a:gd fmla="*/ 898131 h 1183170" name="connsiteY6"/>
              <a:gd fmla="*/ 0 w 9280687" name="connsiteX7"/>
              <a:gd fmla="*/ 950170 h 1183170" name="connsiteY7"/>
              <a:gd fmla="*/ 17697 w 9280687" name="connsiteX8"/>
              <a:gd fmla="*/ 828077 h 1183170" name="connsiteY8"/>
              <a:gd fmla="*/ 98649 w 9280687" name="connsiteX9"/>
              <a:gd fmla="*/ 796677 h 1183170" name="connsiteY9"/>
              <a:gd fmla="*/ 4021814 w 9280687" name="connsiteX10"/>
              <a:gd fmla="*/ 35922 h 1183170" name="connsiteY10"/>
              <a:gd fmla="*/ 7117835 w 9280687" name="connsiteX11"/>
              <a:gd fmla="*/ 125922 h 1183170" name="connsiteY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b="b" l="l" r="r" t="t"/>
            <a:pathLst>
              <a:path h="1183170" w="9280687">
                <a:moveTo>
                  <a:pt x="7117835" y="125922"/>
                </a:moveTo>
                <a:cubicBezTo>
                  <a:pt x="7861832" y="225359"/>
                  <a:pt x="8525639" y="380764"/>
                  <a:pt x="9073490" y="581620"/>
                </a:cubicBezTo>
                <a:lnTo>
                  <a:pt x="9280687" y="666400"/>
                </a:lnTo>
                <a:lnTo>
                  <a:pt x="9205783" y="1183170"/>
                </a:lnTo>
                <a:lnTo>
                  <a:pt x="9165483" y="1165010"/>
                </a:lnTo>
                <a:cubicBezTo>
                  <a:pt x="7981696" y="675094"/>
                  <a:pt x="6233665" y="365188"/>
                  <a:pt x="4283728" y="365188"/>
                </a:cubicBezTo>
                <a:cubicBezTo>
                  <a:pt x="2716814" y="365188"/>
                  <a:pt x="1280276" y="565303"/>
                  <a:pt x="162127" y="898131"/>
                </a:cubicBezTo>
                <a:lnTo>
                  <a:pt x="0" y="950170"/>
                </a:lnTo>
                <a:lnTo>
                  <a:pt x="17697" y="828077"/>
                </a:lnTo>
                <a:lnTo>
                  <a:pt x="98649" y="796677"/>
                </a:lnTo>
                <a:cubicBezTo>
                  <a:pt x="1161353" y="409476"/>
                  <a:pt x="2522327" y="131965"/>
                  <a:pt x="4021814" y="35922"/>
                </a:cubicBezTo>
                <a:cubicBezTo>
                  <a:pt x="5132546" y="-35221"/>
                  <a:pt x="6187838" y="1626"/>
                  <a:pt x="7117835" y="125922"/>
                </a:cubicBezTo>
                <a:close/>
              </a:path>
            </a:pathLst>
          </a:custGeom>
          <a:gradFill>
            <a:gsLst>
              <a:gs pos="0">
                <a:srgbClr val="24CA92"/>
              </a:gs>
              <a:gs pos="100000">
                <a:schemeClr val="bg1"/>
              </a:gs>
            </a:gsLst>
            <a:lin ang="5400000" scaled="1"/>
          </a:gradFill>
          <a:effectLst>
            <a:outerShdw algn="ctr" blurRad="63500" rotWithShape="0" sx="102000" sy="10200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D0A0BBA-FBDA-4D14-B650-78D431332D34}"/>
              </a:ext>
            </a:extLst>
          </p:cNvPr>
          <p:cNvSpPr/>
          <p:nvPr userDrawn="1"/>
        </p:nvSpPr>
        <p:spPr>
          <a:xfrm rot="21355703">
            <a:off x="-45151" y="2107503"/>
            <a:ext cx="9200885" cy="1258367"/>
          </a:xfrm>
          <a:custGeom>
            <a:avLst/>
            <a:gdLst>
              <a:gd fmla="*/ 6609653 w 9200885" name="connsiteX0"/>
              <a:gd fmla="*/ 47138 h 1113415" name="connsiteY0"/>
              <a:gd fmla="*/ 8863252 w 9200885" name="connsiteX1"/>
              <a:gd fmla="*/ 389400 h 1113415" name="connsiteY1"/>
              <a:gd fmla="*/ 9200885 w 9200885" name="connsiteX2"/>
              <a:gd fmla="*/ 482520 h 1113415" name="connsiteY2"/>
              <a:gd fmla="*/ 9155976 w 9200885" name="connsiteX3"/>
              <a:gd fmla="*/ 1113415 h 1113415" name="connsiteY3"/>
              <a:gd fmla="*/ 9122823 w 9200885" name="connsiteX4"/>
              <a:gd fmla="*/ 1102198 h 1113415" name="connsiteY4"/>
              <a:gd fmla="*/ 4303428 w 9200885" name="connsiteX5"/>
              <a:gd fmla="*/ 450385 h 1113415" name="connsiteY5"/>
              <a:gd fmla="*/ 394253 w 9200885" name="connsiteX6"/>
              <a:gd fmla="*/ 859171 h 1113415" name="connsiteY6"/>
              <a:gd fmla="*/ 0 w 9200885" name="connsiteX7"/>
              <a:gd fmla="*/ 956611 h 1113415" name="connsiteY7"/>
              <a:gd fmla="*/ 13469 w 9200885" name="connsiteX8"/>
              <a:gd fmla="*/ 767406 h 1113415" name="connsiteY8"/>
              <a:gd fmla="*/ 273245 w 9200885" name="connsiteX9"/>
              <a:gd fmla="*/ 685196 h 1113415" name="connsiteY9"/>
              <a:gd fmla="*/ 3996058 w 9200885" name="connsiteX10"/>
              <a:gd fmla="*/ 44303 h 1113415" name="connsiteY10"/>
              <a:gd fmla="*/ 6609653 w 9200885" name="connsiteX11"/>
              <a:gd fmla="*/ 47138 h 1113415" name="connsiteY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b="b" l="l" r="r" t="t"/>
            <a:pathLst>
              <a:path h="1113415" w="9200885">
                <a:moveTo>
                  <a:pt x="6609653" y="47138"/>
                </a:moveTo>
                <a:cubicBezTo>
                  <a:pt x="7430225" y="107551"/>
                  <a:pt x="8190798" y="224534"/>
                  <a:pt x="8863252" y="389400"/>
                </a:cubicBezTo>
                <a:lnTo>
                  <a:pt x="9200885" y="482520"/>
                </a:lnTo>
                <a:lnTo>
                  <a:pt x="9155976" y="1113415"/>
                </a:lnTo>
                <a:lnTo>
                  <a:pt x="9122823" y="1102198"/>
                </a:lnTo>
                <a:cubicBezTo>
                  <a:pt x="7813147" y="694997"/>
                  <a:pt x="6134111" y="450385"/>
                  <a:pt x="4303428" y="450385"/>
                </a:cubicBezTo>
                <a:cubicBezTo>
                  <a:pt x="2873207" y="450385"/>
                  <a:pt x="1535545" y="599684"/>
                  <a:pt x="394253" y="859171"/>
                </a:cubicBezTo>
                <a:lnTo>
                  <a:pt x="0" y="956611"/>
                </a:lnTo>
                <a:lnTo>
                  <a:pt x="13469" y="767406"/>
                </a:lnTo>
                <a:lnTo>
                  <a:pt x="273245" y="685196"/>
                </a:lnTo>
                <a:cubicBezTo>
                  <a:pt x="1357040" y="363945"/>
                  <a:pt x="2627382" y="136431"/>
                  <a:pt x="3996058" y="44303"/>
                </a:cubicBezTo>
                <a:cubicBezTo>
                  <a:pt x="4908509" y="-17116"/>
                  <a:pt x="5789080" y="-13274"/>
                  <a:pt x="6609653" y="47138"/>
                </a:cubicBezTo>
                <a:close/>
              </a:path>
            </a:pathLst>
          </a:cu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99000">
                <a:srgbClr val="2190BC"/>
              </a:gs>
            </a:gsLst>
            <a:lin ang="5400000" scaled="1"/>
          </a:gradFill>
          <a:effectLst>
            <a:outerShdw algn="ctr" blurRad="63500" rotWithShape="0" sx="102000" sy="10200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2B581B3-FD97-4E7C-B776-8C7DC373B8D1}"/>
              </a:ext>
            </a:extLst>
          </p:cNvPr>
          <p:cNvSpPr/>
          <p:nvPr userDrawn="1"/>
        </p:nvSpPr>
        <p:spPr>
          <a:xfrm rot="21355703">
            <a:off x="-16681" y="2429132"/>
            <a:ext cx="9169155" cy="1398953"/>
          </a:xfrm>
          <a:custGeom>
            <a:avLst/>
            <a:gdLst>
              <a:gd fmla="*/ 5794348 w 9169155" name="connsiteX0"/>
              <a:gd fmla="*/ 47138 h 1398953" name="connsiteY0"/>
              <a:gd fmla="*/ 9109159 w 9169155" name="connsiteX1"/>
              <a:gd fmla="*/ 717310 h 1398953" name="connsiteY1"/>
              <a:gd fmla="*/ 9169155 w 9169155" name="connsiteX2"/>
              <a:gd fmla="*/ 743109 h 1398953" name="connsiteY2"/>
              <a:gd fmla="*/ 9122470 w 9169155" name="connsiteX3"/>
              <a:gd fmla="*/ 1398953 h 1398953" name="connsiteY3"/>
              <a:gd fmla="*/ 8780907 w 9169155" name="connsiteX4"/>
              <a:gd fmla="*/ 1262360 h 1398953" name="connsiteY4"/>
              <a:gd fmla="*/ 3488123 w 9169155" name="connsiteX5"/>
              <a:gd fmla="*/ 450385 h 1398953" name="connsiteY5"/>
              <a:gd fmla="*/ 79793 w 9169155" name="connsiteX6"/>
              <a:gd fmla="*/ 754823 h 1398953" name="connsiteY6"/>
              <a:gd fmla="*/ 0 w 9169155" name="connsiteX7"/>
              <a:gd fmla="*/ 771447 h 1398953" name="connsiteY7"/>
              <a:gd fmla="*/ 16951 w 9169155" name="connsiteX8"/>
              <a:gd fmla="*/ 533313 h 1398953" name="connsiteY8"/>
              <a:gd fmla="*/ 430535 w 9169155" name="connsiteX9"/>
              <a:gd fmla="*/ 433765 h 1398953" name="connsiteY9"/>
              <a:gd fmla="*/ 3180753 w 9169155" name="connsiteX10"/>
              <a:gd fmla="*/ 44303 h 1398953" name="connsiteY10"/>
              <a:gd fmla="*/ 5794348 w 9169155" name="connsiteX11"/>
              <a:gd fmla="*/ 47138 h 1398953" name="connsiteY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b="b" l="l" r="r" t="t"/>
            <a:pathLst>
              <a:path h="1398953" w="9169155">
                <a:moveTo>
                  <a:pt x="5794348" y="47138"/>
                </a:moveTo>
                <a:cubicBezTo>
                  <a:pt x="7083818" y="142072"/>
                  <a:pt x="8225127" y="376702"/>
                  <a:pt x="9109159" y="717310"/>
                </a:cubicBezTo>
                <a:lnTo>
                  <a:pt x="9169155" y="743109"/>
                </a:lnTo>
                <a:lnTo>
                  <a:pt x="9122470" y="1398953"/>
                </a:lnTo>
                <a:lnTo>
                  <a:pt x="8780907" y="1262360"/>
                </a:lnTo>
                <a:cubicBezTo>
                  <a:pt x="7415231" y="759972"/>
                  <a:pt x="5547641" y="450385"/>
                  <a:pt x="3488123" y="450385"/>
                </a:cubicBezTo>
                <a:cubicBezTo>
                  <a:pt x="2262220" y="450385"/>
                  <a:pt x="1104318" y="560074"/>
                  <a:pt x="79793" y="754823"/>
                </a:cubicBezTo>
                <a:lnTo>
                  <a:pt x="0" y="771447"/>
                </a:lnTo>
                <a:lnTo>
                  <a:pt x="16951" y="533313"/>
                </a:lnTo>
                <a:lnTo>
                  <a:pt x="430535" y="433765"/>
                </a:lnTo>
                <a:cubicBezTo>
                  <a:pt x="1275672" y="244988"/>
                  <a:pt x="2203127" y="110108"/>
                  <a:pt x="3180753" y="44303"/>
                </a:cubicBezTo>
                <a:cubicBezTo>
                  <a:pt x="4093204" y="-17116"/>
                  <a:pt x="4973776" y="-13274"/>
                  <a:pt x="5794348" y="47138"/>
                </a:cubicBezTo>
                <a:close/>
              </a:path>
            </a:pathLst>
          </a:custGeom>
          <a:gradFill>
            <a:gsLst>
              <a:gs pos="0">
                <a:schemeClr val="tx1">
                  <a:lumMod val="95000"/>
                  <a:lumOff val="5000"/>
                </a:schemeClr>
              </a:gs>
              <a:gs pos="100000">
                <a:schemeClr val="bg1"/>
              </a:gs>
            </a:gsLst>
            <a:lin ang="5400000" scaled="1"/>
          </a:gradFill>
          <a:effectLst>
            <a:outerShdw algn="ctr" blurRad="63500" rotWithShape="0" sx="102000" sy="10200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 lvl="0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F5E8873-D83F-4C08-9068-07CC77B0EC70}"/>
              </a:ext>
            </a:extLst>
          </p:cNvPr>
          <p:cNvSpPr/>
          <p:nvPr userDrawn="1"/>
        </p:nvSpPr>
        <p:spPr>
          <a:xfrm rot="21355703">
            <a:off x="-2699" y="2606199"/>
            <a:ext cx="9146481" cy="1652513"/>
          </a:xfrm>
          <a:custGeom>
            <a:avLst/>
            <a:gdLst>
              <a:gd fmla="*/ 5304048 w 9146481" name="connsiteX0"/>
              <a:gd fmla="*/ 47138 h 1652513" name="connsiteY0"/>
              <a:gd fmla="*/ 9003437 w 9146481" name="connsiteX1"/>
              <a:gd fmla="*/ 913405 h 1652513" name="connsiteY1"/>
              <a:gd fmla="*/ 9146481 w 9146481" name="connsiteX2"/>
              <a:gd fmla="*/ 991895 h 1652513" name="connsiteY2"/>
              <a:gd fmla="*/ 9099457 w 9146481" name="connsiteX3"/>
              <a:gd fmla="*/ 1652513 h 1652513" name="connsiteY3"/>
              <a:gd fmla="*/ 9050932 w 9146481" name="connsiteX4"/>
              <a:gd fmla="*/ 1624567 h 1652513" name="connsiteY4"/>
              <a:gd fmla="*/ 3041522 w 9146481" name="connsiteX5"/>
              <a:gd fmla="*/ 450385 h 1652513" name="connsiteY5"/>
              <a:gd fmla="*/ 210937 w 9146481" name="connsiteX6"/>
              <a:gd fmla="*/ 664651 h 1652513" name="connsiteY6"/>
              <a:gd fmla="*/ 0 w 9146481" name="connsiteX7"/>
              <a:gd fmla="*/ 701716 h 1652513" name="connsiteY7"/>
              <a:gd fmla="*/ 18669 w 9146481" name="connsiteX8"/>
              <a:gd fmla="*/ 439457 h 1652513" name="connsiteY8"/>
              <a:gd fmla="*/ 41869 w 9146481" name="connsiteX9"/>
              <a:gd fmla="*/ 433765 h 1652513" name="connsiteY9"/>
              <a:gd fmla="*/ 2739976 w 9146481" name="connsiteX10"/>
              <a:gd fmla="*/ 44302 h 1652513" name="connsiteY10"/>
              <a:gd fmla="*/ 5304048 w 9146481" name="connsiteX11"/>
              <a:gd fmla="*/ 47138 h 1652513" name="connsiteY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b="b" l="l" r="r" t="t"/>
            <a:pathLst>
              <a:path h="1652513" w="9146481">
                <a:moveTo>
                  <a:pt x="5304048" y="47138"/>
                </a:moveTo>
                <a:cubicBezTo>
                  <a:pt x="6799093" y="159333"/>
                  <a:pt x="8091122" y="466640"/>
                  <a:pt x="9003437" y="913405"/>
                </a:cubicBezTo>
                <a:lnTo>
                  <a:pt x="9146481" y="991895"/>
                </a:lnTo>
                <a:lnTo>
                  <a:pt x="9099457" y="1652513"/>
                </a:lnTo>
                <a:lnTo>
                  <a:pt x="9050932" y="1624567"/>
                </a:lnTo>
                <a:cubicBezTo>
                  <a:pt x="7699233" y="912854"/>
                  <a:pt x="5511015" y="450385"/>
                  <a:pt x="3041522" y="450385"/>
                </a:cubicBezTo>
                <a:cubicBezTo>
                  <a:pt x="2039293" y="450385"/>
                  <a:pt x="1083393" y="526558"/>
                  <a:pt x="210937" y="664651"/>
                </a:cubicBezTo>
                <a:lnTo>
                  <a:pt x="0" y="701716"/>
                </a:lnTo>
                <a:lnTo>
                  <a:pt x="18669" y="439457"/>
                </a:lnTo>
                <a:lnTo>
                  <a:pt x="41869" y="433765"/>
                </a:lnTo>
                <a:cubicBezTo>
                  <a:pt x="870993" y="244988"/>
                  <a:pt x="1780874" y="110107"/>
                  <a:pt x="2739976" y="44302"/>
                </a:cubicBezTo>
                <a:cubicBezTo>
                  <a:pt x="3635138" y="-17116"/>
                  <a:pt x="4499024" y="-13274"/>
                  <a:pt x="5304048" y="47138"/>
                </a:cubicBezTo>
                <a:close/>
              </a:path>
            </a:pathLst>
          </a:custGeom>
          <a:gradFill>
            <a:gsLst>
              <a:gs pos="53000">
                <a:srgbClr val="BEEFDF"/>
              </a:gs>
              <a:gs pos="0">
                <a:srgbClr val="24CA92"/>
              </a:gs>
              <a:gs pos="34000">
                <a:srgbClr val="5ED8AF"/>
              </a:gs>
              <a:gs pos="0">
                <a:schemeClr val="bg1"/>
              </a:gs>
            </a:gsLst>
            <a:lin ang="5400000" scaled="1"/>
          </a:gradFill>
          <a:effectLst>
            <a:outerShdw algn="ctr" blurRad="63500" rotWithShape="0" sx="102000" sy="10200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 lvl="0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C31DCB5-A2E3-4FAC-B7CD-8972360366D9}"/>
              </a:ext>
            </a:extLst>
          </p:cNvPr>
          <p:cNvSpPr/>
          <p:nvPr userDrawn="1"/>
        </p:nvSpPr>
        <p:spPr>
          <a:xfrm rot="5400000">
            <a:off x="4076972" y="1790428"/>
            <a:ext cx="6857455" cy="3276599"/>
          </a:xfrm>
          <a:custGeom>
            <a:avLst/>
            <a:gdLst>
              <a:gd fmla="*/ 0 w 9144000" name="connsiteX0"/>
              <a:gd fmla="*/ 0 h 3704595" name="connsiteY0"/>
              <a:gd fmla="*/ 9144000 w 9144000" name="connsiteX1"/>
              <a:gd fmla="*/ 0 h 3704595" name="connsiteY1"/>
              <a:gd fmla="*/ 9144000 w 9144000" name="connsiteX2"/>
              <a:gd fmla="*/ 3704595 h 3704595" name="connsiteY2"/>
              <a:gd fmla="*/ 8983376 w 9144000" name="connsiteX3"/>
              <a:gd fmla="*/ 3589931 h 3704595" name="connsiteY3"/>
              <a:gd fmla="*/ 4191907 w 9144000" name="connsiteX4"/>
              <a:gd fmla="*/ 2322286 h 3704595" name="connsiteY4"/>
              <a:gd fmla="*/ 16852 w 9144000" name="connsiteX5"/>
              <a:gd fmla="*/ 3227218 h 3704595" name="connsiteY5"/>
              <a:gd fmla="*/ 0 w 9144000" name="connsiteX6"/>
              <a:gd fmla="*/ 3236231 h 3704595" name="connsiteY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b="b" l="l" r="r" t="t"/>
            <a:pathLst>
              <a:path h="3704595" w="9144000">
                <a:moveTo>
                  <a:pt x="0" y="0"/>
                </a:moveTo>
                <a:lnTo>
                  <a:pt x="9144000" y="0"/>
                </a:lnTo>
                <a:lnTo>
                  <a:pt x="9144000" y="3704595"/>
                </a:lnTo>
                <a:lnTo>
                  <a:pt x="8983376" y="3589931"/>
                </a:lnTo>
                <a:cubicBezTo>
                  <a:pt x="7844483" y="2815748"/>
                  <a:pt x="6120918" y="2322286"/>
                  <a:pt x="4191907" y="2322286"/>
                </a:cubicBezTo>
                <a:cubicBezTo>
                  <a:pt x="2584398" y="2322286"/>
                  <a:pt x="1119560" y="2664968"/>
                  <a:pt x="16852" y="3227218"/>
                </a:cubicBezTo>
                <a:lnTo>
                  <a:pt x="0" y="3236231"/>
                </a:lnTo>
                <a:close/>
              </a:path>
            </a:pathLst>
          </a:cu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rgbClr val="2190BC"/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 lvl="0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60CA3A4-661C-4DEE-9101-664E531A1731}"/>
              </a:ext>
            </a:extLst>
          </p:cNvPr>
          <p:cNvSpPr/>
          <p:nvPr userDrawn="1"/>
        </p:nvSpPr>
        <p:spPr>
          <a:xfrm>
            <a:off x="163701" y="233557"/>
            <a:ext cx="2419803" cy="629057"/>
          </a:xfrm>
          <a:prstGeom prst="roundRect">
            <a:avLst>
              <a:gd fmla="val 6911" name="adj"/>
            </a:avLst>
          </a:prstGeom>
          <a:solidFill>
            <a:srgbClr val="092E43"/>
          </a:solidFill>
          <a:ln>
            <a:solidFill>
              <a:schemeClr val="bg1"/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  <a:outerShdw algn="ctr" blurRad="63500" rotWithShape="0" sx="102000" sy="10200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l"/>
            <a:r>
              <a:rPr dirty="0" lang="en-US" sz="4400">
                <a:latin charset="0" panose="020B0502040204020203" pitchFamily="34" typeface="Bahnschrift SemiBold"/>
              </a:rPr>
              <a:t>ECAP615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1F73FC2C-78D8-4F25-A1AF-BB364D32B46F}"/>
              </a:ext>
            </a:extLst>
          </p:cNvPr>
          <p:cNvSpPr/>
          <p:nvPr userDrawn="1"/>
        </p:nvSpPr>
        <p:spPr>
          <a:xfrm>
            <a:off x="163701" y="949943"/>
            <a:ext cx="4597612" cy="698539"/>
          </a:xfrm>
          <a:prstGeom prst="roundRect">
            <a:avLst>
              <a:gd fmla="val 6911" name="adj"/>
            </a:avLst>
          </a:prstGeom>
          <a:solidFill>
            <a:schemeClr val="bg1">
              <a:alpha val="76000"/>
            </a:schemeClr>
          </a:solidFill>
          <a:ln>
            <a:solidFill>
              <a:srgbClr val="092E43"/>
            </a:solidFill>
          </a:ln>
          <a:effectLst>
            <a:outerShdw algn="ctr" blurRad="63500" rotWithShape="0" sx="102000" sy="10200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l" lvl="0"/>
            <a:r>
              <a:rPr dirty="0" lang="en-US" sz="3600">
                <a:solidFill>
                  <a:srgbClr val="092E43"/>
                </a:solidFill>
                <a:latin charset="0" panose="020B0502040204020203" pitchFamily="34" typeface="Bahnschrift SemiBold"/>
              </a:rPr>
              <a:t>Programming in Java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B5999A-8717-4E4E-9AE5-F3006B6E41B8}"/>
              </a:ext>
            </a:extLst>
          </p:cNvPr>
          <p:cNvSpPr txBox="1"/>
          <p:nvPr userDrawn="1"/>
        </p:nvSpPr>
        <p:spPr>
          <a:xfrm>
            <a:off x="6915505" y="5636216"/>
            <a:ext cx="2228495" cy="461665"/>
          </a:xfrm>
          <a:prstGeom prst="rect">
            <a:avLst/>
          </a:prstGeom>
          <a:noFill/>
        </p:spPr>
        <p:txBody>
          <a:bodyPr rtlCol="0" wrap="square">
            <a:spAutoFit/>
          </a:bodyPr>
          <a:lstStyle/>
          <a:p>
            <a:pPr algn="r"/>
            <a:r>
              <a:rPr dirty="0" lang="en-US" sz="2400">
                <a:latin charset="0" panose="020B0502040204020203" pitchFamily="34" typeface="Bahnschrift SemiBold"/>
              </a:rPr>
              <a:t>Harjinder Kaur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57F825F-CF67-4A4B-BC18-3B73F3A865F0}"/>
              </a:ext>
            </a:extLst>
          </p:cNvPr>
          <p:cNvSpPr txBox="1"/>
          <p:nvPr userDrawn="1"/>
        </p:nvSpPr>
        <p:spPr>
          <a:xfrm>
            <a:off x="6544640" y="6111653"/>
            <a:ext cx="2599360" cy="400110"/>
          </a:xfrm>
          <a:prstGeom prst="rect">
            <a:avLst/>
          </a:prstGeom>
          <a:noFill/>
        </p:spPr>
        <p:txBody>
          <a:bodyPr rtlCol="0" wrap="square">
            <a:spAutoFit/>
          </a:bodyPr>
          <a:lstStyle/>
          <a:p>
            <a:pPr algn="r"/>
            <a:r>
              <a:rPr dirty="0" lang="en-US" sz="2000">
                <a:latin charset="0" panose="020B0502040204020203" pitchFamily="34" typeface="Bahnschrift SemiBold"/>
              </a:rPr>
              <a:t>Assistant Professor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B3AF2A3-52FB-4DC4-9AA3-31CF66E9B067}"/>
              </a:ext>
            </a:extLst>
          </p:cNvPr>
          <p:cNvSpPr/>
          <p:nvPr userDrawn="1"/>
        </p:nvSpPr>
        <p:spPr>
          <a:xfrm>
            <a:off x="6796829" y="6056456"/>
            <a:ext cx="2331451" cy="66624"/>
          </a:xfrm>
          <a:prstGeom prst="rect">
            <a:avLst/>
          </a:prstGeom>
          <a:gradFill flip="none" rotWithShape="1"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rgbClr val="2C2C2C"/>
              </a:gs>
            </a:gsLst>
            <a:path path="circle">
              <a:fillToRect b="50000" l="50000" r="50000" t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4ADF17D-5B32-4DA7-A1AA-5652C5375815}"/>
              </a:ext>
            </a:extLst>
          </p:cNvPr>
          <p:cNvSpPr/>
          <p:nvPr userDrawn="1"/>
        </p:nvSpPr>
        <p:spPr>
          <a:xfrm>
            <a:off x="6796829" y="6495107"/>
            <a:ext cx="2331451" cy="66624"/>
          </a:xfrm>
          <a:prstGeom prst="rect">
            <a:avLst/>
          </a:prstGeom>
          <a:gradFill flip="none" rotWithShape="1"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rgbClr val="2C2C2C"/>
              </a:gs>
            </a:gsLst>
            <a:path path="circle">
              <a:fillToRect b="50000" l="50000" r="50000" t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5EDBA53-1760-4BD9-8BAD-11DF3743DFE5}"/>
              </a:ext>
            </a:extLst>
          </p:cNvPr>
          <p:cNvGrpSpPr/>
          <p:nvPr userDrawn="1"/>
        </p:nvGrpSpPr>
        <p:grpSpPr>
          <a:xfrm>
            <a:off x="4702817" y="-7877"/>
            <a:ext cx="2884019" cy="6937583"/>
            <a:chOff x="4702817" y="-7877"/>
            <a:chExt cx="2884019" cy="6937583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3A3589B-FD0E-4C96-9661-10B154C21E1E}"/>
                </a:ext>
              </a:extLst>
            </p:cNvPr>
            <p:cNvSpPr/>
            <p:nvPr userDrawn="1"/>
          </p:nvSpPr>
          <p:spPr>
            <a:xfrm flipH="1" rot="5873456">
              <a:off x="3446679" y="2789549"/>
              <a:ext cx="6937583" cy="1342731"/>
            </a:xfrm>
            <a:custGeom>
              <a:avLst/>
              <a:gdLst>
                <a:gd fmla="*/ 6879256 w 6937583" name="connsiteX0"/>
                <a:gd fmla="*/ 1342731 h 1342731" name="connsiteY0"/>
                <a:gd fmla="*/ 6937583 w 6937583" name="connsiteX1"/>
                <a:gd fmla="*/ 756270 h 1342731" name="connsiteY1"/>
                <a:gd fmla="*/ 6776242 w 6937583" name="connsiteX2"/>
                <a:gd fmla="*/ 660056 h 1342731" name="connsiteY2"/>
                <a:gd fmla="*/ 5253407 w 6937583" name="connsiteX3"/>
                <a:gd fmla="*/ 142904 h 1342731" name="connsiteY3"/>
                <a:gd fmla="*/ 2842590 w 6937583" name="connsiteX4"/>
                <a:gd fmla="*/ 40766 h 1342731" name="connsiteY4"/>
                <a:gd fmla="*/ 108649 w 6937583" name="connsiteX5"/>
                <a:gd fmla="*/ 745329 h 1342731" name="connsiteY5"/>
                <a:gd fmla="*/ 23118 w 6937583" name="connsiteX6"/>
                <a:gd fmla="*/ 787644 h 1342731" name="connsiteY6"/>
                <a:gd fmla="*/ 0 w 6937583" name="connsiteX7"/>
                <a:gd fmla="*/ 954439 h 1342731" name="connsiteY7"/>
                <a:gd fmla="*/ 174961 w 6937583" name="connsiteX8"/>
                <a:gd fmla="*/ 884819 h 1342731" name="connsiteY8"/>
                <a:gd fmla="*/ 3046538 w 6937583" name="connsiteX9"/>
                <a:gd fmla="*/ 414437 h 1342731" name="connsiteY9"/>
                <a:gd fmla="*/ 6847875 w 6937583" name="connsiteX10"/>
                <a:gd fmla="*/ 1322122 h 1342731" name="connsiteY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b="b" l="l" r="r" t="t"/>
              <a:pathLst>
                <a:path h="1342731" w="6937583">
                  <a:moveTo>
                    <a:pt x="6879256" y="1342731"/>
                  </a:moveTo>
                  <a:lnTo>
                    <a:pt x="6937583" y="756270"/>
                  </a:lnTo>
                  <a:lnTo>
                    <a:pt x="6776242" y="660056"/>
                  </a:lnTo>
                  <a:cubicBezTo>
                    <a:pt x="6349640" y="432113"/>
                    <a:pt x="5832745" y="255751"/>
                    <a:pt x="5253407" y="142904"/>
                  </a:cubicBezTo>
                  <a:cubicBezTo>
                    <a:pt x="4529235" y="1845"/>
                    <a:pt x="3707497" y="-39971"/>
                    <a:pt x="2842590" y="40766"/>
                  </a:cubicBezTo>
                  <a:cubicBezTo>
                    <a:pt x="1820918" y="136137"/>
                    <a:pt x="881825" y="389181"/>
                    <a:pt x="108649" y="745329"/>
                  </a:cubicBezTo>
                  <a:lnTo>
                    <a:pt x="23118" y="787644"/>
                  </a:lnTo>
                  <a:lnTo>
                    <a:pt x="0" y="954439"/>
                  </a:lnTo>
                  <a:lnTo>
                    <a:pt x="174961" y="884819"/>
                  </a:lnTo>
                  <a:cubicBezTo>
                    <a:pt x="989040" y="588312"/>
                    <a:pt x="1978925" y="414437"/>
                    <a:pt x="3046538" y="414437"/>
                  </a:cubicBezTo>
                  <a:cubicBezTo>
                    <a:pt x="4564920" y="414437"/>
                    <a:pt x="5926081" y="766137"/>
                    <a:pt x="6847875" y="1322122"/>
                  </a:cubicBezTo>
                  <a:close/>
                </a:path>
              </a:pathLst>
            </a:custGeom>
            <a:gradFill>
              <a:gsLst>
                <a:gs pos="0">
                  <a:srgbClr val="24CA92"/>
                </a:gs>
                <a:gs pos="100000">
                  <a:schemeClr val="bg1"/>
                </a:gs>
              </a:gsLst>
              <a:lin ang="5400000" scaled="1"/>
            </a:gradFill>
            <a:effectLst>
              <a:outerShdw algn="ctr" blurRad="63500" rotWithShape="0" sx="102000" sy="102000">
                <a:prstClr val="black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 lvl="0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30FC4704-3201-4A9E-ABF7-A9E2D2C9DCEC}"/>
                </a:ext>
              </a:extLst>
            </p:cNvPr>
            <p:cNvSpPr/>
            <p:nvPr userDrawn="1"/>
          </p:nvSpPr>
          <p:spPr>
            <a:xfrm flipH="1" rot="5644297">
              <a:off x="3030930" y="2720825"/>
              <a:ext cx="6885388" cy="1464384"/>
            </a:xfrm>
            <a:custGeom>
              <a:avLst/>
              <a:gdLst>
                <a:gd fmla="*/ 6850410 w 6885388" name="connsiteX0"/>
                <a:gd fmla="*/ 1464384 h 1464384" name="connsiteY0"/>
                <a:gd fmla="*/ 6885388 w 6885388" name="connsiteX1"/>
                <a:gd fmla="*/ 634619 h 1464384" name="connsiteY1"/>
                <a:gd fmla="*/ 6622419 w 6885388" name="connsiteX2"/>
                <a:gd fmla="*/ 512146 h 1464384" name="connsiteY2"/>
                <a:gd fmla="*/ 4867180 w 6885388" name="connsiteX3"/>
                <a:gd fmla="*/ 61997 h 1464384" name="connsiteY3"/>
                <a:gd fmla="*/ 2831555 w 6885388" name="connsiteX4"/>
                <a:gd fmla="*/ 58268 h 1464384" name="connsiteY4"/>
                <a:gd fmla="*/ 255228 w 6885388" name="connsiteX5"/>
                <a:gd fmla="*/ 748625 h 1464384" name="connsiteY5"/>
                <a:gd fmla="*/ 20025 w 6885388" name="connsiteX6"/>
                <a:gd fmla="*/ 859638 h 1464384" name="connsiteY6"/>
                <a:gd fmla="*/ 0 w 6885388" name="connsiteX7"/>
                <a:gd fmla="*/ 1140954 h 1464384" name="connsiteY7"/>
                <a:gd fmla="*/ 26253 w 6885388" name="connsiteX8"/>
                <a:gd fmla="*/ 1129998 h 1464384" name="connsiteY8"/>
                <a:gd fmla="*/ 3070954 w 6885388" name="connsiteX9"/>
                <a:gd fmla="*/ 592355 h 1464384" name="connsiteY9"/>
                <a:gd fmla="*/ 6824588 w 6885388" name="connsiteX10"/>
                <a:gd fmla="*/ 1449631 h 1464384" name="connsiteY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b="b" l="l" r="r" t="t"/>
              <a:pathLst>
                <a:path h="1464384" w="6885388">
                  <a:moveTo>
                    <a:pt x="6850410" y="1464384"/>
                  </a:moveTo>
                  <a:lnTo>
                    <a:pt x="6885388" y="634619"/>
                  </a:lnTo>
                  <a:lnTo>
                    <a:pt x="6622419" y="512146"/>
                  </a:lnTo>
                  <a:cubicBezTo>
                    <a:pt x="6098671" y="295311"/>
                    <a:pt x="5506291" y="141453"/>
                    <a:pt x="4867180" y="61997"/>
                  </a:cubicBezTo>
                  <a:cubicBezTo>
                    <a:pt x="4228069" y="-17458"/>
                    <a:pt x="3542227" y="-22511"/>
                    <a:pt x="2831555" y="58268"/>
                  </a:cubicBezTo>
                  <a:cubicBezTo>
                    <a:pt x="1898799" y="164290"/>
                    <a:pt x="1024681" y="406642"/>
                    <a:pt x="255228" y="748625"/>
                  </a:cubicBezTo>
                  <a:lnTo>
                    <a:pt x="20025" y="859638"/>
                  </a:lnTo>
                  <a:lnTo>
                    <a:pt x="0" y="1140954"/>
                  </a:lnTo>
                  <a:lnTo>
                    <a:pt x="26253" y="1129998"/>
                  </a:lnTo>
                  <a:cubicBezTo>
                    <a:pt x="915160" y="788716"/>
                    <a:pt x="1957012" y="592355"/>
                    <a:pt x="3070954" y="592355"/>
                  </a:cubicBezTo>
                  <a:cubicBezTo>
                    <a:pt x="4496800" y="592354"/>
                    <a:pt x="5804534" y="914073"/>
                    <a:pt x="6824588" y="1449631"/>
                  </a:cubicBezTo>
                  <a:close/>
                </a:path>
              </a:pathLst>
            </a:custGeom>
            <a:gradFill>
              <a:gsLst>
                <a:gs pos="100000">
                  <a:schemeClr val="accent1">
                    <a:lumMod val="5000"/>
                    <a:lumOff val="95000"/>
                  </a:schemeClr>
                </a:gs>
                <a:gs pos="99000">
                  <a:srgbClr val="2190BC"/>
                </a:gs>
              </a:gsLst>
              <a:lin ang="5400000" scaled="1"/>
            </a:gradFill>
            <a:effectLst>
              <a:outerShdw algn="ctr" blurRad="63500" rotWithShape="0" sx="102000" sy="102000">
                <a:prstClr val="black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 lvl="0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D8A78AD-0B29-4984-894A-A3C2470281C9}"/>
                </a:ext>
              </a:extLst>
            </p:cNvPr>
            <p:cNvSpPr/>
            <p:nvPr userDrawn="1"/>
          </p:nvSpPr>
          <p:spPr>
            <a:xfrm flipH="1" rot="5644297">
              <a:off x="2590707" y="2625942"/>
              <a:ext cx="6854129" cy="1627986"/>
            </a:xfrm>
            <a:custGeom>
              <a:avLst/>
              <a:gdLst>
                <a:gd fmla="*/ 6817768 w 6854129" name="connsiteX0"/>
                <a:gd fmla="*/ 1627986 h 1627986" name="connsiteY0"/>
                <a:gd fmla="*/ 6854129 w 6854129" name="connsiteX1"/>
                <a:gd fmla="*/ 864769 h 1627986" name="connsiteY1"/>
                <a:gd fmla="*/ 6807400 w 6854129" name="connsiteX2"/>
                <a:gd fmla="*/ 834746 h 1627986" name="connsiteY2"/>
                <a:gd fmla="*/ 4225626 w 6854129" name="connsiteX3"/>
                <a:gd fmla="*/ 54855 h 1627986" name="connsiteY3"/>
                <a:gd fmla="*/ 2190001 w 6854129" name="connsiteX4"/>
                <a:gd fmla="*/ 51556 h 1627986" name="connsiteY4"/>
                <a:gd fmla="*/ 47966 w 6854129" name="connsiteX5"/>
                <a:gd fmla="*/ 504780 h 1627986" name="connsiteY5"/>
                <a:gd fmla="*/ 21689 w 6854129" name="connsiteX6"/>
                <a:gd fmla="*/ 514230 h 1627986" name="connsiteY6"/>
                <a:gd fmla="*/ 0 w 6854129" name="connsiteX7"/>
                <a:gd fmla="*/ 818919 h 1627986" name="connsiteY7"/>
                <a:gd fmla="*/ 78792 w 6854129" name="connsiteX8"/>
                <a:gd fmla="*/ 798109 h 1627986" name="connsiteY8"/>
                <a:gd fmla="*/ 2429400 w 6854129" name="connsiteX9"/>
                <a:gd fmla="*/ 524121 h 1627986" name="connsiteY9"/>
                <a:gd fmla="*/ 6551738 w 6854129" name="connsiteX10"/>
                <a:gd fmla="*/ 1469030 h 1627986" name="connsiteY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b="b" l="l" r="r" t="t"/>
              <a:pathLst>
                <a:path h="1627986" w="6854129">
                  <a:moveTo>
                    <a:pt x="6817768" y="1627986"/>
                  </a:moveTo>
                  <a:lnTo>
                    <a:pt x="6854129" y="864769"/>
                  </a:lnTo>
                  <a:lnTo>
                    <a:pt x="6807400" y="834746"/>
                  </a:lnTo>
                  <a:cubicBezTo>
                    <a:pt x="6118863" y="438375"/>
                    <a:pt x="5229943" y="165331"/>
                    <a:pt x="4225626" y="54855"/>
                  </a:cubicBezTo>
                  <a:cubicBezTo>
                    <a:pt x="3586515" y="-15447"/>
                    <a:pt x="2900673" y="-19918"/>
                    <a:pt x="2190001" y="51556"/>
                  </a:cubicBezTo>
                  <a:cubicBezTo>
                    <a:pt x="1428567" y="128135"/>
                    <a:pt x="706209" y="285097"/>
                    <a:pt x="47966" y="504780"/>
                  </a:cubicBezTo>
                  <a:lnTo>
                    <a:pt x="21689" y="514230"/>
                  </a:lnTo>
                  <a:lnTo>
                    <a:pt x="0" y="818919"/>
                  </a:lnTo>
                  <a:lnTo>
                    <a:pt x="78792" y="798109"/>
                  </a:lnTo>
                  <a:cubicBezTo>
                    <a:pt x="799037" y="621851"/>
                    <a:pt x="1593943" y="524120"/>
                    <a:pt x="2429400" y="524121"/>
                  </a:cubicBezTo>
                  <a:cubicBezTo>
                    <a:pt x="4033476" y="524121"/>
                    <a:pt x="5488067" y="884393"/>
                    <a:pt x="6551738" y="1469030"/>
                  </a:cubicBezTo>
                  <a:close/>
                </a:path>
              </a:pathLst>
            </a:custGeom>
            <a:gradFill>
              <a:gsLst>
                <a:gs pos="0">
                  <a:schemeClr val="tx1">
                    <a:lumMod val="95000"/>
                    <a:lumOff val="5000"/>
                  </a:schemeClr>
                </a:gs>
                <a:gs pos="100000">
                  <a:schemeClr val="bg1"/>
                </a:gs>
              </a:gsLst>
              <a:lin ang="5400000" scaled="1"/>
            </a:gradFill>
            <a:effectLst>
              <a:outerShdw algn="ctr" blurRad="63500" rotWithShape="0" sx="102000" sy="102000">
                <a:prstClr val="black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 lvl="0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3755F720-D690-4341-9D8E-56FF569E0A44}"/>
                </a:ext>
              </a:extLst>
            </p:cNvPr>
            <p:cNvSpPr/>
            <p:nvPr userDrawn="1"/>
          </p:nvSpPr>
          <p:spPr>
            <a:xfrm flipH="1" rot="5644297">
              <a:off x="2248465" y="2473999"/>
              <a:ext cx="6831762" cy="1923058"/>
            </a:xfrm>
            <a:custGeom>
              <a:avLst/>
              <a:gdLst>
                <a:gd fmla="*/ 6795137 w 6831762" name="connsiteX0"/>
                <a:gd fmla="*/ 1923058 h 1923058" name="connsiteY0"/>
                <a:gd fmla="*/ 6831762 w 6831762" name="connsiteX1"/>
                <a:gd fmla="*/ 1154285 h 1923058" name="connsiteY1"/>
                <a:gd fmla="*/ 6720350 w 6831762" name="connsiteX2"/>
                <a:gd fmla="*/ 1062945 h 1923058" name="connsiteY2"/>
                <a:gd fmla="*/ 3839043 w 6831762" name="connsiteX3"/>
                <a:gd fmla="*/ 54855 h 1923058" name="connsiteY3"/>
                <a:gd fmla="*/ 1841990 w 6831762" name="connsiteX4"/>
                <a:gd fmla="*/ 51555 h 1923058" name="connsiteY4"/>
                <a:gd fmla="*/ 236280 w 6831762" name="connsiteX5"/>
                <a:gd fmla="*/ 352053 h 1923058" name="connsiteY5"/>
                <a:gd fmla="*/ 23468 w 6831762" name="connsiteX6"/>
                <a:gd fmla="*/ 417617 h 1923058" name="connsiteY6"/>
                <a:gd fmla="*/ 0 w 6831762" name="connsiteX7"/>
                <a:gd fmla="*/ 747301 h 1923058" name="connsiteY7"/>
                <a:gd fmla="*/ 393597 w 6831762" name="connsiteX8"/>
                <a:gd fmla="*/ 666710 h 1923058" name="connsiteY8"/>
                <a:gd fmla="*/ 2076852 w 6831762" name="connsiteX9"/>
                <a:gd fmla="*/ 524121 h 1923058" name="connsiteY9"/>
                <a:gd fmla="*/ 6757342 w 6831762" name="connsiteX10"/>
                <a:gd fmla="*/ 1890536 h 1923058" name="connsiteY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b="b" l="l" r="r" t="t"/>
              <a:pathLst>
                <a:path h="1923058" w="6831762">
                  <a:moveTo>
                    <a:pt x="6795137" y="1923058"/>
                  </a:moveTo>
                  <a:lnTo>
                    <a:pt x="6831762" y="1154285"/>
                  </a:lnTo>
                  <a:lnTo>
                    <a:pt x="6720350" y="1062945"/>
                  </a:lnTo>
                  <a:cubicBezTo>
                    <a:pt x="6009785" y="543037"/>
                    <a:pt x="5003475" y="185418"/>
                    <a:pt x="3839043" y="54855"/>
                  </a:cubicBezTo>
                  <a:cubicBezTo>
                    <a:pt x="3212042" y="-15447"/>
                    <a:pt x="2539196" y="-19918"/>
                    <a:pt x="1841990" y="51555"/>
                  </a:cubicBezTo>
                  <a:cubicBezTo>
                    <a:pt x="1281735" y="108989"/>
                    <a:pt x="743045" y="211639"/>
                    <a:pt x="236280" y="352053"/>
                  </a:cubicBezTo>
                  <a:lnTo>
                    <a:pt x="23468" y="417617"/>
                  </a:lnTo>
                  <a:lnTo>
                    <a:pt x="0" y="747301"/>
                  </a:lnTo>
                  <a:lnTo>
                    <a:pt x="393597" y="666710"/>
                  </a:lnTo>
                  <a:cubicBezTo>
                    <a:pt x="926255" y="573983"/>
                    <a:pt x="1491405" y="524121"/>
                    <a:pt x="2076852" y="524121"/>
                  </a:cubicBezTo>
                  <a:cubicBezTo>
                    <a:pt x="4000242" y="524121"/>
                    <a:pt x="5704558" y="1062304"/>
                    <a:pt x="6757342" y="1890536"/>
                  </a:cubicBezTo>
                  <a:close/>
                </a:path>
              </a:pathLst>
            </a:custGeom>
            <a:gradFill>
              <a:gsLst>
                <a:gs pos="53000">
                  <a:srgbClr val="BEEFDF"/>
                </a:gs>
                <a:gs pos="0">
                  <a:srgbClr val="24CA92"/>
                </a:gs>
                <a:gs pos="34000">
                  <a:srgbClr val="5ED8AF"/>
                </a:gs>
                <a:gs pos="0">
                  <a:schemeClr val="bg1"/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 lvl="0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9374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rgbClr val="F4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3A4C81D-18A7-452F-9BBC-C8DF7C8B815D}"/>
              </a:ext>
            </a:extLst>
          </p:cNvPr>
          <p:cNvSpPr/>
          <p:nvPr userDrawn="1"/>
        </p:nvSpPr>
        <p:spPr>
          <a:xfrm>
            <a:off x="0" y="0"/>
            <a:ext cx="9144000" cy="1959429"/>
          </a:xfrm>
          <a:prstGeom prst="rect">
            <a:avLst/>
          </a:prstGeom>
          <a:gradFill flip="none" rotWithShape="1">
            <a:gsLst>
              <a:gs pos="0">
                <a:srgbClr val="2190BC"/>
              </a:gs>
              <a:gs pos="41000">
                <a:srgbClr val="2190BC"/>
              </a:gs>
              <a:gs pos="88000">
                <a:srgbClr val="F4F4F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89350" y="2818150"/>
            <a:ext cx="7525999" cy="3698763"/>
          </a:xfrm>
        </p:spPr>
        <p:txBody>
          <a:bodyPr/>
          <a:lstStyle>
            <a:lvl1pPr>
              <a:lnSpc>
                <a:spcPct val="150000"/>
              </a:lnSpc>
              <a:defRPr sz="2600">
                <a:latin typeface="Bahnschrift" panose="020B0502040204020203" pitchFamily="34" charset="0"/>
              </a:defRPr>
            </a:lvl1pPr>
            <a:lvl2pPr>
              <a:lnSpc>
                <a:spcPct val="150000"/>
              </a:lnSpc>
              <a:defRPr>
                <a:latin typeface="Bahnschrift" panose="020B0502040204020203" pitchFamily="34" charset="0"/>
              </a:defRPr>
            </a:lvl2pPr>
            <a:lvl3pPr>
              <a:lnSpc>
                <a:spcPct val="150000"/>
              </a:lnSpc>
              <a:defRPr>
                <a:latin typeface="Bahnschrift" panose="020B0502040204020203" pitchFamily="34" charset="0"/>
              </a:defRPr>
            </a:lvl3pPr>
            <a:lvl4pPr>
              <a:lnSpc>
                <a:spcPct val="150000"/>
              </a:lnSpc>
              <a:defRPr>
                <a:latin typeface="Bahnschrift" panose="020B0502040204020203" pitchFamily="34" charset="0"/>
              </a:defRPr>
            </a:lvl4pPr>
            <a:lvl5pPr>
              <a:lnSpc>
                <a:spcPct val="150000"/>
              </a:lnSpc>
              <a:defRPr>
                <a:latin typeface="Bahnschrift" panose="020B0502040204020203" pitchFamily="34" charset="0"/>
              </a:defRPr>
            </a:lvl5pPr>
          </a:lstStyle>
          <a:p>
            <a:pPr lvl="0"/>
            <a:r>
              <a:rPr lang="en-US" dirty="0"/>
              <a:t>Outcome 1</a:t>
            </a:r>
          </a:p>
          <a:p>
            <a:pPr lvl="0"/>
            <a:r>
              <a:rPr lang="en-US" dirty="0"/>
              <a:t>Outcome 2</a:t>
            </a:r>
          </a:p>
          <a:p>
            <a:pPr lvl="0"/>
            <a:r>
              <a:rPr lang="en-US" dirty="0"/>
              <a:t>Outcome 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F90CB2-A495-4AF3-BC7C-1B34E1164439}"/>
              </a:ext>
            </a:extLst>
          </p:cNvPr>
          <p:cNvSpPr txBox="1"/>
          <p:nvPr userDrawn="1"/>
        </p:nvSpPr>
        <p:spPr>
          <a:xfrm>
            <a:off x="628650" y="235182"/>
            <a:ext cx="3429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sz="4400" kern="1200" dirty="0">
                <a:solidFill>
                  <a:schemeClr val="bg1"/>
                </a:solidFill>
                <a:latin typeface="Bahnschrift SemiBold" panose="020B0502040204020203" pitchFamily="34" charset="0"/>
                <a:ea typeface="+mn-ea"/>
                <a:cs typeface="+mn-cs"/>
              </a:rPr>
              <a:t>Learning Outcomes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0BD9AB8-BE8B-4AD4-8989-7D5BB1CBD5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02" b="98622" l="9753" r="89973">
                        <a14:foregroundMark x1="62637" y1="39764" x2="62637" y2="39764"/>
                        <a14:foregroundMark x1="40797" y1="53346" x2="40797" y2="53346"/>
                        <a14:foregroundMark x1="27198" y1="59055" x2="27198" y2="59055"/>
                        <a14:foregroundMark x1="25687" y1="41929" x2="25687" y2="41929"/>
                        <a14:foregroundMark x1="28434" y1="22835" x2="28434" y2="22835"/>
                        <a14:foregroundMark x1="37225" y1="10433" x2="37225" y2="10433"/>
                        <a14:foregroundMark x1="49863" y1="6496" x2="49863" y2="6496"/>
                        <a14:foregroundMark x1="61538" y1="13583" x2="61538" y2="13583"/>
                        <a14:foregroundMark x1="71016" y1="24803" x2="71016" y2="24803"/>
                        <a14:foregroundMark x1="73626" y1="40945" x2="73626" y2="40945"/>
                        <a14:foregroundMark x1="72115" y1="60039" x2="72115" y2="60039"/>
                        <a14:foregroundMark x1="55345" y1="90060" x2="55907" y2="90157"/>
                        <a14:foregroundMark x1="48764" y1="98622" x2="50275" y2="97835"/>
                        <a14:foregroundMark x1="53709" y1="89764" x2="53709" y2="89764"/>
                        <a14:foregroundMark x1="53434" y1="90354" x2="51511" y2="89370"/>
                        <a14:foregroundMark x1="44780" y1="88189" x2="51236" y2="89567"/>
                        <a14:backgroundMark x1="55769" y1="85433" x2="49950" y2="86267"/>
                        <a14:backgroundMark x1="52194" y1="91242" x2="50589" y2="90886"/>
                        <a14:backgroundMark x1="56181" y1="92126" x2="53895" y2="91619"/>
                        <a14:backgroundMark x1="55495" y1="86024" x2="54258" y2="85827"/>
                        <a14:backgroundMark x1="54396" y1="86024" x2="55632" y2="86614"/>
                        <a14:backgroundMark x1="49176" y1="96654" x2="47940" y2="9507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9619398">
            <a:off x="6397866" y="99256"/>
            <a:ext cx="2389846" cy="166764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FCCDEB3-12E7-45AF-A8F2-BC0F9E2254EE}"/>
              </a:ext>
            </a:extLst>
          </p:cNvPr>
          <p:cNvSpPr/>
          <p:nvPr userDrawn="1"/>
        </p:nvSpPr>
        <p:spPr>
          <a:xfrm>
            <a:off x="599608" y="1959429"/>
            <a:ext cx="7915742" cy="7409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lvl="0" indent="0" defTabSz="914400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sz="2800" dirty="0">
                <a:solidFill>
                  <a:schemeClr val="tx1"/>
                </a:solidFill>
                <a:latin typeface="Bahnschrift" panose="020B0502040204020203" pitchFamily="34" charset="0"/>
              </a:rPr>
              <a:t>After this lecture, you will be able to</a:t>
            </a:r>
          </a:p>
        </p:txBody>
      </p:sp>
    </p:spTree>
    <p:extLst>
      <p:ext uri="{BB962C8B-B14F-4D97-AF65-F5344CB8AC3E}">
        <p14:creationId xmlns:p14="http://schemas.microsoft.com/office/powerpoint/2010/main" val="2209906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bg>
      <p:bgPr>
        <a:solidFill>
          <a:srgbClr val="F4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3A4C81D-18A7-452F-9BBC-C8DF7C8B815D}"/>
              </a:ext>
            </a:extLst>
          </p:cNvPr>
          <p:cNvSpPr/>
          <p:nvPr userDrawn="1"/>
        </p:nvSpPr>
        <p:spPr>
          <a:xfrm>
            <a:off x="0" y="0"/>
            <a:ext cx="9144000" cy="1325563"/>
          </a:xfrm>
          <a:prstGeom prst="rect">
            <a:avLst/>
          </a:prstGeom>
          <a:solidFill>
            <a:srgbClr val="2190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28145"/>
            <a:ext cx="7886700" cy="5004884"/>
          </a:xfrm>
        </p:spPr>
        <p:txBody>
          <a:bodyPr/>
          <a:lstStyle>
            <a:lvl1pPr>
              <a:lnSpc>
                <a:spcPct val="150000"/>
              </a:lnSpc>
              <a:defRPr>
                <a:latin typeface="Bahnschrift" panose="020B0502040204020203" pitchFamily="34" charset="0"/>
              </a:defRPr>
            </a:lvl1pPr>
            <a:lvl2pPr>
              <a:lnSpc>
                <a:spcPct val="150000"/>
              </a:lnSpc>
              <a:defRPr>
                <a:latin typeface="Bahnschrift" panose="020B0502040204020203" pitchFamily="34" charset="0"/>
              </a:defRPr>
            </a:lvl2pPr>
            <a:lvl3pPr>
              <a:lnSpc>
                <a:spcPct val="150000"/>
              </a:lnSpc>
              <a:defRPr>
                <a:latin typeface="Bahnschrift" panose="020B0502040204020203" pitchFamily="34" charset="0"/>
              </a:defRPr>
            </a:lvl3pPr>
            <a:lvl4pPr>
              <a:lnSpc>
                <a:spcPct val="150000"/>
              </a:lnSpc>
              <a:defRPr>
                <a:latin typeface="Bahnschrift" panose="020B0502040204020203" pitchFamily="34" charset="0"/>
              </a:defRPr>
            </a:lvl4pPr>
            <a:lvl5pPr>
              <a:lnSpc>
                <a:spcPct val="150000"/>
              </a:lnSpc>
              <a:defRPr>
                <a:latin typeface="Bahnschrift" panose="020B050204020402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674DD10-9343-40FC-87DE-8A1F63FF1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363" y="0"/>
            <a:ext cx="7886700" cy="1325563"/>
          </a:xfrm>
        </p:spPr>
        <p:txBody>
          <a:bodyPr>
            <a:normAutofit/>
          </a:bodyPr>
          <a:lstStyle>
            <a:lvl1pPr marL="0" algn="l" defTabSz="457200" rtl="0" eaLnBrk="1" latinLnBrk="0" hangingPunct="1">
              <a:lnSpc>
                <a:spcPct val="100000"/>
              </a:lnSpc>
              <a:defRPr lang="en-US" sz="3600" kern="1200" dirty="0">
                <a:solidFill>
                  <a:schemeClr val="bg1"/>
                </a:solidFill>
                <a:latin typeface="Bahnschrift SemiBold" panose="020B0502040204020203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92153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gradFill flip="none" rotWithShape="1">
          <a:gsLst>
            <a:gs pos="0">
              <a:schemeClr val="bg1"/>
            </a:gs>
            <a:gs pos="100000">
              <a:srgbClr val="2190BC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croll: Horizontal 1">
            <a:extLst>
              <a:ext uri="{FF2B5EF4-FFF2-40B4-BE49-F238E27FC236}">
                <a16:creationId xmlns:a16="http://schemas.microsoft.com/office/drawing/2014/main" id="{71C566E7-15C2-47D1-BCD0-6048C4B61AEB}"/>
              </a:ext>
            </a:extLst>
          </p:cNvPr>
          <p:cNvSpPr/>
          <p:nvPr userDrawn="1"/>
        </p:nvSpPr>
        <p:spPr>
          <a:xfrm>
            <a:off x="1785257" y="2514600"/>
            <a:ext cx="5573486" cy="1828800"/>
          </a:xfrm>
          <a:prstGeom prst="horizontalScroll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rgbClr val="2190BC"/>
              </a:gs>
            </a:gsLst>
            <a:path path="circle">
              <a:fillToRect l="50000" t="50000" r="50000" b="50000"/>
            </a:path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8928101"/>
            <a:ext cx="2057400" cy="365125"/>
          </a:xfrm>
        </p:spPr>
        <p:txBody>
          <a:bodyPr/>
          <a:lstStyle/>
          <a:p>
            <a:fld id="{71BC5188-02C1-4612-A2C7-F501CF181F2E}" type="datetimeFigureOut">
              <a:rPr lang="en-US" smtClean="0"/>
              <a:t>9/16/2021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8928101"/>
            <a:ext cx="30861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8928101"/>
            <a:ext cx="2057400" cy="365125"/>
          </a:xfrm>
        </p:spPr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13C37F6-66F0-4125-B2E0-B93F212BA9B3}"/>
              </a:ext>
            </a:extLst>
          </p:cNvPr>
          <p:cNvSpPr txBox="1"/>
          <p:nvPr userDrawn="1"/>
        </p:nvSpPr>
        <p:spPr>
          <a:xfrm>
            <a:off x="2147298" y="3044280"/>
            <a:ext cx="484940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rgbClr val="092E43"/>
                </a:solidFill>
                <a:latin typeface="Bahnschrift SemiBold" panose="020B0502040204020203" pitchFamily="34" charset="0"/>
              </a:rPr>
              <a:t>That’s all for now…</a:t>
            </a:r>
          </a:p>
        </p:txBody>
      </p:sp>
    </p:spTree>
    <p:extLst>
      <p:ext uri="{BB962C8B-B14F-4D97-AF65-F5344CB8AC3E}">
        <p14:creationId xmlns:p14="http://schemas.microsoft.com/office/powerpoint/2010/main" val="780960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9/16/2021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509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9/16/2021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003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9/16/2021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19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9/16/2021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215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9/16/2021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252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9/16/2021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809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9/16/2021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8827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9/16/2021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2609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9/16/2021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408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BC5188-02C1-4612-A2C7-F501CF181F2E}" type="datetimeFigureOut">
              <a:rPr lang="en-US" smtClean="0"/>
              <a:t>9/16/2021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957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3" r:id="rId2"/>
    <p:sldLayoutId id="2147483674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76091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D1D9C0B-6FD1-4FB9-A1DD-A4626C9E7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9351" y="2818150"/>
            <a:ext cx="7195280" cy="3698763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Learn the basic concept of Exception Handling</a:t>
            </a:r>
          </a:p>
          <a:p>
            <a:pPr algn="just"/>
            <a:r>
              <a:rPr lang="en-US" dirty="0"/>
              <a:t>Understand the various type of exceptions</a:t>
            </a:r>
          </a:p>
          <a:p>
            <a:pPr algn="just"/>
            <a:r>
              <a:rPr lang="en-US" dirty="0"/>
              <a:t>Implementation of Exception handling in multithreaded environment.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7399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38363" y="1519015"/>
            <a:ext cx="8524976" cy="3862454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dirty="0"/>
              <a:t>The Exception Handling in Java is one of the powerful mechanism to handle the runtime errors . </a:t>
            </a:r>
          </a:p>
          <a:p>
            <a:pPr marL="0" indent="0" algn="just">
              <a:buNone/>
            </a:pPr>
            <a:r>
              <a:rPr lang="en-IN" dirty="0">
                <a:solidFill>
                  <a:srgbClr val="FF0000"/>
                </a:solidFill>
              </a:rPr>
              <a:t>Advantage of Exception Handling</a:t>
            </a:r>
          </a:p>
          <a:p>
            <a:pPr marL="0" indent="0" algn="just">
              <a:buNone/>
            </a:pPr>
            <a:r>
              <a:rPr lang="en-US" dirty="0"/>
              <a:t>The core advantage of exception handling is to maintain the normal flow of the application.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Exception Handling</a:t>
            </a:r>
          </a:p>
        </p:txBody>
      </p:sp>
    </p:spTree>
    <p:extLst>
      <p:ext uri="{BB962C8B-B14F-4D97-AF65-F5344CB8AC3E}">
        <p14:creationId xmlns:p14="http://schemas.microsoft.com/office/powerpoint/2010/main" val="42797322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38363" y="1483715"/>
            <a:ext cx="7886700" cy="8513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There are mainly two types of exceptions: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of Exceptions</a:t>
            </a:r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3207027145"/>
              </p:ext>
            </p:extLst>
          </p:nvPr>
        </p:nvGraphicFramePr>
        <p:xfrm>
          <a:off x="1537832" y="2493260"/>
          <a:ext cx="5747387" cy="37827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230425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E04D6400-B0B6-4AAA-8CB3-B634BF72D66E}"/>
              </a:ext>
            </a:extLst>
          </p:cNvPr>
          <p:cNvSpPr/>
          <p:nvPr/>
        </p:nvSpPr>
        <p:spPr>
          <a:xfrm>
            <a:off x="1154165" y="1660325"/>
            <a:ext cx="2648800" cy="701622"/>
          </a:xfrm>
          <a:custGeom>
            <a:avLst/>
            <a:gdLst>
              <a:gd name="connsiteX0" fmla="*/ 0 w 2839212"/>
              <a:gd name="connsiteY0" fmla="*/ 160275 h 961631"/>
              <a:gd name="connsiteX1" fmla="*/ 160275 w 2839212"/>
              <a:gd name="connsiteY1" fmla="*/ 0 h 961631"/>
              <a:gd name="connsiteX2" fmla="*/ 2678937 w 2839212"/>
              <a:gd name="connsiteY2" fmla="*/ 0 h 961631"/>
              <a:gd name="connsiteX3" fmla="*/ 2839212 w 2839212"/>
              <a:gd name="connsiteY3" fmla="*/ 160275 h 961631"/>
              <a:gd name="connsiteX4" fmla="*/ 2839212 w 2839212"/>
              <a:gd name="connsiteY4" fmla="*/ 801356 h 961631"/>
              <a:gd name="connsiteX5" fmla="*/ 2678937 w 2839212"/>
              <a:gd name="connsiteY5" fmla="*/ 961631 h 961631"/>
              <a:gd name="connsiteX6" fmla="*/ 160275 w 2839212"/>
              <a:gd name="connsiteY6" fmla="*/ 961631 h 961631"/>
              <a:gd name="connsiteX7" fmla="*/ 0 w 2839212"/>
              <a:gd name="connsiteY7" fmla="*/ 801356 h 961631"/>
              <a:gd name="connsiteX8" fmla="*/ 0 w 2839212"/>
              <a:gd name="connsiteY8" fmla="*/ 160275 h 961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839212" h="961631">
                <a:moveTo>
                  <a:pt x="0" y="160275"/>
                </a:moveTo>
                <a:cubicBezTo>
                  <a:pt x="0" y="71758"/>
                  <a:pt x="71758" y="0"/>
                  <a:pt x="160275" y="0"/>
                </a:cubicBezTo>
                <a:lnTo>
                  <a:pt x="2678937" y="0"/>
                </a:lnTo>
                <a:cubicBezTo>
                  <a:pt x="2767454" y="0"/>
                  <a:pt x="2839212" y="71758"/>
                  <a:pt x="2839212" y="160275"/>
                </a:cubicBezTo>
                <a:lnTo>
                  <a:pt x="2839212" y="801356"/>
                </a:lnTo>
                <a:cubicBezTo>
                  <a:pt x="2839212" y="889873"/>
                  <a:pt x="2767454" y="961631"/>
                  <a:pt x="2678937" y="961631"/>
                </a:cubicBezTo>
                <a:lnTo>
                  <a:pt x="160275" y="961631"/>
                </a:lnTo>
                <a:cubicBezTo>
                  <a:pt x="71758" y="961631"/>
                  <a:pt x="0" y="889873"/>
                  <a:pt x="0" y="801356"/>
                </a:cubicBezTo>
                <a:lnTo>
                  <a:pt x="0" y="160275"/>
                </a:lnTo>
                <a:close/>
              </a:path>
            </a:pathLst>
          </a:custGeom>
          <a:solidFill>
            <a:srgbClr val="2190BC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>
              <a:rot lat="0" lon="0" rev="7500000"/>
            </a:lightRig>
          </a:scene3d>
          <a:sp3d prstMaterial="plastic">
            <a:bevelT w="127000" h="25400" prst="relaxedInset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29823" tIns="138383" rIns="229823" bIns="138383" numCol="1" spcCol="1270" anchor="ctr" anchorCtr="0">
            <a:noAutofit/>
          </a:bodyPr>
          <a:lstStyle/>
          <a:p>
            <a:pPr marL="0" lvl="0" indent="0" defTabSz="2133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800" kern="1200" dirty="0"/>
              <a:t>try </a:t>
            </a:r>
            <a:endParaRPr lang="en-IN" sz="2800" kern="1200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46BDD903-090C-48E1-9C15-61DB9AB0BF8F}"/>
              </a:ext>
            </a:extLst>
          </p:cNvPr>
          <p:cNvSpPr/>
          <p:nvPr/>
        </p:nvSpPr>
        <p:spPr>
          <a:xfrm>
            <a:off x="2259690" y="2666290"/>
            <a:ext cx="2648800" cy="701622"/>
          </a:xfrm>
          <a:custGeom>
            <a:avLst/>
            <a:gdLst>
              <a:gd name="connsiteX0" fmla="*/ 0 w 2839212"/>
              <a:gd name="connsiteY0" fmla="*/ 160275 h 961631"/>
              <a:gd name="connsiteX1" fmla="*/ 160275 w 2839212"/>
              <a:gd name="connsiteY1" fmla="*/ 0 h 961631"/>
              <a:gd name="connsiteX2" fmla="*/ 2678937 w 2839212"/>
              <a:gd name="connsiteY2" fmla="*/ 0 h 961631"/>
              <a:gd name="connsiteX3" fmla="*/ 2839212 w 2839212"/>
              <a:gd name="connsiteY3" fmla="*/ 160275 h 961631"/>
              <a:gd name="connsiteX4" fmla="*/ 2839212 w 2839212"/>
              <a:gd name="connsiteY4" fmla="*/ 801356 h 961631"/>
              <a:gd name="connsiteX5" fmla="*/ 2678937 w 2839212"/>
              <a:gd name="connsiteY5" fmla="*/ 961631 h 961631"/>
              <a:gd name="connsiteX6" fmla="*/ 160275 w 2839212"/>
              <a:gd name="connsiteY6" fmla="*/ 961631 h 961631"/>
              <a:gd name="connsiteX7" fmla="*/ 0 w 2839212"/>
              <a:gd name="connsiteY7" fmla="*/ 801356 h 961631"/>
              <a:gd name="connsiteX8" fmla="*/ 0 w 2839212"/>
              <a:gd name="connsiteY8" fmla="*/ 160275 h 961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839212" h="961631">
                <a:moveTo>
                  <a:pt x="0" y="160275"/>
                </a:moveTo>
                <a:cubicBezTo>
                  <a:pt x="0" y="71758"/>
                  <a:pt x="71758" y="0"/>
                  <a:pt x="160275" y="0"/>
                </a:cubicBezTo>
                <a:lnTo>
                  <a:pt x="2678937" y="0"/>
                </a:lnTo>
                <a:cubicBezTo>
                  <a:pt x="2767454" y="0"/>
                  <a:pt x="2839212" y="71758"/>
                  <a:pt x="2839212" y="160275"/>
                </a:cubicBezTo>
                <a:lnTo>
                  <a:pt x="2839212" y="801356"/>
                </a:lnTo>
                <a:cubicBezTo>
                  <a:pt x="2839212" y="889873"/>
                  <a:pt x="2767454" y="961631"/>
                  <a:pt x="2678937" y="961631"/>
                </a:cubicBezTo>
                <a:lnTo>
                  <a:pt x="160275" y="961631"/>
                </a:lnTo>
                <a:cubicBezTo>
                  <a:pt x="71758" y="961631"/>
                  <a:pt x="0" y="889873"/>
                  <a:pt x="0" y="801356"/>
                </a:cubicBezTo>
                <a:lnTo>
                  <a:pt x="0" y="160275"/>
                </a:lnTo>
                <a:close/>
              </a:path>
            </a:pathLst>
          </a:custGeom>
          <a:solidFill>
            <a:srgbClr val="2190BC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>
              <a:rot lat="0" lon="0" rev="7500000"/>
            </a:lightRig>
          </a:scene3d>
          <a:sp3d prstMaterial="plastic">
            <a:bevelT w="127000" h="25400" prst="relaxedInset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29823" tIns="138383" rIns="229823" bIns="138383" numCol="1" spcCol="1270" anchor="ctr" anchorCtr="0">
            <a:noAutofit/>
          </a:bodyPr>
          <a:lstStyle/>
          <a:p>
            <a:pPr marL="0" lvl="0" indent="0" defTabSz="2133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800" kern="1200" dirty="0"/>
              <a:t>catch</a:t>
            </a:r>
            <a:endParaRPr lang="en-IN" sz="2800" kern="120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2EAE104-F07B-46A1-9304-28CCB6357617}"/>
              </a:ext>
            </a:extLst>
          </p:cNvPr>
          <p:cNvSpPr/>
          <p:nvPr/>
        </p:nvSpPr>
        <p:spPr>
          <a:xfrm>
            <a:off x="3365215" y="3672256"/>
            <a:ext cx="2648800" cy="701622"/>
          </a:xfrm>
          <a:custGeom>
            <a:avLst/>
            <a:gdLst>
              <a:gd name="connsiteX0" fmla="*/ 0 w 2839212"/>
              <a:gd name="connsiteY0" fmla="*/ 160275 h 961631"/>
              <a:gd name="connsiteX1" fmla="*/ 160275 w 2839212"/>
              <a:gd name="connsiteY1" fmla="*/ 0 h 961631"/>
              <a:gd name="connsiteX2" fmla="*/ 2678937 w 2839212"/>
              <a:gd name="connsiteY2" fmla="*/ 0 h 961631"/>
              <a:gd name="connsiteX3" fmla="*/ 2839212 w 2839212"/>
              <a:gd name="connsiteY3" fmla="*/ 160275 h 961631"/>
              <a:gd name="connsiteX4" fmla="*/ 2839212 w 2839212"/>
              <a:gd name="connsiteY4" fmla="*/ 801356 h 961631"/>
              <a:gd name="connsiteX5" fmla="*/ 2678937 w 2839212"/>
              <a:gd name="connsiteY5" fmla="*/ 961631 h 961631"/>
              <a:gd name="connsiteX6" fmla="*/ 160275 w 2839212"/>
              <a:gd name="connsiteY6" fmla="*/ 961631 h 961631"/>
              <a:gd name="connsiteX7" fmla="*/ 0 w 2839212"/>
              <a:gd name="connsiteY7" fmla="*/ 801356 h 961631"/>
              <a:gd name="connsiteX8" fmla="*/ 0 w 2839212"/>
              <a:gd name="connsiteY8" fmla="*/ 160275 h 961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839212" h="961631">
                <a:moveTo>
                  <a:pt x="0" y="160275"/>
                </a:moveTo>
                <a:cubicBezTo>
                  <a:pt x="0" y="71758"/>
                  <a:pt x="71758" y="0"/>
                  <a:pt x="160275" y="0"/>
                </a:cubicBezTo>
                <a:lnTo>
                  <a:pt x="2678937" y="0"/>
                </a:lnTo>
                <a:cubicBezTo>
                  <a:pt x="2767454" y="0"/>
                  <a:pt x="2839212" y="71758"/>
                  <a:pt x="2839212" y="160275"/>
                </a:cubicBezTo>
                <a:lnTo>
                  <a:pt x="2839212" y="801356"/>
                </a:lnTo>
                <a:cubicBezTo>
                  <a:pt x="2839212" y="889873"/>
                  <a:pt x="2767454" y="961631"/>
                  <a:pt x="2678937" y="961631"/>
                </a:cubicBezTo>
                <a:lnTo>
                  <a:pt x="160275" y="961631"/>
                </a:lnTo>
                <a:cubicBezTo>
                  <a:pt x="71758" y="961631"/>
                  <a:pt x="0" y="889873"/>
                  <a:pt x="0" y="801356"/>
                </a:cubicBezTo>
                <a:lnTo>
                  <a:pt x="0" y="160275"/>
                </a:lnTo>
                <a:close/>
              </a:path>
            </a:pathLst>
          </a:custGeom>
          <a:solidFill>
            <a:srgbClr val="2190BC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>
              <a:rot lat="0" lon="0" rev="7500000"/>
            </a:lightRig>
          </a:scene3d>
          <a:sp3d prstMaterial="plastic">
            <a:bevelT w="127000" h="25400" prst="relaxedInset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29823" tIns="138383" rIns="229823" bIns="138383" numCol="1" spcCol="1270" anchor="ctr" anchorCtr="0">
            <a:noAutofit/>
          </a:bodyPr>
          <a:lstStyle/>
          <a:p>
            <a:pPr marL="0" lvl="0" indent="0" defTabSz="2133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800" kern="1200" dirty="0"/>
              <a:t>finally	</a:t>
            </a:r>
            <a:endParaRPr lang="en-IN" sz="2800" kern="120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8944989-BD38-46F9-AF49-19D9E95811AB}"/>
              </a:ext>
            </a:extLst>
          </p:cNvPr>
          <p:cNvSpPr/>
          <p:nvPr/>
        </p:nvSpPr>
        <p:spPr>
          <a:xfrm>
            <a:off x="4470740" y="4678221"/>
            <a:ext cx="2648800" cy="701622"/>
          </a:xfrm>
          <a:custGeom>
            <a:avLst/>
            <a:gdLst>
              <a:gd name="connsiteX0" fmla="*/ 0 w 2839212"/>
              <a:gd name="connsiteY0" fmla="*/ 160275 h 961631"/>
              <a:gd name="connsiteX1" fmla="*/ 160275 w 2839212"/>
              <a:gd name="connsiteY1" fmla="*/ 0 h 961631"/>
              <a:gd name="connsiteX2" fmla="*/ 2678937 w 2839212"/>
              <a:gd name="connsiteY2" fmla="*/ 0 h 961631"/>
              <a:gd name="connsiteX3" fmla="*/ 2839212 w 2839212"/>
              <a:gd name="connsiteY3" fmla="*/ 160275 h 961631"/>
              <a:gd name="connsiteX4" fmla="*/ 2839212 w 2839212"/>
              <a:gd name="connsiteY4" fmla="*/ 801356 h 961631"/>
              <a:gd name="connsiteX5" fmla="*/ 2678937 w 2839212"/>
              <a:gd name="connsiteY5" fmla="*/ 961631 h 961631"/>
              <a:gd name="connsiteX6" fmla="*/ 160275 w 2839212"/>
              <a:gd name="connsiteY6" fmla="*/ 961631 h 961631"/>
              <a:gd name="connsiteX7" fmla="*/ 0 w 2839212"/>
              <a:gd name="connsiteY7" fmla="*/ 801356 h 961631"/>
              <a:gd name="connsiteX8" fmla="*/ 0 w 2839212"/>
              <a:gd name="connsiteY8" fmla="*/ 160275 h 961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839212" h="961631">
                <a:moveTo>
                  <a:pt x="0" y="160275"/>
                </a:moveTo>
                <a:cubicBezTo>
                  <a:pt x="0" y="71758"/>
                  <a:pt x="71758" y="0"/>
                  <a:pt x="160275" y="0"/>
                </a:cubicBezTo>
                <a:lnTo>
                  <a:pt x="2678937" y="0"/>
                </a:lnTo>
                <a:cubicBezTo>
                  <a:pt x="2767454" y="0"/>
                  <a:pt x="2839212" y="71758"/>
                  <a:pt x="2839212" y="160275"/>
                </a:cubicBezTo>
                <a:lnTo>
                  <a:pt x="2839212" y="801356"/>
                </a:lnTo>
                <a:cubicBezTo>
                  <a:pt x="2839212" y="889873"/>
                  <a:pt x="2767454" y="961631"/>
                  <a:pt x="2678937" y="961631"/>
                </a:cubicBezTo>
                <a:lnTo>
                  <a:pt x="160275" y="961631"/>
                </a:lnTo>
                <a:cubicBezTo>
                  <a:pt x="71758" y="961631"/>
                  <a:pt x="0" y="889873"/>
                  <a:pt x="0" y="801356"/>
                </a:cubicBezTo>
                <a:lnTo>
                  <a:pt x="0" y="160275"/>
                </a:lnTo>
                <a:close/>
              </a:path>
            </a:pathLst>
          </a:custGeom>
          <a:solidFill>
            <a:srgbClr val="2190BC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>
              <a:rot lat="0" lon="0" rev="7500000"/>
            </a:lightRig>
          </a:scene3d>
          <a:sp3d prstMaterial="plastic">
            <a:bevelT w="127000" h="25400" prst="relaxedInset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29823" tIns="138383" rIns="229823" bIns="138383" numCol="1" spcCol="1270" anchor="ctr" anchorCtr="0">
            <a:noAutofit/>
          </a:bodyPr>
          <a:lstStyle/>
          <a:p>
            <a:pPr marL="0" lvl="0" indent="0" defTabSz="2133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800" kern="1200" dirty="0"/>
              <a:t>throw	</a:t>
            </a:r>
            <a:endParaRPr lang="en-IN" sz="2800" kern="120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573F221-01D8-4EE1-BC20-6E9F795F3D2D}"/>
              </a:ext>
            </a:extLst>
          </p:cNvPr>
          <p:cNvSpPr/>
          <p:nvPr/>
        </p:nvSpPr>
        <p:spPr>
          <a:xfrm>
            <a:off x="5576263" y="5684187"/>
            <a:ext cx="2648800" cy="701622"/>
          </a:xfrm>
          <a:custGeom>
            <a:avLst/>
            <a:gdLst>
              <a:gd name="connsiteX0" fmla="*/ 0 w 2839212"/>
              <a:gd name="connsiteY0" fmla="*/ 160275 h 961631"/>
              <a:gd name="connsiteX1" fmla="*/ 160275 w 2839212"/>
              <a:gd name="connsiteY1" fmla="*/ 0 h 961631"/>
              <a:gd name="connsiteX2" fmla="*/ 2678937 w 2839212"/>
              <a:gd name="connsiteY2" fmla="*/ 0 h 961631"/>
              <a:gd name="connsiteX3" fmla="*/ 2839212 w 2839212"/>
              <a:gd name="connsiteY3" fmla="*/ 160275 h 961631"/>
              <a:gd name="connsiteX4" fmla="*/ 2839212 w 2839212"/>
              <a:gd name="connsiteY4" fmla="*/ 801356 h 961631"/>
              <a:gd name="connsiteX5" fmla="*/ 2678937 w 2839212"/>
              <a:gd name="connsiteY5" fmla="*/ 961631 h 961631"/>
              <a:gd name="connsiteX6" fmla="*/ 160275 w 2839212"/>
              <a:gd name="connsiteY6" fmla="*/ 961631 h 961631"/>
              <a:gd name="connsiteX7" fmla="*/ 0 w 2839212"/>
              <a:gd name="connsiteY7" fmla="*/ 801356 h 961631"/>
              <a:gd name="connsiteX8" fmla="*/ 0 w 2839212"/>
              <a:gd name="connsiteY8" fmla="*/ 160275 h 961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839212" h="961631">
                <a:moveTo>
                  <a:pt x="0" y="160275"/>
                </a:moveTo>
                <a:cubicBezTo>
                  <a:pt x="0" y="71758"/>
                  <a:pt x="71758" y="0"/>
                  <a:pt x="160275" y="0"/>
                </a:cubicBezTo>
                <a:lnTo>
                  <a:pt x="2678937" y="0"/>
                </a:lnTo>
                <a:cubicBezTo>
                  <a:pt x="2767454" y="0"/>
                  <a:pt x="2839212" y="71758"/>
                  <a:pt x="2839212" y="160275"/>
                </a:cubicBezTo>
                <a:lnTo>
                  <a:pt x="2839212" y="801356"/>
                </a:lnTo>
                <a:cubicBezTo>
                  <a:pt x="2839212" y="889873"/>
                  <a:pt x="2767454" y="961631"/>
                  <a:pt x="2678937" y="961631"/>
                </a:cubicBezTo>
                <a:lnTo>
                  <a:pt x="160275" y="961631"/>
                </a:lnTo>
                <a:cubicBezTo>
                  <a:pt x="71758" y="961631"/>
                  <a:pt x="0" y="889873"/>
                  <a:pt x="0" y="801356"/>
                </a:cubicBezTo>
                <a:lnTo>
                  <a:pt x="0" y="160275"/>
                </a:lnTo>
                <a:close/>
              </a:path>
            </a:pathLst>
          </a:custGeom>
          <a:solidFill>
            <a:srgbClr val="2190BC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>
              <a:rot lat="0" lon="0" rev="7500000"/>
            </a:lightRig>
          </a:scene3d>
          <a:sp3d prstMaterial="plastic">
            <a:bevelT w="127000" h="25400" prst="relaxedInset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29823" tIns="138383" rIns="229823" bIns="138383" numCol="1" spcCol="1270" anchor="ctr" anchorCtr="0">
            <a:noAutofit/>
          </a:bodyPr>
          <a:lstStyle/>
          <a:p>
            <a:pPr marL="0" lvl="0" indent="0" defTabSz="2133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800" kern="1200" dirty="0"/>
              <a:t>throws</a:t>
            </a:r>
            <a:endParaRPr lang="en-IN" sz="2800" kern="12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Exception Keywords</a:t>
            </a:r>
          </a:p>
        </p:txBody>
      </p:sp>
    </p:spTree>
    <p:extLst>
      <p:ext uri="{BB962C8B-B14F-4D97-AF65-F5344CB8AC3E}">
        <p14:creationId xmlns:p14="http://schemas.microsoft.com/office/powerpoint/2010/main" val="11160886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19725" y="1448263"/>
            <a:ext cx="8469442" cy="5004884"/>
          </a:xfrm>
        </p:spPr>
        <p:txBody>
          <a:bodyPr/>
          <a:lstStyle/>
          <a:p>
            <a:pPr algn="just"/>
            <a:r>
              <a:rPr lang="en-US" dirty="0"/>
              <a:t>We deal with exceptions in a single thread by throwing them up, or by try catch block.</a:t>
            </a:r>
          </a:p>
          <a:p>
            <a:pPr algn="just"/>
            <a:r>
              <a:rPr lang="en-US" dirty="0"/>
              <a:t>In the multithreaded environment, the main thread can't handle the exception thrown by the child thread.</a:t>
            </a:r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14793" y="0"/>
            <a:ext cx="8829207" cy="1304144"/>
          </a:xfrm>
        </p:spPr>
        <p:txBody>
          <a:bodyPr>
            <a:normAutofit/>
          </a:bodyPr>
          <a:lstStyle/>
          <a:p>
            <a:r>
              <a:rPr lang="en-IN" dirty="0"/>
              <a:t>Exception Handling During Multithreading</a:t>
            </a:r>
          </a:p>
        </p:txBody>
      </p:sp>
    </p:spTree>
    <p:extLst>
      <p:ext uri="{BB962C8B-B14F-4D97-AF65-F5344CB8AC3E}">
        <p14:creationId xmlns:p14="http://schemas.microsoft.com/office/powerpoint/2010/main" val="10129672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38363" y="1478243"/>
            <a:ext cx="8370922" cy="500488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The following strategies are used for handling exception during multithreading:</a:t>
            </a:r>
          </a:p>
          <a:p>
            <a:pPr marL="449263" indent="-269875" algn="just">
              <a:buFont typeface="Bahnschrift" panose="020B0502040204020203" pitchFamily="34" charset="0"/>
              <a:buChar char="–"/>
            </a:pPr>
            <a:r>
              <a:rPr lang="en-US" dirty="0"/>
              <a:t>Try catch manually in the child thread </a:t>
            </a:r>
          </a:p>
          <a:p>
            <a:pPr marL="449263" indent="-269875" algn="just">
              <a:buFont typeface="Bahnschrift" panose="020B0502040204020203" pitchFamily="34" charset="0"/>
              <a:buChar char="–"/>
            </a:pPr>
            <a:r>
              <a:rPr lang="en-US" dirty="0" err="1"/>
              <a:t>UncaughtExceptionHandler</a:t>
            </a:r>
            <a:r>
              <a:rPr lang="en-US" dirty="0"/>
              <a:t> exception handling provided in thread class.</a:t>
            </a:r>
            <a:endParaRPr lang="en-US" b="1" dirty="0"/>
          </a:p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Multithreading Exception Handling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630827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36144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2260</TotalTime>
  <Words>155</Words>
  <Application>Microsoft Office PowerPoint</Application>
  <PresentationFormat>On-screen Show (4:3)</PresentationFormat>
  <Paragraphs>25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Bahnschrift</vt:lpstr>
      <vt:lpstr>Bahnschrift SemiBold</vt:lpstr>
      <vt:lpstr>Calibri</vt:lpstr>
      <vt:lpstr>Calibri Light</vt:lpstr>
      <vt:lpstr>Office Theme</vt:lpstr>
      <vt:lpstr>PowerPoint Presentation</vt:lpstr>
      <vt:lpstr>PowerPoint Presentation</vt:lpstr>
      <vt:lpstr>Exception Handling</vt:lpstr>
      <vt:lpstr>Types of Exceptions</vt:lpstr>
      <vt:lpstr>Exception Keywords</vt:lpstr>
      <vt:lpstr>Exception Handling During Multithreading</vt:lpstr>
      <vt:lpstr>Multithreading Exception Handling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video recording 1</dc:creator>
  <cp:lastModifiedBy>video recording 1</cp:lastModifiedBy>
  <cp:revision>170</cp:revision>
  <dcterms:created xsi:type="dcterms:W3CDTF">2021-05-13T17:45:44Z</dcterms:created>
  <dcterms:modified xsi:type="dcterms:W3CDTF">2021-09-16T08:53:36Z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name="NXPowerLiteLastOptimized" pid="2">
    <vt:lpwstr>345368</vt:lpwstr>
  </property>
  <property fmtid="{D5CDD505-2E9C-101B-9397-08002B2CF9AE}" name="NXPowerLiteSettings" pid="3">
    <vt:lpwstr>E700052003A000</vt:lpwstr>
  </property>
  <property fmtid="{D5CDD505-2E9C-101B-9397-08002B2CF9AE}" name="NXPowerLiteVersion" pid="4">
    <vt:lpwstr>D9.1.4</vt:lpwstr>
  </property>
</Properties>
</file>