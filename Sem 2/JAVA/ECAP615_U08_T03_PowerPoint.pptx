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6" r:id="rId2"/>
    <p:sldId id="261" r:id="rId3"/>
    <p:sldId id="286" r:id="rId4"/>
    <p:sldId id="287" r:id="rId5"/>
    <p:sldId id="288" r:id="rId6"/>
    <p:sldId id="292" r:id="rId7"/>
    <p:sldId id="293" r:id="rId8"/>
    <p:sldId id="294" r:id="rId9"/>
    <p:sldId id="295" r:id="rId10"/>
    <p:sldId id="296" r:id="rId11"/>
    <p:sldId id="289" r:id="rId12"/>
    <p:sldId id="290" r:id="rId13"/>
    <p:sldId id="291" r:id="rId14"/>
    <p:sldId id="297" r:id="rId15"/>
    <p:sldId id="298" r:id="rId16"/>
    <p:sldId id="299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31-07-2021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060" y="2727715"/>
            <a:ext cx="7525999" cy="36987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learn the basic concept of </a:t>
            </a:r>
            <a:r>
              <a:rPr lang="en-US" dirty="0" err="1"/>
              <a:t>JComboBox</a:t>
            </a:r>
            <a:r>
              <a:rPr lang="en-US" dirty="0"/>
              <a:t> class</a:t>
            </a:r>
          </a:p>
          <a:p>
            <a:pPr algn="just"/>
            <a:r>
              <a:rPr lang="en-US" dirty="0"/>
              <a:t>understand various constructors and methods used in </a:t>
            </a:r>
            <a:r>
              <a:rPr lang="en-US" dirty="0" err="1"/>
              <a:t>JComboBox</a:t>
            </a:r>
            <a:r>
              <a:rPr lang="en-US" dirty="0"/>
              <a:t> class and there implementation</a:t>
            </a:r>
          </a:p>
          <a:p>
            <a:pPr algn="just"/>
            <a:r>
              <a:rPr lang="en-US" dirty="0"/>
              <a:t>know the working of </a:t>
            </a:r>
            <a:r>
              <a:rPr lang="en-US" dirty="0" err="1"/>
              <a:t>Jtable</a:t>
            </a:r>
            <a:r>
              <a:rPr lang="en-US" dirty="0"/>
              <a:t> class and its various functions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623946"/>
            <a:ext cx="8296614" cy="4813854"/>
          </a:xfrm>
        </p:spPr>
        <p:txBody>
          <a:bodyPr>
            <a:noAutofit/>
          </a:bodyPr>
          <a:lstStyle/>
          <a:p>
            <a:pPr algn="just"/>
            <a:r>
              <a:rPr lang="en-US" sz="2400" dirty="0" err="1"/>
              <a:t>JComboBox</a:t>
            </a:r>
            <a:r>
              <a:rPr lang="en-US" sz="2400" dirty="0"/>
              <a:t> is a part of Java Swing package. </a:t>
            </a:r>
          </a:p>
          <a:p>
            <a:pPr algn="just"/>
            <a:r>
              <a:rPr lang="en-US" sz="2400" dirty="0" err="1"/>
              <a:t>JComboBox</a:t>
            </a:r>
            <a:r>
              <a:rPr lang="en-US" sz="2400" dirty="0"/>
              <a:t> inherits </a:t>
            </a:r>
            <a:r>
              <a:rPr lang="en-US" sz="2400" dirty="0" err="1"/>
              <a:t>JComponent</a:t>
            </a:r>
            <a:r>
              <a:rPr lang="en-US" sz="2400" dirty="0"/>
              <a:t> class . </a:t>
            </a:r>
          </a:p>
          <a:p>
            <a:pPr algn="just"/>
            <a:r>
              <a:rPr lang="en-US" sz="2400" dirty="0"/>
              <a:t>It  shows a popup menu that shows a list and the user can select a option from that specified list . </a:t>
            </a:r>
          </a:p>
          <a:p>
            <a:pPr algn="just"/>
            <a:endParaRPr lang="en-IN" sz="1800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JComboBox</a:t>
            </a:r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258362"/>
              </p:ext>
            </p:extLst>
          </p:nvPr>
        </p:nvGraphicFramePr>
        <p:xfrm>
          <a:off x="564582" y="1628774"/>
          <a:ext cx="8014836" cy="473183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6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9304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Constructor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Description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417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JComboBox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()</a:t>
                      </a:r>
                    </a:p>
                  </a:txBody>
                  <a:tcPr marL="50800" marR="50800" marT="50800" marB="508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Creates a JComboBox with a default data model.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417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JComboBox(Object[] items)</a:t>
                      </a:r>
                    </a:p>
                  </a:txBody>
                  <a:tcPr marL="50800" marR="50800" marT="50800" marB="508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Creates a </a:t>
                      </a:r>
                      <a:r>
                        <a:rPr lang="en-US" sz="2000" dirty="0" err="1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JComboBox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 that contains the elements in the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specified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array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.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4176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dirty="0" err="1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JComboBox</a:t>
                      </a:r>
                      <a:r>
                        <a:rPr lang="en-IN" sz="2000" dirty="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(Vector&lt;?&gt; items)</a:t>
                      </a:r>
                    </a:p>
                  </a:txBody>
                  <a:tcPr marL="50800" marR="50800" marT="50800" marB="508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Creates a </a:t>
                      </a:r>
                      <a:r>
                        <a:rPr lang="en-US" sz="2000" dirty="0" err="1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JComboBox</a:t>
                      </a:r>
                      <a:r>
                        <a:rPr lang="en-US" sz="2000" dirty="0">
                          <a:solidFill>
                            <a:srgbClr val="333333"/>
                          </a:solidFill>
                          <a:effectLst/>
                          <a:latin typeface="Bahnschrift" panose="020B0502040204020203" pitchFamily="34" charset="0"/>
                        </a:rPr>
                        <a:t> that contains the elements in the specified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Vector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</a:rPr>
                        <a:t>.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Contructors</a:t>
            </a:r>
            <a:r>
              <a:rPr lang="en-IN" dirty="0"/>
              <a:t> of </a:t>
            </a:r>
            <a:r>
              <a:rPr lang="en-IN" dirty="0" err="1"/>
              <a:t>JComboBox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927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void </a:t>
            </a:r>
            <a:r>
              <a:rPr lang="en-IN" dirty="0" err="1"/>
              <a:t>addItem</a:t>
            </a:r>
            <a:r>
              <a:rPr lang="en-IN" dirty="0"/>
              <a:t>(Object </a:t>
            </a:r>
            <a:r>
              <a:rPr lang="en-IN" dirty="0" err="1"/>
              <a:t>anObject</a:t>
            </a:r>
            <a:r>
              <a:rPr lang="en-IN" dirty="0"/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removeAllItems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setEditable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boolean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b)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addActionListener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(ActionListener a)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en-IN" dirty="0"/>
              <a:t>	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</a:t>
            </a:r>
            <a:r>
              <a:rPr lang="en-IN" dirty="0" err="1"/>
              <a:t>JComboBox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360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/>
              <a:t>void </a:t>
            </a:r>
            <a:r>
              <a:rPr lang="en-IN" dirty="0" err="1"/>
              <a:t>removeItem</a:t>
            </a:r>
            <a:r>
              <a:rPr lang="en-IN" dirty="0"/>
              <a:t>(Object </a:t>
            </a:r>
            <a:r>
              <a:rPr lang="en-IN" dirty="0" err="1"/>
              <a:t>anObject</a:t>
            </a:r>
            <a:r>
              <a:rPr lang="en-IN" dirty="0"/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removeAllItems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setEditable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boolean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b)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addActionListener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(ActionListener a)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	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</a:t>
            </a:r>
            <a:r>
              <a:rPr lang="en-IN" dirty="0" err="1"/>
              <a:t>JComboBox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361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/>
              <a:t>void </a:t>
            </a:r>
            <a:r>
              <a:rPr lang="en-IN" dirty="0" err="1"/>
              <a:t>removeAllItems</a:t>
            </a:r>
            <a:r>
              <a:rPr lang="en-IN" dirty="0"/>
              <a:t>()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setEditable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boolean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b)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addActionListener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(ActionListener a)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	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</a:t>
            </a:r>
            <a:r>
              <a:rPr lang="en-IN" dirty="0" err="1"/>
              <a:t>JComboBox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0498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removeAllItems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r>
              <a:rPr lang="en-IN" dirty="0"/>
              <a:t>void </a:t>
            </a:r>
            <a:r>
              <a:rPr lang="en-IN" dirty="0" err="1"/>
              <a:t>setEditable</a:t>
            </a:r>
            <a:r>
              <a:rPr lang="en-IN" dirty="0"/>
              <a:t>(</a:t>
            </a:r>
            <a:r>
              <a:rPr lang="en-IN" dirty="0" err="1"/>
              <a:t>boolean</a:t>
            </a:r>
            <a:r>
              <a:rPr lang="en-IN" dirty="0"/>
              <a:t> b)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addActionListener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(ActionListener a)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	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</a:t>
            </a:r>
            <a:r>
              <a:rPr lang="en-IN" dirty="0" err="1"/>
              <a:t>JComboBox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6041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removeAllItems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setEditable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boolean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b)</a:t>
            </a:r>
          </a:p>
          <a:p>
            <a:r>
              <a:rPr lang="en-IN" dirty="0"/>
              <a:t>void </a:t>
            </a:r>
            <a:r>
              <a:rPr lang="en-IN" dirty="0" err="1"/>
              <a:t>addActionListener</a:t>
            </a:r>
            <a:r>
              <a:rPr lang="en-IN" dirty="0"/>
              <a:t>(ActionListener a)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ItemListener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	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</a:t>
            </a:r>
            <a:r>
              <a:rPr lang="en-IN" dirty="0" err="1"/>
              <a:t>JComboBox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604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removeItem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(Object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anObject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removeAllItems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setEditable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boolean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b)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void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addActionListener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(ActionListener a)</a:t>
            </a:r>
          </a:p>
          <a:p>
            <a:r>
              <a:rPr lang="en-IN" dirty="0"/>
              <a:t>void </a:t>
            </a:r>
            <a:r>
              <a:rPr lang="en-IN" dirty="0" err="1"/>
              <a:t>addItemListener</a:t>
            </a:r>
            <a:r>
              <a:rPr lang="en-IN" dirty="0"/>
              <a:t>(</a:t>
            </a:r>
            <a:r>
              <a:rPr lang="en-IN" dirty="0" err="1"/>
              <a:t>ItemListener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)	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</a:t>
            </a:r>
            <a:r>
              <a:rPr lang="en-IN" dirty="0" err="1"/>
              <a:t>JComboBox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3638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628145"/>
            <a:ext cx="7596413" cy="5004884"/>
          </a:xfrm>
        </p:spPr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dirty="0" err="1"/>
              <a:t>JTable</a:t>
            </a:r>
            <a:r>
              <a:rPr lang="en-US" dirty="0"/>
              <a:t> class is used to display data in tabular form. </a:t>
            </a:r>
          </a:p>
          <a:p>
            <a:pPr algn="just"/>
            <a:r>
              <a:rPr lang="en-US" dirty="0"/>
              <a:t>It is composed of rows and columns.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JTable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943808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JTable</a:t>
            </a:r>
            <a:r>
              <a:rPr lang="en-IN" dirty="0"/>
              <a:t>()</a:t>
            </a:r>
          </a:p>
          <a:p>
            <a:r>
              <a:rPr lang="en-US" dirty="0" err="1"/>
              <a:t>JTable</a:t>
            </a:r>
            <a:r>
              <a:rPr lang="en-US" dirty="0"/>
              <a:t>(int rows, int cols)</a:t>
            </a:r>
          </a:p>
          <a:p>
            <a:r>
              <a:rPr lang="en-US" dirty="0" err="1"/>
              <a:t>JTable</a:t>
            </a:r>
            <a:r>
              <a:rPr lang="en-US" dirty="0"/>
              <a:t>(Object[][] data, Object []Column)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Constructors used in </a:t>
            </a:r>
            <a:r>
              <a:rPr lang="en-IN" dirty="0" err="1"/>
              <a:t>Jtable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792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addColumn</a:t>
            </a:r>
            <a:r>
              <a:rPr lang="en-US" b="1" dirty="0"/>
              <a:t>(</a:t>
            </a:r>
            <a:r>
              <a:rPr lang="en-US" b="1" dirty="0" err="1"/>
              <a:t>TableColumn</a:t>
            </a:r>
            <a:r>
              <a:rPr lang="en-US" b="1" dirty="0"/>
              <a:t> []column) </a:t>
            </a:r>
          </a:p>
          <a:p>
            <a:pPr fontAlgn="base"/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clearSelection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pPr fontAlgn="base"/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editCellAt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(int row, int col)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fontAlgn="base"/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setValueAt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(Object value,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int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row, </a:t>
            </a:r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int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 col)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of </a:t>
            </a:r>
            <a:r>
              <a:rPr lang="en-IN" dirty="0" err="1"/>
              <a:t>Jtable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050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addColumn</a:t>
            </a:r>
            <a:r>
              <a:rPr lang="en-US" b="1" dirty="0"/>
              <a:t>(</a:t>
            </a:r>
            <a:r>
              <a:rPr lang="en-US" b="1" dirty="0" err="1"/>
              <a:t>TableColumn</a:t>
            </a:r>
            <a:r>
              <a:rPr lang="en-US" b="1" dirty="0"/>
              <a:t> []column) </a:t>
            </a:r>
          </a:p>
          <a:p>
            <a:pPr fontAlgn="base"/>
            <a:r>
              <a:rPr lang="en-US" b="1" dirty="0" err="1"/>
              <a:t>clearSelection</a:t>
            </a:r>
            <a:r>
              <a:rPr lang="en-US" b="1" dirty="0"/>
              <a:t>()</a:t>
            </a:r>
          </a:p>
          <a:p>
            <a:pPr fontAlgn="base"/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editCellAt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(int row, int col)</a:t>
            </a:r>
          </a:p>
          <a:p>
            <a:pPr fontAlgn="base"/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setValueAt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(Object value, int row, int col)</a:t>
            </a:r>
            <a:endParaRPr lang="en-IN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of </a:t>
            </a:r>
            <a:r>
              <a:rPr lang="en-IN" dirty="0" err="1"/>
              <a:t>Jtable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1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addColumn</a:t>
            </a:r>
            <a:r>
              <a:rPr lang="en-US" b="1" dirty="0"/>
              <a:t>(</a:t>
            </a:r>
            <a:r>
              <a:rPr lang="en-US" b="1" dirty="0" err="1"/>
              <a:t>TableColumn</a:t>
            </a:r>
            <a:r>
              <a:rPr lang="en-US" b="1" dirty="0"/>
              <a:t> []column) </a:t>
            </a:r>
          </a:p>
          <a:p>
            <a:pPr fontAlgn="base"/>
            <a:r>
              <a:rPr lang="en-US" b="1" dirty="0" err="1"/>
              <a:t>clearSelection</a:t>
            </a:r>
            <a:r>
              <a:rPr lang="en-US" b="1" dirty="0"/>
              <a:t>()</a:t>
            </a:r>
          </a:p>
          <a:p>
            <a:pPr fontAlgn="base"/>
            <a:r>
              <a:rPr lang="en-US" b="1" dirty="0" err="1"/>
              <a:t>editCellAt</a:t>
            </a:r>
            <a:r>
              <a:rPr lang="en-US" b="1" dirty="0"/>
              <a:t>(int row, int col)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>
                <a:solidFill>
                  <a:schemeClr val="bg1">
                    <a:lumMod val="85000"/>
                  </a:schemeClr>
                </a:solidFill>
              </a:rPr>
              <a:t>setValueAt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(Object value, int row, int col)</a:t>
            </a:r>
            <a:endParaRPr lang="en-IN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of </a:t>
            </a:r>
            <a:r>
              <a:rPr lang="en-IN" dirty="0" err="1"/>
              <a:t>Jtable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076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err="1"/>
              <a:t>addColumn</a:t>
            </a:r>
            <a:r>
              <a:rPr lang="en-US" b="1" dirty="0"/>
              <a:t>(</a:t>
            </a:r>
            <a:r>
              <a:rPr lang="en-US" b="1" dirty="0" err="1"/>
              <a:t>TableColumn</a:t>
            </a:r>
            <a:r>
              <a:rPr lang="en-US" b="1" dirty="0"/>
              <a:t> []column) </a:t>
            </a:r>
          </a:p>
          <a:p>
            <a:pPr fontAlgn="base"/>
            <a:r>
              <a:rPr lang="en-US" b="1" dirty="0" err="1"/>
              <a:t>clearSelection</a:t>
            </a:r>
            <a:r>
              <a:rPr lang="en-US" b="1" dirty="0"/>
              <a:t>()</a:t>
            </a:r>
          </a:p>
          <a:p>
            <a:pPr fontAlgn="base"/>
            <a:r>
              <a:rPr lang="en-US" b="1" dirty="0" err="1"/>
              <a:t>editCellAt</a:t>
            </a:r>
            <a:r>
              <a:rPr lang="en-US" b="1" dirty="0"/>
              <a:t>(int row, int col)</a:t>
            </a:r>
            <a:endParaRPr lang="en-US" dirty="0">
              <a:solidFill>
                <a:srgbClr val="FF0000"/>
              </a:solidFill>
            </a:endParaRPr>
          </a:p>
          <a:p>
            <a:pPr fontAlgn="base"/>
            <a:r>
              <a:rPr lang="en-US" b="1" dirty="0" err="1"/>
              <a:t>setValueAt</a:t>
            </a:r>
            <a:r>
              <a:rPr lang="en-US" b="1" dirty="0"/>
              <a:t>(Object value, </a:t>
            </a:r>
            <a:r>
              <a:rPr lang="en-US" b="1" dirty="0" err="1"/>
              <a:t>int</a:t>
            </a:r>
            <a:r>
              <a:rPr lang="en-US" b="1" dirty="0"/>
              <a:t> row, </a:t>
            </a:r>
            <a:r>
              <a:rPr lang="en-US" b="1" dirty="0" err="1"/>
              <a:t>int</a:t>
            </a:r>
            <a:r>
              <a:rPr lang="en-US" b="1" dirty="0"/>
              <a:t> col)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 of </a:t>
            </a:r>
            <a:r>
              <a:rPr lang="en-IN" dirty="0" err="1"/>
              <a:t>Jtable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907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2192</TotalTime>
  <Words>505</Words>
  <Application>Microsoft Office PowerPoint</Application>
  <PresentationFormat>On-screen Show (4:3)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JComboBox </vt:lpstr>
      <vt:lpstr>Contructors of JComboBox</vt:lpstr>
      <vt:lpstr>Methods of JComboBox </vt:lpstr>
      <vt:lpstr>Methods of JComboBox </vt:lpstr>
      <vt:lpstr>Methods of JComboBox </vt:lpstr>
      <vt:lpstr>Methods of JComboBox </vt:lpstr>
      <vt:lpstr>Methods of JComboBox </vt:lpstr>
      <vt:lpstr>Methods of JComboBox </vt:lpstr>
      <vt:lpstr>JTable Class</vt:lpstr>
      <vt:lpstr>Constructors used in Jtable</vt:lpstr>
      <vt:lpstr>Functions of Jtable</vt:lpstr>
      <vt:lpstr>Functions of Jtable</vt:lpstr>
      <vt:lpstr>Functions of Jtable</vt:lpstr>
      <vt:lpstr>Functions of Jtable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164</cp:revision>
  <dcterms:created xsi:type="dcterms:W3CDTF">2021-05-13T17:45:44Z</dcterms:created>
  <dcterms:modified xsi:type="dcterms:W3CDTF">2021-07-31T04:34:38Z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347999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