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66" r:id="rId2"/>
    <p:sldId id="261" r:id="rId3"/>
    <p:sldId id="286" r:id="rId4"/>
    <p:sldId id="290" r:id="rId5"/>
    <p:sldId id="287" r:id="rId6"/>
    <p:sldId id="288" r:id="rId7"/>
    <p:sldId id="28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03-08-2021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899" y="2788005"/>
            <a:ext cx="7230202" cy="36987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learn the basic concept of </a:t>
            </a:r>
            <a:r>
              <a:rPr lang="en-IN" dirty="0" err="1"/>
              <a:t>JProgressBar</a:t>
            </a:r>
            <a:r>
              <a:rPr lang="en-IN" dirty="0"/>
              <a:t> Class</a:t>
            </a:r>
            <a:endParaRPr lang="en-US" dirty="0"/>
          </a:p>
          <a:p>
            <a:pPr algn="just"/>
            <a:r>
              <a:rPr lang="en-US" dirty="0"/>
              <a:t>understand the various constructors and methods of </a:t>
            </a:r>
            <a:r>
              <a:rPr lang="en-US" dirty="0" err="1"/>
              <a:t>JProgressBar</a:t>
            </a:r>
            <a:r>
              <a:rPr lang="en-US" dirty="0"/>
              <a:t> Class</a:t>
            </a:r>
          </a:p>
          <a:p>
            <a:pPr algn="just"/>
            <a:r>
              <a:rPr lang="en-US" dirty="0"/>
              <a:t>implementation of </a:t>
            </a:r>
            <a:r>
              <a:rPr lang="en-US" dirty="0" err="1"/>
              <a:t>JProgressBar</a:t>
            </a:r>
            <a:r>
              <a:rPr lang="en-US" dirty="0"/>
              <a:t> Class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43075"/>
            <a:ext cx="8306604" cy="4969359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A component that visually displays the progress of some tasks. </a:t>
            </a:r>
          </a:p>
          <a:p>
            <a:pPr algn="just"/>
            <a:r>
              <a:rPr lang="en-US" sz="2400" dirty="0"/>
              <a:t>The progress bar fills up as the task reaches its completion.</a:t>
            </a:r>
          </a:p>
          <a:p>
            <a:pPr algn="just"/>
            <a:r>
              <a:rPr lang="en-US" sz="2400" dirty="0"/>
              <a:t>As the task progresses towards completion, the progress bar displays the task's percentage of completion.</a:t>
            </a:r>
          </a:p>
          <a:p>
            <a:pPr algn="just"/>
            <a:r>
              <a:rPr lang="en-US" sz="2400" dirty="0"/>
              <a:t>In addition to show the percentage of completion of a task, it can also display some text.</a:t>
            </a:r>
            <a:endParaRPr lang="en-US" sz="24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JProgressBar</a:t>
            </a:r>
            <a:r>
              <a:rPr lang="en-US" dirty="0"/>
              <a:t> 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799" y="1573703"/>
            <a:ext cx="8112301" cy="496935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/>
              <a:t>Declaration</a:t>
            </a:r>
          </a:p>
          <a:p>
            <a:pPr marL="0" indent="0" algn="just">
              <a:buNone/>
            </a:pP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class</a:t>
            </a:r>
            <a:r>
              <a:rPr lang="en-IN" dirty="0"/>
              <a:t> </a:t>
            </a:r>
            <a:r>
              <a:rPr lang="en-IN" dirty="0" err="1"/>
              <a:t>JProgressBar</a:t>
            </a:r>
            <a:r>
              <a:rPr lang="en-IN" dirty="0"/>
              <a:t> </a:t>
            </a:r>
            <a:r>
              <a:rPr lang="en-IN" b="1" dirty="0"/>
              <a:t>extends</a:t>
            </a:r>
            <a:r>
              <a:rPr lang="en-IN" dirty="0"/>
              <a:t> JComponent </a:t>
            </a:r>
            <a:r>
              <a:rPr lang="en-IN" b="1" dirty="0"/>
              <a:t>implements</a:t>
            </a:r>
            <a:r>
              <a:rPr lang="en-IN" dirty="0"/>
              <a:t> </a:t>
            </a:r>
            <a:r>
              <a:rPr lang="en-IN" dirty="0" err="1"/>
              <a:t>SwingConstants</a:t>
            </a:r>
            <a:r>
              <a:rPr lang="en-IN" dirty="0"/>
              <a:t>,</a:t>
            </a:r>
          </a:p>
          <a:p>
            <a:pPr marL="0" indent="0" algn="just">
              <a:buNone/>
            </a:pPr>
            <a:r>
              <a:rPr lang="en-IN" dirty="0"/>
              <a:t>Accessible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JProgressBar</a:t>
            </a:r>
            <a:r>
              <a:rPr lang="en-US" dirty="0"/>
              <a:t> 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297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2387" y="1520792"/>
            <a:ext cx="8062963" cy="5112237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 err="1"/>
              <a:t>JProgressBar</a:t>
            </a:r>
            <a:r>
              <a:rPr lang="en-US" b="1" dirty="0"/>
              <a:t>()</a:t>
            </a:r>
            <a:r>
              <a:rPr lang="en-US" dirty="0"/>
              <a:t> </a:t>
            </a:r>
          </a:p>
          <a:p>
            <a:pPr algn="just" fontAlgn="base"/>
            <a:r>
              <a:rPr lang="en-US" b="1" dirty="0" err="1"/>
              <a:t>JProgressBar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orientation)</a:t>
            </a:r>
            <a:r>
              <a:rPr lang="en-US" dirty="0"/>
              <a:t> </a:t>
            </a:r>
          </a:p>
          <a:p>
            <a:pPr algn="just" fontAlgn="base"/>
            <a:r>
              <a:rPr lang="en-US" b="1" dirty="0" err="1"/>
              <a:t>JProgressBar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min, </a:t>
            </a:r>
            <a:r>
              <a:rPr lang="en-US" b="1" dirty="0" err="1"/>
              <a:t>int</a:t>
            </a:r>
            <a:r>
              <a:rPr lang="en-US" b="1" dirty="0"/>
              <a:t> max)</a:t>
            </a:r>
            <a:r>
              <a:rPr lang="en-US" dirty="0"/>
              <a:t> </a:t>
            </a:r>
          </a:p>
          <a:p>
            <a:pPr algn="just" fontAlgn="base"/>
            <a:r>
              <a:rPr lang="en-US" b="1" dirty="0" err="1"/>
              <a:t>JProgressBar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orientation, </a:t>
            </a:r>
            <a:r>
              <a:rPr lang="en-US" b="1" dirty="0" err="1"/>
              <a:t>int</a:t>
            </a:r>
            <a:r>
              <a:rPr lang="en-US" b="1" dirty="0"/>
              <a:t> min, </a:t>
            </a:r>
            <a:r>
              <a:rPr lang="en-US" b="1" dirty="0" err="1"/>
              <a:t>int</a:t>
            </a:r>
            <a:r>
              <a:rPr lang="en-US" b="1" dirty="0"/>
              <a:t> max)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Constructors of JProgressBar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74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dirty="0" err="1"/>
              <a:t>int</a:t>
            </a:r>
            <a:r>
              <a:rPr lang="en-IN" b="1" dirty="0"/>
              <a:t> </a:t>
            </a:r>
            <a:r>
              <a:rPr lang="en-IN" b="1" dirty="0" err="1"/>
              <a:t>getMaximum</a:t>
            </a:r>
            <a:r>
              <a:rPr lang="en-IN" b="1" dirty="0"/>
              <a:t>()</a:t>
            </a:r>
            <a:endParaRPr lang="en-IN" dirty="0">
              <a:solidFill>
                <a:srgbClr val="FF0000"/>
              </a:solidFill>
            </a:endParaRPr>
          </a:p>
          <a:p>
            <a:pPr fontAlgn="base"/>
            <a:r>
              <a:rPr lang="en-IN" b="1" dirty="0" err="1"/>
              <a:t>int</a:t>
            </a:r>
            <a:r>
              <a:rPr lang="en-IN" b="1" dirty="0"/>
              <a:t> </a:t>
            </a:r>
            <a:r>
              <a:rPr lang="en-IN" b="1" dirty="0" err="1"/>
              <a:t>getMinimum</a:t>
            </a:r>
            <a:r>
              <a:rPr lang="en-IN" b="1" dirty="0"/>
              <a:t>()</a:t>
            </a:r>
            <a:r>
              <a:rPr lang="en-IN" dirty="0"/>
              <a:t> </a:t>
            </a:r>
          </a:p>
          <a:p>
            <a:pPr fontAlgn="base"/>
            <a:r>
              <a:rPr lang="en-IN" b="1" dirty="0"/>
              <a:t>String </a:t>
            </a:r>
            <a:r>
              <a:rPr lang="en-IN" b="1" dirty="0" err="1"/>
              <a:t>getString</a:t>
            </a:r>
            <a:r>
              <a:rPr lang="en-IN" b="1" dirty="0"/>
              <a:t>()</a:t>
            </a:r>
            <a:r>
              <a:rPr lang="en-IN" dirty="0"/>
              <a:t> </a:t>
            </a:r>
          </a:p>
          <a:p>
            <a:pPr fontAlgn="base"/>
            <a:r>
              <a:rPr lang="en-IN" b="1" dirty="0"/>
              <a:t>void </a:t>
            </a:r>
            <a:r>
              <a:rPr lang="en-IN" b="1" dirty="0" err="1"/>
              <a:t>setMaximum</a:t>
            </a:r>
            <a:r>
              <a:rPr lang="en-IN" b="1" dirty="0"/>
              <a:t>(</a:t>
            </a:r>
            <a:r>
              <a:rPr lang="en-IN" b="1" dirty="0" err="1"/>
              <a:t>int</a:t>
            </a:r>
            <a:r>
              <a:rPr lang="en-IN" b="1" dirty="0"/>
              <a:t> n)</a:t>
            </a:r>
            <a:r>
              <a:rPr lang="en-IN" dirty="0"/>
              <a:t>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of JProgressBar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78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void </a:t>
            </a:r>
            <a:r>
              <a:rPr lang="en-US" b="1" dirty="0" err="1"/>
              <a:t>setMinimum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n)</a:t>
            </a:r>
            <a:r>
              <a:rPr lang="en-US" dirty="0"/>
              <a:t> </a:t>
            </a:r>
          </a:p>
          <a:p>
            <a:pPr fontAlgn="base"/>
            <a:r>
              <a:rPr lang="en-US" b="1" dirty="0"/>
              <a:t>void </a:t>
            </a:r>
            <a:r>
              <a:rPr lang="en-US" b="1" dirty="0" err="1"/>
              <a:t>setValue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n)</a:t>
            </a:r>
            <a:r>
              <a:rPr lang="en-US" dirty="0"/>
              <a:t> </a:t>
            </a:r>
          </a:p>
          <a:p>
            <a:pPr fontAlgn="base"/>
            <a:r>
              <a:rPr lang="en-US" b="1" dirty="0"/>
              <a:t>void </a:t>
            </a:r>
            <a:r>
              <a:rPr lang="en-US" b="1" dirty="0" err="1"/>
              <a:t>setString</a:t>
            </a:r>
            <a:r>
              <a:rPr lang="en-US" b="1" dirty="0"/>
              <a:t>(String s)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of </a:t>
            </a:r>
            <a:r>
              <a:rPr lang="en-IN" b="1" dirty="0" err="1"/>
              <a:t>JProgressBar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76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2270</TotalTime>
  <Words>161</Words>
  <Application>Microsoft Office PowerPoint</Application>
  <PresentationFormat>On-screen Show (4:3)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JProgressBar  Class</vt:lpstr>
      <vt:lpstr>JProgressBar  Class</vt:lpstr>
      <vt:lpstr>Constructors of JProgressBar </vt:lpstr>
      <vt:lpstr>Methods of JProgressBar </vt:lpstr>
      <vt:lpstr>Methods of JProgressBar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176</cp:revision>
  <dcterms:created xsi:type="dcterms:W3CDTF">2021-05-13T17:45:44Z</dcterms:created>
  <dcterms:modified xsi:type="dcterms:W3CDTF">2021-08-03T06:54:28Z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337766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