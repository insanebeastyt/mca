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66" r:id="rId2"/>
    <p:sldId id="261" r:id="rId3"/>
    <p:sldId id="286" r:id="rId4"/>
    <p:sldId id="287" r:id="rId5"/>
    <p:sldId id="288" r:id="rId6"/>
    <p:sldId id="289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01-09-2021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291" y="2818150"/>
            <a:ext cx="7794886" cy="36981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Socket programming.</a:t>
            </a:r>
          </a:p>
          <a:p>
            <a:pPr algn="just"/>
            <a:r>
              <a:rPr lang="en-US" dirty="0"/>
              <a:t>Understand the process of creating client and server.</a:t>
            </a:r>
          </a:p>
          <a:p>
            <a:pPr algn="just"/>
            <a:r>
              <a:rPr lang="en-US" dirty="0"/>
              <a:t>Implementation of Socket Programming.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9034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Java Socket programming is used for communication between the applications running on different JRE.</a:t>
            </a:r>
          </a:p>
          <a:p>
            <a:pPr algn="just"/>
            <a:r>
              <a:rPr lang="en-US" sz="2600" dirty="0"/>
              <a:t>It can be connection-oriented or connection-less.</a:t>
            </a:r>
          </a:p>
          <a:p>
            <a:pPr algn="just"/>
            <a:r>
              <a:rPr lang="en-US" sz="2600" dirty="0"/>
              <a:t>Socket and </a:t>
            </a:r>
            <a:r>
              <a:rPr lang="en-US" sz="2600" dirty="0" err="1"/>
              <a:t>ServerSocket</a:t>
            </a:r>
            <a:r>
              <a:rPr lang="en-US" sz="2600" dirty="0"/>
              <a:t> classes are used for connection-oriented socket programming.</a:t>
            </a:r>
          </a:p>
          <a:p>
            <a:pPr algn="just"/>
            <a:r>
              <a:rPr lang="en-US" sz="2600" dirty="0" err="1"/>
              <a:t>DatagramSocket</a:t>
            </a:r>
            <a:r>
              <a:rPr lang="en-US" sz="2600" dirty="0"/>
              <a:t> and </a:t>
            </a:r>
            <a:r>
              <a:rPr lang="en-US" sz="2600" dirty="0" err="1"/>
              <a:t>DatagramPacket</a:t>
            </a:r>
            <a:r>
              <a:rPr lang="en-US" sz="2600" dirty="0"/>
              <a:t> classes are used for connection-less socket programming.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Socket programming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5">
            <a:alpha val="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Socket programming</a:t>
            </a:r>
            <a:endParaRPr lang="en-IN" dirty="0"/>
          </a:p>
        </p:txBody>
      </p:sp>
      <p:pic>
        <p:nvPicPr>
          <p:cNvPr id="1030" name="Picture 6" descr="Socket Programming in Jav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344" y="1915166"/>
            <a:ext cx="3803833" cy="417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38363" y="2219349"/>
            <a:ext cx="4615314" cy="3236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latin typeface="Bahnschrift" panose="020B0502040204020203" pitchFamily="34" charset="0"/>
              </a:rPr>
              <a:t>The client in socket programming must know two information:</a:t>
            </a:r>
          </a:p>
          <a:p>
            <a:pPr marL="457200" indent="-277813" algn="just">
              <a:lnSpc>
                <a:spcPct val="150000"/>
              </a:lnSpc>
              <a:buFont typeface="Bahnschrift" panose="020B0502040204020203" pitchFamily="34" charset="0"/>
              <a:buChar char="–"/>
            </a:pPr>
            <a:r>
              <a:rPr lang="en-IN" sz="2800" dirty="0">
                <a:latin typeface="Bahnschrift" panose="020B0502040204020203" pitchFamily="34" charset="0"/>
              </a:rPr>
              <a:t>IP Address of Server</a:t>
            </a:r>
          </a:p>
          <a:p>
            <a:pPr marL="457200" indent="-277813" algn="just">
              <a:lnSpc>
                <a:spcPct val="150000"/>
              </a:lnSpc>
              <a:buFont typeface="Bahnschrift" panose="020B0502040204020203" pitchFamily="34" charset="0"/>
              <a:buChar char="–"/>
            </a:pPr>
            <a:r>
              <a:rPr lang="en-IN" sz="2800" dirty="0">
                <a:latin typeface="Bahnschrift" panose="020B0502040204020203" pitchFamily="34" charset="0"/>
              </a:rPr>
              <a:t>Port number.</a:t>
            </a:r>
          </a:p>
        </p:txBody>
      </p:sp>
    </p:spTree>
    <p:extLst>
      <p:ext uri="{BB962C8B-B14F-4D97-AF65-F5344CB8AC3E}">
        <p14:creationId xmlns:p14="http://schemas.microsoft.com/office/powerpoint/2010/main" val="374212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93233"/>
            <a:ext cx="8490844" cy="5004884"/>
          </a:xfrm>
        </p:spPr>
        <p:txBody>
          <a:bodyPr>
            <a:normAutofit/>
          </a:bodyPr>
          <a:lstStyle/>
          <a:p>
            <a:r>
              <a:rPr lang="en-US" dirty="0"/>
              <a:t>To create the server application, we need to create the instance of </a:t>
            </a:r>
            <a:r>
              <a:rPr lang="en-US" dirty="0" err="1"/>
              <a:t>ServerSocket</a:t>
            </a:r>
            <a:r>
              <a:rPr lang="en-US" dirty="0"/>
              <a:t> class. </a:t>
            </a:r>
          </a:p>
          <a:p>
            <a:r>
              <a:rPr lang="en-US" dirty="0"/>
              <a:t>The accept() method waits for the client.</a:t>
            </a:r>
          </a:p>
          <a:p>
            <a:r>
              <a:rPr lang="en-US" dirty="0"/>
              <a:t> If clients connects with the given port number, it returns an instance of Socket.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ServerSocket</a:t>
            </a:r>
            <a:r>
              <a:rPr lang="en-US" dirty="0"/>
              <a:t> </a:t>
            </a:r>
            <a:r>
              <a:rPr lang="en-US" dirty="0" err="1"/>
              <a:t>ss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ServerSocket</a:t>
            </a:r>
            <a:r>
              <a:rPr lang="en-US" dirty="0"/>
              <a:t>(9999);  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Socket s=</a:t>
            </a:r>
            <a:r>
              <a:rPr lang="en-US" dirty="0" err="1"/>
              <a:t>ss.accept</a:t>
            </a:r>
            <a:r>
              <a:rPr lang="en-US" dirty="0"/>
              <a:t>();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13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2" y="1478243"/>
            <a:ext cx="8580785" cy="5004884"/>
          </a:xfrm>
        </p:spPr>
        <p:txBody>
          <a:bodyPr/>
          <a:lstStyle/>
          <a:p>
            <a:pPr algn="just"/>
            <a:r>
              <a:rPr lang="en-US" dirty="0"/>
              <a:t>To create the client application, we need to create the instance of Socket class. </a:t>
            </a:r>
          </a:p>
          <a:p>
            <a:pPr algn="just"/>
            <a:r>
              <a:rPr lang="en-US" dirty="0"/>
              <a:t>Here, we need to pass the IP address or hostname of the Server and a port number. Socket s=</a:t>
            </a:r>
            <a:r>
              <a:rPr lang="en-US" b="1" dirty="0"/>
              <a:t>new</a:t>
            </a:r>
            <a:r>
              <a:rPr lang="en-US" dirty="0"/>
              <a:t> Socket("localhost",9999);  </a:t>
            </a:r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Client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30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2435</TotalTime>
  <Words>194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Java Socket programming </vt:lpstr>
      <vt:lpstr>Java Socket programming</vt:lpstr>
      <vt:lpstr>Creating Server</vt:lpstr>
      <vt:lpstr>Creating Client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211</cp:revision>
  <dcterms:created xsi:type="dcterms:W3CDTF">2021-05-13T17:45:44Z</dcterms:created>
  <dcterms:modified xsi:type="dcterms:W3CDTF">2021-09-01T09:05:56Z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359847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