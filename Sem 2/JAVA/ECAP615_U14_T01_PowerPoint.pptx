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6" r:id="rId2"/>
    <p:sldId id="261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9" r:id="rId12"/>
    <p:sldId id="294" r:id="rId13"/>
    <p:sldId id="295" r:id="rId14"/>
    <p:sldId id="296" r:id="rId15"/>
    <p:sldId id="297" r:id="rId16"/>
    <p:sldId id="298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31-08-2021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53" y="2707618"/>
            <a:ext cx="7935913" cy="36981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learn the basic concept URL and </a:t>
            </a:r>
            <a:r>
              <a:rPr lang="en-US" dirty="0" err="1"/>
              <a:t>URLConnection</a:t>
            </a:r>
            <a:r>
              <a:rPr lang="en-US" dirty="0"/>
              <a:t> Class</a:t>
            </a:r>
          </a:p>
          <a:p>
            <a:pPr algn="just"/>
            <a:r>
              <a:rPr lang="en-US" dirty="0"/>
              <a:t>understand the various methods of URL and </a:t>
            </a:r>
            <a:r>
              <a:rPr lang="en-US" dirty="0" err="1"/>
              <a:t>URLConnection</a:t>
            </a:r>
            <a:r>
              <a:rPr lang="en-US" dirty="0"/>
              <a:t> Class</a:t>
            </a:r>
          </a:p>
          <a:p>
            <a:pPr algn="just"/>
            <a:r>
              <a:rPr lang="en-US" dirty="0"/>
              <a:t>implementation of URL and </a:t>
            </a:r>
            <a:r>
              <a:rPr lang="en-US" dirty="0" err="1"/>
              <a:t>URLConnection</a:t>
            </a:r>
            <a:r>
              <a:rPr lang="en-US" dirty="0"/>
              <a:t> Class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523462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URL is a string of text that identifies all the resources on Internet, telling us the address of the resource, how to communicate with it and retrieve something from it.</a:t>
            </a:r>
          </a:p>
          <a:p>
            <a:pPr algn="just"/>
            <a:r>
              <a:rPr lang="en-US" sz="2400" dirty="0"/>
              <a:t>A Simple URL looks like: </a:t>
            </a:r>
          </a:p>
          <a:p>
            <a:pPr algn="just"/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URL</a:t>
            </a:r>
            <a:r>
              <a:rPr lang="en-IN" dirty="0"/>
              <a:t>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49" y="4094208"/>
            <a:ext cx="6174454" cy="2052189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7151" y="1537709"/>
            <a:ext cx="8249697" cy="500488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URL class is the gateway to any of the resource available on the internet. </a:t>
            </a:r>
          </a:p>
          <a:p>
            <a:pPr algn="just"/>
            <a:r>
              <a:rPr lang="en-US" dirty="0"/>
              <a:t>A Class URL represents a Uniform Resource Locator, which is a pointer to a “resource” on the World Wide Web. </a:t>
            </a:r>
          </a:p>
          <a:p>
            <a:pPr algn="just"/>
            <a:r>
              <a:rPr lang="en-US" dirty="0"/>
              <a:t>A resource can point to a simple file or directory, or it can refer to a more complicated object .</a:t>
            </a:r>
          </a:p>
          <a:p>
            <a:pPr algn="just"/>
            <a:r>
              <a:rPr lang="en-US" dirty="0"/>
              <a:t> The URL class in java is built in the java.net.URL package of java.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04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2658" y="1549667"/>
            <a:ext cx="8591341" cy="512064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URL(String address) throws </a:t>
            </a:r>
            <a:r>
              <a:rPr lang="en-US" b="1" dirty="0" err="1"/>
              <a:t>MalformedURLException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/>
              <a:t>URL(String protocol, String host, String file)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/>
              <a:t>URL(String protocol, String host, </a:t>
            </a:r>
            <a:r>
              <a:rPr lang="en-US" b="1" dirty="0" err="1"/>
              <a:t>int</a:t>
            </a:r>
            <a:r>
              <a:rPr lang="en-US" b="1" dirty="0"/>
              <a:t> port, String file)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 of URL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58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2224" y="1626668"/>
            <a:ext cx="8259745" cy="5082139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URL(URL context, String spec) 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  <a:p>
            <a:pPr fontAlgn="base"/>
            <a:r>
              <a:rPr lang="en-IN" b="1" dirty="0"/>
              <a:t>URL(String protocol, String host, </a:t>
            </a:r>
            <a:r>
              <a:rPr lang="en-IN" b="1" dirty="0" err="1"/>
              <a:t>int</a:t>
            </a:r>
            <a:r>
              <a:rPr lang="en-IN" b="1" dirty="0"/>
              <a:t> port, String file, </a:t>
            </a:r>
            <a:r>
              <a:rPr lang="en-IN" b="1" dirty="0" err="1"/>
              <a:t>URLStreamHandler</a:t>
            </a:r>
            <a:r>
              <a:rPr lang="en-IN" b="1" dirty="0"/>
              <a:t> handler)</a:t>
            </a:r>
          </a:p>
          <a:p>
            <a:pPr fontAlgn="base"/>
            <a:r>
              <a:rPr lang="en-IN" b="1" dirty="0"/>
              <a:t>URL(URL context, String spec, </a:t>
            </a:r>
            <a:r>
              <a:rPr lang="en-IN" b="1" dirty="0" err="1"/>
              <a:t>URLStreamHandler</a:t>
            </a:r>
            <a:r>
              <a:rPr lang="en-IN" b="1" dirty="0"/>
              <a:t> handler)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 of URL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8166" y="1608048"/>
            <a:ext cx="7886700" cy="5004884"/>
          </a:xfrm>
        </p:spPr>
        <p:txBody>
          <a:bodyPr>
            <a:normAutofit/>
          </a:bodyPr>
          <a:lstStyle/>
          <a:p>
            <a:r>
              <a:rPr lang="en-US" b="1" dirty="0"/>
              <a:t>public String </a:t>
            </a:r>
            <a:r>
              <a:rPr lang="en-US" b="1" dirty="0" err="1"/>
              <a:t>getProtocol</a:t>
            </a:r>
            <a:r>
              <a:rPr lang="en-US" b="1" dirty="0"/>
              <a:t>() </a:t>
            </a:r>
          </a:p>
          <a:p>
            <a:r>
              <a:rPr lang="en-US" b="1" dirty="0"/>
              <a:t>public String </a:t>
            </a:r>
            <a:r>
              <a:rPr lang="en-US" b="1" dirty="0" err="1"/>
              <a:t>getHost</a:t>
            </a:r>
            <a:r>
              <a:rPr lang="en-US" b="1" dirty="0"/>
              <a:t>() </a:t>
            </a:r>
          </a:p>
          <a:p>
            <a:r>
              <a:rPr lang="en-US" b="1" dirty="0"/>
              <a:t>public String </a:t>
            </a:r>
            <a:r>
              <a:rPr lang="en-US" b="1" dirty="0" err="1"/>
              <a:t>getPort</a:t>
            </a:r>
            <a:r>
              <a:rPr lang="en-US" b="1" dirty="0"/>
              <a:t>() </a:t>
            </a:r>
          </a:p>
          <a:p>
            <a:r>
              <a:rPr lang="en-US" b="1" dirty="0"/>
              <a:t>public String </a:t>
            </a:r>
            <a:r>
              <a:rPr lang="en-US" b="1" dirty="0" err="1"/>
              <a:t>getFile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URL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0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8214" y="1587952"/>
            <a:ext cx="7886700" cy="5004884"/>
          </a:xfrm>
        </p:spPr>
        <p:txBody>
          <a:bodyPr>
            <a:normAutofit/>
          </a:bodyPr>
          <a:lstStyle/>
          <a:p>
            <a:r>
              <a:rPr lang="en-US" b="1" dirty="0"/>
              <a:t>public String </a:t>
            </a:r>
            <a:r>
              <a:rPr lang="en-US" b="1" dirty="0" err="1"/>
              <a:t>getAuthority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public String </a:t>
            </a:r>
            <a:r>
              <a:rPr lang="en-US" b="1" dirty="0" err="1"/>
              <a:t>toString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public String </a:t>
            </a:r>
            <a:r>
              <a:rPr lang="en-US" b="1" dirty="0" err="1"/>
              <a:t>getQuery</a:t>
            </a:r>
            <a:r>
              <a:rPr lang="en-US" b="1" dirty="0"/>
              <a:t>() </a:t>
            </a:r>
          </a:p>
          <a:p>
            <a:r>
              <a:rPr lang="en-US" b="1" dirty="0"/>
              <a:t>public String </a:t>
            </a:r>
            <a:r>
              <a:rPr lang="en-US" b="1" dirty="0" err="1"/>
              <a:t>getDefaultPort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URL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99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8021" y="1587952"/>
            <a:ext cx="7886700" cy="5004884"/>
          </a:xfrm>
        </p:spPr>
        <p:txBody>
          <a:bodyPr>
            <a:normAutofit/>
          </a:bodyPr>
          <a:lstStyle/>
          <a:p>
            <a:r>
              <a:rPr lang="en-US" b="1" dirty="0"/>
              <a:t>public String </a:t>
            </a:r>
            <a:r>
              <a:rPr lang="en-US" b="1" dirty="0" err="1"/>
              <a:t>getPath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 err="1"/>
              <a:t>publicboolean</a:t>
            </a:r>
            <a:r>
              <a:rPr lang="en-US" b="1" dirty="0"/>
              <a:t> equals(Object </a:t>
            </a:r>
            <a:r>
              <a:rPr lang="en-US" b="1" dirty="0" err="1"/>
              <a:t>obj</a:t>
            </a:r>
            <a:r>
              <a:rPr lang="en-US" b="1" dirty="0"/>
              <a:t>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public Object </a:t>
            </a:r>
            <a:r>
              <a:rPr lang="en-US" b="1" dirty="0" err="1"/>
              <a:t>getContent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public String </a:t>
            </a:r>
            <a:r>
              <a:rPr lang="en-US" b="1" dirty="0" err="1"/>
              <a:t>getRef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URL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38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42" y="1555484"/>
            <a:ext cx="8323316" cy="498710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 </a:t>
            </a:r>
            <a:r>
              <a:rPr lang="en-US" b="1" dirty="0"/>
              <a:t> </a:t>
            </a:r>
            <a:r>
              <a:rPr lang="en-US" b="1" dirty="0" err="1"/>
              <a:t>URLConnection</a:t>
            </a:r>
            <a:r>
              <a:rPr lang="en-US" dirty="0"/>
              <a:t> class represents a communication link between the URL and the application. </a:t>
            </a:r>
          </a:p>
          <a:p>
            <a:pPr algn="just"/>
            <a:r>
              <a:rPr lang="en-US" dirty="0"/>
              <a:t>It can be used to read and write data to the specified resource referred by the URL.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URLConnection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375402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42" y="1555484"/>
            <a:ext cx="8323316" cy="4987109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dirty="0"/>
              <a:t>There are mainly two subclass that extends the </a:t>
            </a:r>
            <a:r>
              <a:rPr lang="en-US" dirty="0" err="1"/>
              <a:t>URLConnection</a:t>
            </a:r>
            <a:r>
              <a:rPr lang="en-US" dirty="0"/>
              <a:t> class-</a:t>
            </a:r>
          </a:p>
          <a:p>
            <a:pPr marL="452438" indent="-452438" algn="just" fontAlgn="base">
              <a:buFont typeface="Wingdings" panose="05000000000000000000" pitchFamily="2" charset="2"/>
              <a:buChar char="ü"/>
            </a:pPr>
            <a:r>
              <a:rPr lang="en-US" b="1" dirty="0" err="1"/>
              <a:t>HttpURLConnection</a:t>
            </a:r>
            <a:r>
              <a:rPr lang="en-US" b="1" dirty="0"/>
              <a:t> </a:t>
            </a:r>
          </a:p>
          <a:p>
            <a:pPr marL="452438" indent="-452438" algn="just" fontAlgn="base">
              <a:buFont typeface="Wingdings" panose="05000000000000000000" pitchFamily="2" charset="2"/>
              <a:buChar char="ü"/>
            </a:pPr>
            <a:r>
              <a:rPr lang="en-US" b="1" dirty="0" err="1"/>
              <a:t>JarURLConnection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URLConnection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31654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7730" y="1547758"/>
            <a:ext cx="8193803" cy="5004884"/>
          </a:xfrm>
        </p:spPr>
        <p:txBody>
          <a:bodyPr>
            <a:normAutofit/>
          </a:bodyPr>
          <a:lstStyle/>
          <a:p>
            <a:pPr algn="just"/>
            <a:r>
              <a:rPr lang="en-US" sz="2600" dirty="0" err="1"/>
              <a:t>URLConnection</a:t>
            </a:r>
            <a:r>
              <a:rPr lang="en-US" sz="2600" dirty="0"/>
              <a:t> is an abstract class. </a:t>
            </a:r>
          </a:p>
          <a:p>
            <a:pPr algn="just"/>
            <a:r>
              <a:rPr lang="en-US" sz="2600" dirty="0"/>
              <a:t>With the help of </a:t>
            </a:r>
            <a:r>
              <a:rPr lang="en-US" sz="2600" dirty="0" err="1"/>
              <a:t>URLConnection</a:t>
            </a:r>
            <a:r>
              <a:rPr lang="en-US" sz="2600" dirty="0"/>
              <a:t> class, a user can read and write to and from any resource referenced by an URL object.</a:t>
            </a:r>
          </a:p>
          <a:p>
            <a:pPr algn="just"/>
            <a:r>
              <a:rPr lang="en-US" sz="2600" dirty="0"/>
              <a:t>Once a connection is established and the Java program has an </a:t>
            </a:r>
            <a:r>
              <a:rPr lang="en-US" sz="2600" dirty="0" err="1"/>
              <a:t>URLConnection</a:t>
            </a:r>
            <a:r>
              <a:rPr lang="en-US" sz="2600" dirty="0"/>
              <a:t> object, we can use it to read or write or get further information.</a:t>
            </a:r>
          </a:p>
          <a:p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</a:t>
            </a:r>
            <a:r>
              <a:rPr lang="en-IN" dirty="0" err="1"/>
              <a:t>URLConnection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203919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URLConnection</a:t>
            </a:r>
            <a:r>
              <a:rPr lang="en-US" b="1" dirty="0"/>
              <a:t> </a:t>
            </a:r>
            <a:r>
              <a:rPr lang="en-US" b="1" dirty="0" err="1"/>
              <a:t>openConnection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/>
              <a:t>Object </a:t>
            </a:r>
            <a:r>
              <a:rPr lang="en-US" b="1" dirty="0" err="1"/>
              <a:t>getContent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/>
              <a:t>Map&lt;</a:t>
            </a:r>
            <a:r>
              <a:rPr lang="en-US" b="1" dirty="0" err="1"/>
              <a:t>String,List</a:t>
            </a:r>
            <a:r>
              <a:rPr lang="en-US" b="1" dirty="0"/>
              <a:t>&gt; </a:t>
            </a:r>
            <a:r>
              <a:rPr lang="en-US" b="1" dirty="0" err="1"/>
              <a:t>getHeaderFields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getContentEncoding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URLConnection</a:t>
            </a:r>
            <a:r>
              <a:rPr lang="en-IN" b="1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8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getContentLength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getDate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getHeaderField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getHeaderField</a:t>
            </a:r>
            <a:r>
              <a:rPr lang="en-US" b="1" dirty="0"/>
              <a:t>(String field)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URLConnection</a:t>
            </a:r>
            <a:r>
              <a:rPr lang="en-IN" b="1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81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OutputStream</a:t>
            </a:r>
            <a:r>
              <a:rPr lang="en-US" b="1" dirty="0"/>
              <a:t> </a:t>
            </a:r>
            <a:r>
              <a:rPr lang="en-US" b="1" dirty="0" err="1"/>
              <a:t>getOutputStream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InputStream</a:t>
            </a:r>
            <a:r>
              <a:rPr lang="en-US" b="1" dirty="0"/>
              <a:t> </a:t>
            </a:r>
            <a:r>
              <a:rPr lang="en-US" b="1" dirty="0" err="1"/>
              <a:t>getInputStream</a:t>
            </a:r>
            <a:r>
              <a:rPr lang="en-US" b="1" dirty="0"/>
              <a:t>() 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setAllowUserInteraction</a:t>
            </a:r>
            <a:r>
              <a:rPr lang="en-US" b="1" dirty="0"/>
              <a:t>(</a:t>
            </a:r>
            <a:r>
              <a:rPr lang="en-US" b="1" dirty="0" err="1"/>
              <a:t>boolean</a:t>
            </a:r>
            <a:r>
              <a:rPr lang="en-US" b="1" dirty="0"/>
              <a:t>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URLConnection</a:t>
            </a:r>
            <a:r>
              <a:rPr lang="en-IN" b="1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8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setDefaultUseCaches</a:t>
            </a:r>
            <a:r>
              <a:rPr lang="en-US" b="1" dirty="0"/>
              <a:t>(</a:t>
            </a:r>
            <a:r>
              <a:rPr lang="en-US" b="1" dirty="0" err="1"/>
              <a:t>boolean</a:t>
            </a:r>
            <a:r>
              <a:rPr lang="en-US" b="1" dirty="0"/>
              <a:t>)</a:t>
            </a:r>
          </a:p>
          <a:p>
            <a:pPr fontAlgn="base"/>
            <a:r>
              <a:rPr lang="en-US" b="1" dirty="0" err="1"/>
              <a:t>setDoInput</a:t>
            </a:r>
            <a:r>
              <a:rPr lang="en-US" b="1" dirty="0"/>
              <a:t>(</a:t>
            </a:r>
            <a:r>
              <a:rPr lang="en-US" b="1" dirty="0" err="1"/>
              <a:t>boolean</a:t>
            </a:r>
            <a:r>
              <a:rPr lang="en-US" b="1" dirty="0"/>
              <a:t>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setDoOutput</a:t>
            </a:r>
            <a:r>
              <a:rPr lang="en-US" b="1" dirty="0"/>
              <a:t>(</a:t>
            </a:r>
            <a:r>
              <a:rPr lang="en-US" b="1" dirty="0" err="1"/>
              <a:t>boolean</a:t>
            </a:r>
            <a:r>
              <a:rPr lang="en-US" b="1"/>
              <a:t>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URLConnection</a:t>
            </a:r>
            <a:r>
              <a:rPr lang="en-IN" b="1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07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2398</TotalTime>
  <Words>460</Words>
  <Application>Microsoft Office PowerPoint</Application>
  <PresentationFormat>On-screen Show (4:3)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URL </vt:lpstr>
      <vt:lpstr>URL Class</vt:lpstr>
      <vt:lpstr>Constructors of URL class</vt:lpstr>
      <vt:lpstr>Constructors of URL class</vt:lpstr>
      <vt:lpstr>Methods of URL Class</vt:lpstr>
      <vt:lpstr>Methods of URL Class</vt:lpstr>
      <vt:lpstr>Methods of URL Class</vt:lpstr>
      <vt:lpstr>URLConnection Class</vt:lpstr>
      <vt:lpstr>URLConnection Class</vt:lpstr>
      <vt:lpstr>Features of URLConnection class</vt:lpstr>
      <vt:lpstr>Methods of URLConnection Class</vt:lpstr>
      <vt:lpstr>Methods of URLConnection Class</vt:lpstr>
      <vt:lpstr>Methods of URLConnection Class</vt:lpstr>
      <vt:lpstr>Methods of URLConnection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204</cp:revision>
  <dcterms:created xsi:type="dcterms:W3CDTF">2021-05-13T17:45:44Z</dcterms:created>
  <dcterms:modified xsi:type="dcterms:W3CDTF">2021-08-31T05:33:54Z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365351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