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vnd.ms-photo" Extension="wdp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handoutMaster+xml" PartName="/ppt/handoutMasters/handout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3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core.xml" Type="http://schemas.openxmlformats.org/package/2006/relationships/metadata/core-properties"/><Relationship Id="rId2" Target="docProps/thumbnail.jpeg" Type="http://schemas.openxmlformats.org/package/2006/relationships/metadata/thumbnail"/><Relationship Id="rId1" Target="ppt/presentation.xml" Type="http://schemas.openxmlformats.org/officeDocument/2006/relationships/officeDocument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handoutMasterIdLst>
    <p:handoutMasterId r:id="rId11"/>
  </p:handoutMasterIdLst>
  <p:sldIdLst>
    <p:sldId id="266" r:id="rId2"/>
    <p:sldId id="261" r:id="rId3"/>
    <p:sldId id="286" r:id="rId4"/>
    <p:sldId id="287" r:id="rId5"/>
    <p:sldId id="290" r:id="rId6"/>
    <p:sldId id="288" r:id="rId7"/>
    <p:sldId id="289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90BC"/>
    <a:srgbClr val="26CB8E"/>
    <a:srgbClr val="24CA92"/>
    <a:srgbClr val="D1F4E8"/>
    <a:srgbClr val="092E43"/>
    <a:srgbClr val="2C2C2C"/>
    <a:srgbClr val="353535"/>
    <a:srgbClr val="FFFFFF"/>
    <a:srgbClr val="29C5CA"/>
    <a:srgbClr val="017C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69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910" y="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22CA918-4CC9-454A-A0CC-18E4AB1471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B17E60-0D58-4E11-A0B3-7C89A952127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1E31DF-E085-4560-B70C-2BE0282116AF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826CD9-44E6-4934-88CC-7B6414A4080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126C7B-3E85-4BB4-8FD9-8DF00D10313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2DE278-E6FC-4BDC-BC08-49EFF8121A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040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5CBFA-C51C-42B2-8DBE-720A919DF98A}" type="datetimeFigureOut">
              <a:rPr lang="en-IN" smtClean="0"/>
              <a:t>26-08-2021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0183C-110E-4E22-8E21-FEB9DA5A98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138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BBB26F-36AB-4353-993F-62CF999756E9}"/>
              </a:ext>
            </a:extLst>
          </p:cNvPr>
          <p:cNvSpPr/>
          <p:nvPr userDrawn="1"/>
        </p:nvSpPr>
        <p:spPr>
          <a:xfrm>
            <a:off x="0" y="0"/>
            <a:ext cx="9144000" cy="6857455"/>
          </a:xfrm>
          <a:prstGeom prst="rect">
            <a:avLst/>
          </a:prstGeom>
          <a:solidFill>
            <a:schemeClr val="accent1">
              <a:alpha val="4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56F253B3-0491-4BA6-9B87-CD68D575C85D}"/>
              </a:ext>
            </a:extLst>
          </p:cNvPr>
          <p:cNvPicPr>
            <a:picLocks noChangeArrowheads="1"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-7" r="41"/>
          <a:stretch>
            <a:fillRect/>
          </a:stretch>
        </p:blipFill>
        <p:spPr bwMode="auto">
          <a:xfrm>
            <a:off x="14258" y="1546468"/>
            <a:ext cx="7837786" cy="5311532"/>
          </a:xfrm>
          <a:custGeom>
            <a:avLst/>
            <a:gdLst>
              <a:gd fmla="*/ 0 w 7837786" name="connsiteX0"/>
              <a:gd fmla="*/ 0 h 5311532" name="connsiteY0"/>
              <a:gd fmla="*/ 7837786 w 7837786" name="connsiteX1"/>
              <a:gd fmla="*/ 0 h 5311532" name="connsiteY1"/>
              <a:gd fmla="*/ 7837786 w 7837786" name="connsiteX2"/>
              <a:gd fmla="*/ 5311532 h 5311532" name="connsiteY2"/>
              <a:gd fmla="*/ 0 w 7837786" name="connsiteX3"/>
              <a:gd fmla="*/ 5311532 h 5311532" name="connsiteY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b="b" l="l" r="r" t="t"/>
            <a:pathLst>
              <a:path h="5311532" w="7837786">
                <a:moveTo>
                  <a:pt x="0" y="0"/>
                </a:moveTo>
                <a:lnTo>
                  <a:pt x="7837786" y="0"/>
                </a:lnTo>
                <a:lnTo>
                  <a:pt x="7837786" y="5311532"/>
                </a:lnTo>
                <a:lnTo>
                  <a:pt x="0" y="531153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hidden="1" id="18" name="Group 45">
            <a:extLst>
              <a:ext uri="{FF2B5EF4-FFF2-40B4-BE49-F238E27FC236}">
                <a16:creationId xmlns:a16="http://schemas.microsoft.com/office/drawing/2014/main" id="{850EC89B-90C3-44BB-9D08-4AA2F18B7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562810" y="545"/>
            <a:ext cx="656040" cy="6857455"/>
            <a:chOff x="5632355" y="0"/>
            <a:chExt cx="874719" cy="6857455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E7AE735-969F-4B48-90BB-9C0B68FF3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5" y="2991370"/>
              <a:ext cx="6857455" cy="874715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8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8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: Shape 47">
              <a:extLst>
                <a:ext uri="{FF2B5EF4-FFF2-40B4-BE49-F238E27FC236}">
                  <a16:creationId xmlns:a16="http://schemas.microsoft.com/office/drawing/2014/main" id="{1E3EFCBE-34EF-4B4E-BB43-0CC49CCDD1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rot="5400000">
              <a:off x="2640988" y="2991370"/>
              <a:ext cx="6857455" cy="874716"/>
            </a:xfrm>
            <a:custGeom>
              <a:avLst/>
              <a:gdLst>
                <a:gd fmla="*/ 6857455 w 6857455" name="connsiteX0"/>
                <a:gd fmla="*/ 804643 h 874716" name="connsiteY0"/>
                <a:gd fmla="*/ 6857455 w 6857455" name="connsiteX1"/>
                <a:gd fmla="*/ 562246 h 874716" name="connsiteY1"/>
                <a:gd fmla="*/ 6829178 w 6857455" name="connsiteX2"/>
                <a:gd fmla="*/ 551284 h 874716" name="connsiteY2"/>
                <a:gd fmla="*/ 6766024 w 6857455" name="connsiteX3"/>
                <a:gd fmla="*/ 500372 h 874716" name="connsiteY3"/>
                <a:gd fmla="*/ 6734971 w 6857455" name="connsiteX4"/>
                <a:gd fmla="*/ 500944 h 874716" name="connsiteY4"/>
                <a:gd fmla="*/ 6683915 w 6857455" name="connsiteX5"/>
                <a:gd fmla="*/ 507040 h 874716" name="connsiteY5"/>
                <a:gd fmla="*/ 6628860 w 6857455" name="connsiteX6"/>
                <a:gd fmla="*/ 495418 h 874716" name="connsiteY6"/>
                <a:gd fmla="*/ 6588662 w 6857455" name="connsiteX7"/>
                <a:gd fmla="*/ 487227 h 874716" name="connsiteY7"/>
                <a:gd fmla="*/ 6476074 w 6857455" name="connsiteX8"/>
                <a:gd fmla="*/ 511230 h 874716" name="connsiteY8"/>
                <a:gd fmla="*/ 6382345 w 6857455" name="connsiteX9"/>
                <a:gd fmla="*/ 534853 h 874716" name="connsiteY9"/>
                <a:gd fmla="*/ 6369391 w 6857455" name="connsiteX10"/>
                <a:gd fmla="*/ 531615 h 874716" name="connsiteY10"/>
                <a:gd fmla="*/ 6244799 w 6857455" name="connsiteX11"/>
                <a:gd fmla="*/ 512182 h 874716" name="connsiteY11"/>
                <a:gd fmla="*/ 6190315 w 6857455" name="connsiteX12"/>
                <a:gd fmla="*/ 485703 h 874716" name="connsiteY12"/>
                <a:gd fmla="*/ 6115446 w 6857455" name="connsiteX13"/>
                <a:gd fmla="*/ 462270 h 874716" name="connsiteY13"/>
                <a:gd fmla="*/ 6032194 w 6857455" name="connsiteX14"/>
                <a:gd fmla="*/ 434266 h 874716" name="connsiteY14"/>
                <a:gd fmla="*/ 5971042 w 6857455" name="connsiteX15"/>
                <a:gd fmla="*/ 420738 h 874716" name="connsiteY15"/>
                <a:gd fmla="*/ 5880933 w 6857455" name="connsiteX16"/>
                <a:gd fmla="*/ 430646 h 874716" name="connsiteY16"/>
                <a:gd fmla="*/ 5862452 w 6857455" name="connsiteX17"/>
                <a:gd fmla="*/ 438648 h 874716" name="connsiteY17"/>
                <a:gd fmla="*/ 5685283 w 6857455" name="connsiteX18"/>
                <a:gd fmla="*/ 498658 h 874716" name="connsiteY18"/>
                <a:gd fmla="*/ 5567169 w 6857455" name="connsiteX19"/>
                <a:gd fmla="*/ 499420 h 874716" name="connsiteY19"/>
                <a:gd fmla="*/ 5527923 w 6857455" name="connsiteX20"/>
                <a:gd fmla="*/ 490466 h 874716" name="connsiteY20"/>
                <a:gd fmla="*/ 5456292 w 6857455" name="connsiteX21"/>
                <a:gd fmla="*/ 450650 h 874716" name="connsiteY21"/>
                <a:gd fmla="*/ 5424670 w 6857455" name="connsiteX22"/>
                <a:gd fmla="*/ 444934 h 874716" name="connsiteY22"/>
                <a:gd fmla="*/ 5368662 w 6857455" name="connsiteX23"/>
                <a:gd fmla="*/ 441124 h 874716" name="connsiteY23"/>
                <a:gd fmla="*/ 5247118 w 6857455" name="connsiteX24"/>
                <a:gd fmla="*/ 444934 h 874716" name="connsiteY24"/>
                <a:gd fmla="*/ 5088617 w 6857455" name="connsiteX25"/>
                <a:gd fmla="*/ 428742 h 874716" name="connsiteY25"/>
                <a:gd fmla="*/ 5025750 w 6857455" name="connsiteX26"/>
                <a:gd fmla="*/ 433694 h 874716" name="connsiteY26"/>
                <a:gd fmla="*/ 4957930 w 6857455" name="connsiteX27"/>
                <a:gd fmla="*/ 442268 h 874716" name="connsiteY27"/>
                <a:gd fmla="*/ 4938116 w 6857455" name="connsiteX28"/>
                <a:gd fmla="*/ 441886 h 874716" name="connsiteY28"/>
                <a:gd fmla="*/ 4833910 w 6857455" name="connsiteX29"/>
                <a:gd fmla="*/ 421693 h 874716" name="connsiteY29"/>
                <a:gd fmla="*/ 4810095 w 6857455" name="connsiteX30"/>
                <a:gd fmla="*/ 408167 h 874716" name="connsiteY30"/>
                <a:gd fmla="*/ 4747991 w 6857455" name="connsiteX31"/>
                <a:gd fmla="*/ 413691 h 874716" name="connsiteY31"/>
                <a:gd fmla="*/ 4692745 w 6857455" name="connsiteX32"/>
                <a:gd fmla="*/ 435790 h 874716" name="connsiteY32"/>
                <a:gd fmla="*/ 4375933 w 6857455" name="connsiteX33"/>
                <a:gd fmla="*/ 483417 h 874716" name="connsiteY33"/>
                <a:gd fmla="*/ 4185426 w 6857455" name="connsiteX34"/>
                <a:gd fmla="*/ 484179 h 874716" name="connsiteY34"/>
                <a:gd fmla="*/ 4052072 w 6857455" name="connsiteX35"/>
                <a:gd fmla="*/ 505134 h 874716" name="connsiteY35"/>
                <a:gd fmla="*/ 4029973 w 6857455" name="connsiteX36"/>
                <a:gd fmla="*/ 527233 h 874716" name="connsiteY36"/>
                <a:gd fmla="*/ 3948626 w 6857455" name="connsiteX37"/>
                <a:gd fmla="*/ 550666 h 874716" name="connsiteY37"/>
                <a:gd fmla="*/ 3871280 w 6857455" name="connsiteX38"/>
                <a:gd fmla="*/ 502275 h 874716" name="connsiteY38"/>
                <a:gd fmla="*/ 3774312 w 6857455" name="connsiteX39"/>
                <a:gd fmla="*/ 429122 h 874716" name="connsiteY39"/>
                <a:gd fmla="*/ 3721543 w 6857455" name="connsiteX40"/>
                <a:gd fmla="*/ 428552 h 874716" name="connsiteY40"/>
                <a:gd fmla="*/ 3612763 w 6857455" name="connsiteX41"/>
                <a:gd fmla="*/ 414263 h 874716" name="connsiteY41"/>
                <a:gd fmla="*/ 3537323 w 6857455" name="connsiteX42"/>
                <a:gd fmla="*/ 389878 h 874716" name="connsiteY42"/>
                <a:gd fmla="*/ 3431593 w 6857455" name="connsiteX43"/>
                <a:gd fmla="*/ 360921 h 874716" name="connsiteY43"/>
                <a:gd fmla="*/ 3392158 w 6857455" name="connsiteX44"/>
                <a:gd fmla="*/ 345681 h 874716" name="connsiteY44"/>
                <a:gd fmla="*/ 3297856 w 6857455" name="connsiteX45"/>
                <a:gd fmla="*/ 323010 h 874716" name="connsiteY45"/>
                <a:gd fmla="*/ 3219748 w 6857455" name="connsiteX46"/>
                <a:gd fmla="*/ 308151 h 874716" name="connsiteY46"/>
                <a:gd fmla="*/ 3156692 w 6857455" name="connsiteX47"/>
                <a:gd fmla="*/ 261668 h 874716" name="connsiteY47"/>
                <a:gd fmla="*/ 3136497 w 6857455" name="connsiteX48"/>
                <a:gd fmla="*/ 237663 h 874716" name="connsiteY48"/>
                <a:gd fmla="*/ 3119733 w 6857455" name="connsiteX49"/>
                <a:gd fmla="*/ 222233 h 874716" name="connsiteY49"/>
                <a:gd fmla="*/ 3045436 w 6857455" name="connsiteX50"/>
                <a:gd fmla="*/ 131742 h 874716" name="connsiteY50"/>
                <a:gd fmla="*/ 3037054 w 6857455" name="connsiteX51"/>
                <a:gd fmla="*/ 124121 h 874716" name="connsiteY51"/>
                <a:gd fmla="*/ 2936466 w 6857455" name="connsiteX52"/>
                <a:gd fmla="*/ 82400 h 874716" name="connsiteY52"/>
                <a:gd fmla="*/ 2901031 w 6857455" name="connsiteX53"/>
                <a:gd fmla="*/ 59731 h 874716" name="connsiteY53"/>
                <a:gd fmla="*/ 2828259 w 6857455" name="connsiteX54"/>
                <a:gd fmla="*/ 3149 h 874716" name="connsiteY54"/>
                <a:gd fmla="*/ 2799492 w 6857455" name="connsiteX55"/>
                <a:gd fmla="*/ 1245 h 874716" name="connsiteY55"/>
                <a:gd fmla="*/ 2693570 w 6857455" name="connsiteX56"/>
                <a:gd fmla="*/ 35154 h 874716" name="connsiteY56"/>
                <a:gd fmla="*/ 2639847 w 6857455" name="connsiteX57"/>
                <a:gd fmla="*/ 73448 h 874716" name="connsiteY57"/>
                <a:gd fmla="*/ 2621178 w 6857455" name="connsiteX58"/>
                <a:gd fmla="*/ 88688 h 874716" name="connsiteY58"/>
                <a:gd fmla="*/ 2489348 w 6857455" name="connsiteX59"/>
                <a:gd fmla="*/ 72304 h 874716" name="connsiteY59"/>
                <a:gd fmla="*/ 2452580 w 6857455" name="connsiteX60"/>
                <a:gd fmla="*/ 68683 h 874716" name="connsiteY60"/>
                <a:gd fmla="*/ 2326464 w 6857455" name="connsiteX61"/>
                <a:gd fmla="*/ 50395 h 874716" name="connsiteY61"/>
                <a:gd fmla="*/ 2300365 w 6857455" name="connsiteX62"/>
                <a:gd fmla="*/ 54777 h 874716" name="connsiteY62"/>
                <a:gd fmla="*/ 2130434 w 6857455" name="connsiteX63"/>
                <a:gd fmla="*/ 58397 h 874716" name="connsiteY63"/>
                <a:gd fmla="*/ 2118621 w 6857455" name="connsiteX64"/>
                <a:gd fmla="*/ 47919 h 874716" name="connsiteY64"/>
                <a:gd fmla="*/ 2057659 w 6857455" name="connsiteX65"/>
                <a:gd fmla="*/ 16866 h 874716" name="connsiteY65"/>
                <a:gd fmla="*/ 1976314 w 6857455" name="connsiteX66"/>
                <a:gd fmla="*/ 8865 h 874716" name="connsiteY66"/>
                <a:gd fmla="*/ 1961454 w 6857455" name="connsiteX67"/>
                <a:gd fmla="*/ 11724 h 874716" name="connsiteY67"/>
                <a:gd fmla="*/ 1906588 w 6857455" name="connsiteX68"/>
                <a:gd fmla="*/ 30964 h 874716" name="connsiteY68"/>
                <a:gd fmla="*/ 1783330 w 6857455" name="connsiteX69"/>
                <a:gd fmla="*/ 48871 h 874716" name="connsiteY69"/>
                <a:gd fmla="*/ 1759327 w 6857455" name="connsiteX70"/>
                <a:gd fmla="*/ 55349 h 874716" name="connsiteY70"/>
                <a:gd fmla="*/ 1716082 w 6857455" name="connsiteX71"/>
                <a:gd fmla="*/ 65445 h 874716" name="connsiteY71"/>
                <a:gd fmla="*/ 1598920 w 6857455" name="connsiteX72"/>
                <a:gd fmla="*/ 72114 h 874716" name="connsiteY72"/>
                <a:gd fmla="*/ 1542150 w 6857455" name="connsiteX73"/>
                <a:gd fmla="*/ 62207 h 874716" name="connsiteY73"/>
                <a:gd fmla="*/ 1516813 w 6857455" name="connsiteX74"/>
                <a:gd fmla="*/ 62779 h 874716" name="connsiteY74"/>
                <a:gd fmla="*/ 1432228 w 6857455" name="connsiteX75"/>
                <a:gd fmla="*/ 88116 h 874716" name="connsiteY75"/>
                <a:gd fmla="*/ 1224765 w 6857455" name="connsiteX76"/>
                <a:gd fmla="*/ 71924 h 874716" name="connsiteY76"/>
                <a:gd fmla="*/ 1159231 w 6857455" name="connsiteX77"/>
                <a:gd fmla="*/ 58207 h 874716" name="connsiteY77"/>
                <a:gd fmla="*/ 1124370 w 6857455" name="connsiteX78"/>
                <a:gd fmla="*/ 56301 h 874716" name="connsiteY78"/>
                <a:gd fmla="*/ 1075600 w 6857455" name="connsiteX79"/>
                <a:gd fmla="*/ 75542 h 874716" name="connsiteY79"/>
                <a:gd fmla="*/ 986633 w 6857455" name="connsiteX80"/>
                <a:gd fmla="*/ 79162 h 874716" name="connsiteY80"/>
                <a:gd fmla="*/ 861089 w 6857455" name="connsiteX81"/>
                <a:gd fmla="*/ 76304 h 874716" name="connsiteY81"/>
                <a:gd fmla="*/ 759168 w 6857455" name="connsiteX82"/>
                <a:gd fmla="*/ 104689 h 874716" name="connsiteY82"/>
                <a:gd fmla="*/ 723735 w 6857455" name="connsiteX83"/>
                <a:gd fmla="*/ 140696 h 874716" name="connsiteY83"/>
                <a:gd fmla="*/ 647532 w 6857455" name="connsiteX84"/>
                <a:gd fmla="*/ 147934 h 874716" name="connsiteY84"/>
                <a:gd fmla="*/ 552659 w 6857455" name="connsiteX85"/>
                <a:gd fmla="*/ 95926 h 874716" name="connsiteY85"/>
                <a:gd fmla="*/ 541800 w 6857455" name="connsiteX86"/>
                <a:gd fmla="*/ 97640 h 874716" name="connsiteY86"/>
                <a:gd fmla="*/ 375107 w 6857455" name="connsiteX87"/>
                <a:gd fmla="*/ 123169 h 874716" name="connsiteY87"/>
                <a:gd fmla="*/ 273567 w 6857455" name="connsiteX88"/>
                <a:gd fmla="*/ 145458 h 874716" name="connsiteY88"/>
                <a:gd fmla="*/ 264043 w 6857455" name="connsiteX89"/>
                <a:gd fmla="*/ 154792 h 874716" name="connsiteY89"/>
                <a:gd fmla="*/ 169360 w 6857455" name="connsiteX90"/>
                <a:gd fmla="*/ 177273 h 874716" name="connsiteY90"/>
                <a:gd fmla="*/ 89347 w 6857455" name="connsiteX91"/>
                <a:gd fmla="*/ 157460 h 874716" name="connsiteY91"/>
                <a:gd fmla="*/ 34291 w 6857455" name="connsiteX92"/>
                <a:gd fmla="*/ 145268 h 874716" name="connsiteY92"/>
                <a:gd fmla="*/ 0 w 6857455" name="connsiteX93"/>
                <a:gd fmla="*/ 142056 h 874716" name="connsiteY93"/>
                <a:gd fmla="*/ 0 w 6857455" name="connsiteX94"/>
                <a:gd fmla="*/ 849556 h 874716" name="connsiteY94"/>
                <a:gd fmla="*/ 60652 w 6857455" name="connsiteX95"/>
                <a:gd fmla="*/ 844783 h 874716" name="connsiteY95"/>
                <a:gd fmla="*/ 119068 w 6857455" name="connsiteX96"/>
                <a:gd fmla="*/ 827281 h 874716" name="connsiteY96"/>
                <a:gd fmla="*/ 171840 w 6857455" name="connsiteX97"/>
                <a:gd fmla="*/ 804420 h 874716" name="connsiteY97"/>
                <a:gd fmla="*/ 274329 w 6857455" name="connsiteX98"/>
                <a:gd fmla="*/ 794324 h 874716" name="connsiteY98"/>
                <a:gd fmla="*/ 306715 w 6857455" name="connsiteX99"/>
                <a:gd fmla="*/ 788798 h 874716" name="connsiteY99"/>
                <a:gd fmla="*/ 393967 w 6857455" name="connsiteX100"/>
                <a:gd fmla="*/ 765937 h 874716" name="connsiteY100"/>
                <a:gd fmla="*/ 493793 w 6857455" name="connsiteX101"/>
                <a:gd fmla="*/ 725549 h 874716" name="connsiteY101"/>
                <a:gd fmla="*/ 546373 w 6857455" name="connsiteX102"/>
                <a:gd fmla="*/ 740600 h 874716" name="connsiteY102"/>
                <a:gd fmla="*/ 730211 w 6857455" name="connsiteX103"/>
                <a:gd fmla="*/ 698116 h 874716" name="connsiteY103"/>
                <a:gd fmla="*/ 784889 w 6857455" name="connsiteX104"/>
                <a:gd fmla="*/ 676018 h 874716" name="connsiteY104"/>
                <a:gd fmla="*/ 800509 w 6857455" name="connsiteX105"/>
                <a:gd fmla="*/ 661349 h 874716" name="connsiteY105"/>
                <a:gd fmla="*/ 857661 w 6857455" name="connsiteX106"/>
                <a:gd fmla="*/ 626868 h 874716" name="connsiteY106"/>
                <a:gd fmla="*/ 949102 w 6857455" name="connsiteX107"/>
                <a:gd fmla="*/ 614676 h 874716" name="connsiteY107"/>
                <a:gd fmla="*/ 960342 w 6857455" name="connsiteX108"/>
                <a:gd fmla="*/ 607435 h 874716" name="connsiteY108"/>
                <a:gd fmla="*/ 977109 w 6857455" name="connsiteX109"/>
                <a:gd fmla="*/ 595815 h 874716" name="connsiteY109"/>
                <a:gd fmla="*/ 1071218 w 6857455" name="connsiteX110"/>
                <a:gd fmla="*/ 575240 h 874716" name="connsiteY110"/>
                <a:gd fmla="*/ 1091983 w 6857455" name="connsiteX111"/>
                <a:gd fmla="*/ 568764 h 874716" name="connsiteY111"/>
                <a:gd fmla="*/ 1109321 w 6857455" name="connsiteX112"/>
                <a:gd fmla="*/ 557904 h 874716" name="connsiteY112"/>
                <a:gd fmla="*/ 1162279 w 6857455" name="connsiteX113"/>
                <a:gd fmla="*/ 532949 h 874716" name="connsiteY113"/>
                <a:gd fmla="*/ 1206097 w 6857455" name="connsiteX114"/>
                <a:gd fmla="*/ 532187 h 874716" name="connsiteY114"/>
                <a:gd fmla="*/ 1266867 w 6857455" name="connsiteX115"/>
                <a:gd fmla="*/ 518088 h 874716" name="connsiteY115"/>
                <a:gd fmla="*/ 1380219 w 6857455" name="connsiteX116"/>
                <a:gd fmla="*/ 504182 h 874716" name="connsiteY116"/>
                <a:gd fmla="*/ 1403461 w 6857455" name="connsiteX117"/>
                <a:gd fmla="*/ 496180 h 874716" name="connsiteY117"/>
                <a:gd fmla="*/ 1544054 w 6857455" name="connsiteX118"/>
                <a:gd fmla="*/ 458268 h 874716" name="connsiteY118"/>
                <a:gd fmla="*/ 1656644 w 6857455" name="connsiteX119"/>
                <a:gd fmla="*/ 459032 h 874716" name="connsiteY119"/>
                <a:gd fmla="*/ 1665406 w 6857455" name="connsiteX120"/>
                <a:gd fmla="*/ 460747 h 874716" name="connsiteY120"/>
                <a:gd fmla="*/ 1708461 w 6857455" name="connsiteX121"/>
                <a:gd fmla="*/ 473318 h 874716" name="connsiteY121"/>
                <a:gd fmla="*/ 1775140 w 6857455" name="connsiteX122"/>
                <a:gd fmla="*/ 469891 h 874716" name="connsiteY122"/>
                <a:gd fmla="*/ 1821051 w 6857455" name="connsiteX123"/>
                <a:gd fmla="*/ 452554 h 874716" name="connsiteY123"/>
                <a:gd fmla="*/ 1878203 w 6857455" name="connsiteX124"/>
                <a:gd fmla="*/ 451792 h 874716" name="connsiteY124"/>
                <a:gd fmla="*/ 1943547 w 6857455" name="connsiteX125"/>
                <a:gd fmla="*/ 462651 h 874716" name="connsiteY125"/>
                <a:gd fmla="*/ 1972884 w 6857455" name="connsiteX126"/>
                <a:gd fmla="*/ 464937 h 874716" name="connsiteY126"/>
                <a:gd fmla="*/ 2053469 w 6857455" name="connsiteX127"/>
                <a:gd fmla="*/ 487417 h 874716" name="connsiteY127"/>
                <a:gd fmla="*/ 2101477 w 6857455" name="connsiteX128"/>
                <a:gd fmla="*/ 481893 h 874716" name="connsiteY128"/>
                <a:gd fmla="*/ 2148722 w 6857455" name="connsiteX129"/>
                <a:gd fmla="*/ 467033 h 874716" name="connsiteY129"/>
                <a:gd fmla="*/ 2179011 w 6857455" name="connsiteX130"/>
                <a:gd fmla="*/ 452744 h 874716" name="connsiteY130"/>
                <a:gd fmla="*/ 2240165 w 6857455" name="connsiteX131"/>
                <a:gd fmla="*/ 442648 h 874716" name="connsiteY131"/>
                <a:gd fmla="*/ 2251404 w 6857455" name="connsiteX132"/>
                <a:gd fmla="*/ 444172 h 874716" name="connsiteY132"/>
                <a:gd fmla="*/ 2433912 w 6857455" name="connsiteX133"/>
                <a:gd fmla="*/ 456746 h 874716" name="connsiteY133"/>
                <a:gd fmla="*/ 2506302 w 6857455" name="connsiteX134"/>
                <a:gd fmla="*/ 476939 h 874716" name="connsiteY134"/>
                <a:gd fmla="*/ 2521735 w 6857455" name="connsiteX135"/>
                <a:gd fmla="*/ 479415 h 874716" name="connsiteY135"/>
                <a:gd fmla="*/ 2675854 w 6857455" name="connsiteX136"/>
                <a:gd fmla="*/ 502086 h 874716" name="connsiteY136"/>
                <a:gd fmla="*/ 2692998 w 6857455" name="connsiteX137"/>
                <a:gd fmla="*/ 503038 h 874716" name="connsiteY137"/>
                <a:gd fmla="*/ 2740816 w 6857455" name="connsiteX138"/>
                <a:gd fmla="*/ 499037 h 874716" name="connsiteY138"/>
                <a:gd fmla="*/ 2853596 w 6857455" name="connsiteX139"/>
                <a:gd fmla="*/ 540187 h 874716" name="connsiteY139"/>
                <a:gd fmla="*/ 2966565 w 6857455" name="connsiteX140"/>
                <a:gd fmla="*/ 554286 h 874716" name="connsiteY140"/>
                <a:gd fmla="*/ 3028671 w 6857455" name="connsiteX141"/>
                <a:gd fmla="*/ 554094 h 874716" name="connsiteY141"/>
                <a:gd fmla="*/ 3073059 w 6857455" name="connsiteX142"/>
                <a:gd fmla="*/ 564192 h 874716" name="connsiteY142"/>
                <a:gd fmla="*/ 3182219 w 6857455" name="connsiteX143"/>
                <a:gd fmla="*/ 594862 h 874716" name="connsiteY143"/>
                <a:gd fmla="*/ 3233656 w 6857455" name="connsiteX144"/>
                <a:gd fmla="*/ 599625 h 874716" name="connsiteY144"/>
                <a:gd fmla="*/ 3288332 w 6857455" name="connsiteX145"/>
                <a:gd fmla="*/ 609914 h 874716" name="connsiteY145"/>
                <a:gd fmla="*/ 3423591 w 6857455" name="connsiteX146"/>
                <a:gd fmla="*/ 656015 h 874716" name="connsiteY146"/>
                <a:gd fmla="*/ 3534084 w 6857455" name="connsiteX147"/>
                <a:gd fmla="*/ 653349 h 874716" name="connsiteY147"/>
                <a:gd fmla="*/ 3604571 w 6857455" name="connsiteX148"/>
                <a:gd fmla="*/ 653918 h 874716" name="connsiteY148"/>
                <a:gd fmla="*/ 3688586 w 6857455" name="connsiteX149"/>
                <a:gd fmla="*/ 669160 h 874716" name="connsiteY149"/>
                <a:gd fmla="*/ 3757358 w 6857455" name="connsiteX150"/>
                <a:gd fmla="*/ 691450 h 874716" name="connsiteY150"/>
                <a:gd fmla="*/ 3852421 w 6857455" name="connsiteX151"/>
                <a:gd fmla="*/ 709167 h 874716" name="connsiteY151"/>
                <a:gd fmla="*/ 3947104 w 6857455" name="connsiteX152"/>
                <a:gd fmla="*/ 743267 h 874716" name="connsiteY152"/>
                <a:gd fmla="*/ 4013208 w 6857455" name="connsiteX153"/>
                <a:gd fmla="*/ 769367 h 874716" name="connsiteY153"/>
                <a:gd fmla="*/ 4105222 w 6857455" name="connsiteX154"/>
                <a:gd fmla="*/ 792417 h 874716" name="connsiteY154"/>
                <a:gd fmla="*/ 4246006 w 6857455" name="connsiteX155"/>
                <a:gd fmla="*/ 808610 h 874716" name="connsiteY155"/>
                <a:gd fmla="*/ 4310779 w 6857455" name="connsiteX156"/>
                <a:gd fmla="*/ 810326 h 874716" name="connsiteY156"/>
                <a:gd fmla="*/ 4413272 w 6857455" name="connsiteX157"/>
                <a:gd fmla="*/ 848235 h 874716" name="connsiteY157"/>
                <a:gd fmla="*/ 4457087 w 6857455" name="connsiteX158"/>
                <a:gd fmla="*/ 866524 h 874716" name="connsiteY158"/>
                <a:gd fmla="*/ 4496523 w 6857455" name="connsiteX159"/>
                <a:gd fmla="*/ 851284 h 874716" name="connsiteY159"/>
                <a:gd fmla="*/ 4522050 w 6857455" name="connsiteX160"/>
                <a:gd fmla="*/ 833757 h 874716" name="connsiteY160"/>
                <a:gd fmla="*/ 4602824 w 6857455" name="connsiteX161"/>
                <a:gd fmla="*/ 848618 h 874716" name="connsiteY161"/>
                <a:gd fmla="*/ 4688553 w 6857455" name="connsiteX162"/>
                <a:gd fmla="*/ 864238 h 874716" name="connsiteY162"/>
                <a:gd fmla="*/ 4749895 w 6857455" name="connsiteX163"/>
                <a:gd fmla="*/ 874716 h 874716" name="connsiteY163"/>
                <a:gd fmla="*/ 4826480 w 6857455" name="connsiteX164"/>
                <a:gd fmla="*/ 866334 h 874716" name="connsiteY164"/>
                <a:gd fmla="*/ 4886870 w 6857455" name="connsiteX165"/>
                <a:gd fmla="*/ 862906 h 874716" name="connsiteY165"/>
                <a:gd fmla="*/ 4935639 w 6857455" name="connsiteX166"/>
                <a:gd fmla="*/ 853190 h 874716" name="connsiteY166"/>
                <a:gd fmla="*/ 4952784 w 6857455" name="connsiteX167"/>
                <a:gd fmla="*/ 847473 h 874716" name="connsiteY167"/>
                <a:gd fmla="*/ 5088617 w 6857455" name="connsiteX168"/>
                <a:gd fmla="*/ 802896 h 874716" name="connsiteY168"/>
                <a:gd fmla="*/ 5233781 w 6857455" name="connsiteX169"/>
                <a:gd fmla="*/ 767271 h 874716" name="connsiteY169"/>
                <a:gd fmla="*/ 5327893 w 6857455" name="connsiteX170"/>
                <a:gd fmla="*/ 789752 h 874716" name="connsiteY170"/>
                <a:gd fmla="*/ 5362946 w 6857455" name="connsiteX171"/>
                <a:gd fmla="*/ 789370 h 874716" name="connsiteY171"/>
                <a:gd fmla="*/ 5524115 w 6857455" name="connsiteX172"/>
                <a:gd fmla="*/ 794514 h 874716" name="connsiteY172"/>
                <a:gd fmla="*/ 5552500 w 6857455" name="connsiteX173"/>
                <a:gd fmla="*/ 800038 h 874716" name="connsiteY173"/>
                <a:gd fmla="*/ 5705857 w 6857455" name="connsiteX174"/>
                <a:gd fmla="*/ 777367 h 874716" name="connsiteY174"/>
                <a:gd fmla="*/ 5761485 w 6857455" name="connsiteX175"/>
                <a:gd fmla="*/ 773557 h 874716" name="connsiteY175"/>
                <a:gd fmla="*/ 5812731 w 6857455" name="connsiteX176"/>
                <a:gd fmla="*/ 767271 h 874716" name="connsiteY176"/>
                <a:gd fmla="*/ 5884361 w 6857455" name="connsiteX177"/>
                <a:gd fmla="*/ 765747 h 874716" name="connsiteY177"/>
                <a:gd fmla="*/ 5958660 w 6857455" name="connsiteX178"/>
                <a:gd fmla="*/ 768605 h 874716" name="connsiteY178"/>
                <a:gd fmla="*/ 6041528 w 6857455" name="connsiteX179"/>
                <a:gd fmla="*/ 768033 h 874716" name="connsiteY179"/>
                <a:gd fmla="*/ 6074297 w 6857455" name="connsiteX180"/>
                <a:gd fmla="*/ 763081 h 874716" name="connsiteY180"/>
                <a:gd fmla="*/ 6162880 w 6857455" name="connsiteX181"/>
                <a:gd fmla="*/ 766509 h 874716" name="connsiteY181"/>
                <a:gd fmla="*/ 6209364 w 6857455" name="connsiteX182"/>
                <a:gd fmla="*/ 760795 h 874716" name="connsiteY182"/>
                <a:gd fmla="*/ 6285948 w 6857455" name="connsiteX183"/>
                <a:gd fmla="*/ 759651 h 874716" name="connsiteY183"/>
                <a:gd fmla="*/ 6310905 w 6857455" name="connsiteX184"/>
                <a:gd fmla="*/ 758316 h 874716" name="connsiteY184"/>
                <a:gd fmla="*/ 6333194 w 6857455" name="connsiteX185"/>
                <a:gd fmla="*/ 757554 h 874716" name="connsiteY185"/>
                <a:gd fmla="*/ 6409586 w 6857455" name="connsiteX186"/>
                <a:gd fmla="*/ 773177 h 874716" name="connsiteY186"/>
                <a:gd fmla="*/ 6477407 w 6857455" name="connsiteX187"/>
                <a:gd fmla="*/ 774129 h 874716" name="connsiteY187"/>
                <a:gd fmla="*/ 6596283 w 6857455" name="connsiteX188"/>
                <a:gd fmla="*/ 786703 h 874716" name="connsiteY188"/>
                <a:gd fmla="*/ 6622573 w 6857455" name="connsiteX189"/>
                <a:gd fmla="*/ 782321 h 874716" name="connsiteY189"/>
                <a:gd fmla="*/ 6704872 w 6857455" name="connsiteX190"/>
                <a:gd fmla="*/ 780607 h 874716" name="connsiteY190"/>
                <a:gd fmla="*/ 6751738 w 6857455" name="connsiteX191"/>
                <a:gd fmla="*/ 779273 h 874716" name="connsiteY191"/>
                <a:gd fmla="*/ 6809650 w 6857455" name="connsiteX192"/>
                <a:gd fmla="*/ 788417 h 874716" name="connsiteY192"/>
                <a:gd fmla="*/ 6832976 w 6857455" name="connsiteX193"/>
                <a:gd fmla="*/ 800428 h 874716" name="connsiteY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</a:cxnLst>
              <a:rect b="b" l="l" r="r" t="t"/>
              <a:pathLst>
                <a:path h="874716" w="6857455">
                  <a:moveTo>
                    <a:pt x="6857455" y="804643"/>
                  </a:moveTo>
                  <a:lnTo>
                    <a:pt x="6857455" y="562246"/>
                  </a:lnTo>
                  <a:lnTo>
                    <a:pt x="6829178" y="551284"/>
                  </a:lnTo>
                  <a:cubicBezTo>
                    <a:pt x="6805745" y="539044"/>
                    <a:pt x="6784885" y="521708"/>
                    <a:pt x="6766024" y="500372"/>
                  </a:cubicBezTo>
                  <a:cubicBezTo>
                    <a:pt x="6755166" y="488179"/>
                    <a:pt x="6746784" y="486845"/>
                    <a:pt x="6734971" y="500944"/>
                  </a:cubicBezTo>
                  <a:cubicBezTo>
                    <a:pt x="6721257" y="517326"/>
                    <a:pt x="6701634" y="510850"/>
                    <a:pt x="6683915" y="507040"/>
                  </a:cubicBezTo>
                  <a:cubicBezTo>
                    <a:pt x="6665629" y="503230"/>
                    <a:pt x="6647148" y="499228"/>
                    <a:pt x="6628860" y="495418"/>
                  </a:cubicBezTo>
                  <a:cubicBezTo>
                    <a:pt x="6615335" y="492752"/>
                    <a:pt x="6601999" y="490466"/>
                    <a:pt x="6588662" y="487227"/>
                  </a:cubicBezTo>
                  <a:cubicBezTo>
                    <a:pt x="6547133" y="477129"/>
                    <a:pt x="6509794" y="480177"/>
                    <a:pt x="6476074" y="511230"/>
                  </a:cubicBezTo>
                  <a:cubicBezTo>
                    <a:pt x="6450356" y="535043"/>
                    <a:pt x="6417399" y="542093"/>
                    <a:pt x="6382345" y="534853"/>
                  </a:cubicBezTo>
                  <a:cubicBezTo>
                    <a:pt x="6377963" y="533901"/>
                    <a:pt x="6372439" y="530091"/>
                    <a:pt x="6369391" y="531615"/>
                  </a:cubicBezTo>
                  <a:cubicBezTo>
                    <a:pt x="6323479" y="553904"/>
                    <a:pt x="6287092" y="514658"/>
                    <a:pt x="6244799" y="512182"/>
                  </a:cubicBezTo>
                  <a:cubicBezTo>
                    <a:pt x="6226130" y="511040"/>
                    <a:pt x="6207079" y="496942"/>
                    <a:pt x="6190315" y="485703"/>
                  </a:cubicBezTo>
                  <a:cubicBezTo>
                    <a:pt x="6167262" y="470271"/>
                    <a:pt x="6146687" y="455412"/>
                    <a:pt x="6115446" y="462270"/>
                  </a:cubicBezTo>
                  <a:cubicBezTo>
                    <a:pt x="6084203" y="469319"/>
                    <a:pt x="6055627" y="456364"/>
                    <a:pt x="6032194" y="434266"/>
                  </a:cubicBezTo>
                  <a:cubicBezTo>
                    <a:pt x="6014287" y="417501"/>
                    <a:pt x="5994665" y="415977"/>
                    <a:pt x="5971042" y="420738"/>
                  </a:cubicBezTo>
                  <a:cubicBezTo>
                    <a:pt x="5941513" y="426645"/>
                    <a:pt x="5910842" y="427027"/>
                    <a:pt x="5880933" y="430646"/>
                  </a:cubicBezTo>
                  <a:cubicBezTo>
                    <a:pt x="5874454" y="431408"/>
                    <a:pt x="5866265" y="434076"/>
                    <a:pt x="5862452" y="438648"/>
                  </a:cubicBezTo>
                  <a:cubicBezTo>
                    <a:pt x="5815779" y="495418"/>
                    <a:pt x="5750055" y="495990"/>
                    <a:pt x="5685283" y="498658"/>
                  </a:cubicBezTo>
                  <a:cubicBezTo>
                    <a:pt x="5646039" y="500372"/>
                    <a:pt x="5606604" y="500372"/>
                    <a:pt x="5567169" y="499420"/>
                  </a:cubicBezTo>
                  <a:cubicBezTo>
                    <a:pt x="5553832" y="499228"/>
                    <a:pt x="5539736" y="496180"/>
                    <a:pt x="5527923" y="490466"/>
                  </a:cubicBezTo>
                  <a:cubicBezTo>
                    <a:pt x="5503348" y="478463"/>
                    <a:pt x="5480680" y="462843"/>
                    <a:pt x="5456292" y="450650"/>
                  </a:cubicBezTo>
                  <a:cubicBezTo>
                    <a:pt x="5447151" y="445886"/>
                    <a:pt x="5435338" y="445696"/>
                    <a:pt x="5424670" y="444934"/>
                  </a:cubicBezTo>
                  <a:cubicBezTo>
                    <a:pt x="5405809" y="443410"/>
                    <a:pt x="5384854" y="447982"/>
                    <a:pt x="5368662" y="441124"/>
                  </a:cubicBezTo>
                  <a:cubicBezTo>
                    <a:pt x="5326559" y="423407"/>
                    <a:pt x="5287123" y="427407"/>
                    <a:pt x="5247118" y="444934"/>
                  </a:cubicBezTo>
                  <a:cubicBezTo>
                    <a:pt x="5191108" y="469509"/>
                    <a:pt x="5138148" y="467605"/>
                    <a:pt x="5088617" y="428742"/>
                  </a:cubicBezTo>
                  <a:cubicBezTo>
                    <a:pt x="5066328" y="411215"/>
                    <a:pt x="5044609" y="419596"/>
                    <a:pt x="5025750" y="433694"/>
                  </a:cubicBezTo>
                  <a:cubicBezTo>
                    <a:pt x="5004032" y="450078"/>
                    <a:pt x="4982885" y="454268"/>
                    <a:pt x="4957930" y="442268"/>
                  </a:cubicBezTo>
                  <a:cubicBezTo>
                    <a:pt x="4952404" y="439600"/>
                    <a:pt x="4944594" y="440933"/>
                    <a:pt x="4938116" y="441886"/>
                  </a:cubicBezTo>
                  <a:cubicBezTo>
                    <a:pt x="4901158" y="446648"/>
                    <a:pt x="4864009" y="454650"/>
                    <a:pt x="4833910" y="421693"/>
                  </a:cubicBezTo>
                  <a:cubicBezTo>
                    <a:pt x="4828004" y="415214"/>
                    <a:pt x="4818097" y="412549"/>
                    <a:pt x="4810095" y="408167"/>
                  </a:cubicBezTo>
                  <a:cubicBezTo>
                    <a:pt x="4776566" y="390258"/>
                    <a:pt x="4777900" y="391974"/>
                    <a:pt x="4747991" y="413691"/>
                  </a:cubicBezTo>
                  <a:cubicBezTo>
                    <a:pt x="4732369" y="425121"/>
                    <a:pt x="4710842" y="436742"/>
                    <a:pt x="4692745" y="435790"/>
                  </a:cubicBezTo>
                  <a:cubicBezTo>
                    <a:pt x="4583584" y="430075"/>
                    <a:pt x="4479758" y="457508"/>
                    <a:pt x="4375933" y="483417"/>
                  </a:cubicBezTo>
                  <a:cubicBezTo>
                    <a:pt x="4311923" y="499420"/>
                    <a:pt x="4249436" y="500372"/>
                    <a:pt x="4185426" y="484179"/>
                  </a:cubicBezTo>
                  <a:cubicBezTo>
                    <a:pt x="4139133" y="472367"/>
                    <a:pt x="4095315" y="491800"/>
                    <a:pt x="4052072" y="505134"/>
                  </a:cubicBezTo>
                  <a:cubicBezTo>
                    <a:pt x="4043117" y="507799"/>
                    <a:pt x="4034735" y="518278"/>
                    <a:pt x="4029973" y="527233"/>
                  </a:cubicBezTo>
                  <a:cubicBezTo>
                    <a:pt x="4012826" y="558858"/>
                    <a:pt x="3984441" y="563810"/>
                    <a:pt x="3948626" y="550666"/>
                  </a:cubicBezTo>
                  <a:cubicBezTo>
                    <a:pt x="3920241" y="540377"/>
                    <a:pt x="3894332" y="526661"/>
                    <a:pt x="3871280" y="502275"/>
                  </a:cubicBezTo>
                  <a:cubicBezTo>
                    <a:pt x="3844229" y="473701"/>
                    <a:pt x="3816224" y="441124"/>
                    <a:pt x="3774312" y="429122"/>
                  </a:cubicBezTo>
                  <a:cubicBezTo>
                    <a:pt x="3756214" y="423979"/>
                    <a:pt x="3740593" y="423217"/>
                    <a:pt x="3721543" y="428552"/>
                  </a:cubicBezTo>
                  <a:cubicBezTo>
                    <a:pt x="3684583" y="438837"/>
                    <a:pt x="3647436" y="446078"/>
                    <a:pt x="3612763" y="414263"/>
                  </a:cubicBezTo>
                  <a:cubicBezTo>
                    <a:pt x="3593712" y="396736"/>
                    <a:pt x="3567994" y="385496"/>
                    <a:pt x="3537323" y="389878"/>
                  </a:cubicBezTo>
                  <a:cubicBezTo>
                    <a:pt x="3499031" y="395402"/>
                    <a:pt x="3464168" y="381496"/>
                    <a:pt x="3431593" y="360921"/>
                  </a:cubicBezTo>
                  <a:cubicBezTo>
                    <a:pt x="3419971" y="353491"/>
                    <a:pt x="3405682" y="349301"/>
                    <a:pt x="3392158" y="345681"/>
                  </a:cubicBezTo>
                  <a:cubicBezTo>
                    <a:pt x="3360915" y="337298"/>
                    <a:pt x="3329480" y="329868"/>
                    <a:pt x="3297856" y="323010"/>
                  </a:cubicBezTo>
                  <a:cubicBezTo>
                    <a:pt x="3271948" y="317296"/>
                    <a:pt x="3245849" y="313104"/>
                    <a:pt x="3219748" y="308151"/>
                  </a:cubicBezTo>
                  <a:cubicBezTo>
                    <a:pt x="3191173" y="302817"/>
                    <a:pt x="3168502" y="290433"/>
                    <a:pt x="3156692" y="261668"/>
                  </a:cubicBezTo>
                  <a:cubicBezTo>
                    <a:pt x="3152882" y="252524"/>
                    <a:pt x="3143737" y="245283"/>
                    <a:pt x="3136497" y="237663"/>
                  </a:cubicBezTo>
                  <a:cubicBezTo>
                    <a:pt x="3131355" y="232139"/>
                    <a:pt x="3124495" y="227947"/>
                    <a:pt x="3119733" y="222233"/>
                  </a:cubicBezTo>
                  <a:cubicBezTo>
                    <a:pt x="3094776" y="192132"/>
                    <a:pt x="3070201" y="161843"/>
                    <a:pt x="3045436" y="131742"/>
                  </a:cubicBezTo>
                  <a:cubicBezTo>
                    <a:pt x="3042958" y="128884"/>
                    <a:pt x="3040292" y="125455"/>
                    <a:pt x="3037054" y="124121"/>
                  </a:cubicBezTo>
                  <a:cubicBezTo>
                    <a:pt x="3003525" y="110215"/>
                    <a:pt x="2969614" y="97070"/>
                    <a:pt x="2936466" y="82400"/>
                  </a:cubicBezTo>
                  <a:cubicBezTo>
                    <a:pt x="2923702" y="76686"/>
                    <a:pt x="2910558" y="69637"/>
                    <a:pt x="2901031" y="59731"/>
                  </a:cubicBezTo>
                  <a:cubicBezTo>
                    <a:pt x="2879314" y="37250"/>
                    <a:pt x="2859502" y="12866"/>
                    <a:pt x="2828259" y="3149"/>
                  </a:cubicBezTo>
                  <a:cubicBezTo>
                    <a:pt x="2819114" y="293"/>
                    <a:pt x="2808256" y="-1231"/>
                    <a:pt x="2799492" y="1245"/>
                  </a:cubicBezTo>
                  <a:cubicBezTo>
                    <a:pt x="2763867" y="11532"/>
                    <a:pt x="2729005" y="24296"/>
                    <a:pt x="2693570" y="35154"/>
                  </a:cubicBezTo>
                  <a:cubicBezTo>
                    <a:pt x="2671092" y="41823"/>
                    <a:pt x="2650707" y="49825"/>
                    <a:pt x="2639847" y="73448"/>
                  </a:cubicBezTo>
                  <a:cubicBezTo>
                    <a:pt x="2636801" y="80114"/>
                    <a:pt x="2628226" y="87354"/>
                    <a:pt x="2621178" y="88688"/>
                  </a:cubicBezTo>
                  <a:cubicBezTo>
                    <a:pt x="2575839" y="97260"/>
                    <a:pt x="2531069" y="101451"/>
                    <a:pt x="2489348" y="72304"/>
                  </a:cubicBezTo>
                  <a:cubicBezTo>
                    <a:pt x="2480585" y="66017"/>
                    <a:pt x="2464201" y="66017"/>
                    <a:pt x="2452580" y="68683"/>
                  </a:cubicBezTo>
                  <a:cubicBezTo>
                    <a:pt x="2407811" y="78590"/>
                    <a:pt x="2365328" y="82020"/>
                    <a:pt x="2326464" y="50395"/>
                  </a:cubicBezTo>
                  <a:cubicBezTo>
                    <a:pt x="2321892" y="46585"/>
                    <a:pt x="2307224" y="50015"/>
                    <a:pt x="2300365" y="54777"/>
                  </a:cubicBezTo>
                  <a:cubicBezTo>
                    <a:pt x="2234259" y="101261"/>
                    <a:pt x="2198064" y="102405"/>
                    <a:pt x="2130434" y="58397"/>
                  </a:cubicBezTo>
                  <a:cubicBezTo>
                    <a:pt x="2126052" y="55539"/>
                    <a:pt x="2120337" y="52301"/>
                    <a:pt x="2118621" y="47919"/>
                  </a:cubicBezTo>
                  <a:cubicBezTo>
                    <a:pt x="2107001" y="19914"/>
                    <a:pt x="2082236" y="19152"/>
                    <a:pt x="2057659" y="16866"/>
                  </a:cubicBezTo>
                  <a:cubicBezTo>
                    <a:pt x="2030608" y="14390"/>
                    <a:pt x="2003555" y="11152"/>
                    <a:pt x="1976314" y="8865"/>
                  </a:cubicBezTo>
                  <a:cubicBezTo>
                    <a:pt x="1971550" y="8483"/>
                    <a:pt x="1966216" y="10007"/>
                    <a:pt x="1961454" y="11724"/>
                  </a:cubicBezTo>
                  <a:cubicBezTo>
                    <a:pt x="1943165" y="18010"/>
                    <a:pt x="1925449" y="27154"/>
                    <a:pt x="1906588" y="30964"/>
                  </a:cubicBezTo>
                  <a:cubicBezTo>
                    <a:pt x="1865821" y="39156"/>
                    <a:pt x="1826385" y="55539"/>
                    <a:pt x="1783330" y="48871"/>
                  </a:cubicBezTo>
                  <a:cubicBezTo>
                    <a:pt x="1775902" y="47729"/>
                    <a:pt x="1767327" y="53253"/>
                    <a:pt x="1759327" y="55349"/>
                  </a:cubicBezTo>
                  <a:cubicBezTo>
                    <a:pt x="1744849" y="58969"/>
                    <a:pt x="1730750" y="64111"/>
                    <a:pt x="1716082" y="65445"/>
                  </a:cubicBezTo>
                  <a:cubicBezTo>
                    <a:pt x="1677218" y="68875"/>
                    <a:pt x="1637975" y="71924"/>
                    <a:pt x="1598920" y="72114"/>
                  </a:cubicBezTo>
                  <a:cubicBezTo>
                    <a:pt x="1580061" y="72304"/>
                    <a:pt x="1561201" y="65065"/>
                    <a:pt x="1542150" y="62207"/>
                  </a:cubicBezTo>
                  <a:cubicBezTo>
                    <a:pt x="1533578" y="60873"/>
                    <a:pt x="1519669" y="58587"/>
                    <a:pt x="1516813" y="62779"/>
                  </a:cubicBezTo>
                  <a:cubicBezTo>
                    <a:pt x="1494714" y="94592"/>
                    <a:pt x="1463661" y="88496"/>
                    <a:pt x="1432228" y="88116"/>
                  </a:cubicBezTo>
                  <a:cubicBezTo>
                    <a:pt x="1362884" y="87354"/>
                    <a:pt x="1295826" y="60493"/>
                    <a:pt x="1224765" y="71924"/>
                  </a:cubicBezTo>
                  <a:cubicBezTo>
                    <a:pt x="1204191" y="75162"/>
                    <a:pt x="1181330" y="62397"/>
                    <a:pt x="1159231" y="58207"/>
                  </a:cubicBezTo>
                  <a:cubicBezTo>
                    <a:pt x="1147801" y="56111"/>
                    <a:pt x="1135228" y="53633"/>
                    <a:pt x="1124370" y="56301"/>
                  </a:cubicBezTo>
                  <a:cubicBezTo>
                    <a:pt x="1107605" y="60493"/>
                    <a:pt x="1091411" y="68113"/>
                    <a:pt x="1075600" y="75542"/>
                  </a:cubicBezTo>
                  <a:cubicBezTo>
                    <a:pt x="1046261" y="89258"/>
                    <a:pt x="1016162" y="89258"/>
                    <a:pt x="986633" y="79162"/>
                  </a:cubicBezTo>
                  <a:cubicBezTo>
                    <a:pt x="944722" y="64873"/>
                    <a:pt x="903193" y="64873"/>
                    <a:pt x="861089" y="76304"/>
                  </a:cubicBezTo>
                  <a:cubicBezTo>
                    <a:pt x="826990" y="85638"/>
                    <a:pt x="791935" y="92116"/>
                    <a:pt x="759168" y="104689"/>
                  </a:cubicBezTo>
                  <a:cubicBezTo>
                    <a:pt x="744689" y="110215"/>
                    <a:pt x="732497" y="126597"/>
                    <a:pt x="723735" y="140696"/>
                  </a:cubicBezTo>
                  <a:cubicBezTo>
                    <a:pt x="706018" y="169271"/>
                    <a:pt x="674013" y="169081"/>
                    <a:pt x="647532" y="147934"/>
                  </a:cubicBezTo>
                  <a:cubicBezTo>
                    <a:pt x="619717" y="125645"/>
                    <a:pt x="584664" y="112501"/>
                    <a:pt x="552659" y="95926"/>
                  </a:cubicBezTo>
                  <a:cubicBezTo>
                    <a:pt x="549993" y="94592"/>
                    <a:pt x="545039" y="96116"/>
                    <a:pt x="541800" y="97640"/>
                  </a:cubicBezTo>
                  <a:cubicBezTo>
                    <a:pt x="488649" y="122407"/>
                    <a:pt x="433593" y="126979"/>
                    <a:pt x="375107" y="123169"/>
                  </a:cubicBezTo>
                  <a:cubicBezTo>
                    <a:pt x="341960" y="121073"/>
                    <a:pt x="307289" y="137076"/>
                    <a:pt x="273567" y="145458"/>
                  </a:cubicBezTo>
                  <a:cubicBezTo>
                    <a:pt x="269757" y="146410"/>
                    <a:pt x="266519" y="151174"/>
                    <a:pt x="264043" y="154792"/>
                  </a:cubicBezTo>
                  <a:cubicBezTo>
                    <a:pt x="240228" y="190800"/>
                    <a:pt x="208223" y="200706"/>
                    <a:pt x="169360" y="177273"/>
                  </a:cubicBezTo>
                  <a:cubicBezTo>
                    <a:pt x="143643" y="161651"/>
                    <a:pt x="118114" y="158032"/>
                    <a:pt x="89347" y="157460"/>
                  </a:cubicBezTo>
                  <a:cubicBezTo>
                    <a:pt x="71059" y="157078"/>
                    <a:pt x="52962" y="147934"/>
                    <a:pt x="34291" y="145268"/>
                  </a:cubicBezTo>
                  <a:lnTo>
                    <a:pt x="0" y="142056"/>
                  </a:lnTo>
                  <a:lnTo>
                    <a:pt x="0" y="849556"/>
                  </a:lnTo>
                  <a:lnTo>
                    <a:pt x="60652" y="844783"/>
                  </a:lnTo>
                  <a:cubicBezTo>
                    <a:pt x="80251" y="839473"/>
                    <a:pt x="99446" y="832043"/>
                    <a:pt x="119068" y="827281"/>
                  </a:cubicBezTo>
                  <a:cubicBezTo>
                    <a:pt x="137355" y="822899"/>
                    <a:pt x="154501" y="812802"/>
                    <a:pt x="171840" y="804420"/>
                  </a:cubicBezTo>
                  <a:cubicBezTo>
                    <a:pt x="204985" y="788417"/>
                    <a:pt x="240420" y="798514"/>
                    <a:pt x="274329" y="794324"/>
                  </a:cubicBezTo>
                  <a:cubicBezTo>
                    <a:pt x="285188" y="792990"/>
                    <a:pt x="296046" y="791466"/>
                    <a:pt x="306715" y="788798"/>
                  </a:cubicBezTo>
                  <a:cubicBezTo>
                    <a:pt x="335864" y="781749"/>
                    <a:pt x="365583" y="775653"/>
                    <a:pt x="393967" y="765937"/>
                  </a:cubicBezTo>
                  <a:cubicBezTo>
                    <a:pt x="426165" y="755078"/>
                    <a:pt x="457028" y="740600"/>
                    <a:pt x="493793" y="725549"/>
                  </a:cubicBezTo>
                  <a:cubicBezTo>
                    <a:pt x="506557" y="729360"/>
                    <a:pt x="526180" y="739648"/>
                    <a:pt x="546373" y="740600"/>
                  </a:cubicBezTo>
                  <a:cubicBezTo>
                    <a:pt x="611337" y="743838"/>
                    <a:pt x="672107" y="726121"/>
                    <a:pt x="730211" y="698116"/>
                  </a:cubicBezTo>
                  <a:cubicBezTo>
                    <a:pt x="747927" y="689734"/>
                    <a:pt x="766980" y="684210"/>
                    <a:pt x="784889" y="676018"/>
                  </a:cubicBezTo>
                  <a:cubicBezTo>
                    <a:pt x="791173" y="673161"/>
                    <a:pt x="799365" y="667065"/>
                    <a:pt x="800509" y="661349"/>
                  </a:cubicBezTo>
                  <a:cubicBezTo>
                    <a:pt x="807175" y="628201"/>
                    <a:pt x="831942" y="628772"/>
                    <a:pt x="857661" y="626868"/>
                  </a:cubicBezTo>
                  <a:cubicBezTo>
                    <a:pt x="888332" y="624582"/>
                    <a:pt x="918621" y="619248"/>
                    <a:pt x="949102" y="614676"/>
                  </a:cubicBezTo>
                  <a:cubicBezTo>
                    <a:pt x="953104" y="614104"/>
                    <a:pt x="956722" y="610104"/>
                    <a:pt x="960342" y="607435"/>
                  </a:cubicBezTo>
                  <a:cubicBezTo>
                    <a:pt x="965867" y="603435"/>
                    <a:pt x="971011" y="597339"/>
                    <a:pt x="977109" y="595815"/>
                  </a:cubicBezTo>
                  <a:cubicBezTo>
                    <a:pt x="1008350" y="588385"/>
                    <a:pt x="1039783" y="582099"/>
                    <a:pt x="1071218" y="575240"/>
                  </a:cubicBezTo>
                  <a:cubicBezTo>
                    <a:pt x="1078266" y="573716"/>
                    <a:pt x="1085505" y="571812"/>
                    <a:pt x="1091983" y="568764"/>
                  </a:cubicBezTo>
                  <a:cubicBezTo>
                    <a:pt x="1098079" y="565906"/>
                    <a:pt x="1103223" y="560952"/>
                    <a:pt x="1109321" y="557904"/>
                  </a:cubicBezTo>
                  <a:cubicBezTo>
                    <a:pt x="1125892" y="549714"/>
                    <a:pt x="1142851" y="542093"/>
                    <a:pt x="1162279" y="532949"/>
                  </a:cubicBezTo>
                  <a:cubicBezTo>
                    <a:pt x="1173138" y="550094"/>
                    <a:pt x="1187810" y="540377"/>
                    <a:pt x="1206097" y="532187"/>
                  </a:cubicBezTo>
                  <a:cubicBezTo>
                    <a:pt x="1224765" y="523805"/>
                    <a:pt x="1246292" y="521137"/>
                    <a:pt x="1266867" y="518088"/>
                  </a:cubicBezTo>
                  <a:cubicBezTo>
                    <a:pt x="1304588" y="512564"/>
                    <a:pt x="1342499" y="509134"/>
                    <a:pt x="1380219" y="504182"/>
                  </a:cubicBezTo>
                  <a:cubicBezTo>
                    <a:pt x="1388221" y="503038"/>
                    <a:pt x="1397365" y="500944"/>
                    <a:pt x="1403461" y="496180"/>
                  </a:cubicBezTo>
                  <a:cubicBezTo>
                    <a:pt x="1445181" y="464175"/>
                    <a:pt x="1495858" y="455222"/>
                    <a:pt x="1544054" y="458268"/>
                  </a:cubicBezTo>
                  <a:cubicBezTo>
                    <a:pt x="1581965" y="460557"/>
                    <a:pt x="1619114" y="462270"/>
                    <a:pt x="1656644" y="459032"/>
                  </a:cubicBezTo>
                  <a:cubicBezTo>
                    <a:pt x="1659502" y="458841"/>
                    <a:pt x="1663312" y="459223"/>
                    <a:pt x="1665406" y="460747"/>
                  </a:cubicBezTo>
                  <a:cubicBezTo>
                    <a:pt x="1678360" y="470843"/>
                    <a:pt x="1691887" y="471605"/>
                    <a:pt x="1708461" y="473318"/>
                  </a:cubicBezTo>
                  <a:cubicBezTo>
                    <a:pt x="1731894" y="475797"/>
                    <a:pt x="1753421" y="474081"/>
                    <a:pt x="1775140" y="469891"/>
                  </a:cubicBezTo>
                  <a:cubicBezTo>
                    <a:pt x="1790952" y="466843"/>
                    <a:pt x="1806953" y="460557"/>
                    <a:pt x="1821051" y="452554"/>
                  </a:cubicBezTo>
                  <a:cubicBezTo>
                    <a:pt x="1840672" y="441314"/>
                    <a:pt x="1859535" y="436934"/>
                    <a:pt x="1878203" y="451792"/>
                  </a:cubicBezTo>
                  <a:cubicBezTo>
                    <a:pt x="1898396" y="467605"/>
                    <a:pt x="1921257" y="462081"/>
                    <a:pt x="1943547" y="462651"/>
                  </a:cubicBezTo>
                  <a:cubicBezTo>
                    <a:pt x="1953262" y="462843"/>
                    <a:pt x="1963550" y="462461"/>
                    <a:pt x="1972884" y="464937"/>
                  </a:cubicBezTo>
                  <a:cubicBezTo>
                    <a:pt x="1999935" y="471987"/>
                    <a:pt x="2026036" y="482655"/>
                    <a:pt x="2053469" y="487417"/>
                  </a:cubicBezTo>
                  <a:cubicBezTo>
                    <a:pt x="2068710" y="490084"/>
                    <a:pt x="2085664" y="485321"/>
                    <a:pt x="2101477" y="481893"/>
                  </a:cubicBezTo>
                  <a:cubicBezTo>
                    <a:pt x="2117479" y="478273"/>
                    <a:pt x="2133290" y="472749"/>
                    <a:pt x="2148722" y="467033"/>
                  </a:cubicBezTo>
                  <a:cubicBezTo>
                    <a:pt x="2159199" y="463223"/>
                    <a:pt x="2170629" y="459603"/>
                    <a:pt x="2179011" y="452744"/>
                  </a:cubicBezTo>
                  <a:cubicBezTo>
                    <a:pt x="2198064" y="437124"/>
                    <a:pt x="2217685" y="434455"/>
                    <a:pt x="2240165" y="442648"/>
                  </a:cubicBezTo>
                  <a:cubicBezTo>
                    <a:pt x="2243593" y="443982"/>
                    <a:pt x="2247594" y="443982"/>
                    <a:pt x="2251404" y="444172"/>
                  </a:cubicBezTo>
                  <a:cubicBezTo>
                    <a:pt x="2312370" y="448172"/>
                    <a:pt x="2373330" y="450650"/>
                    <a:pt x="2433912" y="456746"/>
                  </a:cubicBezTo>
                  <a:cubicBezTo>
                    <a:pt x="2458485" y="459223"/>
                    <a:pt x="2482107" y="470081"/>
                    <a:pt x="2506302" y="476939"/>
                  </a:cubicBezTo>
                  <a:cubicBezTo>
                    <a:pt x="2511256" y="478273"/>
                    <a:pt x="2516783" y="480369"/>
                    <a:pt x="2521735" y="479415"/>
                  </a:cubicBezTo>
                  <a:cubicBezTo>
                    <a:pt x="2575647" y="469891"/>
                    <a:pt x="2626132" y="483797"/>
                    <a:pt x="2675854" y="502086"/>
                  </a:cubicBezTo>
                  <a:cubicBezTo>
                    <a:pt x="2680996" y="503992"/>
                    <a:pt x="2687282" y="503419"/>
                    <a:pt x="2692998" y="503038"/>
                  </a:cubicBezTo>
                  <a:cubicBezTo>
                    <a:pt x="2709003" y="501706"/>
                    <a:pt x="2726337" y="495038"/>
                    <a:pt x="2740816" y="499037"/>
                  </a:cubicBezTo>
                  <a:cubicBezTo>
                    <a:pt x="2779297" y="510088"/>
                    <a:pt x="2817398" y="523423"/>
                    <a:pt x="2853596" y="540187"/>
                  </a:cubicBezTo>
                  <a:cubicBezTo>
                    <a:pt x="2890365" y="557142"/>
                    <a:pt x="2924464" y="571430"/>
                    <a:pt x="2966565" y="554286"/>
                  </a:cubicBezTo>
                  <a:cubicBezTo>
                    <a:pt x="2984472" y="547045"/>
                    <a:pt x="3008095" y="552190"/>
                    <a:pt x="3028671" y="554094"/>
                  </a:cubicBezTo>
                  <a:cubicBezTo>
                    <a:pt x="3043720" y="555618"/>
                    <a:pt x="3058198" y="564192"/>
                    <a:pt x="3073059" y="564192"/>
                  </a:cubicBezTo>
                  <a:cubicBezTo>
                    <a:pt x="3112686" y="564192"/>
                    <a:pt x="3147927" y="574288"/>
                    <a:pt x="3182219" y="594862"/>
                  </a:cubicBezTo>
                  <a:cubicBezTo>
                    <a:pt x="3195557" y="602863"/>
                    <a:pt x="3216322" y="597529"/>
                    <a:pt x="3233656" y="599625"/>
                  </a:cubicBezTo>
                  <a:cubicBezTo>
                    <a:pt x="3251947" y="602101"/>
                    <a:pt x="3270804" y="604387"/>
                    <a:pt x="3288332" y="609914"/>
                  </a:cubicBezTo>
                  <a:cubicBezTo>
                    <a:pt x="3333672" y="624392"/>
                    <a:pt x="3378441" y="640774"/>
                    <a:pt x="3423591" y="656015"/>
                  </a:cubicBezTo>
                  <a:cubicBezTo>
                    <a:pt x="3460738" y="668590"/>
                    <a:pt x="3497317" y="658683"/>
                    <a:pt x="3534084" y="653349"/>
                  </a:cubicBezTo>
                  <a:cubicBezTo>
                    <a:pt x="3557137" y="649919"/>
                    <a:pt x="3578662" y="641727"/>
                    <a:pt x="3604571" y="653918"/>
                  </a:cubicBezTo>
                  <a:cubicBezTo>
                    <a:pt x="3629338" y="665541"/>
                    <a:pt x="3660771" y="662873"/>
                    <a:pt x="3688586" y="669160"/>
                  </a:cubicBezTo>
                  <a:cubicBezTo>
                    <a:pt x="3712020" y="674494"/>
                    <a:pt x="3734687" y="683068"/>
                    <a:pt x="3757358" y="691450"/>
                  </a:cubicBezTo>
                  <a:cubicBezTo>
                    <a:pt x="3788221" y="702881"/>
                    <a:pt x="3818700" y="714881"/>
                    <a:pt x="3852421" y="709167"/>
                  </a:cubicBezTo>
                  <a:cubicBezTo>
                    <a:pt x="3890714" y="702689"/>
                    <a:pt x="3917001" y="727073"/>
                    <a:pt x="3947104" y="743267"/>
                  </a:cubicBezTo>
                  <a:cubicBezTo>
                    <a:pt x="3967869" y="754316"/>
                    <a:pt x="3990538" y="762509"/>
                    <a:pt x="4013208" y="769367"/>
                  </a:cubicBezTo>
                  <a:cubicBezTo>
                    <a:pt x="4043497" y="778321"/>
                    <a:pt x="4074740" y="783655"/>
                    <a:pt x="4105222" y="792417"/>
                  </a:cubicBezTo>
                  <a:cubicBezTo>
                    <a:pt x="4151325" y="805561"/>
                    <a:pt x="4198001" y="815850"/>
                    <a:pt x="4246006" y="808610"/>
                  </a:cubicBezTo>
                  <a:cubicBezTo>
                    <a:pt x="4268105" y="805372"/>
                    <a:pt x="4288682" y="805561"/>
                    <a:pt x="4310779" y="810326"/>
                  </a:cubicBezTo>
                  <a:cubicBezTo>
                    <a:pt x="4346974" y="818136"/>
                    <a:pt x="4384123" y="819089"/>
                    <a:pt x="4413272" y="848235"/>
                  </a:cubicBezTo>
                  <a:cubicBezTo>
                    <a:pt x="4423558" y="858524"/>
                    <a:pt x="4442037" y="861190"/>
                    <a:pt x="4457087" y="866524"/>
                  </a:cubicBezTo>
                  <a:cubicBezTo>
                    <a:pt x="4474424" y="872812"/>
                    <a:pt x="4487186" y="869572"/>
                    <a:pt x="4496523" y="851284"/>
                  </a:cubicBezTo>
                  <a:cubicBezTo>
                    <a:pt x="4500713" y="843093"/>
                    <a:pt x="4512715" y="835091"/>
                    <a:pt x="4522050" y="833757"/>
                  </a:cubicBezTo>
                  <a:cubicBezTo>
                    <a:pt x="4550055" y="829757"/>
                    <a:pt x="4575773" y="835663"/>
                    <a:pt x="4602824" y="848618"/>
                  </a:cubicBezTo>
                  <a:cubicBezTo>
                    <a:pt x="4628161" y="860810"/>
                    <a:pt x="4659786" y="859476"/>
                    <a:pt x="4688553" y="864238"/>
                  </a:cubicBezTo>
                  <a:cubicBezTo>
                    <a:pt x="4708936" y="867668"/>
                    <a:pt x="4729321" y="874716"/>
                    <a:pt x="4749895" y="874716"/>
                  </a:cubicBezTo>
                  <a:cubicBezTo>
                    <a:pt x="4775424" y="874716"/>
                    <a:pt x="4800761" y="868620"/>
                    <a:pt x="4826480" y="866334"/>
                  </a:cubicBezTo>
                  <a:cubicBezTo>
                    <a:pt x="4846482" y="864430"/>
                    <a:pt x="4866867" y="865192"/>
                    <a:pt x="4886870" y="862906"/>
                  </a:cubicBezTo>
                  <a:cubicBezTo>
                    <a:pt x="4903254" y="861190"/>
                    <a:pt x="4919447" y="856810"/>
                    <a:pt x="4935639" y="853190"/>
                  </a:cubicBezTo>
                  <a:cubicBezTo>
                    <a:pt x="4941546" y="851856"/>
                    <a:pt x="4947452" y="846711"/>
                    <a:pt x="4952784" y="847473"/>
                  </a:cubicBezTo>
                  <a:cubicBezTo>
                    <a:pt x="5005745" y="855666"/>
                    <a:pt x="5043847" y="819089"/>
                    <a:pt x="5088617" y="802896"/>
                  </a:cubicBezTo>
                  <a:cubicBezTo>
                    <a:pt x="5135672" y="785749"/>
                    <a:pt x="5181204" y="759461"/>
                    <a:pt x="5233781" y="767271"/>
                  </a:cubicBezTo>
                  <a:cubicBezTo>
                    <a:pt x="5265596" y="772033"/>
                    <a:pt x="5296267" y="783083"/>
                    <a:pt x="5327893" y="789752"/>
                  </a:cubicBezTo>
                  <a:cubicBezTo>
                    <a:pt x="5339132" y="792038"/>
                    <a:pt x="5351705" y="791656"/>
                    <a:pt x="5362946" y="789370"/>
                  </a:cubicBezTo>
                  <a:cubicBezTo>
                    <a:pt x="5417240" y="778891"/>
                    <a:pt x="5470771" y="777367"/>
                    <a:pt x="5524115" y="794514"/>
                  </a:cubicBezTo>
                  <a:cubicBezTo>
                    <a:pt x="5533257" y="797372"/>
                    <a:pt x="5542974" y="800038"/>
                    <a:pt x="5552500" y="800038"/>
                  </a:cubicBezTo>
                  <a:cubicBezTo>
                    <a:pt x="5604697" y="800038"/>
                    <a:pt x="5655944" y="796038"/>
                    <a:pt x="5705857" y="777367"/>
                  </a:cubicBezTo>
                  <a:cubicBezTo>
                    <a:pt x="5722622" y="771080"/>
                    <a:pt x="5743006" y="775081"/>
                    <a:pt x="5761485" y="773557"/>
                  </a:cubicBezTo>
                  <a:cubicBezTo>
                    <a:pt x="5778629" y="772224"/>
                    <a:pt x="5796156" y="771653"/>
                    <a:pt x="5812731" y="767271"/>
                  </a:cubicBezTo>
                  <a:cubicBezTo>
                    <a:pt x="5836925" y="760795"/>
                    <a:pt x="5859404" y="760033"/>
                    <a:pt x="5884361" y="765747"/>
                  </a:cubicBezTo>
                  <a:cubicBezTo>
                    <a:pt x="5908174" y="771080"/>
                    <a:pt x="5933892" y="768415"/>
                    <a:pt x="5958660" y="768605"/>
                  </a:cubicBezTo>
                  <a:cubicBezTo>
                    <a:pt x="5986282" y="768795"/>
                    <a:pt x="6013906" y="768984"/>
                    <a:pt x="6041528" y="768033"/>
                  </a:cubicBezTo>
                  <a:cubicBezTo>
                    <a:pt x="6052579" y="767653"/>
                    <a:pt x="6065151" y="760033"/>
                    <a:pt x="6074297" y="763081"/>
                  </a:cubicBezTo>
                  <a:cubicBezTo>
                    <a:pt x="6103824" y="773366"/>
                    <a:pt x="6133353" y="760985"/>
                    <a:pt x="6162880" y="766509"/>
                  </a:cubicBezTo>
                  <a:cubicBezTo>
                    <a:pt x="6177360" y="769367"/>
                    <a:pt x="6193743" y="761557"/>
                    <a:pt x="6209364" y="760795"/>
                  </a:cubicBezTo>
                  <a:cubicBezTo>
                    <a:pt x="6234892" y="759461"/>
                    <a:pt x="6260419" y="760033"/>
                    <a:pt x="6285948" y="759651"/>
                  </a:cubicBezTo>
                  <a:cubicBezTo>
                    <a:pt x="6294330" y="759461"/>
                    <a:pt x="6302523" y="758699"/>
                    <a:pt x="6310905" y="758316"/>
                  </a:cubicBezTo>
                  <a:cubicBezTo>
                    <a:pt x="6318335" y="757936"/>
                    <a:pt x="6326145" y="756222"/>
                    <a:pt x="6333194" y="757554"/>
                  </a:cubicBezTo>
                  <a:cubicBezTo>
                    <a:pt x="6358723" y="762318"/>
                    <a:pt x="6383869" y="770129"/>
                    <a:pt x="6409586" y="773177"/>
                  </a:cubicBezTo>
                  <a:cubicBezTo>
                    <a:pt x="6431875" y="775843"/>
                    <a:pt x="6454928" y="772224"/>
                    <a:pt x="6477407" y="774129"/>
                  </a:cubicBezTo>
                  <a:cubicBezTo>
                    <a:pt x="6517032" y="777367"/>
                    <a:pt x="6556657" y="783083"/>
                    <a:pt x="6596283" y="786703"/>
                  </a:cubicBezTo>
                  <a:cubicBezTo>
                    <a:pt x="6604857" y="787465"/>
                    <a:pt x="6613809" y="782701"/>
                    <a:pt x="6622573" y="782321"/>
                  </a:cubicBezTo>
                  <a:cubicBezTo>
                    <a:pt x="6650006" y="781369"/>
                    <a:pt x="6677439" y="781177"/>
                    <a:pt x="6704872" y="780607"/>
                  </a:cubicBezTo>
                  <a:cubicBezTo>
                    <a:pt x="6720493" y="780415"/>
                    <a:pt x="6736305" y="780987"/>
                    <a:pt x="6751738" y="779273"/>
                  </a:cubicBezTo>
                  <a:cubicBezTo>
                    <a:pt x="6772120" y="776987"/>
                    <a:pt x="6790599" y="773557"/>
                    <a:pt x="6809650" y="788417"/>
                  </a:cubicBezTo>
                  <a:cubicBezTo>
                    <a:pt x="6816984" y="794180"/>
                    <a:pt x="6824819" y="797942"/>
                    <a:pt x="6832976" y="800428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algn="tl" flip="none" sx="100000" sy="100000" tx="0" ty="0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32F4E99-68B4-440A-91FB-F0AC78AC3D87}"/>
              </a:ext>
            </a:extLst>
          </p:cNvPr>
          <p:cNvSpPr/>
          <p:nvPr userDrawn="1"/>
        </p:nvSpPr>
        <p:spPr>
          <a:xfrm>
            <a:off x="0" y="0"/>
            <a:ext cx="9143999" cy="369092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635F975-9D22-4A02-9B93-709E2910DC03}"/>
              </a:ext>
            </a:extLst>
          </p:cNvPr>
          <p:cNvSpPr/>
          <p:nvPr userDrawn="1"/>
        </p:nvSpPr>
        <p:spPr>
          <a:xfrm rot="21105158">
            <a:off x="-115121" y="1891480"/>
            <a:ext cx="9223687" cy="960239"/>
          </a:xfrm>
          <a:custGeom>
            <a:avLst/>
            <a:gdLst>
              <a:gd fmla="*/ 7117835 w 9280687" name="connsiteX0"/>
              <a:gd fmla="*/ 125922 h 1183170" name="connsiteY0"/>
              <a:gd fmla="*/ 9073490 w 9280687" name="connsiteX1"/>
              <a:gd fmla="*/ 581620 h 1183170" name="connsiteY1"/>
              <a:gd fmla="*/ 9280687 w 9280687" name="connsiteX2"/>
              <a:gd fmla="*/ 666400 h 1183170" name="connsiteY2"/>
              <a:gd fmla="*/ 9205783 w 9280687" name="connsiteX3"/>
              <a:gd fmla="*/ 1183170 h 1183170" name="connsiteY3"/>
              <a:gd fmla="*/ 9165483 w 9280687" name="connsiteX4"/>
              <a:gd fmla="*/ 1165010 h 1183170" name="connsiteY4"/>
              <a:gd fmla="*/ 4283728 w 9280687" name="connsiteX5"/>
              <a:gd fmla="*/ 365188 h 1183170" name="connsiteY5"/>
              <a:gd fmla="*/ 162127 w 9280687" name="connsiteX6"/>
              <a:gd fmla="*/ 898131 h 1183170" name="connsiteY6"/>
              <a:gd fmla="*/ 0 w 9280687" name="connsiteX7"/>
              <a:gd fmla="*/ 950170 h 1183170" name="connsiteY7"/>
              <a:gd fmla="*/ 17697 w 9280687" name="connsiteX8"/>
              <a:gd fmla="*/ 828077 h 1183170" name="connsiteY8"/>
              <a:gd fmla="*/ 98649 w 9280687" name="connsiteX9"/>
              <a:gd fmla="*/ 796677 h 1183170" name="connsiteY9"/>
              <a:gd fmla="*/ 4021814 w 9280687" name="connsiteX10"/>
              <a:gd fmla="*/ 35922 h 1183170" name="connsiteY10"/>
              <a:gd fmla="*/ 7117835 w 9280687" name="connsiteX11"/>
              <a:gd fmla="*/ 125922 h 1183170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83170" w="9280687">
                <a:moveTo>
                  <a:pt x="7117835" y="125922"/>
                </a:moveTo>
                <a:cubicBezTo>
                  <a:pt x="7861832" y="225359"/>
                  <a:pt x="8525639" y="380764"/>
                  <a:pt x="9073490" y="581620"/>
                </a:cubicBezTo>
                <a:lnTo>
                  <a:pt x="9280687" y="666400"/>
                </a:lnTo>
                <a:lnTo>
                  <a:pt x="9205783" y="1183170"/>
                </a:lnTo>
                <a:lnTo>
                  <a:pt x="9165483" y="1165010"/>
                </a:lnTo>
                <a:cubicBezTo>
                  <a:pt x="7981696" y="675094"/>
                  <a:pt x="6233665" y="365188"/>
                  <a:pt x="4283728" y="365188"/>
                </a:cubicBezTo>
                <a:cubicBezTo>
                  <a:pt x="2716814" y="365188"/>
                  <a:pt x="1280276" y="565303"/>
                  <a:pt x="162127" y="898131"/>
                </a:cubicBezTo>
                <a:lnTo>
                  <a:pt x="0" y="950170"/>
                </a:lnTo>
                <a:lnTo>
                  <a:pt x="17697" y="828077"/>
                </a:lnTo>
                <a:lnTo>
                  <a:pt x="98649" y="796677"/>
                </a:lnTo>
                <a:cubicBezTo>
                  <a:pt x="1161353" y="409476"/>
                  <a:pt x="2522327" y="131965"/>
                  <a:pt x="4021814" y="35922"/>
                </a:cubicBezTo>
                <a:cubicBezTo>
                  <a:pt x="5132546" y="-35221"/>
                  <a:pt x="6187838" y="1626"/>
                  <a:pt x="7117835" y="125922"/>
                </a:cubicBezTo>
                <a:close/>
              </a:path>
            </a:pathLst>
          </a:custGeom>
          <a:gradFill>
            <a:gsLst>
              <a:gs pos="0">
                <a:srgbClr val="24CA92"/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D0A0BBA-FBDA-4D14-B650-78D431332D34}"/>
              </a:ext>
            </a:extLst>
          </p:cNvPr>
          <p:cNvSpPr/>
          <p:nvPr userDrawn="1"/>
        </p:nvSpPr>
        <p:spPr>
          <a:xfrm rot="21355703">
            <a:off x="-45151" y="2107503"/>
            <a:ext cx="9200885" cy="1258367"/>
          </a:xfrm>
          <a:custGeom>
            <a:avLst/>
            <a:gdLst>
              <a:gd fmla="*/ 6609653 w 9200885" name="connsiteX0"/>
              <a:gd fmla="*/ 47138 h 1113415" name="connsiteY0"/>
              <a:gd fmla="*/ 8863252 w 9200885" name="connsiteX1"/>
              <a:gd fmla="*/ 389400 h 1113415" name="connsiteY1"/>
              <a:gd fmla="*/ 9200885 w 9200885" name="connsiteX2"/>
              <a:gd fmla="*/ 482520 h 1113415" name="connsiteY2"/>
              <a:gd fmla="*/ 9155976 w 9200885" name="connsiteX3"/>
              <a:gd fmla="*/ 1113415 h 1113415" name="connsiteY3"/>
              <a:gd fmla="*/ 9122823 w 9200885" name="connsiteX4"/>
              <a:gd fmla="*/ 1102198 h 1113415" name="connsiteY4"/>
              <a:gd fmla="*/ 4303428 w 9200885" name="connsiteX5"/>
              <a:gd fmla="*/ 450385 h 1113415" name="connsiteY5"/>
              <a:gd fmla="*/ 394253 w 9200885" name="connsiteX6"/>
              <a:gd fmla="*/ 859171 h 1113415" name="connsiteY6"/>
              <a:gd fmla="*/ 0 w 9200885" name="connsiteX7"/>
              <a:gd fmla="*/ 956611 h 1113415" name="connsiteY7"/>
              <a:gd fmla="*/ 13469 w 9200885" name="connsiteX8"/>
              <a:gd fmla="*/ 767406 h 1113415" name="connsiteY8"/>
              <a:gd fmla="*/ 273245 w 9200885" name="connsiteX9"/>
              <a:gd fmla="*/ 685196 h 1113415" name="connsiteY9"/>
              <a:gd fmla="*/ 3996058 w 9200885" name="connsiteX10"/>
              <a:gd fmla="*/ 44303 h 1113415" name="connsiteY10"/>
              <a:gd fmla="*/ 6609653 w 9200885" name="connsiteX11"/>
              <a:gd fmla="*/ 47138 h 1113415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113415" w="9200885">
                <a:moveTo>
                  <a:pt x="6609653" y="47138"/>
                </a:moveTo>
                <a:cubicBezTo>
                  <a:pt x="7430225" y="107551"/>
                  <a:pt x="8190798" y="224534"/>
                  <a:pt x="8863252" y="389400"/>
                </a:cubicBezTo>
                <a:lnTo>
                  <a:pt x="9200885" y="482520"/>
                </a:lnTo>
                <a:lnTo>
                  <a:pt x="9155976" y="1113415"/>
                </a:lnTo>
                <a:lnTo>
                  <a:pt x="9122823" y="1102198"/>
                </a:lnTo>
                <a:cubicBezTo>
                  <a:pt x="7813147" y="694997"/>
                  <a:pt x="6134111" y="450385"/>
                  <a:pt x="4303428" y="450385"/>
                </a:cubicBezTo>
                <a:cubicBezTo>
                  <a:pt x="2873207" y="450385"/>
                  <a:pt x="1535545" y="599684"/>
                  <a:pt x="394253" y="859171"/>
                </a:cubicBezTo>
                <a:lnTo>
                  <a:pt x="0" y="956611"/>
                </a:lnTo>
                <a:lnTo>
                  <a:pt x="13469" y="767406"/>
                </a:lnTo>
                <a:lnTo>
                  <a:pt x="273245" y="685196"/>
                </a:lnTo>
                <a:cubicBezTo>
                  <a:pt x="1357040" y="363945"/>
                  <a:pt x="2627382" y="136431"/>
                  <a:pt x="3996058" y="44303"/>
                </a:cubicBezTo>
                <a:cubicBezTo>
                  <a:pt x="4908509" y="-17116"/>
                  <a:pt x="5789080" y="-13274"/>
                  <a:pt x="6609653" y="47138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99000">
                <a:srgbClr val="2190BC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2B581B3-FD97-4E7C-B776-8C7DC373B8D1}"/>
              </a:ext>
            </a:extLst>
          </p:cNvPr>
          <p:cNvSpPr/>
          <p:nvPr userDrawn="1"/>
        </p:nvSpPr>
        <p:spPr>
          <a:xfrm rot="21355703">
            <a:off x="-16681" y="2429132"/>
            <a:ext cx="9169155" cy="1398953"/>
          </a:xfrm>
          <a:custGeom>
            <a:avLst/>
            <a:gdLst>
              <a:gd fmla="*/ 5794348 w 9169155" name="connsiteX0"/>
              <a:gd fmla="*/ 47138 h 1398953" name="connsiteY0"/>
              <a:gd fmla="*/ 9109159 w 9169155" name="connsiteX1"/>
              <a:gd fmla="*/ 717310 h 1398953" name="connsiteY1"/>
              <a:gd fmla="*/ 9169155 w 9169155" name="connsiteX2"/>
              <a:gd fmla="*/ 743109 h 1398953" name="connsiteY2"/>
              <a:gd fmla="*/ 9122470 w 9169155" name="connsiteX3"/>
              <a:gd fmla="*/ 1398953 h 1398953" name="connsiteY3"/>
              <a:gd fmla="*/ 8780907 w 9169155" name="connsiteX4"/>
              <a:gd fmla="*/ 1262360 h 1398953" name="connsiteY4"/>
              <a:gd fmla="*/ 3488123 w 9169155" name="connsiteX5"/>
              <a:gd fmla="*/ 450385 h 1398953" name="connsiteY5"/>
              <a:gd fmla="*/ 79793 w 9169155" name="connsiteX6"/>
              <a:gd fmla="*/ 754823 h 1398953" name="connsiteY6"/>
              <a:gd fmla="*/ 0 w 9169155" name="connsiteX7"/>
              <a:gd fmla="*/ 771447 h 1398953" name="connsiteY7"/>
              <a:gd fmla="*/ 16951 w 9169155" name="connsiteX8"/>
              <a:gd fmla="*/ 533313 h 1398953" name="connsiteY8"/>
              <a:gd fmla="*/ 430535 w 9169155" name="connsiteX9"/>
              <a:gd fmla="*/ 433765 h 1398953" name="connsiteY9"/>
              <a:gd fmla="*/ 3180753 w 9169155" name="connsiteX10"/>
              <a:gd fmla="*/ 44303 h 1398953" name="connsiteY10"/>
              <a:gd fmla="*/ 5794348 w 9169155" name="connsiteX11"/>
              <a:gd fmla="*/ 47138 h 139895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398953" w="9169155">
                <a:moveTo>
                  <a:pt x="5794348" y="47138"/>
                </a:moveTo>
                <a:cubicBezTo>
                  <a:pt x="7083818" y="142072"/>
                  <a:pt x="8225127" y="376702"/>
                  <a:pt x="9109159" y="717310"/>
                </a:cubicBezTo>
                <a:lnTo>
                  <a:pt x="9169155" y="743109"/>
                </a:lnTo>
                <a:lnTo>
                  <a:pt x="9122470" y="1398953"/>
                </a:lnTo>
                <a:lnTo>
                  <a:pt x="8780907" y="1262360"/>
                </a:lnTo>
                <a:cubicBezTo>
                  <a:pt x="7415231" y="759972"/>
                  <a:pt x="5547641" y="450385"/>
                  <a:pt x="3488123" y="450385"/>
                </a:cubicBezTo>
                <a:cubicBezTo>
                  <a:pt x="2262220" y="450385"/>
                  <a:pt x="1104318" y="560074"/>
                  <a:pt x="79793" y="754823"/>
                </a:cubicBezTo>
                <a:lnTo>
                  <a:pt x="0" y="771447"/>
                </a:lnTo>
                <a:lnTo>
                  <a:pt x="16951" y="533313"/>
                </a:lnTo>
                <a:lnTo>
                  <a:pt x="430535" y="433765"/>
                </a:lnTo>
                <a:cubicBezTo>
                  <a:pt x="1275672" y="244988"/>
                  <a:pt x="2203127" y="110108"/>
                  <a:pt x="3180753" y="44303"/>
                </a:cubicBezTo>
                <a:cubicBezTo>
                  <a:pt x="4093204" y="-17116"/>
                  <a:pt x="4973776" y="-13274"/>
                  <a:pt x="5794348" y="47138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F5E8873-D83F-4C08-9068-07CC77B0EC70}"/>
              </a:ext>
            </a:extLst>
          </p:cNvPr>
          <p:cNvSpPr/>
          <p:nvPr userDrawn="1"/>
        </p:nvSpPr>
        <p:spPr>
          <a:xfrm rot="21355703">
            <a:off x="-2699" y="2606199"/>
            <a:ext cx="9146481" cy="1652513"/>
          </a:xfrm>
          <a:custGeom>
            <a:avLst/>
            <a:gdLst>
              <a:gd fmla="*/ 5304048 w 9146481" name="connsiteX0"/>
              <a:gd fmla="*/ 47138 h 1652513" name="connsiteY0"/>
              <a:gd fmla="*/ 9003437 w 9146481" name="connsiteX1"/>
              <a:gd fmla="*/ 913405 h 1652513" name="connsiteY1"/>
              <a:gd fmla="*/ 9146481 w 9146481" name="connsiteX2"/>
              <a:gd fmla="*/ 991895 h 1652513" name="connsiteY2"/>
              <a:gd fmla="*/ 9099457 w 9146481" name="connsiteX3"/>
              <a:gd fmla="*/ 1652513 h 1652513" name="connsiteY3"/>
              <a:gd fmla="*/ 9050932 w 9146481" name="connsiteX4"/>
              <a:gd fmla="*/ 1624567 h 1652513" name="connsiteY4"/>
              <a:gd fmla="*/ 3041522 w 9146481" name="connsiteX5"/>
              <a:gd fmla="*/ 450385 h 1652513" name="connsiteY5"/>
              <a:gd fmla="*/ 210937 w 9146481" name="connsiteX6"/>
              <a:gd fmla="*/ 664651 h 1652513" name="connsiteY6"/>
              <a:gd fmla="*/ 0 w 9146481" name="connsiteX7"/>
              <a:gd fmla="*/ 701716 h 1652513" name="connsiteY7"/>
              <a:gd fmla="*/ 18669 w 9146481" name="connsiteX8"/>
              <a:gd fmla="*/ 439457 h 1652513" name="connsiteY8"/>
              <a:gd fmla="*/ 41869 w 9146481" name="connsiteX9"/>
              <a:gd fmla="*/ 433765 h 1652513" name="connsiteY9"/>
              <a:gd fmla="*/ 2739976 w 9146481" name="connsiteX10"/>
              <a:gd fmla="*/ 44302 h 1652513" name="connsiteY10"/>
              <a:gd fmla="*/ 5304048 w 9146481" name="connsiteX11"/>
              <a:gd fmla="*/ 47138 h 1652513" name="connsiteY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b="b" l="l" r="r" t="t"/>
            <a:pathLst>
              <a:path h="1652513" w="9146481">
                <a:moveTo>
                  <a:pt x="5304048" y="47138"/>
                </a:moveTo>
                <a:cubicBezTo>
                  <a:pt x="6799093" y="159333"/>
                  <a:pt x="8091122" y="466640"/>
                  <a:pt x="9003437" y="913405"/>
                </a:cubicBezTo>
                <a:lnTo>
                  <a:pt x="9146481" y="991895"/>
                </a:lnTo>
                <a:lnTo>
                  <a:pt x="9099457" y="1652513"/>
                </a:lnTo>
                <a:lnTo>
                  <a:pt x="9050932" y="1624567"/>
                </a:lnTo>
                <a:cubicBezTo>
                  <a:pt x="7699233" y="912854"/>
                  <a:pt x="5511015" y="450385"/>
                  <a:pt x="3041522" y="450385"/>
                </a:cubicBezTo>
                <a:cubicBezTo>
                  <a:pt x="2039293" y="450385"/>
                  <a:pt x="1083393" y="526558"/>
                  <a:pt x="210937" y="664651"/>
                </a:cubicBezTo>
                <a:lnTo>
                  <a:pt x="0" y="701716"/>
                </a:lnTo>
                <a:lnTo>
                  <a:pt x="18669" y="439457"/>
                </a:lnTo>
                <a:lnTo>
                  <a:pt x="41869" y="433765"/>
                </a:lnTo>
                <a:cubicBezTo>
                  <a:pt x="870993" y="244988"/>
                  <a:pt x="1780874" y="110107"/>
                  <a:pt x="2739976" y="44302"/>
                </a:cubicBezTo>
                <a:cubicBezTo>
                  <a:pt x="3635138" y="-17116"/>
                  <a:pt x="4499024" y="-13274"/>
                  <a:pt x="5304048" y="47138"/>
                </a:cubicBezTo>
                <a:close/>
              </a:path>
            </a:pathLst>
          </a:custGeom>
          <a:gradFill>
            <a:gsLst>
              <a:gs pos="53000">
                <a:srgbClr val="BEEFDF"/>
              </a:gs>
              <a:gs pos="0">
                <a:srgbClr val="24CA92"/>
              </a:gs>
              <a:gs pos="34000">
                <a:srgbClr val="5ED8AF"/>
              </a:gs>
              <a:gs pos="0">
                <a:schemeClr val="bg1"/>
              </a:gs>
            </a:gsLst>
            <a:lin ang="5400000" scaled="1"/>
          </a:gradFill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31DCB5-A2E3-4FAC-B7CD-8972360366D9}"/>
              </a:ext>
            </a:extLst>
          </p:cNvPr>
          <p:cNvSpPr/>
          <p:nvPr userDrawn="1"/>
        </p:nvSpPr>
        <p:spPr>
          <a:xfrm rot="5400000">
            <a:off x="4076972" y="1790428"/>
            <a:ext cx="6857455" cy="3276599"/>
          </a:xfrm>
          <a:custGeom>
            <a:avLst/>
            <a:gdLst>
              <a:gd fmla="*/ 0 w 9144000" name="connsiteX0"/>
              <a:gd fmla="*/ 0 h 3704595" name="connsiteY0"/>
              <a:gd fmla="*/ 9144000 w 9144000" name="connsiteX1"/>
              <a:gd fmla="*/ 0 h 3704595" name="connsiteY1"/>
              <a:gd fmla="*/ 9144000 w 9144000" name="connsiteX2"/>
              <a:gd fmla="*/ 3704595 h 3704595" name="connsiteY2"/>
              <a:gd fmla="*/ 8983376 w 9144000" name="connsiteX3"/>
              <a:gd fmla="*/ 3589931 h 3704595" name="connsiteY3"/>
              <a:gd fmla="*/ 4191907 w 9144000" name="connsiteX4"/>
              <a:gd fmla="*/ 2322286 h 3704595" name="connsiteY4"/>
              <a:gd fmla="*/ 16852 w 9144000" name="connsiteX5"/>
              <a:gd fmla="*/ 3227218 h 3704595" name="connsiteY5"/>
              <a:gd fmla="*/ 0 w 9144000" name="connsiteX6"/>
              <a:gd fmla="*/ 3236231 h 3704595" name="connsiteY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b="b" l="l" r="r" t="t"/>
            <a:pathLst>
              <a:path h="3704595" w="9144000">
                <a:moveTo>
                  <a:pt x="0" y="0"/>
                </a:moveTo>
                <a:lnTo>
                  <a:pt x="9144000" y="0"/>
                </a:lnTo>
                <a:lnTo>
                  <a:pt x="9144000" y="3704595"/>
                </a:lnTo>
                <a:lnTo>
                  <a:pt x="8983376" y="3589931"/>
                </a:lnTo>
                <a:cubicBezTo>
                  <a:pt x="7844483" y="2815748"/>
                  <a:pt x="6120918" y="2322286"/>
                  <a:pt x="4191907" y="2322286"/>
                </a:cubicBezTo>
                <a:cubicBezTo>
                  <a:pt x="2584398" y="2322286"/>
                  <a:pt x="1119560" y="2664968"/>
                  <a:pt x="16852" y="3227218"/>
                </a:cubicBezTo>
                <a:lnTo>
                  <a:pt x="0" y="3236231"/>
                </a:lnTo>
                <a:close/>
              </a:path>
            </a:pathLst>
          </a:cu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190BC"/>
              </a:gs>
            </a:gsLst>
            <a:lin ang="540000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 wrap="square">
            <a:noAutofit/>
          </a:bodyPr>
          <a:lstStyle/>
          <a:p>
            <a:pPr algn="ctr" lvl="0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60CA3A4-661C-4DEE-9101-664E531A1731}"/>
              </a:ext>
            </a:extLst>
          </p:cNvPr>
          <p:cNvSpPr/>
          <p:nvPr userDrawn="1"/>
        </p:nvSpPr>
        <p:spPr>
          <a:xfrm>
            <a:off x="163701" y="233557"/>
            <a:ext cx="2419803" cy="629057"/>
          </a:xfrm>
          <a:prstGeom prst="roundRect">
            <a:avLst>
              <a:gd fmla="val 6911" name="adj"/>
            </a:avLst>
          </a:prstGeom>
          <a:solidFill>
            <a:srgbClr val="092E43"/>
          </a:solidFill>
          <a:ln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/>
            <a:r>
              <a:rPr dirty="0" lang="en-US" sz="4400">
                <a:latin charset="0" panose="020B0502040204020203" pitchFamily="34" typeface="Bahnschrift SemiBold"/>
              </a:rPr>
              <a:t>ECAP615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F73FC2C-78D8-4F25-A1AF-BB364D32B46F}"/>
              </a:ext>
            </a:extLst>
          </p:cNvPr>
          <p:cNvSpPr/>
          <p:nvPr userDrawn="1"/>
        </p:nvSpPr>
        <p:spPr>
          <a:xfrm>
            <a:off x="163701" y="949943"/>
            <a:ext cx="4597612" cy="698539"/>
          </a:xfrm>
          <a:prstGeom prst="roundRect">
            <a:avLst>
              <a:gd fmla="val 6911" name="adj"/>
            </a:avLst>
          </a:prstGeom>
          <a:solidFill>
            <a:schemeClr val="bg1">
              <a:alpha val="76000"/>
            </a:schemeClr>
          </a:solidFill>
          <a:ln>
            <a:solidFill>
              <a:srgbClr val="092E43"/>
            </a:solidFill>
          </a:ln>
          <a:effectLst>
            <a:outerShdw algn="ctr" blurRad="63500" rotWithShape="0" sx="102000" sy="102000">
              <a:prstClr val="black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l" lvl="0"/>
            <a:r>
              <a:rPr dirty="0" lang="en-US" sz="3600">
                <a:solidFill>
                  <a:srgbClr val="092E43"/>
                </a:solidFill>
                <a:latin charset="0" panose="020B0502040204020203" pitchFamily="34" typeface="Bahnschrift SemiBold"/>
              </a:rPr>
              <a:t>Programming in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B5999A-8717-4E4E-9AE5-F3006B6E41B8}"/>
              </a:ext>
            </a:extLst>
          </p:cNvPr>
          <p:cNvSpPr txBox="1"/>
          <p:nvPr userDrawn="1"/>
        </p:nvSpPr>
        <p:spPr>
          <a:xfrm>
            <a:off x="6915505" y="5636216"/>
            <a:ext cx="2228495" cy="461665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400">
                <a:latin charset="0" panose="020B0502040204020203" pitchFamily="34" typeface="Bahnschrift SemiBold"/>
              </a:rPr>
              <a:t>Harjinder Kaur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57F825F-CF67-4A4B-BC18-3B73F3A865F0}"/>
              </a:ext>
            </a:extLst>
          </p:cNvPr>
          <p:cNvSpPr txBox="1"/>
          <p:nvPr userDrawn="1"/>
        </p:nvSpPr>
        <p:spPr>
          <a:xfrm>
            <a:off x="6544640" y="6111653"/>
            <a:ext cx="2599360" cy="400110"/>
          </a:xfrm>
          <a:prstGeom prst="rect">
            <a:avLst/>
          </a:prstGeom>
          <a:noFill/>
        </p:spPr>
        <p:txBody>
          <a:bodyPr rtlCol="0" wrap="square">
            <a:spAutoFit/>
          </a:bodyPr>
          <a:lstStyle/>
          <a:p>
            <a:pPr algn="r"/>
            <a:r>
              <a:rPr dirty="0" lang="en-US" sz="2000">
                <a:latin charset="0" panose="020B0502040204020203" pitchFamily="34" typeface="Bahnschrift SemiBold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AF2A3-52FB-4DC4-9AA3-31CF66E9B067}"/>
              </a:ext>
            </a:extLst>
          </p:cNvPr>
          <p:cNvSpPr/>
          <p:nvPr userDrawn="1"/>
        </p:nvSpPr>
        <p:spPr>
          <a:xfrm>
            <a:off x="6796829" y="6056456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4ADF17D-5B32-4DA7-A1AA-5652C5375815}"/>
              </a:ext>
            </a:extLst>
          </p:cNvPr>
          <p:cNvSpPr/>
          <p:nvPr userDrawn="1"/>
        </p:nvSpPr>
        <p:spPr>
          <a:xfrm>
            <a:off x="6796829" y="6495107"/>
            <a:ext cx="2331451" cy="66624"/>
          </a:xfrm>
          <a:prstGeom prst="rect">
            <a:avLst/>
          </a:prstGeom>
          <a:gradFill flip="none" rotWithShape="1">
            <a:gsLst>
              <a:gs pos="100000">
                <a:schemeClr val="accent1">
                  <a:lumMod val="5000"/>
                  <a:lumOff val="95000"/>
                </a:schemeClr>
              </a:gs>
              <a:gs pos="0">
                <a:srgbClr val="2C2C2C"/>
              </a:gs>
            </a:gsLst>
            <a:path path="circle">
              <a:fillToRect b="50000" l="50000" r="50000" t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EDBA53-1760-4BD9-8BAD-11DF3743DFE5}"/>
              </a:ext>
            </a:extLst>
          </p:cNvPr>
          <p:cNvGrpSpPr/>
          <p:nvPr userDrawn="1"/>
        </p:nvGrpSpPr>
        <p:grpSpPr>
          <a:xfrm>
            <a:off x="4702817" y="-7877"/>
            <a:ext cx="2884019" cy="6937583"/>
            <a:chOff x="4702817" y="-7877"/>
            <a:chExt cx="2884019" cy="693758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3A3589B-FD0E-4C96-9661-10B154C21E1E}"/>
                </a:ext>
              </a:extLst>
            </p:cNvPr>
            <p:cNvSpPr/>
            <p:nvPr userDrawn="1"/>
          </p:nvSpPr>
          <p:spPr>
            <a:xfrm flipH="1" rot="5873456">
              <a:off x="3446679" y="2789549"/>
              <a:ext cx="6937583" cy="1342731"/>
            </a:xfrm>
            <a:custGeom>
              <a:avLst/>
              <a:gdLst>
                <a:gd fmla="*/ 6879256 w 6937583" name="connsiteX0"/>
                <a:gd fmla="*/ 1342731 h 1342731" name="connsiteY0"/>
                <a:gd fmla="*/ 6937583 w 6937583" name="connsiteX1"/>
                <a:gd fmla="*/ 756270 h 1342731" name="connsiteY1"/>
                <a:gd fmla="*/ 6776242 w 6937583" name="connsiteX2"/>
                <a:gd fmla="*/ 660056 h 1342731" name="connsiteY2"/>
                <a:gd fmla="*/ 5253407 w 6937583" name="connsiteX3"/>
                <a:gd fmla="*/ 142904 h 1342731" name="connsiteY3"/>
                <a:gd fmla="*/ 2842590 w 6937583" name="connsiteX4"/>
                <a:gd fmla="*/ 40766 h 1342731" name="connsiteY4"/>
                <a:gd fmla="*/ 108649 w 6937583" name="connsiteX5"/>
                <a:gd fmla="*/ 745329 h 1342731" name="connsiteY5"/>
                <a:gd fmla="*/ 23118 w 6937583" name="connsiteX6"/>
                <a:gd fmla="*/ 787644 h 1342731" name="connsiteY6"/>
                <a:gd fmla="*/ 0 w 6937583" name="connsiteX7"/>
                <a:gd fmla="*/ 954439 h 1342731" name="connsiteY7"/>
                <a:gd fmla="*/ 174961 w 6937583" name="connsiteX8"/>
                <a:gd fmla="*/ 884819 h 1342731" name="connsiteY8"/>
                <a:gd fmla="*/ 3046538 w 6937583" name="connsiteX9"/>
                <a:gd fmla="*/ 414437 h 1342731" name="connsiteY9"/>
                <a:gd fmla="*/ 6847875 w 6937583" name="connsiteX10"/>
                <a:gd fmla="*/ 1322122 h 1342731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342731" w="6937583">
                  <a:moveTo>
                    <a:pt x="6879256" y="1342731"/>
                  </a:moveTo>
                  <a:lnTo>
                    <a:pt x="6937583" y="756270"/>
                  </a:lnTo>
                  <a:lnTo>
                    <a:pt x="6776242" y="660056"/>
                  </a:lnTo>
                  <a:cubicBezTo>
                    <a:pt x="6349640" y="432113"/>
                    <a:pt x="5832745" y="255751"/>
                    <a:pt x="5253407" y="142904"/>
                  </a:cubicBezTo>
                  <a:cubicBezTo>
                    <a:pt x="4529235" y="1845"/>
                    <a:pt x="3707497" y="-39971"/>
                    <a:pt x="2842590" y="40766"/>
                  </a:cubicBezTo>
                  <a:cubicBezTo>
                    <a:pt x="1820918" y="136137"/>
                    <a:pt x="881825" y="389181"/>
                    <a:pt x="108649" y="745329"/>
                  </a:cubicBezTo>
                  <a:lnTo>
                    <a:pt x="23118" y="787644"/>
                  </a:lnTo>
                  <a:lnTo>
                    <a:pt x="0" y="954439"/>
                  </a:lnTo>
                  <a:lnTo>
                    <a:pt x="174961" y="884819"/>
                  </a:lnTo>
                  <a:cubicBezTo>
                    <a:pt x="989040" y="588312"/>
                    <a:pt x="1978925" y="414437"/>
                    <a:pt x="3046538" y="414437"/>
                  </a:cubicBezTo>
                  <a:cubicBezTo>
                    <a:pt x="4564920" y="414437"/>
                    <a:pt x="5926081" y="766137"/>
                    <a:pt x="6847875" y="1322122"/>
                  </a:cubicBezTo>
                  <a:close/>
                </a:path>
              </a:pathLst>
            </a:custGeom>
            <a:gradFill>
              <a:gsLst>
                <a:gs pos="0">
                  <a:srgbClr val="24CA92"/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0FC4704-3201-4A9E-ABF7-A9E2D2C9DCEC}"/>
                </a:ext>
              </a:extLst>
            </p:cNvPr>
            <p:cNvSpPr/>
            <p:nvPr userDrawn="1"/>
          </p:nvSpPr>
          <p:spPr>
            <a:xfrm flipH="1" rot="5644297">
              <a:off x="3030930" y="2720825"/>
              <a:ext cx="6885388" cy="1464384"/>
            </a:xfrm>
            <a:custGeom>
              <a:avLst/>
              <a:gdLst>
                <a:gd fmla="*/ 6850410 w 6885388" name="connsiteX0"/>
                <a:gd fmla="*/ 1464384 h 1464384" name="connsiteY0"/>
                <a:gd fmla="*/ 6885388 w 6885388" name="connsiteX1"/>
                <a:gd fmla="*/ 634619 h 1464384" name="connsiteY1"/>
                <a:gd fmla="*/ 6622419 w 6885388" name="connsiteX2"/>
                <a:gd fmla="*/ 512146 h 1464384" name="connsiteY2"/>
                <a:gd fmla="*/ 4867180 w 6885388" name="connsiteX3"/>
                <a:gd fmla="*/ 61997 h 1464384" name="connsiteY3"/>
                <a:gd fmla="*/ 2831555 w 6885388" name="connsiteX4"/>
                <a:gd fmla="*/ 58268 h 1464384" name="connsiteY4"/>
                <a:gd fmla="*/ 255228 w 6885388" name="connsiteX5"/>
                <a:gd fmla="*/ 748625 h 1464384" name="connsiteY5"/>
                <a:gd fmla="*/ 20025 w 6885388" name="connsiteX6"/>
                <a:gd fmla="*/ 859638 h 1464384" name="connsiteY6"/>
                <a:gd fmla="*/ 0 w 6885388" name="connsiteX7"/>
                <a:gd fmla="*/ 1140954 h 1464384" name="connsiteY7"/>
                <a:gd fmla="*/ 26253 w 6885388" name="connsiteX8"/>
                <a:gd fmla="*/ 1129998 h 1464384" name="connsiteY8"/>
                <a:gd fmla="*/ 3070954 w 6885388" name="connsiteX9"/>
                <a:gd fmla="*/ 592355 h 1464384" name="connsiteY9"/>
                <a:gd fmla="*/ 6824588 w 6885388" name="connsiteX10"/>
                <a:gd fmla="*/ 1449631 h 1464384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464384" w="6885388">
                  <a:moveTo>
                    <a:pt x="6850410" y="1464384"/>
                  </a:moveTo>
                  <a:lnTo>
                    <a:pt x="6885388" y="634619"/>
                  </a:lnTo>
                  <a:lnTo>
                    <a:pt x="6622419" y="512146"/>
                  </a:lnTo>
                  <a:cubicBezTo>
                    <a:pt x="6098671" y="295311"/>
                    <a:pt x="5506291" y="141453"/>
                    <a:pt x="4867180" y="61997"/>
                  </a:cubicBezTo>
                  <a:cubicBezTo>
                    <a:pt x="4228069" y="-17458"/>
                    <a:pt x="3542227" y="-22511"/>
                    <a:pt x="2831555" y="58268"/>
                  </a:cubicBezTo>
                  <a:cubicBezTo>
                    <a:pt x="1898799" y="164290"/>
                    <a:pt x="1024681" y="406642"/>
                    <a:pt x="255228" y="748625"/>
                  </a:cubicBezTo>
                  <a:lnTo>
                    <a:pt x="20025" y="859638"/>
                  </a:lnTo>
                  <a:lnTo>
                    <a:pt x="0" y="1140954"/>
                  </a:lnTo>
                  <a:lnTo>
                    <a:pt x="26253" y="1129998"/>
                  </a:lnTo>
                  <a:cubicBezTo>
                    <a:pt x="915160" y="788716"/>
                    <a:pt x="1957012" y="592355"/>
                    <a:pt x="3070954" y="592355"/>
                  </a:cubicBezTo>
                  <a:cubicBezTo>
                    <a:pt x="4496800" y="592354"/>
                    <a:pt x="5804534" y="914073"/>
                    <a:pt x="6824588" y="1449631"/>
                  </a:cubicBezTo>
                  <a:close/>
                </a:path>
              </a:pathLst>
            </a:custGeom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99000">
                  <a:srgbClr val="2190BC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8A78AD-0B29-4984-894A-A3C2470281C9}"/>
                </a:ext>
              </a:extLst>
            </p:cNvPr>
            <p:cNvSpPr/>
            <p:nvPr userDrawn="1"/>
          </p:nvSpPr>
          <p:spPr>
            <a:xfrm flipH="1" rot="5644297">
              <a:off x="2590707" y="2625942"/>
              <a:ext cx="6854129" cy="1627986"/>
            </a:xfrm>
            <a:custGeom>
              <a:avLst/>
              <a:gdLst>
                <a:gd fmla="*/ 6817768 w 6854129" name="connsiteX0"/>
                <a:gd fmla="*/ 1627986 h 1627986" name="connsiteY0"/>
                <a:gd fmla="*/ 6854129 w 6854129" name="connsiteX1"/>
                <a:gd fmla="*/ 864769 h 1627986" name="connsiteY1"/>
                <a:gd fmla="*/ 6807400 w 6854129" name="connsiteX2"/>
                <a:gd fmla="*/ 834746 h 1627986" name="connsiteY2"/>
                <a:gd fmla="*/ 4225626 w 6854129" name="connsiteX3"/>
                <a:gd fmla="*/ 54855 h 1627986" name="connsiteY3"/>
                <a:gd fmla="*/ 2190001 w 6854129" name="connsiteX4"/>
                <a:gd fmla="*/ 51556 h 1627986" name="connsiteY4"/>
                <a:gd fmla="*/ 47966 w 6854129" name="connsiteX5"/>
                <a:gd fmla="*/ 504780 h 1627986" name="connsiteY5"/>
                <a:gd fmla="*/ 21689 w 6854129" name="connsiteX6"/>
                <a:gd fmla="*/ 514230 h 1627986" name="connsiteY6"/>
                <a:gd fmla="*/ 0 w 6854129" name="connsiteX7"/>
                <a:gd fmla="*/ 818919 h 1627986" name="connsiteY7"/>
                <a:gd fmla="*/ 78792 w 6854129" name="connsiteX8"/>
                <a:gd fmla="*/ 798109 h 1627986" name="connsiteY8"/>
                <a:gd fmla="*/ 2429400 w 6854129" name="connsiteX9"/>
                <a:gd fmla="*/ 524121 h 1627986" name="connsiteY9"/>
                <a:gd fmla="*/ 6551738 w 6854129" name="connsiteX10"/>
                <a:gd fmla="*/ 1469030 h 1627986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627986" w="6854129">
                  <a:moveTo>
                    <a:pt x="6817768" y="1627986"/>
                  </a:moveTo>
                  <a:lnTo>
                    <a:pt x="6854129" y="864769"/>
                  </a:lnTo>
                  <a:lnTo>
                    <a:pt x="6807400" y="834746"/>
                  </a:lnTo>
                  <a:cubicBezTo>
                    <a:pt x="6118863" y="438375"/>
                    <a:pt x="5229943" y="165331"/>
                    <a:pt x="4225626" y="54855"/>
                  </a:cubicBezTo>
                  <a:cubicBezTo>
                    <a:pt x="3586515" y="-15447"/>
                    <a:pt x="2900673" y="-19918"/>
                    <a:pt x="2190001" y="51556"/>
                  </a:cubicBezTo>
                  <a:cubicBezTo>
                    <a:pt x="1428567" y="128135"/>
                    <a:pt x="706209" y="285097"/>
                    <a:pt x="47966" y="504780"/>
                  </a:cubicBezTo>
                  <a:lnTo>
                    <a:pt x="21689" y="514230"/>
                  </a:lnTo>
                  <a:lnTo>
                    <a:pt x="0" y="818919"/>
                  </a:lnTo>
                  <a:lnTo>
                    <a:pt x="78792" y="798109"/>
                  </a:lnTo>
                  <a:cubicBezTo>
                    <a:pt x="799037" y="621851"/>
                    <a:pt x="1593943" y="524120"/>
                    <a:pt x="2429400" y="524121"/>
                  </a:cubicBezTo>
                  <a:cubicBezTo>
                    <a:pt x="4033476" y="524121"/>
                    <a:pt x="5488067" y="884393"/>
                    <a:pt x="6551738" y="1469030"/>
                  </a:cubicBezTo>
                  <a:close/>
                </a:path>
              </a:pathLst>
            </a:custGeom>
            <a:gradFill>
              <a:gsLst>
                <a:gs pos="0">
                  <a:schemeClr val="tx1">
                    <a:lumMod val="95000"/>
                    <a:lumOff val="5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effectLst>
              <a:outerShdw algn="ctr" blurRad="63500" rotWithShape="0" sx="102000" sy="102000">
                <a:prstClr val="black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755F720-D690-4341-9D8E-56FF569E0A44}"/>
                </a:ext>
              </a:extLst>
            </p:cNvPr>
            <p:cNvSpPr/>
            <p:nvPr userDrawn="1"/>
          </p:nvSpPr>
          <p:spPr>
            <a:xfrm flipH="1" rot="5644297">
              <a:off x="2248465" y="2473999"/>
              <a:ext cx="6831762" cy="1923058"/>
            </a:xfrm>
            <a:custGeom>
              <a:avLst/>
              <a:gdLst>
                <a:gd fmla="*/ 6795137 w 6831762" name="connsiteX0"/>
                <a:gd fmla="*/ 1923058 h 1923058" name="connsiteY0"/>
                <a:gd fmla="*/ 6831762 w 6831762" name="connsiteX1"/>
                <a:gd fmla="*/ 1154285 h 1923058" name="connsiteY1"/>
                <a:gd fmla="*/ 6720350 w 6831762" name="connsiteX2"/>
                <a:gd fmla="*/ 1062945 h 1923058" name="connsiteY2"/>
                <a:gd fmla="*/ 3839043 w 6831762" name="connsiteX3"/>
                <a:gd fmla="*/ 54855 h 1923058" name="connsiteY3"/>
                <a:gd fmla="*/ 1841990 w 6831762" name="connsiteX4"/>
                <a:gd fmla="*/ 51555 h 1923058" name="connsiteY4"/>
                <a:gd fmla="*/ 236280 w 6831762" name="connsiteX5"/>
                <a:gd fmla="*/ 352053 h 1923058" name="connsiteY5"/>
                <a:gd fmla="*/ 23468 w 6831762" name="connsiteX6"/>
                <a:gd fmla="*/ 417617 h 1923058" name="connsiteY6"/>
                <a:gd fmla="*/ 0 w 6831762" name="connsiteX7"/>
                <a:gd fmla="*/ 747301 h 1923058" name="connsiteY7"/>
                <a:gd fmla="*/ 393597 w 6831762" name="connsiteX8"/>
                <a:gd fmla="*/ 666710 h 1923058" name="connsiteY8"/>
                <a:gd fmla="*/ 2076852 w 6831762" name="connsiteX9"/>
                <a:gd fmla="*/ 524121 h 1923058" name="connsiteY9"/>
                <a:gd fmla="*/ 6757342 w 6831762" name="connsiteX10"/>
                <a:gd fmla="*/ 1890536 h 1923058" name="connsiteY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b="b" l="l" r="r" t="t"/>
              <a:pathLst>
                <a:path h="1923058" w="6831762">
                  <a:moveTo>
                    <a:pt x="6795137" y="1923058"/>
                  </a:moveTo>
                  <a:lnTo>
                    <a:pt x="6831762" y="1154285"/>
                  </a:lnTo>
                  <a:lnTo>
                    <a:pt x="6720350" y="1062945"/>
                  </a:lnTo>
                  <a:cubicBezTo>
                    <a:pt x="6009785" y="543037"/>
                    <a:pt x="5003475" y="185418"/>
                    <a:pt x="3839043" y="54855"/>
                  </a:cubicBezTo>
                  <a:cubicBezTo>
                    <a:pt x="3212042" y="-15447"/>
                    <a:pt x="2539196" y="-19918"/>
                    <a:pt x="1841990" y="51555"/>
                  </a:cubicBezTo>
                  <a:cubicBezTo>
                    <a:pt x="1281735" y="108989"/>
                    <a:pt x="743045" y="211639"/>
                    <a:pt x="236280" y="352053"/>
                  </a:cubicBezTo>
                  <a:lnTo>
                    <a:pt x="23468" y="417617"/>
                  </a:lnTo>
                  <a:lnTo>
                    <a:pt x="0" y="747301"/>
                  </a:lnTo>
                  <a:lnTo>
                    <a:pt x="393597" y="666710"/>
                  </a:lnTo>
                  <a:cubicBezTo>
                    <a:pt x="926255" y="573983"/>
                    <a:pt x="1491405" y="524121"/>
                    <a:pt x="2076852" y="524121"/>
                  </a:cubicBezTo>
                  <a:cubicBezTo>
                    <a:pt x="4000242" y="524121"/>
                    <a:pt x="5704558" y="1062304"/>
                    <a:pt x="6757342" y="1890536"/>
                  </a:cubicBezTo>
                  <a:close/>
                </a:path>
              </a:pathLst>
            </a:custGeom>
            <a:gradFill>
              <a:gsLst>
                <a:gs pos="53000">
                  <a:srgbClr val="BEEFDF"/>
                </a:gs>
                <a:gs pos="0">
                  <a:srgbClr val="24CA92"/>
                </a:gs>
                <a:gs pos="34000">
                  <a:srgbClr val="5ED8AF"/>
                </a:gs>
                <a:gs pos="0">
                  <a:schemeClr val="bg1"/>
                </a:gs>
              </a:gsLst>
              <a:lin ang="5400000" scaled="1"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 rtlCol="0" wrap="square">
              <a:noAutofit/>
            </a:bodyPr>
            <a:lstStyle/>
            <a:p>
              <a:pPr algn="ctr" lvl="0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937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959429"/>
          </a:xfrm>
          <a:prstGeom prst="rect">
            <a:avLst/>
          </a:prstGeom>
          <a:gradFill flip="none" rotWithShape="1">
            <a:gsLst>
              <a:gs pos="0">
                <a:srgbClr val="2190BC"/>
              </a:gs>
              <a:gs pos="41000">
                <a:srgbClr val="2190BC"/>
              </a:gs>
              <a:gs pos="88000">
                <a:srgbClr val="F4F4F5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89350" y="2818150"/>
            <a:ext cx="7525999" cy="3698763"/>
          </a:xfrm>
        </p:spPr>
        <p:txBody>
          <a:bodyPr/>
          <a:lstStyle>
            <a:lvl1pPr>
              <a:lnSpc>
                <a:spcPct val="150000"/>
              </a:lnSpc>
              <a:defRPr sz="2600"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6F90CB2-A495-4AF3-BC7C-1B34E1164439}"/>
              </a:ext>
            </a:extLst>
          </p:cNvPr>
          <p:cNvSpPr txBox="1"/>
          <p:nvPr userDrawn="1"/>
        </p:nvSpPr>
        <p:spPr>
          <a:xfrm>
            <a:off x="628650" y="235182"/>
            <a:ext cx="34290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en-US" sz="44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rPr>
              <a:t>Learning Outcomes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0BD9AB8-BE8B-4AD4-8989-7D5BB1CBD5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102" b="98622" l="9753" r="89973">
                        <a14:foregroundMark x1="62637" y1="39764" x2="62637" y2="39764"/>
                        <a14:foregroundMark x1="40797" y1="53346" x2="40797" y2="53346"/>
                        <a14:foregroundMark x1="27198" y1="59055" x2="27198" y2="59055"/>
                        <a14:foregroundMark x1="25687" y1="41929" x2="25687" y2="41929"/>
                        <a14:foregroundMark x1="28434" y1="22835" x2="28434" y2="22835"/>
                        <a14:foregroundMark x1="37225" y1="10433" x2="37225" y2="10433"/>
                        <a14:foregroundMark x1="49863" y1="6496" x2="49863" y2="6496"/>
                        <a14:foregroundMark x1="61538" y1="13583" x2="61538" y2="13583"/>
                        <a14:foregroundMark x1="71016" y1="24803" x2="71016" y2="24803"/>
                        <a14:foregroundMark x1="73626" y1="40945" x2="73626" y2="40945"/>
                        <a14:foregroundMark x1="72115" y1="60039" x2="72115" y2="60039"/>
                        <a14:foregroundMark x1="55345" y1="90060" x2="55907" y2="90157"/>
                        <a14:foregroundMark x1="48764" y1="98622" x2="50275" y2="97835"/>
                        <a14:foregroundMark x1="53709" y1="89764" x2="53709" y2="89764"/>
                        <a14:foregroundMark x1="53434" y1="90354" x2="51511" y2="89370"/>
                        <a14:foregroundMark x1="44780" y1="88189" x2="51236" y2="89567"/>
                        <a14:backgroundMark x1="55769" y1="85433" x2="49950" y2="86267"/>
                        <a14:backgroundMark x1="52194" y1="91242" x2="50589" y2="90886"/>
                        <a14:backgroundMark x1="56181" y1="92126" x2="53895" y2="91619"/>
                        <a14:backgroundMark x1="55495" y1="86024" x2="54258" y2="85827"/>
                        <a14:backgroundMark x1="54396" y1="86024" x2="55632" y2="86614"/>
                        <a14:backgroundMark x1="49176" y1="96654" x2="47940" y2="9507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9619398">
            <a:off x="6397866" y="99256"/>
            <a:ext cx="2389846" cy="16676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FCCDEB3-12E7-45AF-A8F2-BC0F9E2254EE}"/>
              </a:ext>
            </a:extLst>
          </p:cNvPr>
          <p:cNvSpPr/>
          <p:nvPr userDrawn="1"/>
        </p:nvSpPr>
        <p:spPr>
          <a:xfrm>
            <a:off x="599608" y="1959429"/>
            <a:ext cx="7915742" cy="740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 defTabSz="91440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tx1"/>
                </a:solidFill>
                <a:latin typeface="Bahnschrift" panose="020B0502040204020203" pitchFamily="34" charset="0"/>
              </a:rPr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2209906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rgbClr val="F4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3A4C81D-18A7-452F-9BBC-C8DF7C8B815D}"/>
              </a:ext>
            </a:extLst>
          </p:cNvPr>
          <p:cNvSpPr/>
          <p:nvPr userDrawn="1"/>
        </p:nvSpPr>
        <p:spPr>
          <a:xfrm>
            <a:off x="0" y="0"/>
            <a:ext cx="9144000" cy="1325563"/>
          </a:xfrm>
          <a:prstGeom prst="rect">
            <a:avLst/>
          </a:prstGeom>
          <a:solidFill>
            <a:srgbClr val="219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8145"/>
            <a:ext cx="7886700" cy="5004884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Bahnschrift" panose="020B0502040204020203" pitchFamily="34" charset="0"/>
              </a:defRPr>
            </a:lvl1pPr>
            <a:lvl2pPr>
              <a:lnSpc>
                <a:spcPct val="150000"/>
              </a:lnSpc>
              <a:defRPr>
                <a:latin typeface="Bahnschrift" panose="020B0502040204020203" pitchFamily="34" charset="0"/>
              </a:defRPr>
            </a:lvl2pPr>
            <a:lvl3pPr>
              <a:lnSpc>
                <a:spcPct val="150000"/>
              </a:lnSpc>
              <a:defRPr>
                <a:latin typeface="Bahnschrift" panose="020B0502040204020203" pitchFamily="34" charset="0"/>
              </a:defRPr>
            </a:lvl3pPr>
            <a:lvl4pPr>
              <a:lnSpc>
                <a:spcPct val="150000"/>
              </a:lnSpc>
              <a:defRPr>
                <a:latin typeface="Bahnschrift" panose="020B0502040204020203" pitchFamily="34" charset="0"/>
              </a:defRPr>
            </a:lvl4pPr>
            <a:lvl5pPr>
              <a:lnSpc>
                <a:spcPct val="150000"/>
              </a:lnSpc>
              <a:defRPr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674DD10-9343-40FC-87DE-8A1F63FF1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63" y="0"/>
            <a:ext cx="7886700" cy="1325563"/>
          </a:xfrm>
        </p:spPr>
        <p:txBody>
          <a:bodyPr>
            <a:normAutofit/>
          </a:bodyPr>
          <a:lstStyle>
            <a:lvl1pPr marL="0" algn="l" defTabSz="457200" rtl="0" eaLnBrk="1" latinLnBrk="0" hangingPunct="1">
              <a:lnSpc>
                <a:spcPct val="100000"/>
              </a:lnSpc>
              <a:defRPr lang="en-US" sz="3600" kern="1200" dirty="0">
                <a:solidFill>
                  <a:schemeClr val="bg1"/>
                </a:solidFill>
                <a:latin typeface="Bahnschrift SemiBold" panose="020B0502040204020203" pitchFamily="34" charset="0"/>
                <a:ea typeface="+mn-ea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215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gradFill flip="none" rotWithShape="1">
          <a:gsLst>
            <a:gs pos="0">
              <a:schemeClr val="bg1"/>
            </a:gs>
            <a:gs pos="100000">
              <a:srgbClr val="2190BC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roll: Horizontal 1">
            <a:extLst>
              <a:ext uri="{FF2B5EF4-FFF2-40B4-BE49-F238E27FC236}">
                <a16:creationId xmlns:a16="http://schemas.microsoft.com/office/drawing/2014/main" id="{71C566E7-15C2-47D1-BCD0-6048C4B61AEB}"/>
              </a:ext>
            </a:extLst>
          </p:cNvPr>
          <p:cNvSpPr/>
          <p:nvPr userDrawn="1"/>
        </p:nvSpPr>
        <p:spPr>
          <a:xfrm>
            <a:off x="1785257" y="2514600"/>
            <a:ext cx="5573486" cy="1828800"/>
          </a:xfrm>
          <a:prstGeom prst="horizontalScroll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2190BC"/>
              </a:gs>
            </a:gsLst>
            <a:path path="circle">
              <a:fillToRect l="50000" t="50000" r="50000" b="50000"/>
            </a:path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8928101"/>
            <a:ext cx="2057400" cy="365125"/>
          </a:xfrm>
        </p:spPr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892810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8928101"/>
            <a:ext cx="2057400" cy="365125"/>
          </a:xfrm>
        </p:spPr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3C37F6-66F0-4125-B2E0-B93F212BA9B3}"/>
              </a:ext>
            </a:extLst>
          </p:cNvPr>
          <p:cNvSpPr txBox="1"/>
          <p:nvPr userDrawn="1"/>
        </p:nvSpPr>
        <p:spPr>
          <a:xfrm>
            <a:off x="2147298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92E43"/>
                </a:solidFill>
                <a:latin typeface="Bahnschrift SemiBold" panose="020B0502040204020203" pitchFamily="34" charset="0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780960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509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00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19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15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52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9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8827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60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40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C5188-02C1-4612-A2C7-F501CF181F2E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DDFBB-2C77-4C22-A6ED-B339E4E2C8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195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3" r:id="rId2"/>
    <p:sldLayoutId id="2147483674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76091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1D9C0B-6FD1-4FB9-A1DD-A4626C9E7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learn the basic concept </a:t>
            </a:r>
            <a:r>
              <a:rPr lang="en-US" dirty="0" err="1"/>
              <a:t>ServerSocket</a:t>
            </a:r>
            <a:r>
              <a:rPr lang="en-US" dirty="0"/>
              <a:t> Class.</a:t>
            </a:r>
          </a:p>
          <a:p>
            <a:pPr algn="just"/>
            <a:r>
              <a:rPr lang="en-US" dirty="0"/>
              <a:t>understand the various methods of </a:t>
            </a:r>
            <a:r>
              <a:rPr lang="en-US" dirty="0" err="1"/>
              <a:t>ServerSocket</a:t>
            </a:r>
            <a:r>
              <a:rPr lang="en-US" dirty="0"/>
              <a:t> class.</a:t>
            </a:r>
          </a:p>
          <a:p>
            <a:pPr algn="just"/>
            <a:r>
              <a:rPr lang="en-US" dirty="0"/>
              <a:t>implement </a:t>
            </a:r>
            <a:r>
              <a:rPr lang="en-US" dirty="0" err="1"/>
              <a:t>ServerSocket</a:t>
            </a:r>
            <a:r>
              <a:rPr lang="en-US" dirty="0"/>
              <a:t> Class.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39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2" y="1607617"/>
            <a:ext cx="8544381" cy="4813854"/>
          </a:xfrm>
        </p:spPr>
        <p:txBody>
          <a:bodyPr>
            <a:noAutofit/>
          </a:bodyPr>
          <a:lstStyle/>
          <a:p>
            <a:pPr algn="just"/>
            <a:r>
              <a:rPr lang="en-US" sz="2400" dirty="0" err="1"/>
              <a:t>ServerSocket</a:t>
            </a:r>
            <a:r>
              <a:rPr lang="en-US" sz="2400" dirty="0"/>
              <a:t> Class is used for providing system-independent implementation of the server-side of a client/server Socket Connection. </a:t>
            </a:r>
          </a:p>
          <a:p>
            <a:pPr algn="just"/>
            <a:r>
              <a:rPr lang="en-US" sz="2400" dirty="0"/>
              <a:t>The constructor for </a:t>
            </a:r>
            <a:r>
              <a:rPr lang="en-US" sz="2400" dirty="0" err="1"/>
              <a:t>ServerSocket</a:t>
            </a:r>
            <a:r>
              <a:rPr lang="en-US" sz="2400" dirty="0"/>
              <a:t> throws an exception if it can't listen on the specified port. </a:t>
            </a:r>
          </a:p>
          <a:p>
            <a:pPr algn="just"/>
            <a:r>
              <a:rPr lang="en-US" sz="2400" dirty="0"/>
              <a:t>The </a:t>
            </a:r>
            <a:r>
              <a:rPr lang="en-US" sz="2400" dirty="0" err="1"/>
              <a:t>ServerSocket</a:t>
            </a:r>
            <a:r>
              <a:rPr lang="en-US" sz="2400" dirty="0"/>
              <a:t> class can be used to create a server socket. </a:t>
            </a:r>
          </a:p>
          <a:p>
            <a:pPr algn="just"/>
            <a:r>
              <a:rPr lang="en-US" sz="2400" dirty="0"/>
              <a:t>This object is used to establish communication with clients.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ServerSocket</a:t>
            </a:r>
            <a:r>
              <a:rPr lang="en-US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73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481184"/>
            <a:ext cx="8462737" cy="5229855"/>
          </a:xfrm>
        </p:spPr>
        <p:txBody>
          <a:bodyPr>
            <a:normAutofit fontScale="77500" lnSpcReduction="20000"/>
          </a:bodyPr>
          <a:lstStyle/>
          <a:p>
            <a:pPr algn="just" fontAlgn="base">
              <a:lnSpc>
                <a:spcPct val="170000"/>
              </a:lnSpc>
            </a:pPr>
            <a:r>
              <a:rPr lang="en-US" sz="3300" dirty="0"/>
              <a:t>It is widely used in the applications of </a:t>
            </a:r>
            <a:r>
              <a:rPr lang="en-US" sz="3300" dirty="0" err="1"/>
              <a:t>java.net.ServerSocket</a:t>
            </a:r>
            <a:r>
              <a:rPr lang="en-US" sz="3300" dirty="0"/>
              <a:t> class which is as follows:</a:t>
            </a:r>
          </a:p>
          <a:p>
            <a:pPr algn="just" fontAlgn="base">
              <a:lnSpc>
                <a:spcPct val="170000"/>
              </a:lnSpc>
            </a:pPr>
            <a:r>
              <a:rPr lang="en-US" sz="3300" dirty="0"/>
              <a:t>In </a:t>
            </a:r>
            <a:r>
              <a:rPr lang="en-US" sz="3300" dirty="0" err="1"/>
              <a:t>java.nio</a:t>
            </a:r>
            <a:r>
              <a:rPr lang="en-US" sz="3300" dirty="0"/>
              <a:t> channel, </a:t>
            </a:r>
            <a:r>
              <a:rPr lang="en-US" sz="3300" dirty="0" err="1"/>
              <a:t>ServerSocket</a:t>
            </a:r>
            <a:r>
              <a:rPr lang="en-US" sz="3300" dirty="0"/>
              <a:t> class is used for retrieving a </a:t>
            </a:r>
            <a:r>
              <a:rPr lang="en-US" sz="3300" dirty="0" err="1"/>
              <a:t>serverSocket</a:t>
            </a:r>
            <a:r>
              <a:rPr lang="en-US" sz="3300" dirty="0"/>
              <a:t> associated with this channel.</a:t>
            </a:r>
          </a:p>
          <a:p>
            <a:pPr algn="just" fontAlgn="base">
              <a:lnSpc>
                <a:spcPct val="170000"/>
              </a:lnSpc>
            </a:pPr>
            <a:r>
              <a:rPr lang="en-US" sz="3300" dirty="0"/>
              <a:t>In </a:t>
            </a:r>
            <a:r>
              <a:rPr lang="en-US" sz="3300" dirty="0" err="1"/>
              <a:t>java.rmi.Server</a:t>
            </a:r>
            <a:r>
              <a:rPr lang="en-US" sz="3300" dirty="0"/>
              <a:t>, </a:t>
            </a:r>
            <a:r>
              <a:rPr lang="en-US" sz="3300" dirty="0" err="1"/>
              <a:t>ServerSocket</a:t>
            </a:r>
            <a:r>
              <a:rPr lang="en-US" sz="3300" dirty="0"/>
              <a:t> class is used to create a server socket on the specified port (port 0 indicates an anonymous port).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ServerSocket</a:t>
            </a:r>
            <a:r>
              <a:rPr lang="en-US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5669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38363" y="1628145"/>
            <a:ext cx="8462737" cy="5004884"/>
          </a:xfrm>
        </p:spPr>
        <p:txBody>
          <a:bodyPr>
            <a:normAutofit fontScale="77500" lnSpcReduction="20000"/>
          </a:bodyPr>
          <a:lstStyle/>
          <a:p>
            <a:pPr marL="0" indent="0" algn="just" fontAlgn="base">
              <a:buNone/>
            </a:pPr>
            <a:r>
              <a:rPr lang="en-US" sz="3300" dirty="0"/>
              <a:t>In javax.net, Server socket is used widely so as to:</a:t>
            </a:r>
          </a:p>
          <a:p>
            <a:pPr marL="800100" lvl="1" indent="-342900" algn="just" fontAlgn="base">
              <a:buFont typeface="Wingdings" panose="05000000000000000000" pitchFamily="2" charset="2"/>
              <a:buChar char="ü"/>
            </a:pPr>
            <a:r>
              <a:rPr lang="en-US" sz="3300" dirty="0"/>
              <a:t>return an unbound server socket.</a:t>
            </a:r>
          </a:p>
          <a:p>
            <a:pPr marL="800100" lvl="1" indent="-342900" algn="just" fontAlgn="base">
              <a:buFont typeface="Wingdings" panose="05000000000000000000" pitchFamily="2" charset="2"/>
              <a:buChar char="ü"/>
            </a:pPr>
            <a:r>
              <a:rPr lang="en-US" sz="3300" dirty="0"/>
              <a:t>return a server socket bound to the specified port.</a:t>
            </a:r>
          </a:p>
          <a:p>
            <a:pPr marL="800100" lvl="1" indent="-342900" algn="just" fontAlgn="base">
              <a:buFont typeface="Wingdings" panose="05000000000000000000" pitchFamily="2" charset="2"/>
              <a:buChar char="ü"/>
            </a:pPr>
            <a:r>
              <a:rPr lang="en-US" sz="3300" dirty="0"/>
              <a:t>return a server socket bound to the specified port, and uses the specified connection backlog.</a:t>
            </a:r>
          </a:p>
          <a:p>
            <a:pPr marL="800100" lvl="1" indent="-342900" algn="just" fontAlgn="base">
              <a:buFont typeface="Wingdings" panose="05000000000000000000" pitchFamily="2" charset="2"/>
              <a:buChar char="ü"/>
            </a:pPr>
            <a:r>
              <a:rPr lang="en-US" sz="3300" dirty="0"/>
              <a:t>return a server socket bound to the specified port, with a specified listen backlog and local IP.</a:t>
            </a:r>
          </a:p>
          <a:p>
            <a:pPr algn="just"/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ServerSocket</a:t>
            </a:r>
            <a:r>
              <a:rPr lang="en-US" dirty="0"/>
              <a:t>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0131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13BD287-CA8B-444E-96AE-E6C17CB660CE}"/>
              </a:ext>
            </a:extLst>
          </p:cNvPr>
          <p:cNvSpPr/>
          <p:nvPr/>
        </p:nvSpPr>
        <p:spPr>
          <a:xfrm>
            <a:off x="1526724" y="1748392"/>
            <a:ext cx="5951764" cy="649596"/>
          </a:xfrm>
          <a:custGeom>
            <a:avLst/>
            <a:gdLst>
              <a:gd name="connsiteX0" fmla="*/ 0 w 7886700"/>
              <a:gd name="connsiteY0" fmla="*/ 184084 h 1104480"/>
              <a:gd name="connsiteX1" fmla="*/ 184084 w 7886700"/>
              <a:gd name="connsiteY1" fmla="*/ 0 h 1104480"/>
              <a:gd name="connsiteX2" fmla="*/ 7702616 w 7886700"/>
              <a:gd name="connsiteY2" fmla="*/ 0 h 1104480"/>
              <a:gd name="connsiteX3" fmla="*/ 7886700 w 7886700"/>
              <a:gd name="connsiteY3" fmla="*/ 184084 h 1104480"/>
              <a:gd name="connsiteX4" fmla="*/ 7886700 w 7886700"/>
              <a:gd name="connsiteY4" fmla="*/ 920396 h 1104480"/>
              <a:gd name="connsiteX5" fmla="*/ 7702616 w 7886700"/>
              <a:gd name="connsiteY5" fmla="*/ 1104480 h 1104480"/>
              <a:gd name="connsiteX6" fmla="*/ 184084 w 7886700"/>
              <a:gd name="connsiteY6" fmla="*/ 1104480 h 1104480"/>
              <a:gd name="connsiteX7" fmla="*/ 0 w 7886700"/>
              <a:gd name="connsiteY7" fmla="*/ 920396 h 1104480"/>
              <a:gd name="connsiteX8" fmla="*/ 0 w 7886700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86700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7702616" y="0"/>
                </a:lnTo>
                <a:cubicBezTo>
                  <a:pt x="7804283" y="0"/>
                  <a:pt x="7886700" y="82417"/>
                  <a:pt x="7886700" y="184084"/>
                </a:cubicBezTo>
                <a:lnTo>
                  <a:pt x="7886700" y="920396"/>
                </a:lnTo>
                <a:cubicBezTo>
                  <a:pt x="7886700" y="1022063"/>
                  <a:pt x="7804283" y="1104480"/>
                  <a:pt x="7702616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rgbClr val="2190B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 dirty="0">
                <a:latin typeface="Bahnschrift" panose="020B0502040204020203" pitchFamily="34" charset="0"/>
              </a:rPr>
              <a:t>accept() 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3272177-1275-4F71-9ADF-7D348F9667C4}"/>
              </a:ext>
            </a:extLst>
          </p:cNvPr>
          <p:cNvSpPr/>
          <p:nvPr/>
        </p:nvSpPr>
        <p:spPr>
          <a:xfrm>
            <a:off x="1526724" y="3022792"/>
            <a:ext cx="5951764" cy="649596"/>
          </a:xfrm>
          <a:custGeom>
            <a:avLst/>
            <a:gdLst>
              <a:gd name="connsiteX0" fmla="*/ 0 w 7886700"/>
              <a:gd name="connsiteY0" fmla="*/ 184084 h 1104480"/>
              <a:gd name="connsiteX1" fmla="*/ 184084 w 7886700"/>
              <a:gd name="connsiteY1" fmla="*/ 0 h 1104480"/>
              <a:gd name="connsiteX2" fmla="*/ 7702616 w 7886700"/>
              <a:gd name="connsiteY2" fmla="*/ 0 h 1104480"/>
              <a:gd name="connsiteX3" fmla="*/ 7886700 w 7886700"/>
              <a:gd name="connsiteY3" fmla="*/ 184084 h 1104480"/>
              <a:gd name="connsiteX4" fmla="*/ 7886700 w 7886700"/>
              <a:gd name="connsiteY4" fmla="*/ 920396 h 1104480"/>
              <a:gd name="connsiteX5" fmla="*/ 7702616 w 7886700"/>
              <a:gd name="connsiteY5" fmla="*/ 1104480 h 1104480"/>
              <a:gd name="connsiteX6" fmla="*/ 184084 w 7886700"/>
              <a:gd name="connsiteY6" fmla="*/ 1104480 h 1104480"/>
              <a:gd name="connsiteX7" fmla="*/ 0 w 7886700"/>
              <a:gd name="connsiteY7" fmla="*/ 920396 h 1104480"/>
              <a:gd name="connsiteX8" fmla="*/ 0 w 7886700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86700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7702616" y="0"/>
                </a:lnTo>
                <a:cubicBezTo>
                  <a:pt x="7804283" y="0"/>
                  <a:pt x="7886700" y="82417"/>
                  <a:pt x="7886700" y="184084"/>
                </a:cubicBezTo>
                <a:lnTo>
                  <a:pt x="7886700" y="920396"/>
                </a:lnTo>
                <a:cubicBezTo>
                  <a:pt x="7886700" y="1022063"/>
                  <a:pt x="7804283" y="1104480"/>
                  <a:pt x="7702616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rgbClr val="2190B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 dirty="0">
                <a:latin typeface="Bahnschrift" panose="020B0502040204020203" pitchFamily="34" charset="0"/>
              </a:rPr>
              <a:t>Bind(</a:t>
            </a:r>
            <a:r>
              <a:rPr lang="en-IN" sz="2800" kern="1200" dirty="0" err="1">
                <a:latin typeface="Bahnschrift" panose="020B0502040204020203" pitchFamily="34" charset="0"/>
              </a:rPr>
              <a:t>SocketAddress</a:t>
            </a:r>
            <a:r>
              <a:rPr lang="en-IN" sz="2800" kern="1200" dirty="0">
                <a:latin typeface="Bahnschrift" panose="020B0502040204020203" pitchFamily="34" charset="0"/>
              </a:rPr>
              <a:t> endpoint)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05920D0-555B-487B-B0CC-948E659063A3}"/>
              </a:ext>
            </a:extLst>
          </p:cNvPr>
          <p:cNvSpPr/>
          <p:nvPr/>
        </p:nvSpPr>
        <p:spPr>
          <a:xfrm>
            <a:off x="1526724" y="4297192"/>
            <a:ext cx="5951764" cy="649596"/>
          </a:xfrm>
          <a:custGeom>
            <a:avLst/>
            <a:gdLst>
              <a:gd name="connsiteX0" fmla="*/ 0 w 7886700"/>
              <a:gd name="connsiteY0" fmla="*/ 184084 h 1104480"/>
              <a:gd name="connsiteX1" fmla="*/ 184084 w 7886700"/>
              <a:gd name="connsiteY1" fmla="*/ 0 h 1104480"/>
              <a:gd name="connsiteX2" fmla="*/ 7702616 w 7886700"/>
              <a:gd name="connsiteY2" fmla="*/ 0 h 1104480"/>
              <a:gd name="connsiteX3" fmla="*/ 7886700 w 7886700"/>
              <a:gd name="connsiteY3" fmla="*/ 184084 h 1104480"/>
              <a:gd name="connsiteX4" fmla="*/ 7886700 w 7886700"/>
              <a:gd name="connsiteY4" fmla="*/ 920396 h 1104480"/>
              <a:gd name="connsiteX5" fmla="*/ 7702616 w 7886700"/>
              <a:gd name="connsiteY5" fmla="*/ 1104480 h 1104480"/>
              <a:gd name="connsiteX6" fmla="*/ 184084 w 7886700"/>
              <a:gd name="connsiteY6" fmla="*/ 1104480 h 1104480"/>
              <a:gd name="connsiteX7" fmla="*/ 0 w 7886700"/>
              <a:gd name="connsiteY7" fmla="*/ 920396 h 1104480"/>
              <a:gd name="connsiteX8" fmla="*/ 0 w 7886700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86700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7702616" y="0"/>
                </a:lnTo>
                <a:cubicBezTo>
                  <a:pt x="7804283" y="0"/>
                  <a:pt x="7886700" y="82417"/>
                  <a:pt x="7886700" y="184084"/>
                </a:cubicBezTo>
                <a:lnTo>
                  <a:pt x="7886700" y="920396"/>
                </a:lnTo>
                <a:cubicBezTo>
                  <a:pt x="7886700" y="1022063"/>
                  <a:pt x="7804283" y="1104480"/>
                  <a:pt x="7702616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rgbClr val="2190B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>
                <a:latin typeface="Bahnschrift" panose="020B0502040204020203" pitchFamily="34" charset="0"/>
              </a:rPr>
              <a:t>getChannel() 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D60C45C-171B-44A9-8CEE-E894E58EA237}"/>
              </a:ext>
            </a:extLst>
          </p:cNvPr>
          <p:cNvSpPr/>
          <p:nvPr/>
        </p:nvSpPr>
        <p:spPr>
          <a:xfrm>
            <a:off x="1526724" y="5571592"/>
            <a:ext cx="5951764" cy="649596"/>
          </a:xfrm>
          <a:custGeom>
            <a:avLst/>
            <a:gdLst>
              <a:gd name="connsiteX0" fmla="*/ 0 w 7886700"/>
              <a:gd name="connsiteY0" fmla="*/ 184084 h 1104480"/>
              <a:gd name="connsiteX1" fmla="*/ 184084 w 7886700"/>
              <a:gd name="connsiteY1" fmla="*/ 0 h 1104480"/>
              <a:gd name="connsiteX2" fmla="*/ 7702616 w 7886700"/>
              <a:gd name="connsiteY2" fmla="*/ 0 h 1104480"/>
              <a:gd name="connsiteX3" fmla="*/ 7886700 w 7886700"/>
              <a:gd name="connsiteY3" fmla="*/ 184084 h 1104480"/>
              <a:gd name="connsiteX4" fmla="*/ 7886700 w 7886700"/>
              <a:gd name="connsiteY4" fmla="*/ 920396 h 1104480"/>
              <a:gd name="connsiteX5" fmla="*/ 7702616 w 7886700"/>
              <a:gd name="connsiteY5" fmla="*/ 1104480 h 1104480"/>
              <a:gd name="connsiteX6" fmla="*/ 184084 w 7886700"/>
              <a:gd name="connsiteY6" fmla="*/ 1104480 h 1104480"/>
              <a:gd name="connsiteX7" fmla="*/ 0 w 7886700"/>
              <a:gd name="connsiteY7" fmla="*/ 920396 h 1104480"/>
              <a:gd name="connsiteX8" fmla="*/ 0 w 7886700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86700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7702616" y="0"/>
                </a:lnTo>
                <a:cubicBezTo>
                  <a:pt x="7804283" y="0"/>
                  <a:pt x="7886700" y="82417"/>
                  <a:pt x="7886700" y="184084"/>
                </a:cubicBezTo>
                <a:lnTo>
                  <a:pt x="7886700" y="920396"/>
                </a:lnTo>
                <a:cubicBezTo>
                  <a:pt x="7886700" y="1022063"/>
                  <a:pt x="7804283" y="1104480"/>
                  <a:pt x="7702616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rgbClr val="2190B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 dirty="0">
                <a:latin typeface="Bahnschrift" panose="020B0502040204020203" pitchFamily="34" charset="0"/>
              </a:rPr>
              <a:t>close()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used in </a:t>
            </a:r>
            <a:r>
              <a:rPr lang="en-US" dirty="0" err="1"/>
              <a:t>ServerSocket</a:t>
            </a:r>
            <a:r>
              <a:rPr lang="en-US" dirty="0"/>
              <a:t> Class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3456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CF24910-A57C-4918-AFB9-A35F90332D54}"/>
              </a:ext>
            </a:extLst>
          </p:cNvPr>
          <p:cNvSpPr/>
          <p:nvPr/>
        </p:nvSpPr>
        <p:spPr>
          <a:xfrm>
            <a:off x="2081898" y="1715734"/>
            <a:ext cx="5070021" cy="763896"/>
          </a:xfrm>
          <a:custGeom>
            <a:avLst/>
            <a:gdLst>
              <a:gd name="connsiteX0" fmla="*/ 0 w 7886700"/>
              <a:gd name="connsiteY0" fmla="*/ 184084 h 1104480"/>
              <a:gd name="connsiteX1" fmla="*/ 184084 w 7886700"/>
              <a:gd name="connsiteY1" fmla="*/ 0 h 1104480"/>
              <a:gd name="connsiteX2" fmla="*/ 7702616 w 7886700"/>
              <a:gd name="connsiteY2" fmla="*/ 0 h 1104480"/>
              <a:gd name="connsiteX3" fmla="*/ 7886700 w 7886700"/>
              <a:gd name="connsiteY3" fmla="*/ 184084 h 1104480"/>
              <a:gd name="connsiteX4" fmla="*/ 7886700 w 7886700"/>
              <a:gd name="connsiteY4" fmla="*/ 920396 h 1104480"/>
              <a:gd name="connsiteX5" fmla="*/ 7702616 w 7886700"/>
              <a:gd name="connsiteY5" fmla="*/ 1104480 h 1104480"/>
              <a:gd name="connsiteX6" fmla="*/ 184084 w 7886700"/>
              <a:gd name="connsiteY6" fmla="*/ 1104480 h 1104480"/>
              <a:gd name="connsiteX7" fmla="*/ 0 w 7886700"/>
              <a:gd name="connsiteY7" fmla="*/ 920396 h 1104480"/>
              <a:gd name="connsiteX8" fmla="*/ 0 w 7886700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86700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7702616" y="0"/>
                </a:lnTo>
                <a:cubicBezTo>
                  <a:pt x="7804283" y="0"/>
                  <a:pt x="7886700" y="82417"/>
                  <a:pt x="7886700" y="184084"/>
                </a:cubicBezTo>
                <a:lnTo>
                  <a:pt x="7886700" y="920396"/>
                </a:lnTo>
                <a:cubicBezTo>
                  <a:pt x="7886700" y="1022063"/>
                  <a:pt x="7804283" y="1104480"/>
                  <a:pt x="7702616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rgbClr val="2190B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 dirty="0" err="1">
                <a:latin typeface="Bahnschrift" panose="020B0502040204020203" pitchFamily="34" charset="0"/>
              </a:rPr>
              <a:t>getInetAddress</a:t>
            </a:r>
            <a:r>
              <a:rPr lang="en-IN" sz="2800" kern="1200" dirty="0">
                <a:latin typeface="Bahnschrift" panose="020B0502040204020203" pitchFamily="34" charset="0"/>
              </a:rPr>
              <a:t>()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AE98C97-0D95-471D-8E2A-B0E9BA5133B4}"/>
              </a:ext>
            </a:extLst>
          </p:cNvPr>
          <p:cNvSpPr/>
          <p:nvPr/>
        </p:nvSpPr>
        <p:spPr>
          <a:xfrm>
            <a:off x="2081898" y="2990134"/>
            <a:ext cx="5070021" cy="763896"/>
          </a:xfrm>
          <a:custGeom>
            <a:avLst/>
            <a:gdLst>
              <a:gd name="connsiteX0" fmla="*/ 0 w 7886700"/>
              <a:gd name="connsiteY0" fmla="*/ 184084 h 1104480"/>
              <a:gd name="connsiteX1" fmla="*/ 184084 w 7886700"/>
              <a:gd name="connsiteY1" fmla="*/ 0 h 1104480"/>
              <a:gd name="connsiteX2" fmla="*/ 7702616 w 7886700"/>
              <a:gd name="connsiteY2" fmla="*/ 0 h 1104480"/>
              <a:gd name="connsiteX3" fmla="*/ 7886700 w 7886700"/>
              <a:gd name="connsiteY3" fmla="*/ 184084 h 1104480"/>
              <a:gd name="connsiteX4" fmla="*/ 7886700 w 7886700"/>
              <a:gd name="connsiteY4" fmla="*/ 920396 h 1104480"/>
              <a:gd name="connsiteX5" fmla="*/ 7702616 w 7886700"/>
              <a:gd name="connsiteY5" fmla="*/ 1104480 h 1104480"/>
              <a:gd name="connsiteX6" fmla="*/ 184084 w 7886700"/>
              <a:gd name="connsiteY6" fmla="*/ 1104480 h 1104480"/>
              <a:gd name="connsiteX7" fmla="*/ 0 w 7886700"/>
              <a:gd name="connsiteY7" fmla="*/ 920396 h 1104480"/>
              <a:gd name="connsiteX8" fmla="*/ 0 w 7886700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86700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7702616" y="0"/>
                </a:lnTo>
                <a:cubicBezTo>
                  <a:pt x="7804283" y="0"/>
                  <a:pt x="7886700" y="82417"/>
                  <a:pt x="7886700" y="184084"/>
                </a:cubicBezTo>
                <a:lnTo>
                  <a:pt x="7886700" y="920396"/>
                </a:lnTo>
                <a:cubicBezTo>
                  <a:pt x="7886700" y="1022063"/>
                  <a:pt x="7804283" y="1104480"/>
                  <a:pt x="7702616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rgbClr val="2190B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 dirty="0" err="1">
                <a:latin typeface="Bahnschrift" panose="020B0502040204020203" pitchFamily="34" charset="0"/>
              </a:rPr>
              <a:t>getLocalPort</a:t>
            </a:r>
            <a:r>
              <a:rPr lang="en-IN" sz="2800" kern="1200" dirty="0">
                <a:latin typeface="Bahnschrift" panose="020B0502040204020203" pitchFamily="34" charset="0"/>
              </a:rPr>
              <a:t>() 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7C07CA0-ADC8-4E99-A6EE-AAE3929B0D3B}"/>
              </a:ext>
            </a:extLst>
          </p:cNvPr>
          <p:cNvSpPr/>
          <p:nvPr/>
        </p:nvSpPr>
        <p:spPr>
          <a:xfrm>
            <a:off x="2081898" y="4264534"/>
            <a:ext cx="5070021" cy="763896"/>
          </a:xfrm>
          <a:custGeom>
            <a:avLst/>
            <a:gdLst>
              <a:gd name="connsiteX0" fmla="*/ 0 w 7886700"/>
              <a:gd name="connsiteY0" fmla="*/ 184084 h 1104480"/>
              <a:gd name="connsiteX1" fmla="*/ 184084 w 7886700"/>
              <a:gd name="connsiteY1" fmla="*/ 0 h 1104480"/>
              <a:gd name="connsiteX2" fmla="*/ 7702616 w 7886700"/>
              <a:gd name="connsiteY2" fmla="*/ 0 h 1104480"/>
              <a:gd name="connsiteX3" fmla="*/ 7886700 w 7886700"/>
              <a:gd name="connsiteY3" fmla="*/ 184084 h 1104480"/>
              <a:gd name="connsiteX4" fmla="*/ 7886700 w 7886700"/>
              <a:gd name="connsiteY4" fmla="*/ 920396 h 1104480"/>
              <a:gd name="connsiteX5" fmla="*/ 7702616 w 7886700"/>
              <a:gd name="connsiteY5" fmla="*/ 1104480 h 1104480"/>
              <a:gd name="connsiteX6" fmla="*/ 184084 w 7886700"/>
              <a:gd name="connsiteY6" fmla="*/ 1104480 h 1104480"/>
              <a:gd name="connsiteX7" fmla="*/ 0 w 7886700"/>
              <a:gd name="connsiteY7" fmla="*/ 920396 h 1104480"/>
              <a:gd name="connsiteX8" fmla="*/ 0 w 7886700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86700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7702616" y="0"/>
                </a:lnTo>
                <a:cubicBezTo>
                  <a:pt x="7804283" y="0"/>
                  <a:pt x="7886700" y="82417"/>
                  <a:pt x="7886700" y="184084"/>
                </a:cubicBezTo>
                <a:lnTo>
                  <a:pt x="7886700" y="920396"/>
                </a:lnTo>
                <a:cubicBezTo>
                  <a:pt x="7886700" y="1022063"/>
                  <a:pt x="7804283" y="1104480"/>
                  <a:pt x="7702616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rgbClr val="2190B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 dirty="0" err="1">
                <a:latin typeface="Bahnschrift" panose="020B0502040204020203" pitchFamily="34" charset="0"/>
              </a:rPr>
              <a:t>getLocalSocketAddress</a:t>
            </a:r>
            <a:r>
              <a:rPr lang="en-IN" sz="2800" kern="1200" dirty="0">
                <a:latin typeface="Bahnschrift" panose="020B0502040204020203" pitchFamily="34" charset="0"/>
              </a:rPr>
              <a:t>()</a:t>
            </a: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6FA998A-D2C6-4484-8687-8ED0A914BAF8}"/>
              </a:ext>
            </a:extLst>
          </p:cNvPr>
          <p:cNvSpPr/>
          <p:nvPr/>
        </p:nvSpPr>
        <p:spPr>
          <a:xfrm>
            <a:off x="2081898" y="5538934"/>
            <a:ext cx="5070021" cy="763896"/>
          </a:xfrm>
          <a:custGeom>
            <a:avLst/>
            <a:gdLst>
              <a:gd name="connsiteX0" fmla="*/ 0 w 7886700"/>
              <a:gd name="connsiteY0" fmla="*/ 184084 h 1104480"/>
              <a:gd name="connsiteX1" fmla="*/ 184084 w 7886700"/>
              <a:gd name="connsiteY1" fmla="*/ 0 h 1104480"/>
              <a:gd name="connsiteX2" fmla="*/ 7702616 w 7886700"/>
              <a:gd name="connsiteY2" fmla="*/ 0 h 1104480"/>
              <a:gd name="connsiteX3" fmla="*/ 7886700 w 7886700"/>
              <a:gd name="connsiteY3" fmla="*/ 184084 h 1104480"/>
              <a:gd name="connsiteX4" fmla="*/ 7886700 w 7886700"/>
              <a:gd name="connsiteY4" fmla="*/ 920396 h 1104480"/>
              <a:gd name="connsiteX5" fmla="*/ 7702616 w 7886700"/>
              <a:gd name="connsiteY5" fmla="*/ 1104480 h 1104480"/>
              <a:gd name="connsiteX6" fmla="*/ 184084 w 7886700"/>
              <a:gd name="connsiteY6" fmla="*/ 1104480 h 1104480"/>
              <a:gd name="connsiteX7" fmla="*/ 0 w 7886700"/>
              <a:gd name="connsiteY7" fmla="*/ 920396 h 1104480"/>
              <a:gd name="connsiteX8" fmla="*/ 0 w 7886700"/>
              <a:gd name="connsiteY8" fmla="*/ 184084 h 110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886700" h="1104480">
                <a:moveTo>
                  <a:pt x="0" y="184084"/>
                </a:moveTo>
                <a:cubicBezTo>
                  <a:pt x="0" y="82417"/>
                  <a:pt x="82417" y="0"/>
                  <a:pt x="184084" y="0"/>
                </a:cubicBezTo>
                <a:lnTo>
                  <a:pt x="7702616" y="0"/>
                </a:lnTo>
                <a:cubicBezTo>
                  <a:pt x="7804283" y="0"/>
                  <a:pt x="7886700" y="82417"/>
                  <a:pt x="7886700" y="184084"/>
                </a:cubicBezTo>
                <a:lnTo>
                  <a:pt x="7886700" y="920396"/>
                </a:lnTo>
                <a:cubicBezTo>
                  <a:pt x="7886700" y="1022063"/>
                  <a:pt x="7804283" y="1104480"/>
                  <a:pt x="7702616" y="1104480"/>
                </a:cubicBezTo>
                <a:lnTo>
                  <a:pt x="184084" y="1104480"/>
                </a:lnTo>
                <a:cubicBezTo>
                  <a:pt x="82417" y="1104480"/>
                  <a:pt x="0" y="1022063"/>
                  <a:pt x="0" y="920396"/>
                </a:cubicBezTo>
                <a:lnTo>
                  <a:pt x="0" y="184084"/>
                </a:lnTo>
                <a:close/>
              </a:path>
            </a:pathLst>
          </a:custGeom>
          <a:solidFill>
            <a:srgbClr val="2190BC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0596" tIns="160596" rIns="160596" bIns="160596" numCol="1" spcCol="1270" anchor="ctr" anchorCtr="0">
            <a:noAutofit/>
          </a:bodyPr>
          <a:lstStyle/>
          <a:p>
            <a:pPr marL="0" lvl="0" indent="0" algn="ctr" defTabSz="12446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IN" sz="2800" kern="1200" dirty="0" err="1">
                <a:latin typeface="Bahnschrift" panose="020B0502040204020203" pitchFamily="34" charset="0"/>
              </a:rPr>
              <a:t>getReuseAddress</a:t>
            </a:r>
            <a:r>
              <a:rPr lang="en-IN" sz="2800" kern="1200" dirty="0">
                <a:latin typeface="Bahnschrift" panose="020B0502040204020203" pitchFamily="34" charset="0"/>
              </a:rPr>
              <a:t>()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used in </a:t>
            </a:r>
            <a:r>
              <a:rPr lang="en-US" dirty="0" err="1"/>
              <a:t>ServerSocket</a:t>
            </a:r>
            <a:r>
              <a:rPr lang="en-US" dirty="0"/>
              <a:t> Class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3549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3614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2336</TotalTime>
  <Words>243</Words>
  <Application>Microsoft Office PowerPoint</Application>
  <PresentationFormat>On-screen Show (4:3)</PresentationFormat>
  <Paragraphs>28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Bahnschrift</vt:lpstr>
      <vt:lpstr>Bahnschrift SemiBold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ServerSocket Class</vt:lpstr>
      <vt:lpstr>ServerSocket Class</vt:lpstr>
      <vt:lpstr>ServerSocket Class</vt:lpstr>
      <vt:lpstr>Methods used in ServerSocket Class </vt:lpstr>
      <vt:lpstr>Methods used in ServerSocket Class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video recording 1</dc:creator>
  <cp:lastModifiedBy>Arpit Thakur</cp:lastModifiedBy>
  <cp:revision>191</cp:revision>
  <dcterms:created xsi:type="dcterms:W3CDTF">2021-05-13T17:45:44Z</dcterms:created>
  <dcterms:modified xsi:type="dcterms:W3CDTF">2021-08-26T09:00:56Z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338216</vt:lpwstr>
  </property>
  <property fmtid="{D5CDD505-2E9C-101B-9397-08002B2CF9AE}" name="NXPowerLiteSettings" pid="3">
    <vt:lpwstr>E700052003A000</vt:lpwstr>
  </property>
  <property fmtid="{D5CDD505-2E9C-101B-9397-08002B2CF9AE}" name="NXPowerLiteVersion" pid="4">
    <vt:lpwstr>D9.1.4</vt:lpwstr>
  </property>
</Properties>
</file>